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352" r:id="rId3"/>
    <p:sldId id="353" r:id="rId4"/>
    <p:sldId id="354" r:id="rId5"/>
    <p:sldId id="355" r:id="rId6"/>
    <p:sldId id="356" r:id="rId7"/>
    <p:sldId id="392" r:id="rId8"/>
    <p:sldId id="357" r:id="rId9"/>
    <p:sldId id="358" r:id="rId10"/>
    <p:sldId id="359" r:id="rId11"/>
    <p:sldId id="360" r:id="rId12"/>
    <p:sldId id="361" r:id="rId13"/>
    <p:sldId id="362" r:id="rId14"/>
    <p:sldId id="363" r:id="rId15"/>
    <p:sldId id="364" r:id="rId16"/>
    <p:sldId id="369" r:id="rId17"/>
    <p:sldId id="368" r:id="rId18"/>
    <p:sldId id="370" r:id="rId19"/>
    <p:sldId id="373" r:id="rId20"/>
    <p:sldId id="374" r:id="rId21"/>
    <p:sldId id="375" r:id="rId22"/>
    <p:sldId id="376" r:id="rId23"/>
    <p:sldId id="377" r:id="rId24"/>
    <p:sldId id="378" r:id="rId25"/>
    <p:sldId id="379" r:id="rId26"/>
    <p:sldId id="380" r:id="rId27"/>
    <p:sldId id="381" r:id="rId28"/>
    <p:sldId id="382" r:id="rId29"/>
    <p:sldId id="383" r:id="rId30"/>
    <p:sldId id="384" r:id="rId31"/>
    <p:sldId id="385" r:id="rId32"/>
    <p:sldId id="386" r:id="rId33"/>
    <p:sldId id="387" r:id="rId34"/>
    <p:sldId id="388" r:id="rId35"/>
    <p:sldId id="389" r:id="rId36"/>
    <p:sldId id="390" r:id="rId37"/>
    <p:sldId id="394" r:id="rId38"/>
    <p:sldId id="264"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BD219F-9939-4880-BA82-ECA2AFF73DAD}" v="236" dt="2023-04-10T23:39:53.62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8824" autoAdjust="0"/>
    <p:restoredTop sz="94660"/>
  </p:normalViewPr>
  <p:slideViewPr>
    <p:cSldViewPr snapToGrid="0">
      <p:cViewPr>
        <p:scale>
          <a:sx n="82" d="100"/>
          <a:sy n="82" d="100"/>
        </p:scale>
        <p:origin x="82" y="16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deo Thakur" userId="f363d765-82e0-43ef-abca-0a9168688986" providerId="ADAL" clId="{81BD219F-9939-4880-BA82-ECA2AFF73DAD}"/>
    <pc:docChg chg="undo redo custSel addSld delSld modSld sldOrd">
      <pc:chgData name="Hardeo Thakur" userId="f363d765-82e0-43ef-abca-0a9168688986" providerId="ADAL" clId="{81BD219F-9939-4880-BA82-ECA2AFF73DAD}" dt="2023-04-11T02:29:32.264" v="5956" actId="255"/>
      <pc:docMkLst>
        <pc:docMk/>
      </pc:docMkLst>
      <pc:sldChg chg="modSp">
        <pc:chgData name="Hardeo Thakur" userId="f363d765-82e0-43ef-abca-0a9168688986" providerId="ADAL" clId="{81BD219F-9939-4880-BA82-ECA2AFF73DAD}" dt="2023-04-08T11:47:57.139" v="56"/>
        <pc:sldMkLst>
          <pc:docMk/>
          <pc:sldMk cId="2399647068" sldId="256"/>
        </pc:sldMkLst>
        <pc:graphicFrameChg chg="mod">
          <ac:chgData name="Hardeo Thakur" userId="f363d765-82e0-43ef-abca-0a9168688986" providerId="ADAL" clId="{81BD219F-9939-4880-BA82-ECA2AFF73DAD}" dt="2023-04-08T11:47:57.139" v="56"/>
          <ac:graphicFrameMkLst>
            <pc:docMk/>
            <pc:sldMk cId="2399647068" sldId="256"/>
            <ac:graphicFrameMk id="10" creationId="{74681802-50A8-4E81-99BA-CCC5465706AE}"/>
          </ac:graphicFrameMkLst>
        </pc:graphicFrameChg>
      </pc:sldChg>
      <pc:sldChg chg="new del">
        <pc:chgData name="Hardeo Thakur" userId="f363d765-82e0-43ef-abca-0a9168688986" providerId="ADAL" clId="{81BD219F-9939-4880-BA82-ECA2AFF73DAD}" dt="2023-04-08T11:41:16.980" v="20" actId="47"/>
        <pc:sldMkLst>
          <pc:docMk/>
          <pc:sldMk cId="4005267162" sldId="265"/>
        </pc:sldMkLst>
      </pc:sldChg>
      <pc:sldChg chg="addSp delSp modSp add mod">
        <pc:chgData name="Hardeo Thakur" userId="f363d765-82e0-43ef-abca-0a9168688986" providerId="ADAL" clId="{81BD219F-9939-4880-BA82-ECA2AFF73DAD}" dt="2023-04-08T12:05:28.087" v="434" actId="12"/>
        <pc:sldMkLst>
          <pc:docMk/>
          <pc:sldMk cId="4041628965" sldId="352"/>
        </pc:sldMkLst>
        <pc:spChg chg="del">
          <ac:chgData name="Hardeo Thakur" userId="f363d765-82e0-43ef-abca-0a9168688986" providerId="ADAL" clId="{81BD219F-9939-4880-BA82-ECA2AFF73DAD}" dt="2023-04-08T11:57:04.546" v="89" actId="478"/>
          <ac:spMkLst>
            <pc:docMk/>
            <pc:sldMk cId="4041628965" sldId="352"/>
            <ac:spMk id="2" creationId="{205B88E8-A36F-AAA7-A803-0A56F0597B1B}"/>
          </ac:spMkLst>
        </pc:spChg>
        <pc:spChg chg="mod">
          <ac:chgData name="Hardeo Thakur" userId="f363d765-82e0-43ef-abca-0a9168688986" providerId="ADAL" clId="{81BD219F-9939-4880-BA82-ECA2AFF73DAD}" dt="2023-04-08T11:48:20.994" v="74" actId="20577"/>
          <ac:spMkLst>
            <pc:docMk/>
            <pc:sldMk cId="4041628965" sldId="352"/>
            <ac:spMk id="3" creationId="{97AB8BFD-5C1F-445C-8050-CE8F451E95B0}"/>
          </ac:spMkLst>
        </pc:spChg>
        <pc:spChg chg="del">
          <ac:chgData name="Hardeo Thakur" userId="f363d765-82e0-43ef-abca-0a9168688986" providerId="ADAL" clId="{81BD219F-9939-4880-BA82-ECA2AFF73DAD}" dt="2023-04-08T11:57:04.546" v="89" actId="478"/>
          <ac:spMkLst>
            <pc:docMk/>
            <pc:sldMk cId="4041628965" sldId="352"/>
            <ac:spMk id="4" creationId="{5F9E86B2-874C-03FD-2D85-E70EF550E444}"/>
          </ac:spMkLst>
        </pc:spChg>
        <pc:spChg chg="del">
          <ac:chgData name="Hardeo Thakur" userId="f363d765-82e0-43ef-abca-0a9168688986" providerId="ADAL" clId="{81BD219F-9939-4880-BA82-ECA2AFF73DAD}" dt="2023-04-08T11:57:04.546" v="89" actId="478"/>
          <ac:spMkLst>
            <pc:docMk/>
            <pc:sldMk cId="4041628965" sldId="352"/>
            <ac:spMk id="5" creationId="{8A44EB6D-008F-5F26-09E4-0D2237B6ECFF}"/>
          </ac:spMkLst>
        </pc:spChg>
        <pc:spChg chg="del">
          <ac:chgData name="Hardeo Thakur" userId="f363d765-82e0-43ef-abca-0a9168688986" providerId="ADAL" clId="{81BD219F-9939-4880-BA82-ECA2AFF73DAD}" dt="2023-04-08T11:57:04.546" v="89" actId="478"/>
          <ac:spMkLst>
            <pc:docMk/>
            <pc:sldMk cId="4041628965" sldId="352"/>
            <ac:spMk id="6" creationId="{C8E83AA2-28B7-6A8A-75D8-9D6055F383AD}"/>
          </ac:spMkLst>
        </pc:spChg>
        <pc:spChg chg="del">
          <ac:chgData name="Hardeo Thakur" userId="f363d765-82e0-43ef-abca-0a9168688986" providerId="ADAL" clId="{81BD219F-9939-4880-BA82-ECA2AFF73DAD}" dt="2023-04-08T11:57:04.546" v="89" actId="478"/>
          <ac:spMkLst>
            <pc:docMk/>
            <pc:sldMk cId="4041628965" sldId="352"/>
            <ac:spMk id="7" creationId="{34280E09-F431-E1AE-9361-73F728D846A2}"/>
          </ac:spMkLst>
        </pc:spChg>
        <pc:spChg chg="del">
          <ac:chgData name="Hardeo Thakur" userId="f363d765-82e0-43ef-abca-0a9168688986" providerId="ADAL" clId="{81BD219F-9939-4880-BA82-ECA2AFF73DAD}" dt="2023-04-08T11:57:04.546" v="89" actId="478"/>
          <ac:spMkLst>
            <pc:docMk/>
            <pc:sldMk cId="4041628965" sldId="352"/>
            <ac:spMk id="8" creationId="{0B8E13F0-B502-7252-A184-089312A692DA}"/>
          </ac:spMkLst>
        </pc:spChg>
        <pc:spChg chg="add del mod">
          <ac:chgData name="Hardeo Thakur" userId="f363d765-82e0-43ef-abca-0a9168688986" providerId="ADAL" clId="{81BD219F-9939-4880-BA82-ECA2AFF73DAD}" dt="2023-04-08T11:57:20.305" v="92" actId="478"/>
          <ac:spMkLst>
            <pc:docMk/>
            <pc:sldMk cId="4041628965" sldId="352"/>
            <ac:spMk id="9" creationId="{76A8B9EA-EA56-4F1D-A822-B7A651B6D388}"/>
          </ac:spMkLst>
        </pc:spChg>
        <pc:spChg chg="del">
          <ac:chgData name="Hardeo Thakur" userId="f363d765-82e0-43ef-abca-0a9168688986" providerId="ADAL" clId="{81BD219F-9939-4880-BA82-ECA2AFF73DAD}" dt="2023-04-08T11:57:04.546" v="89" actId="478"/>
          <ac:spMkLst>
            <pc:docMk/>
            <pc:sldMk cId="4041628965" sldId="352"/>
            <ac:spMk id="10" creationId="{A886351F-A7E5-0C28-5367-D192F1924577}"/>
          </ac:spMkLst>
        </pc:spChg>
        <pc:spChg chg="del">
          <ac:chgData name="Hardeo Thakur" userId="f363d765-82e0-43ef-abca-0a9168688986" providerId="ADAL" clId="{81BD219F-9939-4880-BA82-ECA2AFF73DAD}" dt="2023-04-08T11:57:04.546" v="89" actId="478"/>
          <ac:spMkLst>
            <pc:docMk/>
            <pc:sldMk cId="4041628965" sldId="352"/>
            <ac:spMk id="11" creationId="{A3F90973-8670-7C0A-3671-5FD31992B4E4}"/>
          </ac:spMkLst>
        </pc:spChg>
        <pc:spChg chg="del">
          <ac:chgData name="Hardeo Thakur" userId="f363d765-82e0-43ef-abca-0a9168688986" providerId="ADAL" clId="{81BD219F-9939-4880-BA82-ECA2AFF73DAD}" dt="2023-04-08T11:57:04.546" v="89" actId="478"/>
          <ac:spMkLst>
            <pc:docMk/>
            <pc:sldMk cId="4041628965" sldId="352"/>
            <ac:spMk id="12" creationId="{00B17CC4-43C6-C612-0DDE-BA5B7B835596}"/>
          </ac:spMkLst>
        </pc:spChg>
        <pc:spChg chg="del">
          <ac:chgData name="Hardeo Thakur" userId="f363d765-82e0-43ef-abca-0a9168688986" providerId="ADAL" clId="{81BD219F-9939-4880-BA82-ECA2AFF73DAD}" dt="2023-04-08T11:57:04.546" v="89" actId="478"/>
          <ac:spMkLst>
            <pc:docMk/>
            <pc:sldMk cId="4041628965" sldId="352"/>
            <ac:spMk id="13" creationId="{D42FC46D-7CD4-6977-643E-364005D5CD03}"/>
          </ac:spMkLst>
        </pc:spChg>
        <pc:spChg chg="del">
          <ac:chgData name="Hardeo Thakur" userId="f363d765-82e0-43ef-abca-0a9168688986" providerId="ADAL" clId="{81BD219F-9939-4880-BA82-ECA2AFF73DAD}" dt="2023-04-08T11:57:04.546" v="89" actId="478"/>
          <ac:spMkLst>
            <pc:docMk/>
            <pc:sldMk cId="4041628965" sldId="352"/>
            <ac:spMk id="14" creationId="{9BF28816-E886-EB7A-B392-B22899591C8B}"/>
          </ac:spMkLst>
        </pc:spChg>
        <pc:spChg chg="del">
          <ac:chgData name="Hardeo Thakur" userId="f363d765-82e0-43ef-abca-0a9168688986" providerId="ADAL" clId="{81BD219F-9939-4880-BA82-ECA2AFF73DAD}" dt="2023-04-08T11:57:04.546" v="89" actId="478"/>
          <ac:spMkLst>
            <pc:docMk/>
            <pc:sldMk cId="4041628965" sldId="352"/>
            <ac:spMk id="15" creationId="{C7ED12FC-F1BB-7300-1D75-6E5DC882CF01}"/>
          </ac:spMkLst>
        </pc:spChg>
        <pc:spChg chg="del">
          <ac:chgData name="Hardeo Thakur" userId="f363d765-82e0-43ef-abca-0a9168688986" providerId="ADAL" clId="{81BD219F-9939-4880-BA82-ECA2AFF73DAD}" dt="2023-04-08T11:57:04.546" v="89" actId="478"/>
          <ac:spMkLst>
            <pc:docMk/>
            <pc:sldMk cId="4041628965" sldId="352"/>
            <ac:spMk id="16" creationId="{03E9094B-9AEA-CAF9-5EAB-DF856F30EF23}"/>
          </ac:spMkLst>
        </pc:spChg>
        <pc:spChg chg="del">
          <ac:chgData name="Hardeo Thakur" userId="f363d765-82e0-43ef-abca-0a9168688986" providerId="ADAL" clId="{81BD219F-9939-4880-BA82-ECA2AFF73DAD}" dt="2023-04-08T11:57:04.546" v="89" actId="478"/>
          <ac:spMkLst>
            <pc:docMk/>
            <pc:sldMk cId="4041628965" sldId="352"/>
            <ac:spMk id="17" creationId="{91A0CE6D-887D-79F9-D4E6-DF92BB22A93D}"/>
          </ac:spMkLst>
        </pc:spChg>
        <pc:spChg chg="add del mod">
          <ac:chgData name="Hardeo Thakur" userId="f363d765-82e0-43ef-abca-0a9168688986" providerId="ADAL" clId="{81BD219F-9939-4880-BA82-ECA2AFF73DAD}" dt="2023-04-08T12:05:28.087" v="434" actId="12"/>
          <ac:spMkLst>
            <pc:docMk/>
            <pc:sldMk cId="4041628965" sldId="352"/>
            <ac:spMk id="18" creationId="{C1C0D37C-8529-CB6C-6D40-C82C932B088C}"/>
          </ac:spMkLst>
        </pc:spChg>
      </pc:sldChg>
      <pc:sldChg chg="addSp delSp modSp add mod">
        <pc:chgData name="Hardeo Thakur" userId="f363d765-82e0-43ef-abca-0a9168688986" providerId="ADAL" clId="{81BD219F-9939-4880-BA82-ECA2AFF73DAD}" dt="2023-04-08T12:25:54.310" v="474" actId="20577"/>
        <pc:sldMkLst>
          <pc:docMk/>
          <pc:sldMk cId="3752452832" sldId="353"/>
        </pc:sldMkLst>
        <pc:spChg chg="add del mod">
          <ac:chgData name="Hardeo Thakur" userId="f363d765-82e0-43ef-abca-0a9168688986" providerId="ADAL" clId="{81BD219F-9939-4880-BA82-ECA2AFF73DAD}" dt="2023-04-08T12:24:09.306" v="469" actId="1076"/>
          <ac:spMkLst>
            <pc:docMk/>
            <pc:sldMk cId="3752452832" sldId="353"/>
            <ac:spMk id="2" creationId="{A936AB41-072F-86D7-6330-6A4A86C1064C}"/>
          </ac:spMkLst>
        </pc:spChg>
        <pc:spChg chg="mod">
          <ac:chgData name="Hardeo Thakur" userId="f363d765-82e0-43ef-abca-0a9168688986" providerId="ADAL" clId="{81BD219F-9939-4880-BA82-ECA2AFF73DAD}" dt="2023-04-08T12:18:01.221" v="461" actId="1076"/>
          <ac:spMkLst>
            <pc:docMk/>
            <pc:sldMk cId="3752452832" sldId="353"/>
            <ac:spMk id="7" creationId="{31ECF17F-E77B-1334-441F-188844B6349D}"/>
          </ac:spMkLst>
        </pc:spChg>
        <pc:spChg chg="mod">
          <ac:chgData name="Hardeo Thakur" userId="f363d765-82e0-43ef-abca-0a9168688986" providerId="ADAL" clId="{81BD219F-9939-4880-BA82-ECA2AFF73DAD}" dt="2023-04-08T12:18:01.221" v="461" actId="1076"/>
          <ac:spMkLst>
            <pc:docMk/>
            <pc:sldMk cId="3752452832" sldId="353"/>
            <ac:spMk id="8" creationId="{2426BF4D-44E1-FB1E-5D85-09DA0E45D934}"/>
          </ac:spMkLst>
        </pc:spChg>
        <pc:spChg chg="mod">
          <ac:chgData name="Hardeo Thakur" userId="f363d765-82e0-43ef-abca-0a9168688986" providerId="ADAL" clId="{81BD219F-9939-4880-BA82-ECA2AFF73DAD}" dt="2023-04-08T12:18:01.221" v="461" actId="1076"/>
          <ac:spMkLst>
            <pc:docMk/>
            <pc:sldMk cId="3752452832" sldId="353"/>
            <ac:spMk id="9" creationId="{864BA1F6-9D9F-75B1-1E84-64373CBD2F3A}"/>
          </ac:spMkLst>
        </pc:spChg>
        <pc:spChg chg="mod">
          <ac:chgData name="Hardeo Thakur" userId="f363d765-82e0-43ef-abca-0a9168688986" providerId="ADAL" clId="{81BD219F-9939-4880-BA82-ECA2AFF73DAD}" dt="2023-04-08T12:18:01.221" v="461" actId="1076"/>
          <ac:spMkLst>
            <pc:docMk/>
            <pc:sldMk cId="3752452832" sldId="353"/>
            <ac:spMk id="10" creationId="{85D99704-2634-B2D8-6A4C-0D03F299B2EC}"/>
          </ac:spMkLst>
        </pc:spChg>
        <pc:spChg chg="mod">
          <ac:chgData name="Hardeo Thakur" userId="f363d765-82e0-43ef-abca-0a9168688986" providerId="ADAL" clId="{81BD219F-9939-4880-BA82-ECA2AFF73DAD}" dt="2023-04-08T12:18:01.221" v="461" actId="1076"/>
          <ac:spMkLst>
            <pc:docMk/>
            <pc:sldMk cId="3752452832" sldId="353"/>
            <ac:spMk id="11" creationId="{3EF44B65-8C33-50EF-B75A-F044EF960E96}"/>
          </ac:spMkLst>
        </pc:spChg>
        <pc:spChg chg="mod">
          <ac:chgData name="Hardeo Thakur" userId="f363d765-82e0-43ef-abca-0a9168688986" providerId="ADAL" clId="{81BD219F-9939-4880-BA82-ECA2AFF73DAD}" dt="2023-04-08T12:18:01.221" v="461" actId="1076"/>
          <ac:spMkLst>
            <pc:docMk/>
            <pc:sldMk cId="3752452832" sldId="353"/>
            <ac:spMk id="12" creationId="{DBCCB4F3-42B1-89C9-49D4-9B6867F7A158}"/>
          </ac:spMkLst>
        </pc:spChg>
        <pc:spChg chg="mod">
          <ac:chgData name="Hardeo Thakur" userId="f363d765-82e0-43ef-abca-0a9168688986" providerId="ADAL" clId="{81BD219F-9939-4880-BA82-ECA2AFF73DAD}" dt="2023-04-08T12:18:01.221" v="461" actId="1076"/>
          <ac:spMkLst>
            <pc:docMk/>
            <pc:sldMk cId="3752452832" sldId="353"/>
            <ac:spMk id="13" creationId="{A6014FA0-B405-785A-DA6B-A5A612804879}"/>
          </ac:spMkLst>
        </pc:spChg>
        <pc:spChg chg="mod">
          <ac:chgData name="Hardeo Thakur" userId="f363d765-82e0-43ef-abca-0a9168688986" providerId="ADAL" clId="{81BD219F-9939-4880-BA82-ECA2AFF73DAD}" dt="2023-04-08T12:18:01.221" v="461" actId="1076"/>
          <ac:spMkLst>
            <pc:docMk/>
            <pc:sldMk cId="3752452832" sldId="353"/>
            <ac:spMk id="14" creationId="{99490627-B85B-AEE3-6764-6DA50E3AD73B}"/>
          </ac:spMkLst>
        </pc:spChg>
        <pc:spChg chg="mod">
          <ac:chgData name="Hardeo Thakur" userId="f363d765-82e0-43ef-abca-0a9168688986" providerId="ADAL" clId="{81BD219F-9939-4880-BA82-ECA2AFF73DAD}" dt="2023-04-08T12:18:01.221" v="461" actId="1076"/>
          <ac:spMkLst>
            <pc:docMk/>
            <pc:sldMk cId="3752452832" sldId="353"/>
            <ac:spMk id="15" creationId="{BDC1FCEC-16F4-ED64-EBAC-41669E1C882B}"/>
          </ac:spMkLst>
        </pc:spChg>
        <pc:spChg chg="mod">
          <ac:chgData name="Hardeo Thakur" userId="f363d765-82e0-43ef-abca-0a9168688986" providerId="ADAL" clId="{81BD219F-9939-4880-BA82-ECA2AFF73DAD}" dt="2023-04-08T12:18:01.221" v="461" actId="1076"/>
          <ac:spMkLst>
            <pc:docMk/>
            <pc:sldMk cId="3752452832" sldId="353"/>
            <ac:spMk id="16" creationId="{D1DDD87D-58AE-44A8-57F0-43772AE3CF91}"/>
          </ac:spMkLst>
        </pc:spChg>
        <pc:spChg chg="mod">
          <ac:chgData name="Hardeo Thakur" userId="f363d765-82e0-43ef-abca-0a9168688986" providerId="ADAL" clId="{81BD219F-9939-4880-BA82-ECA2AFF73DAD}" dt="2023-04-08T12:18:01.221" v="461" actId="1076"/>
          <ac:spMkLst>
            <pc:docMk/>
            <pc:sldMk cId="3752452832" sldId="353"/>
            <ac:spMk id="17" creationId="{6A4D628D-5247-E5C0-6458-07BEB6E6C13D}"/>
          </ac:spMkLst>
        </pc:spChg>
        <pc:spChg chg="del">
          <ac:chgData name="Hardeo Thakur" userId="f363d765-82e0-43ef-abca-0a9168688986" providerId="ADAL" clId="{81BD219F-9939-4880-BA82-ECA2AFF73DAD}" dt="2023-04-08T12:07:25.272" v="436" actId="478"/>
          <ac:spMkLst>
            <pc:docMk/>
            <pc:sldMk cId="3752452832" sldId="353"/>
            <ac:spMk id="18" creationId="{C1C0D37C-8529-CB6C-6D40-C82C932B088C}"/>
          </ac:spMkLst>
        </pc:spChg>
        <pc:spChg chg="mod">
          <ac:chgData name="Hardeo Thakur" userId="f363d765-82e0-43ef-abca-0a9168688986" providerId="ADAL" clId="{81BD219F-9939-4880-BA82-ECA2AFF73DAD}" dt="2023-04-08T12:18:01.221" v="461" actId="1076"/>
          <ac:spMkLst>
            <pc:docMk/>
            <pc:sldMk cId="3752452832" sldId="353"/>
            <ac:spMk id="19" creationId="{70BC6B92-3821-9059-C703-D0744F08E4E6}"/>
          </ac:spMkLst>
        </pc:spChg>
        <pc:spChg chg="mod">
          <ac:chgData name="Hardeo Thakur" userId="f363d765-82e0-43ef-abca-0a9168688986" providerId="ADAL" clId="{81BD219F-9939-4880-BA82-ECA2AFF73DAD}" dt="2023-04-08T12:18:01.221" v="461" actId="1076"/>
          <ac:spMkLst>
            <pc:docMk/>
            <pc:sldMk cId="3752452832" sldId="353"/>
            <ac:spMk id="20" creationId="{F55EFD6E-CC1E-D66A-ACE8-461D8DFE15FC}"/>
          </ac:spMkLst>
        </pc:spChg>
        <pc:spChg chg="mod">
          <ac:chgData name="Hardeo Thakur" userId="f363d765-82e0-43ef-abca-0a9168688986" providerId="ADAL" clId="{81BD219F-9939-4880-BA82-ECA2AFF73DAD}" dt="2023-04-08T12:18:01.221" v="461" actId="1076"/>
          <ac:spMkLst>
            <pc:docMk/>
            <pc:sldMk cId="3752452832" sldId="353"/>
            <ac:spMk id="21" creationId="{83851323-91F5-0458-58F4-DB3A83711F17}"/>
          </ac:spMkLst>
        </pc:spChg>
        <pc:spChg chg="mod">
          <ac:chgData name="Hardeo Thakur" userId="f363d765-82e0-43ef-abca-0a9168688986" providerId="ADAL" clId="{81BD219F-9939-4880-BA82-ECA2AFF73DAD}" dt="2023-04-08T12:18:01.221" v="461" actId="1076"/>
          <ac:spMkLst>
            <pc:docMk/>
            <pc:sldMk cId="3752452832" sldId="353"/>
            <ac:spMk id="22" creationId="{53599695-1C8F-355A-6299-7325D9879F7D}"/>
          </ac:spMkLst>
        </pc:spChg>
        <pc:spChg chg="mod">
          <ac:chgData name="Hardeo Thakur" userId="f363d765-82e0-43ef-abca-0a9168688986" providerId="ADAL" clId="{81BD219F-9939-4880-BA82-ECA2AFF73DAD}" dt="2023-04-08T12:18:51.135" v="463"/>
          <ac:spMkLst>
            <pc:docMk/>
            <pc:sldMk cId="3752452832" sldId="353"/>
            <ac:spMk id="24" creationId="{DE049339-232D-B04E-CA8D-49AA7FAC8D94}"/>
          </ac:spMkLst>
        </pc:spChg>
        <pc:spChg chg="mod">
          <ac:chgData name="Hardeo Thakur" userId="f363d765-82e0-43ef-abca-0a9168688986" providerId="ADAL" clId="{81BD219F-9939-4880-BA82-ECA2AFF73DAD}" dt="2023-04-08T12:18:51.135" v="463"/>
          <ac:spMkLst>
            <pc:docMk/>
            <pc:sldMk cId="3752452832" sldId="353"/>
            <ac:spMk id="25" creationId="{AAB58490-C816-0C1E-1912-A1C3A85DCC29}"/>
          </ac:spMkLst>
        </pc:spChg>
        <pc:spChg chg="mod">
          <ac:chgData name="Hardeo Thakur" userId="f363d765-82e0-43ef-abca-0a9168688986" providerId="ADAL" clId="{81BD219F-9939-4880-BA82-ECA2AFF73DAD}" dt="2023-04-08T12:18:51.135" v="463"/>
          <ac:spMkLst>
            <pc:docMk/>
            <pc:sldMk cId="3752452832" sldId="353"/>
            <ac:spMk id="26" creationId="{8828F627-84BC-F55F-5EE9-9AE56D57D218}"/>
          </ac:spMkLst>
        </pc:spChg>
        <pc:spChg chg="mod">
          <ac:chgData name="Hardeo Thakur" userId="f363d765-82e0-43ef-abca-0a9168688986" providerId="ADAL" clId="{81BD219F-9939-4880-BA82-ECA2AFF73DAD}" dt="2023-04-08T12:18:51.135" v="463"/>
          <ac:spMkLst>
            <pc:docMk/>
            <pc:sldMk cId="3752452832" sldId="353"/>
            <ac:spMk id="27" creationId="{13DD5D8C-FE25-6956-85AD-308635DD1360}"/>
          </ac:spMkLst>
        </pc:spChg>
        <pc:spChg chg="mod">
          <ac:chgData name="Hardeo Thakur" userId="f363d765-82e0-43ef-abca-0a9168688986" providerId="ADAL" clId="{81BD219F-9939-4880-BA82-ECA2AFF73DAD}" dt="2023-04-08T12:18:51.135" v="463"/>
          <ac:spMkLst>
            <pc:docMk/>
            <pc:sldMk cId="3752452832" sldId="353"/>
            <ac:spMk id="28" creationId="{C1EA63EB-1913-D5AA-2880-9F9F8E730479}"/>
          </ac:spMkLst>
        </pc:spChg>
        <pc:spChg chg="mod">
          <ac:chgData name="Hardeo Thakur" userId="f363d765-82e0-43ef-abca-0a9168688986" providerId="ADAL" clId="{81BD219F-9939-4880-BA82-ECA2AFF73DAD}" dt="2023-04-08T12:18:51.135" v="463"/>
          <ac:spMkLst>
            <pc:docMk/>
            <pc:sldMk cId="3752452832" sldId="353"/>
            <ac:spMk id="29" creationId="{FED7786A-6661-4AFE-5689-B60529CC9608}"/>
          </ac:spMkLst>
        </pc:spChg>
        <pc:spChg chg="mod">
          <ac:chgData name="Hardeo Thakur" userId="f363d765-82e0-43ef-abca-0a9168688986" providerId="ADAL" clId="{81BD219F-9939-4880-BA82-ECA2AFF73DAD}" dt="2023-04-08T12:18:51.135" v="463"/>
          <ac:spMkLst>
            <pc:docMk/>
            <pc:sldMk cId="3752452832" sldId="353"/>
            <ac:spMk id="30" creationId="{6F564B4B-6BE5-6CC1-3E12-FB0D6D1A8FCD}"/>
          </ac:spMkLst>
        </pc:spChg>
        <pc:spChg chg="mod">
          <ac:chgData name="Hardeo Thakur" userId="f363d765-82e0-43ef-abca-0a9168688986" providerId="ADAL" clId="{81BD219F-9939-4880-BA82-ECA2AFF73DAD}" dt="2023-04-08T12:18:51.135" v="463"/>
          <ac:spMkLst>
            <pc:docMk/>
            <pc:sldMk cId="3752452832" sldId="353"/>
            <ac:spMk id="31" creationId="{586CDB7B-6AB9-6EE5-3877-3BECEEC01B51}"/>
          </ac:spMkLst>
        </pc:spChg>
        <pc:spChg chg="mod">
          <ac:chgData name="Hardeo Thakur" userId="f363d765-82e0-43ef-abca-0a9168688986" providerId="ADAL" clId="{81BD219F-9939-4880-BA82-ECA2AFF73DAD}" dt="2023-04-08T12:18:51.135" v="463"/>
          <ac:spMkLst>
            <pc:docMk/>
            <pc:sldMk cId="3752452832" sldId="353"/>
            <ac:spMk id="32" creationId="{FDC46F10-DC9E-58BE-D7AE-0E4EF4AD3BC1}"/>
          </ac:spMkLst>
        </pc:spChg>
        <pc:spChg chg="mod">
          <ac:chgData name="Hardeo Thakur" userId="f363d765-82e0-43ef-abca-0a9168688986" providerId="ADAL" clId="{81BD219F-9939-4880-BA82-ECA2AFF73DAD}" dt="2023-04-08T12:18:51.135" v="463"/>
          <ac:spMkLst>
            <pc:docMk/>
            <pc:sldMk cId="3752452832" sldId="353"/>
            <ac:spMk id="33" creationId="{12B97419-B3C0-69C6-A947-7D1220958E65}"/>
          </ac:spMkLst>
        </pc:spChg>
        <pc:spChg chg="mod">
          <ac:chgData name="Hardeo Thakur" userId="f363d765-82e0-43ef-abca-0a9168688986" providerId="ADAL" clId="{81BD219F-9939-4880-BA82-ECA2AFF73DAD}" dt="2023-04-08T12:18:51.135" v="463"/>
          <ac:spMkLst>
            <pc:docMk/>
            <pc:sldMk cId="3752452832" sldId="353"/>
            <ac:spMk id="34" creationId="{715218D1-D905-72DF-FDC7-B4CE1F940388}"/>
          </ac:spMkLst>
        </pc:spChg>
        <pc:spChg chg="mod">
          <ac:chgData name="Hardeo Thakur" userId="f363d765-82e0-43ef-abca-0a9168688986" providerId="ADAL" clId="{81BD219F-9939-4880-BA82-ECA2AFF73DAD}" dt="2023-04-08T12:18:51.135" v="463"/>
          <ac:spMkLst>
            <pc:docMk/>
            <pc:sldMk cId="3752452832" sldId="353"/>
            <ac:spMk id="35" creationId="{20672981-DE4D-5E1C-15C8-3FE594DB29D3}"/>
          </ac:spMkLst>
        </pc:spChg>
        <pc:spChg chg="mod">
          <ac:chgData name="Hardeo Thakur" userId="f363d765-82e0-43ef-abca-0a9168688986" providerId="ADAL" clId="{81BD219F-9939-4880-BA82-ECA2AFF73DAD}" dt="2023-04-08T12:18:51.135" v="463"/>
          <ac:spMkLst>
            <pc:docMk/>
            <pc:sldMk cId="3752452832" sldId="353"/>
            <ac:spMk id="36" creationId="{BD550012-8C21-6299-9FFB-6BE25D6A485A}"/>
          </ac:spMkLst>
        </pc:spChg>
        <pc:spChg chg="mod">
          <ac:chgData name="Hardeo Thakur" userId="f363d765-82e0-43ef-abca-0a9168688986" providerId="ADAL" clId="{81BD219F-9939-4880-BA82-ECA2AFF73DAD}" dt="2023-04-08T12:18:51.135" v="463"/>
          <ac:spMkLst>
            <pc:docMk/>
            <pc:sldMk cId="3752452832" sldId="353"/>
            <ac:spMk id="37" creationId="{7E1EA22C-76D8-4E65-CA55-02203A89E629}"/>
          </ac:spMkLst>
        </pc:spChg>
        <pc:spChg chg="mod">
          <ac:chgData name="Hardeo Thakur" userId="f363d765-82e0-43ef-abca-0a9168688986" providerId="ADAL" clId="{81BD219F-9939-4880-BA82-ECA2AFF73DAD}" dt="2023-04-08T12:18:51.135" v="463"/>
          <ac:spMkLst>
            <pc:docMk/>
            <pc:sldMk cId="3752452832" sldId="353"/>
            <ac:spMk id="38" creationId="{8B37CB8B-5437-292B-94C4-F4636C8CCD8F}"/>
          </ac:spMkLst>
        </pc:spChg>
        <pc:spChg chg="add mod">
          <ac:chgData name="Hardeo Thakur" userId="f363d765-82e0-43ef-abca-0a9168688986" providerId="ADAL" clId="{81BD219F-9939-4880-BA82-ECA2AFF73DAD}" dt="2023-04-08T12:23:55.997" v="468" actId="1076"/>
          <ac:spMkLst>
            <pc:docMk/>
            <pc:sldMk cId="3752452832" sldId="353"/>
            <ac:spMk id="39" creationId="{09C357F9-E9B2-5819-DA12-E02C6DB02447}"/>
          </ac:spMkLst>
        </pc:spChg>
        <pc:spChg chg="add mod">
          <ac:chgData name="Hardeo Thakur" userId="f363d765-82e0-43ef-abca-0a9168688986" providerId="ADAL" clId="{81BD219F-9939-4880-BA82-ECA2AFF73DAD}" dt="2023-04-08T12:25:46.924" v="472" actId="20577"/>
          <ac:spMkLst>
            <pc:docMk/>
            <pc:sldMk cId="3752452832" sldId="353"/>
            <ac:spMk id="40" creationId="{07222679-917D-75CE-4733-06B954785884}"/>
          </ac:spMkLst>
        </pc:spChg>
        <pc:spChg chg="add mod">
          <ac:chgData name="Hardeo Thakur" userId="f363d765-82e0-43ef-abca-0a9168688986" providerId="ADAL" clId="{81BD219F-9939-4880-BA82-ECA2AFF73DAD}" dt="2023-04-08T12:23:55.997" v="468" actId="1076"/>
          <ac:spMkLst>
            <pc:docMk/>
            <pc:sldMk cId="3752452832" sldId="353"/>
            <ac:spMk id="41" creationId="{36AFD3DC-CE17-78F7-6A85-CB1540C21382}"/>
          </ac:spMkLst>
        </pc:spChg>
        <pc:spChg chg="add mod">
          <ac:chgData name="Hardeo Thakur" userId="f363d765-82e0-43ef-abca-0a9168688986" providerId="ADAL" clId="{81BD219F-9939-4880-BA82-ECA2AFF73DAD}" dt="2023-04-08T12:23:55.997" v="468" actId="1076"/>
          <ac:spMkLst>
            <pc:docMk/>
            <pc:sldMk cId="3752452832" sldId="353"/>
            <ac:spMk id="42" creationId="{DE5A066F-9916-66D8-53B0-FFEDEE3839F4}"/>
          </ac:spMkLst>
        </pc:spChg>
        <pc:spChg chg="add mod">
          <ac:chgData name="Hardeo Thakur" userId="f363d765-82e0-43ef-abca-0a9168688986" providerId="ADAL" clId="{81BD219F-9939-4880-BA82-ECA2AFF73DAD}" dt="2023-04-08T12:23:55.997" v="468" actId="1076"/>
          <ac:spMkLst>
            <pc:docMk/>
            <pc:sldMk cId="3752452832" sldId="353"/>
            <ac:spMk id="43" creationId="{1DDE9D32-BBA0-7212-B0BC-2942AFCA97BB}"/>
          </ac:spMkLst>
        </pc:spChg>
        <pc:spChg chg="add mod">
          <ac:chgData name="Hardeo Thakur" userId="f363d765-82e0-43ef-abca-0a9168688986" providerId="ADAL" clId="{81BD219F-9939-4880-BA82-ECA2AFF73DAD}" dt="2023-04-08T12:23:55.997" v="468" actId="1076"/>
          <ac:spMkLst>
            <pc:docMk/>
            <pc:sldMk cId="3752452832" sldId="353"/>
            <ac:spMk id="44" creationId="{4A17C2FA-1D02-BABA-5929-E99A008D1BC4}"/>
          </ac:spMkLst>
        </pc:spChg>
        <pc:spChg chg="add mod">
          <ac:chgData name="Hardeo Thakur" userId="f363d765-82e0-43ef-abca-0a9168688986" providerId="ADAL" clId="{81BD219F-9939-4880-BA82-ECA2AFF73DAD}" dt="2023-04-08T12:25:54.310" v="474" actId="20577"/>
          <ac:spMkLst>
            <pc:docMk/>
            <pc:sldMk cId="3752452832" sldId="353"/>
            <ac:spMk id="45" creationId="{CD8EC1F6-7622-ABBF-6992-CBB99E6457B5}"/>
          </ac:spMkLst>
        </pc:spChg>
        <pc:spChg chg="add mod">
          <ac:chgData name="Hardeo Thakur" userId="f363d765-82e0-43ef-abca-0a9168688986" providerId="ADAL" clId="{81BD219F-9939-4880-BA82-ECA2AFF73DAD}" dt="2023-04-08T12:23:55.997" v="468" actId="1076"/>
          <ac:spMkLst>
            <pc:docMk/>
            <pc:sldMk cId="3752452832" sldId="353"/>
            <ac:spMk id="46" creationId="{D27A78C0-CB7D-BA48-D3B4-9F6DD24EA42F}"/>
          </ac:spMkLst>
        </pc:spChg>
        <pc:spChg chg="add mod">
          <ac:chgData name="Hardeo Thakur" userId="f363d765-82e0-43ef-abca-0a9168688986" providerId="ADAL" clId="{81BD219F-9939-4880-BA82-ECA2AFF73DAD}" dt="2023-04-08T12:23:55.997" v="468" actId="1076"/>
          <ac:spMkLst>
            <pc:docMk/>
            <pc:sldMk cId="3752452832" sldId="353"/>
            <ac:spMk id="47" creationId="{C9AE1833-2DC3-FE98-02BD-FF3463C0A884}"/>
          </ac:spMkLst>
        </pc:spChg>
        <pc:spChg chg="add mod">
          <ac:chgData name="Hardeo Thakur" userId="f363d765-82e0-43ef-abca-0a9168688986" providerId="ADAL" clId="{81BD219F-9939-4880-BA82-ECA2AFF73DAD}" dt="2023-04-08T12:23:55.997" v="468" actId="1076"/>
          <ac:spMkLst>
            <pc:docMk/>
            <pc:sldMk cId="3752452832" sldId="353"/>
            <ac:spMk id="48" creationId="{7803FABC-4D5B-9AA6-332F-584CC1FEB2F6}"/>
          </ac:spMkLst>
        </pc:spChg>
        <pc:spChg chg="add mod">
          <ac:chgData name="Hardeo Thakur" userId="f363d765-82e0-43ef-abca-0a9168688986" providerId="ADAL" clId="{81BD219F-9939-4880-BA82-ECA2AFF73DAD}" dt="2023-04-08T12:23:55.997" v="468" actId="1076"/>
          <ac:spMkLst>
            <pc:docMk/>
            <pc:sldMk cId="3752452832" sldId="353"/>
            <ac:spMk id="49" creationId="{DDFE275B-C823-49AD-D43F-08C8AE1E3A09}"/>
          </ac:spMkLst>
        </pc:spChg>
        <pc:spChg chg="add mod">
          <ac:chgData name="Hardeo Thakur" userId="f363d765-82e0-43ef-abca-0a9168688986" providerId="ADAL" clId="{81BD219F-9939-4880-BA82-ECA2AFF73DAD}" dt="2023-04-08T12:23:55.997" v="468" actId="1076"/>
          <ac:spMkLst>
            <pc:docMk/>
            <pc:sldMk cId="3752452832" sldId="353"/>
            <ac:spMk id="50" creationId="{C249687C-0947-CA99-E269-25EA4C5D8F0E}"/>
          </ac:spMkLst>
        </pc:spChg>
        <pc:spChg chg="add mod">
          <ac:chgData name="Hardeo Thakur" userId="f363d765-82e0-43ef-abca-0a9168688986" providerId="ADAL" clId="{81BD219F-9939-4880-BA82-ECA2AFF73DAD}" dt="2023-04-08T12:23:55.997" v="468" actId="1076"/>
          <ac:spMkLst>
            <pc:docMk/>
            <pc:sldMk cId="3752452832" sldId="353"/>
            <ac:spMk id="51" creationId="{5E8F5CE9-7B7D-14A2-C3B3-772F5A2FB0FD}"/>
          </ac:spMkLst>
        </pc:spChg>
        <pc:grpChg chg="add del mod">
          <ac:chgData name="Hardeo Thakur" userId="f363d765-82e0-43ef-abca-0a9168688986" providerId="ADAL" clId="{81BD219F-9939-4880-BA82-ECA2AFF73DAD}" dt="2023-04-08T12:18:05.253" v="462" actId="478"/>
          <ac:grpSpMkLst>
            <pc:docMk/>
            <pc:sldMk cId="3752452832" sldId="353"/>
            <ac:grpSpMk id="6" creationId="{1249C002-7E3D-2507-FC1B-376069FE0913}"/>
          </ac:grpSpMkLst>
        </pc:grpChg>
        <pc:grpChg chg="add del mod">
          <ac:chgData name="Hardeo Thakur" userId="f363d765-82e0-43ef-abca-0a9168688986" providerId="ADAL" clId="{81BD219F-9939-4880-BA82-ECA2AFF73DAD}" dt="2023-04-08T12:19:00.783" v="466"/>
          <ac:grpSpMkLst>
            <pc:docMk/>
            <pc:sldMk cId="3752452832" sldId="353"/>
            <ac:grpSpMk id="23" creationId="{EB34E5A5-2503-A506-A2E7-F5E5B7E33E45}"/>
          </ac:grpSpMkLst>
        </pc:grpChg>
        <pc:picChg chg="add mod">
          <ac:chgData name="Hardeo Thakur" userId="f363d765-82e0-43ef-abca-0a9168688986" providerId="ADAL" clId="{81BD219F-9939-4880-BA82-ECA2AFF73DAD}" dt="2023-04-08T12:24:16.179" v="470" actId="1076"/>
          <ac:picMkLst>
            <pc:docMk/>
            <pc:sldMk cId="3752452832" sldId="353"/>
            <ac:picMk id="4" creationId="{3CB37892-2FC0-614A-814C-7F7A682E76CE}"/>
          </ac:picMkLst>
        </pc:picChg>
        <pc:picChg chg="add mod">
          <ac:chgData name="Hardeo Thakur" userId="f363d765-82e0-43ef-abca-0a9168688986" providerId="ADAL" clId="{81BD219F-9939-4880-BA82-ECA2AFF73DAD}" dt="2023-04-08T12:18:57.683" v="465" actId="1076"/>
          <ac:picMkLst>
            <pc:docMk/>
            <pc:sldMk cId="3752452832" sldId="353"/>
            <ac:picMk id="5" creationId="{90C21F3A-628B-A775-6473-94FCC569125B}"/>
          </ac:picMkLst>
        </pc:picChg>
      </pc:sldChg>
      <pc:sldChg chg="addSp delSp modSp add mod">
        <pc:chgData name="Hardeo Thakur" userId="f363d765-82e0-43ef-abca-0a9168688986" providerId="ADAL" clId="{81BD219F-9939-4880-BA82-ECA2AFF73DAD}" dt="2023-04-08T12:30:52.070" v="513" actId="14100"/>
        <pc:sldMkLst>
          <pc:docMk/>
          <pc:sldMk cId="722068077" sldId="354"/>
        </pc:sldMkLst>
        <pc:spChg chg="del">
          <ac:chgData name="Hardeo Thakur" userId="f363d765-82e0-43ef-abca-0a9168688986" providerId="ADAL" clId="{81BD219F-9939-4880-BA82-ECA2AFF73DAD}" dt="2023-04-08T12:28:57.281" v="486" actId="478"/>
          <ac:spMkLst>
            <pc:docMk/>
            <pc:sldMk cId="722068077" sldId="354"/>
            <ac:spMk id="2" creationId="{A936AB41-072F-86D7-6330-6A4A86C1064C}"/>
          </ac:spMkLst>
        </pc:spChg>
        <pc:spChg chg="mod">
          <ac:chgData name="Hardeo Thakur" userId="f363d765-82e0-43ef-abca-0a9168688986" providerId="ADAL" clId="{81BD219F-9939-4880-BA82-ECA2AFF73DAD}" dt="2023-04-08T12:30:21.412" v="509" actId="20577"/>
          <ac:spMkLst>
            <pc:docMk/>
            <pc:sldMk cId="722068077" sldId="354"/>
            <ac:spMk id="3" creationId="{97AB8BFD-5C1F-445C-8050-CE8F451E95B0}"/>
          </ac:spMkLst>
        </pc:spChg>
        <pc:spChg chg="add mod">
          <ac:chgData name="Hardeo Thakur" userId="f363d765-82e0-43ef-abca-0a9168688986" providerId="ADAL" clId="{81BD219F-9939-4880-BA82-ECA2AFF73DAD}" dt="2023-04-08T12:30:52.070" v="513" actId="14100"/>
          <ac:spMkLst>
            <pc:docMk/>
            <pc:sldMk cId="722068077" sldId="354"/>
            <ac:spMk id="6" creationId="{B8AE8918-A81F-67AF-543E-1EA40571D567}"/>
          </ac:spMkLst>
        </pc:spChg>
        <pc:spChg chg="del">
          <ac:chgData name="Hardeo Thakur" userId="f363d765-82e0-43ef-abca-0a9168688986" providerId="ADAL" clId="{81BD219F-9939-4880-BA82-ECA2AFF73DAD}" dt="2023-04-08T12:29:13.852" v="489" actId="478"/>
          <ac:spMkLst>
            <pc:docMk/>
            <pc:sldMk cId="722068077" sldId="354"/>
            <ac:spMk id="39" creationId="{09C357F9-E9B2-5819-DA12-E02C6DB02447}"/>
          </ac:spMkLst>
        </pc:spChg>
        <pc:spChg chg="del">
          <ac:chgData name="Hardeo Thakur" userId="f363d765-82e0-43ef-abca-0a9168688986" providerId="ADAL" clId="{81BD219F-9939-4880-BA82-ECA2AFF73DAD}" dt="2023-04-08T12:29:13.852" v="489" actId="478"/>
          <ac:spMkLst>
            <pc:docMk/>
            <pc:sldMk cId="722068077" sldId="354"/>
            <ac:spMk id="40" creationId="{07222679-917D-75CE-4733-06B954785884}"/>
          </ac:spMkLst>
        </pc:spChg>
        <pc:spChg chg="del">
          <ac:chgData name="Hardeo Thakur" userId="f363d765-82e0-43ef-abca-0a9168688986" providerId="ADAL" clId="{81BD219F-9939-4880-BA82-ECA2AFF73DAD}" dt="2023-04-08T12:29:13.852" v="489" actId="478"/>
          <ac:spMkLst>
            <pc:docMk/>
            <pc:sldMk cId="722068077" sldId="354"/>
            <ac:spMk id="41" creationId="{36AFD3DC-CE17-78F7-6A85-CB1540C21382}"/>
          </ac:spMkLst>
        </pc:spChg>
        <pc:spChg chg="del">
          <ac:chgData name="Hardeo Thakur" userId="f363d765-82e0-43ef-abca-0a9168688986" providerId="ADAL" clId="{81BD219F-9939-4880-BA82-ECA2AFF73DAD}" dt="2023-04-08T12:29:18.062" v="490" actId="478"/>
          <ac:spMkLst>
            <pc:docMk/>
            <pc:sldMk cId="722068077" sldId="354"/>
            <ac:spMk id="42" creationId="{DE5A066F-9916-66D8-53B0-FFEDEE3839F4}"/>
          </ac:spMkLst>
        </pc:spChg>
        <pc:spChg chg="del">
          <ac:chgData name="Hardeo Thakur" userId="f363d765-82e0-43ef-abca-0a9168688986" providerId="ADAL" clId="{81BD219F-9939-4880-BA82-ECA2AFF73DAD}" dt="2023-04-08T12:29:18.062" v="490" actId="478"/>
          <ac:spMkLst>
            <pc:docMk/>
            <pc:sldMk cId="722068077" sldId="354"/>
            <ac:spMk id="43" creationId="{1DDE9D32-BBA0-7212-B0BC-2942AFCA97BB}"/>
          </ac:spMkLst>
        </pc:spChg>
        <pc:spChg chg="del">
          <ac:chgData name="Hardeo Thakur" userId="f363d765-82e0-43ef-abca-0a9168688986" providerId="ADAL" clId="{81BD219F-9939-4880-BA82-ECA2AFF73DAD}" dt="2023-04-08T12:29:13.852" v="489" actId="478"/>
          <ac:spMkLst>
            <pc:docMk/>
            <pc:sldMk cId="722068077" sldId="354"/>
            <ac:spMk id="44" creationId="{4A17C2FA-1D02-BABA-5929-E99A008D1BC4}"/>
          </ac:spMkLst>
        </pc:spChg>
        <pc:spChg chg="del">
          <ac:chgData name="Hardeo Thakur" userId="f363d765-82e0-43ef-abca-0a9168688986" providerId="ADAL" clId="{81BD219F-9939-4880-BA82-ECA2AFF73DAD}" dt="2023-04-08T12:29:13.852" v="489" actId="478"/>
          <ac:spMkLst>
            <pc:docMk/>
            <pc:sldMk cId="722068077" sldId="354"/>
            <ac:spMk id="45" creationId="{CD8EC1F6-7622-ABBF-6992-CBB99E6457B5}"/>
          </ac:spMkLst>
        </pc:spChg>
        <pc:spChg chg="del">
          <ac:chgData name="Hardeo Thakur" userId="f363d765-82e0-43ef-abca-0a9168688986" providerId="ADAL" clId="{81BD219F-9939-4880-BA82-ECA2AFF73DAD}" dt="2023-04-08T12:29:13.852" v="489" actId="478"/>
          <ac:spMkLst>
            <pc:docMk/>
            <pc:sldMk cId="722068077" sldId="354"/>
            <ac:spMk id="46" creationId="{D27A78C0-CB7D-BA48-D3B4-9F6DD24EA42F}"/>
          </ac:spMkLst>
        </pc:spChg>
        <pc:spChg chg="del">
          <ac:chgData name="Hardeo Thakur" userId="f363d765-82e0-43ef-abca-0a9168688986" providerId="ADAL" clId="{81BD219F-9939-4880-BA82-ECA2AFF73DAD}" dt="2023-04-08T12:29:13.852" v="489" actId="478"/>
          <ac:spMkLst>
            <pc:docMk/>
            <pc:sldMk cId="722068077" sldId="354"/>
            <ac:spMk id="47" creationId="{C9AE1833-2DC3-FE98-02BD-FF3463C0A884}"/>
          </ac:spMkLst>
        </pc:spChg>
        <pc:spChg chg="del">
          <ac:chgData name="Hardeo Thakur" userId="f363d765-82e0-43ef-abca-0a9168688986" providerId="ADAL" clId="{81BD219F-9939-4880-BA82-ECA2AFF73DAD}" dt="2023-04-08T12:29:18.062" v="490" actId="478"/>
          <ac:spMkLst>
            <pc:docMk/>
            <pc:sldMk cId="722068077" sldId="354"/>
            <ac:spMk id="48" creationId="{7803FABC-4D5B-9AA6-332F-584CC1FEB2F6}"/>
          </ac:spMkLst>
        </pc:spChg>
        <pc:spChg chg="del">
          <ac:chgData name="Hardeo Thakur" userId="f363d765-82e0-43ef-abca-0a9168688986" providerId="ADAL" clId="{81BD219F-9939-4880-BA82-ECA2AFF73DAD}" dt="2023-04-08T12:29:13.852" v="489" actId="478"/>
          <ac:spMkLst>
            <pc:docMk/>
            <pc:sldMk cId="722068077" sldId="354"/>
            <ac:spMk id="49" creationId="{DDFE275B-C823-49AD-D43F-08C8AE1E3A09}"/>
          </ac:spMkLst>
        </pc:spChg>
        <pc:spChg chg="del">
          <ac:chgData name="Hardeo Thakur" userId="f363d765-82e0-43ef-abca-0a9168688986" providerId="ADAL" clId="{81BD219F-9939-4880-BA82-ECA2AFF73DAD}" dt="2023-04-08T12:29:13.852" v="489" actId="478"/>
          <ac:spMkLst>
            <pc:docMk/>
            <pc:sldMk cId="722068077" sldId="354"/>
            <ac:spMk id="50" creationId="{C249687C-0947-CA99-E269-25EA4C5D8F0E}"/>
          </ac:spMkLst>
        </pc:spChg>
        <pc:spChg chg="del">
          <ac:chgData name="Hardeo Thakur" userId="f363d765-82e0-43ef-abca-0a9168688986" providerId="ADAL" clId="{81BD219F-9939-4880-BA82-ECA2AFF73DAD}" dt="2023-04-08T12:29:13.852" v="489" actId="478"/>
          <ac:spMkLst>
            <pc:docMk/>
            <pc:sldMk cId="722068077" sldId="354"/>
            <ac:spMk id="51" creationId="{5E8F5CE9-7B7D-14A2-C3B3-772F5A2FB0FD}"/>
          </ac:spMkLst>
        </pc:spChg>
        <pc:picChg chg="del">
          <ac:chgData name="Hardeo Thakur" userId="f363d765-82e0-43ef-abca-0a9168688986" providerId="ADAL" clId="{81BD219F-9939-4880-BA82-ECA2AFF73DAD}" dt="2023-04-08T12:29:00.446" v="487" actId="478"/>
          <ac:picMkLst>
            <pc:docMk/>
            <pc:sldMk cId="722068077" sldId="354"/>
            <ac:picMk id="4" creationId="{3CB37892-2FC0-614A-814C-7F7A682E76CE}"/>
          </ac:picMkLst>
        </pc:picChg>
        <pc:picChg chg="del">
          <ac:chgData name="Hardeo Thakur" userId="f363d765-82e0-43ef-abca-0a9168688986" providerId="ADAL" clId="{81BD219F-9939-4880-BA82-ECA2AFF73DAD}" dt="2023-04-08T12:29:04.682" v="488" actId="478"/>
          <ac:picMkLst>
            <pc:docMk/>
            <pc:sldMk cId="722068077" sldId="354"/>
            <ac:picMk id="5" creationId="{90C21F3A-628B-A775-6473-94FCC569125B}"/>
          </ac:picMkLst>
        </pc:picChg>
      </pc:sldChg>
      <pc:sldChg chg="modSp add mod">
        <pc:chgData name="Hardeo Thakur" userId="f363d765-82e0-43ef-abca-0a9168688986" providerId="ADAL" clId="{81BD219F-9939-4880-BA82-ECA2AFF73DAD}" dt="2023-04-09T09:03:38.642" v="1464" actId="6549"/>
        <pc:sldMkLst>
          <pc:docMk/>
          <pc:sldMk cId="259681317" sldId="355"/>
        </pc:sldMkLst>
        <pc:spChg chg="mod">
          <ac:chgData name="Hardeo Thakur" userId="f363d765-82e0-43ef-abca-0a9168688986" providerId="ADAL" clId="{81BD219F-9939-4880-BA82-ECA2AFF73DAD}" dt="2023-04-08T12:32:11.432" v="547" actId="20577"/>
          <ac:spMkLst>
            <pc:docMk/>
            <pc:sldMk cId="259681317" sldId="355"/>
            <ac:spMk id="3" creationId="{97AB8BFD-5C1F-445C-8050-CE8F451E95B0}"/>
          </ac:spMkLst>
        </pc:spChg>
        <pc:spChg chg="mod">
          <ac:chgData name="Hardeo Thakur" userId="f363d765-82e0-43ef-abca-0a9168688986" providerId="ADAL" clId="{81BD219F-9939-4880-BA82-ECA2AFF73DAD}" dt="2023-04-09T09:03:38.642" v="1464" actId="6549"/>
          <ac:spMkLst>
            <pc:docMk/>
            <pc:sldMk cId="259681317" sldId="355"/>
            <ac:spMk id="6" creationId="{B8AE8918-A81F-67AF-543E-1EA40571D567}"/>
          </ac:spMkLst>
        </pc:spChg>
      </pc:sldChg>
      <pc:sldChg chg="addSp modSp add mod">
        <pc:chgData name="Hardeo Thakur" userId="f363d765-82e0-43ef-abca-0a9168688986" providerId="ADAL" clId="{81BD219F-9939-4880-BA82-ECA2AFF73DAD}" dt="2023-04-08T12:41:41.082" v="1168" actId="207"/>
        <pc:sldMkLst>
          <pc:docMk/>
          <pc:sldMk cId="1672393624" sldId="356"/>
        </pc:sldMkLst>
        <pc:spChg chg="add mod">
          <ac:chgData name="Hardeo Thakur" userId="f363d765-82e0-43ef-abca-0a9168688986" providerId="ADAL" clId="{81BD219F-9939-4880-BA82-ECA2AFF73DAD}" dt="2023-04-08T12:41:07.125" v="1068"/>
          <ac:spMkLst>
            <pc:docMk/>
            <pc:sldMk cId="1672393624" sldId="356"/>
            <ac:spMk id="2" creationId="{626A1CC7-97B9-8A20-FCF1-1457B10C4489}"/>
          </ac:spMkLst>
        </pc:spChg>
        <pc:spChg chg="mod">
          <ac:chgData name="Hardeo Thakur" userId="f363d765-82e0-43ef-abca-0a9168688986" providerId="ADAL" clId="{81BD219F-9939-4880-BA82-ECA2AFF73DAD}" dt="2023-04-08T12:41:41.082" v="1168" actId="207"/>
          <ac:spMkLst>
            <pc:docMk/>
            <pc:sldMk cId="1672393624" sldId="356"/>
            <ac:spMk id="6" creationId="{B8AE8918-A81F-67AF-543E-1EA40571D567}"/>
          </ac:spMkLst>
        </pc:spChg>
      </pc:sldChg>
      <pc:sldChg chg="addSp delSp modSp add mod">
        <pc:chgData name="Hardeo Thakur" userId="f363d765-82e0-43ef-abca-0a9168688986" providerId="ADAL" clId="{81BD219F-9939-4880-BA82-ECA2AFF73DAD}" dt="2023-04-09T10:32:00.405" v="1752" actId="1076"/>
        <pc:sldMkLst>
          <pc:docMk/>
          <pc:sldMk cId="3715761249" sldId="357"/>
        </pc:sldMkLst>
        <pc:spChg chg="mod">
          <ac:chgData name="Hardeo Thakur" userId="f363d765-82e0-43ef-abca-0a9168688986" providerId="ADAL" clId="{81BD219F-9939-4880-BA82-ECA2AFF73DAD}" dt="2023-04-09T10:24:25.014" v="1712" actId="20577"/>
          <ac:spMkLst>
            <pc:docMk/>
            <pc:sldMk cId="3715761249" sldId="357"/>
            <ac:spMk id="2" creationId="{626A1CC7-97B9-8A20-FCF1-1457B10C4489}"/>
          </ac:spMkLst>
        </pc:spChg>
        <pc:spChg chg="mod">
          <ac:chgData name="Hardeo Thakur" userId="f363d765-82e0-43ef-abca-0a9168688986" providerId="ADAL" clId="{81BD219F-9939-4880-BA82-ECA2AFF73DAD}" dt="2023-04-09T10:29:09.776" v="1721" actId="1076"/>
          <ac:spMkLst>
            <pc:docMk/>
            <pc:sldMk cId="3715761249" sldId="357"/>
            <ac:spMk id="3" creationId="{97AB8BFD-5C1F-445C-8050-CE8F451E95B0}"/>
          </ac:spMkLst>
        </pc:spChg>
        <pc:spChg chg="add mod">
          <ac:chgData name="Hardeo Thakur" userId="f363d765-82e0-43ef-abca-0a9168688986" providerId="ADAL" clId="{81BD219F-9939-4880-BA82-ECA2AFF73DAD}" dt="2023-04-09T10:29:59.404" v="1732" actId="20577"/>
          <ac:spMkLst>
            <pc:docMk/>
            <pc:sldMk cId="3715761249" sldId="357"/>
            <ac:spMk id="4" creationId="{5B2AD7CB-CE79-6827-4EDA-513A8C76F80D}"/>
          </ac:spMkLst>
        </pc:spChg>
        <pc:spChg chg="add mod">
          <ac:chgData name="Hardeo Thakur" userId="f363d765-82e0-43ef-abca-0a9168688986" providerId="ADAL" clId="{81BD219F-9939-4880-BA82-ECA2AFF73DAD}" dt="2023-04-09T10:30:23.620" v="1742" actId="20577"/>
          <ac:spMkLst>
            <pc:docMk/>
            <pc:sldMk cId="3715761249" sldId="357"/>
            <ac:spMk id="5" creationId="{9BDFD646-67D4-2215-ED56-3994E0B4053F}"/>
          </ac:spMkLst>
        </pc:spChg>
        <pc:spChg chg="del">
          <ac:chgData name="Hardeo Thakur" userId="f363d765-82e0-43ef-abca-0a9168688986" providerId="ADAL" clId="{81BD219F-9939-4880-BA82-ECA2AFF73DAD}" dt="2023-04-09T10:23:04.053" v="1663" actId="478"/>
          <ac:spMkLst>
            <pc:docMk/>
            <pc:sldMk cId="3715761249" sldId="357"/>
            <ac:spMk id="6" creationId="{B8AE8918-A81F-67AF-543E-1EA40571D567}"/>
          </ac:spMkLst>
        </pc:spChg>
        <pc:spChg chg="add mod">
          <ac:chgData name="Hardeo Thakur" userId="f363d765-82e0-43ef-abca-0a9168688986" providerId="ADAL" clId="{81BD219F-9939-4880-BA82-ECA2AFF73DAD}" dt="2023-04-09T10:30:12.171" v="1737" actId="14100"/>
          <ac:spMkLst>
            <pc:docMk/>
            <pc:sldMk cId="3715761249" sldId="357"/>
            <ac:spMk id="7" creationId="{FC7D01BC-05EA-AD35-AB2D-65CFF0A07E2B}"/>
          </ac:spMkLst>
        </pc:spChg>
        <pc:spChg chg="add mod">
          <ac:chgData name="Hardeo Thakur" userId="f363d765-82e0-43ef-abca-0a9168688986" providerId="ADAL" clId="{81BD219F-9939-4880-BA82-ECA2AFF73DAD}" dt="2023-04-09T10:32:00.405" v="1752" actId="1076"/>
          <ac:spMkLst>
            <pc:docMk/>
            <pc:sldMk cId="3715761249" sldId="357"/>
            <ac:spMk id="12" creationId="{ED39ACD6-DC64-8348-B8CE-7A3B61AE61B5}"/>
          </ac:spMkLst>
        </pc:spChg>
        <pc:cxnChg chg="add">
          <ac:chgData name="Hardeo Thakur" userId="f363d765-82e0-43ef-abca-0a9168688986" providerId="ADAL" clId="{81BD219F-9939-4880-BA82-ECA2AFF73DAD}" dt="2023-04-09T10:30:38.320" v="1743" actId="11529"/>
          <ac:cxnSpMkLst>
            <pc:docMk/>
            <pc:sldMk cId="3715761249" sldId="357"/>
            <ac:cxnSpMk id="9" creationId="{8F5F0264-4949-CF66-7691-8A06751BA4DA}"/>
          </ac:cxnSpMkLst>
        </pc:cxnChg>
        <pc:cxnChg chg="add">
          <ac:chgData name="Hardeo Thakur" userId="f363d765-82e0-43ef-abca-0a9168688986" providerId="ADAL" clId="{81BD219F-9939-4880-BA82-ECA2AFF73DAD}" dt="2023-04-09T10:30:50.642" v="1744" actId="11529"/>
          <ac:cxnSpMkLst>
            <pc:docMk/>
            <pc:sldMk cId="3715761249" sldId="357"/>
            <ac:cxnSpMk id="11" creationId="{1532947F-94C7-5DEB-257C-635B86AEA151}"/>
          </ac:cxnSpMkLst>
        </pc:cxnChg>
      </pc:sldChg>
      <pc:sldChg chg="addSp delSp modSp add mod">
        <pc:chgData name="Hardeo Thakur" userId="f363d765-82e0-43ef-abca-0a9168688986" providerId="ADAL" clId="{81BD219F-9939-4880-BA82-ECA2AFF73DAD}" dt="2023-04-09T10:37:16.169" v="1786" actId="20577"/>
        <pc:sldMkLst>
          <pc:docMk/>
          <pc:sldMk cId="2232382553" sldId="358"/>
        </pc:sldMkLst>
        <pc:spChg chg="del">
          <ac:chgData name="Hardeo Thakur" userId="f363d765-82e0-43ef-abca-0a9168688986" providerId="ADAL" clId="{81BD219F-9939-4880-BA82-ECA2AFF73DAD}" dt="2023-04-09T10:33:11.944" v="1758" actId="478"/>
          <ac:spMkLst>
            <pc:docMk/>
            <pc:sldMk cId="2232382553" sldId="358"/>
            <ac:spMk id="4" creationId="{5B2AD7CB-CE79-6827-4EDA-513A8C76F80D}"/>
          </ac:spMkLst>
        </pc:spChg>
        <pc:spChg chg="del">
          <ac:chgData name="Hardeo Thakur" userId="f363d765-82e0-43ef-abca-0a9168688986" providerId="ADAL" clId="{81BD219F-9939-4880-BA82-ECA2AFF73DAD}" dt="2023-04-09T10:33:11.944" v="1758" actId="478"/>
          <ac:spMkLst>
            <pc:docMk/>
            <pc:sldMk cId="2232382553" sldId="358"/>
            <ac:spMk id="5" creationId="{9BDFD646-67D4-2215-ED56-3994E0B4053F}"/>
          </ac:spMkLst>
        </pc:spChg>
        <pc:spChg chg="add del mod">
          <ac:chgData name="Hardeo Thakur" userId="f363d765-82e0-43ef-abca-0a9168688986" providerId="ADAL" clId="{81BD219F-9939-4880-BA82-ECA2AFF73DAD}" dt="2023-04-09T10:33:11.944" v="1758" actId="478"/>
          <ac:spMkLst>
            <pc:docMk/>
            <pc:sldMk cId="2232382553" sldId="358"/>
            <ac:spMk id="6" creationId="{E523DE70-F7AE-0E46-D5FA-C5AF39A1080B}"/>
          </ac:spMkLst>
        </pc:spChg>
        <pc:spChg chg="del">
          <ac:chgData name="Hardeo Thakur" userId="f363d765-82e0-43ef-abca-0a9168688986" providerId="ADAL" clId="{81BD219F-9939-4880-BA82-ECA2AFF73DAD}" dt="2023-04-09T10:33:11.944" v="1758" actId="478"/>
          <ac:spMkLst>
            <pc:docMk/>
            <pc:sldMk cId="2232382553" sldId="358"/>
            <ac:spMk id="7" creationId="{FC7D01BC-05EA-AD35-AB2D-65CFF0A07E2B}"/>
          </ac:spMkLst>
        </pc:spChg>
        <pc:spChg chg="add del mod">
          <ac:chgData name="Hardeo Thakur" userId="f363d765-82e0-43ef-abca-0a9168688986" providerId="ADAL" clId="{81BD219F-9939-4880-BA82-ECA2AFF73DAD}" dt="2023-04-09T10:33:11.944" v="1758" actId="478"/>
          <ac:spMkLst>
            <pc:docMk/>
            <pc:sldMk cId="2232382553" sldId="358"/>
            <ac:spMk id="8" creationId="{AD2166B2-106D-068E-82ED-2F64C09966E8}"/>
          </ac:spMkLst>
        </pc:spChg>
        <pc:spChg chg="add del mod">
          <ac:chgData name="Hardeo Thakur" userId="f363d765-82e0-43ef-abca-0a9168688986" providerId="ADAL" clId="{81BD219F-9939-4880-BA82-ECA2AFF73DAD}" dt="2023-04-09T10:33:11.944" v="1758" actId="478"/>
          <ac:spMkLst>
            <pc:docMk/>
            <pc:sldMk cId="2232382553" sldId="358"/>
            <ac:spMk id="10" creationId="{A2D8A27C-B6A7-01C8-FF4E-8FF313106019}"/>
          </ac:spMkLst>
        </pc:spChg>
        <pc:spChg chg="del">
          <ac:chgData name="Hardeo Thakur" userId="f363d765-82e0-43ef-abca-0a9168688986" providerId="ADAL" clId="{81BD219F-9939-4880-BA82-ECA2AFF73DAD}" dt="2023-04-09T10:33:11.944" v="1758" actId="478"/>
          <ac:spMkLst>
            <pc:docMk/>
            <pc:sldMk cId="2232382553" sldId="358"/>
            <ac:spMk id="12" creationId="{ED39ACD6-DC64-8348-B8CE-7A3B61AE61B5}"/>
          </ac:spMkLst>
        </pc:spChg>
        <pc:spChg chg="add del mod">
          <ac:chgData name="Hardeo Thakur" userId="f363d765-82e0-43ef-abca-0a9168688986" providerId="ADAL" clId="{81BD219F-9939-4880-BA82-ECA2AFF73DAD}" dt="2023-04-09T10:33:11.944" v="1758" actId="478"/>
          <ac:spMkLst>
            <pc:docMk/>
            <pc:sldMk cId="2232382553" sldId="358"/>
            <ac:spMk id="15" creationId="{EA2FABAC-AD89-F1B6-7BF0-7F984801EA2E}"/>
          </ac:spMkLst>
        </pc:spChg>
        <pc:spChg chg="add del mod">
          <ac:chgData name="Hardeo Thakur" userId="f363d765-82e0-43ef-abca-0a9168688986" providerId="ADAL" clId="{81BD219F-9939-4880-BA82-ECA2AFF73DAD}" dt="2023-04-09T10:33:11.944" v="1758" actId="478"/>
          <ac:spMkLst>
            <pc:docMk/>
            <pc:sldMk cId="2232382553" sldId="358"/>
            <ac:spMk id="16" creationId="{CB25C971-6EAF-A034-6908-66E0C8912F11}"/>
          </ac:spMkLst>
        </pc:spChg>
        <pc:spChg chg="add del mod">
          <ac:chgData name="Hardeo Thakur" userId="f363d765-82e0-43ef-abca-0a9168688986" providerId="ADAL" clId="{81BD219F-9939-4880-BA82-ECA2AFF73DAD}" dt="2023-04-09T10:33:11.944" v="1758" actId="478"/>
          <ac:spMkLst>
            <pc:docMk/>
            <pc:sldMk cId="2232382553" sldId="358"/>
            <ac:spMk id="17" creationId="{608EBD8C-9B27-9555-7C19-A5AB26AC2479}"/>
          </ac:spMkLst>
        </pc:spChg>
        <pc:spChg chg="add del mod">
          <ac:chgData name="Hardeo Thakur" userId="f363d765-82e0-43ef-abca-0a9168688986" providerId="ADAL" clId="{81BD219F-9939-4880-BA82-ECA2AFF73DAD}" dt="2023-04-09T10:33:11.944" v="1758" actId="478"/>
          <ac:spMkLst>
            <pc:docMk/>
            <pc:sldMk cId="2232382553" sldId="358"/>
            <ac:spMk id="18" creationId="{9EA4B36C-775F-8EB6-DFF7-C1118F46F8B5}"/>
          </ac:spMkLst>
        </pc:spChg>
        <pc:spChg chg="add del mod">
          <ac:chgData name="Hardeo Thakur" userId="f363d765-82e0-43ef-abca-0a9168688986" providerId="ADAL" clId="{81BD219F-9939-4880-BA82-ECA2AFF73DAD}" dt="2023-04-09T10:33:11.944" v="1758" actId="478"/>
          <ac:spMkLst>
            <pc:docMk/>
            <pc:sldMk cId="2232382553" sldId="358"/>
            <ac:spMk id="21" creationId="{C5252E20-5DA4-8539-3543-B8F8E45D077A}"/>
          </ac:spMkLst>
        </pc:spChg>
        <pc:spChg chg="add mod">
          <ac:chgData name="Hardeo Thakur" userId="f363d765-82e0-43ef-abca-0a9168688986" providerId="ADAL" clId="{81BD219F-9939-4880-BA82-ECA2AFF73DAD}" dt="2023-04-09T10:33:00.402" v="1757" actId="1076"/>
          <ac:spMkLst>
            <pc:docMk/>
            <pc:sldMk cId="2232382553" sldId="358"/>
            <ac:spMk id="22" creationId="{ED949657-839D-2F9B-2CFA-1AF983DADC6A}"/>
          </ac:spMkLst>
        </pc:spChg>
        <pc:spChg chg="add mod">
          <ac:chgData name="Hardeo Thakur" userId="f363d765-82e0-43ef-abca-0a9168688986" providerId="ADAL" clId="{81BD219F-9939-4880-BA82-ECA2AFF73DAD}" dt="2023-04-09T10:37:02.598" v="1783" actId="1076"/>
          <ac:spMkLst>
            <pc:docMk/>
            <pc:sldMk cId="2232382553" sldId="358"/>
            <ac:spMk id="23" creationId="{FE2D493D-59B1-C1F7-8A8D-CD7469373E46}"/>
          </ac:spMkLst>
        </pc:spChg>
        <pc:spChg chg="add mod">
          <ac:chgData name="Hardeo Thakur" userId="f363d765-82e0-43ef-abca-0a9168688986" providerId="ADAL" clId="{81BD219F-9939-4880-BA82-ECA2AFF73DAD}" dt="2023-04-09T10:33:32.698" v="1760" actId="20577"/>
          <ac:spMkLst>
            <pc:docMk/>
            <pc:sldMk cId="2232382553" sldId="358"/>
            <ac:spMk id="24" creationId="{BD46CAB8-B1C7-512A-C8D9-DB92D11A6051}"/>
          </ac:spMkLst>
        </pc:spChg>
        <pc:spChg chg="add mod">
          <ac:chgData name="Hardeo Thakur" userId="f363d765-82e0-43ef-abca-0a9168688986" providerId="ADAL" clId="{81BD219F-9939-4880-BA82-ECA2AFF73DAD}" dt="2023-04-09T10:37:16.169" v="1786" actId="20577"/>
          <ac:spMkLst>
            <pc:docMk/>
            <pc:sldMk cId="2232382553" sldId="358"/>
            <ac:spMk id="27" creationId="{0FE140DE-0ACE-AB92-C2A9-0C5C47534FF3}"/>
          </ac:spMkLst>
        </pc:spChg>
        <pc:spChg chg="add mod">
          <ac:chgData name="Hardeo Thakur" userId="f363d765-82e0-43ef-abca-0a9168688986" providerId="ADAL" clId="{81BD219F-9939-4880-BA82-ECA2AFF73DAD}" dt="2023-04-09T10:33:51.267" v="1764" actId="1076"/>
          <ac:spMkLst>
            <pc:docMk/>
            <pc:sldMk cId="2232382553" sldId="358"/>
            <ac:spMk id="32" creationId="{DABCCA8B-DABB-0E12-17C3-00CB13ABBC57}"/>
          </ac:spMkLst>
        </pc:spChg>
        <pc:spChg chg="add mod">
          <ac:chgData name="Hardeo Thakur" userId="f363d765-82e0-43ef-abca-0a9168688986" providerId="ADAL" clId="{81BD219F-9939-4880-BA82-ECA2AFF73DAD}" dt="2023-04-09T10:33:51.267" v="1764" actId="1076"/>
          <ac:spMkLst>
            <pc:docMk/>
            <pc:sldMk cId="2232382553" sldId="358"/>
            <ac:spMk id="33" creationId="{3ABC92F9-B46D-4382-2FDC-B56253796A60}"/>
          </ac:spMkLst>
        </pc:spChg>
        <pc:spChg chg="add mod">
          <ac:chgData name="Hardeo Thakur" userId="f363d765-82e0-43ef-abca-0a9168688986" providerId="ADAL" clId="{81BD219F-9939-4880-BA82-ECA2AFF73DAD}" dt="2023-04-09T10:33:51.267" v="1764" actId="1076"/>
          <ac:spMkLst>
            <pc:docMk/>
            <pc:sldMk cId="2232382553" sldId="358"/>
            <ac:spMk id="34" creationId="{8821FE4A-100F-F21D-12B8-F0DBA6150482}"/>
          </ac:spMkLst>
        </pc:spChg>
        <pc:spChg chg="add mod">
          <ac:chgData name="Hardeo Thakur" userId="f363d765-82e0-43ef-abca-0a9168688986" providerId="ADAL" clId="{81BD219F-9939-4880-BA82-ECA2AFF73DAD}" dt="2023-04-09T10:33:51.267" v="1764" actId="1076"/>
          <ac:spMkLst>
            <pc:docMk/>
            <pc:sldMk cId="2232382553" sldId="358"/>
            <ac:spMk id="37" creationId="{8C00CEB2-75FC-82AE-2B77-9A39DB92D00B}"/>
          </ac:spMkLst>
        </pc:spChg>
        <pc:spChg chg="add mod">
          <ac:chgData name="Hardeo Thakur" userId="f363d765-82e0-43ef-abca-0a9168688986" providerId="ADAL" clId="{81BD219F-9939-4880-BA82-ECA2AFF73DAD}" dt="2023-04-09T10:34:14.148" v="1766" actId="1076"/>
          <ac:spMkLst>
            <pc:docMk/>
            <pc:sldMk cId="2232382553" sldId="358"/>
            <ac:spMk id="38" creationId="{AE3C37BB-536C-165E-1CD4-650B18459C04}"/>
          </ac:spMkLst>
        </pc:spChg>
        <pc:spChg chg="add mod">
          <ac:chgData name="Hardeo Thakur" userId="f363d765-82e0-43ef-abca-0a9168688986" providerId="ADAL" clId="{81BD219F-9939-4880-BA82-ECA2AFF73DAD}" dt="2023-04-09T10:34:14.148" v="1766" actId="1076"/>
          <ac:spMkLst>
            <pc:docMk/>
            <pc:sldMk cId="2232382553" sldId="358"/>
            <ac:spMk id="39" creationId="{3A0AF77A-C5EF-030E-ED88-41DDDC22F6B7}"/>
          </ac:spMkLst>
        </pc:spChg>
        <pc:spChg chg="add mod">
          <ac:chgData name="Hardeo Thakur" userId="f363d765-82e0-43ef-abca-0a9168688986" providerId="ADAL" clId="{81BD219F-9939-4880-BA82-ECA2AFF73DAD}" dt="2023-04-09T10:34:14.148" v="1766" actId="1076"/>
          <ac:spMkLst>
            <pc:docMk/>
            <pc:sldMk cId="2232382553" sldId="358"/>
            <ac:spMk id="40" creationId="{466E3234-DB35-3529-A388-7B2E5F26E5F1}"/>
          </ac:spMkLst>
        </pc:spChg>
        <pc:spChg chg="add mod">
          <ac:chgData name="Hardeo Thakur" userId="f363d765-82e0-43ef-abca-0a9168688986" providerId="ADAL" clId="{81BD219F-9939-4880-BA82-ECA2AFF73DAD}" dt="2023-04-09T10:34:46.717" v="1769" actId="20577"/>
          <ac:spMkLst>
            <pc:docMk/>
            <pc:sldMk cId="2232382553" sldId="358"/>
            <ac:spMk id="43" creationId="{EEE5C76C-E6A6-9BB4-6BC3-A66D45AE3021}"/>
          </ac:spMkLst>
        </pc:spChg>
        <pc:spChg chg="add mod">
          <ac:chgData name="Hardeo Thakur" userId="f363d765-82e0-43ef-abca-0a9168688986" providerId="ADAL" clId="{81BD219F-9939-4880-BA82-ECA2AFF73DAD}" dt="2023-04-09T10:35:05.019" v="1771" actId="1076"/>
          <ac:spMkLst>
            <pc:docMk/>
            <pc:sldMk cId="2232382553" sldId="358"/>
            <ac:spMk id="46" creationId="{21D07857-8DA3-4149-223B-DC387896D7B3}"/>
          </ac:spMkLst>
        </pc:spChg>
        <pc:spChg chg="add mod">
          <ac:chgData name="Hardeo Thakur" userId="f363d765-82e0-43ef-abca-0a9168688986" providerId="ADAL" clId="{81BD219F-9939-4880-BA82-ECA2AFF73DAD}" dt="2023-04-09T10:35:39.277" v="1780" actId="20577"/>
          <ac:spMkLst>
            <pc:docMk/>
            <pc:sldMk cId="2232382553" sldId="358"/>
            <ac:spMk id="47" creationId="{0EEFED6D-2F14-C775-1FA9-EDC116979751}"/>
          </ac:spMkLst>
        </pc:spChg>
        <pc:spChg chg="add mod">
          <ac:chgData name="Hardeo Thakur" userId="f363d765-82e0-43ef-abca-0a9168688986" providerId="ADAL" clId="{81BD219F-9939-4880-BA82-ECA2AFF73DAD}" dt="2023-04-09T10:35:05.019" v="1771" actId="1076"/>
          <ac:spMkLst>
            <pc:docMk/>
            <pc:sldMk cId="2232382553" sldId="358"/>
            <ac:spMk id="48" creationId="{9CD5ED13-0F1D-34A1-BDD4-39946CE9FEBF}"/>
          </ac:spMkLst>
        </pc:spChg>
        <pc:spChg chg="add mod">
          <ac:chgData name="Hardeo Thakur" userId="f363d765-82e0-43ef-abca-0a9168688986" providerId="ADAL" clId="{81BD219F-9939-4880-BA82-ECA2AFF73DAD}" dt="2023-04-09T10:35:05.019" v="1771" actId="1076"/>
          <ac:spMkLst>
            <pc:docMk/>
            <pc:sldMk cId="2232382553" sldId="358"/>
            <ac:spMk id="51" creationId="{629E2C07-28CB-CC3B-8576-C18ABF94C45A}"/>
          </ac:spMkLst>
        </pc:spChg>
        <pc:spChg chg="add mod">
          <ac:chgData name="Hardeo Thakur" userId="f363d765-82e0-43ef-abca-0a9168688986" providerId="ADAL" clId="{81BD219F-9939-4880-BA82-ECA2AFF73DAD}" dt="2023-04-09T10:35:29.852" v="1776" actId="14100"/>
          <ac:spMkLst>
            <pc:docMk/>
            <pc:sldMk cId="2232382553" sldId="358"/>
            <ac:spMk id="52" creationId="{724F16BD-45E5-BF72-2607-FF08B181D2B2}"/>
          </ac:spMkLst>
        </pc:spChg>
        <pc:cxnChg chg="del mod">
          <ac:chgData name="Hardeo Thakur" userId="f363d765-82e0-43ef-abca-0a9168688986" providerId="ADAL" clId="{81BD219F-9939-4880-BA82-ECA2AFF73DAD}" dt="2023-04-09T10:33:11.944" v="1758" actId="478"/>
          <ac:cxnSpMkLst>
            <pc:docMk/>
            <pc:sldMk cId="2232382553" sldId="358"/>
            <ac:cxnSpMk id="9" creationId="{8F5F0264-4949-CF66-7691-8A06751BA4DA}"/>
          </ac:cxnSpMkLst>
        </pc:cxnChg>
        <pc:cxnChg chg="del mod">
          <ac:chgData name="Hardeo Thakur" userId="f363d765-82e0-43ef-abca-0a9168688986" providerId="ADAL" clId="{81BD219F-9939-4880-BA82-ECA2AFF73DAD}" dt="2023-04-09T10:33:11.944" v="1758" actId="478"/>
          <ac:cxnSpMkLst>
            <pc:docMk/>
            <pc:sldMk cId="2232382553" sldId="358"/>
            <ac:cxnSpMk id="11" creationId="{1532947F-94C7-5DEB-257C-635B86AEA151}"/>
          </ac:cxnSpMkLst>
        </pc:cxnChg>
        <pc:cxnChg chg="add del mod">
          <ac:chgData name="Hardeo Thakur" userId="f363d765-82e0-43ef-abca-0a9168688986" providerId="ADAL" clId="{81BD219F-9939-4880-BA82-ECA2AFF73DAD}" dt="2023-04-09T10:33:11.944" v="1758" actId="478"/>
          <ac:cxnSpMkLst>
            <pc:docMk/>
            <pc:sldMk cId="2232382553" sldId="358"/>
            <ac:cxnSpMk id="13" creationId="{B80F66A6-EF85-3FDC-4B1D-965E06014BD6}"/>
          </ac:cxnSpMkLst>
        </pc:cxnChg>
        <pc:cxnChg chg="add del mod">
          <ac:chgData name="Hardeo Thakur" userId="f363d765-82e0-43ef-abca-0a9168688986" providerId="ADAL" clId="{81BD219F-9939-4880-BA82-ECA2AFF73DAD}" dt="2023-04-09T10:33:11.944" v="1758" actId="478"/>
          <ac:cxnSpMkLst>
            <pc:docMk/>
            <pc:sldMk cId="2232382553" sldId="358"/>
            <ac:cxnSpMk id="14" creationId="{067F155E-35E6-39C1-FC61-EE0B9071E4D7}"/>
          </ac:cxnSpMkLst>
        </pc:cxnChg>
        <pc:cxnChg chg="add del mod">
          <ac:chgData name="Hardeo Thakur" userId="f363d765-82e0-43ef-abca-0a9168688986" providerId="ADAL" clId="{81BD219F-9939-4880-BA82-ECA2AFF73DAD}" dt="2023-04-09T10:33:11.944" v="1758" actId="478"/>
          <ac:cxnSpMkLst>
            <pc:docMk/>
            <pc:sldMk cId="2232382553" sldId="358"/>
            <ac:cxnSpMk id="19" creationId="{0566D73C-C736-AD1B-ED7A-066CEA8EC191}"/>
          </ac:cxnSpMkLst>
        </pc:cxnChg>
        <pc:cxnChg chg="add del mod">
          <ac:chgData name="Hardeo Thakur" userId="f363d765-82e0-43ef-abca-0a9168688986" providerId="ADAL" clId="{81BD219F-9939-4880-BA82-ECA2AFF73DAD}" dt="2023-04-09T10:33:11.944" v="1758" actId="478"/>
          <ac:cxnSpMkLst>
            <pc:docMk/>
            <pc:sldMk cId="2232382553" sldId="358"/>
            <ac:cxnSpMk id="20" creationId="{8176AFE6-42E7-E3AE-F15E-C33F75532D78}"/>
          </ac:cxnSpMkLst>
        </pc:cxnChg>
        <pc:cxnChg chg="add mod">
          <ac:chgData name="Hardeo Thakur" userId="f363d765-82e0-43ef-abca-0a9168688986" providerId="ADAL" clId="{81BD219F-9939-4880-BA82-ECA2AFF73DAD}" dt="2023-04-09T10:33:00.402" v="1757" actId="1076"/>
          <ac:cxnSpMkLst>
            <pc:docMk/>
            <pc:sldMk cId="2232382553" sldId="358"/>
            <ac:cxnSpMk id="25" creationId="{526B4D23-5D5F-1BDE-308E-ECC6A59D0BA7}"/>
          </ac:cxnSpMkLst>
        </pc:cxnChg>
        <pc:cxnChg chg="add mod">
          <ac:chgData name="Hardeo Thakur" userId="f363d765-82e0-43ef-abca-0a9168688986" providerId="ADAL" clId="{81BD219F-9939-4880-BA82-ECA2AFF73DAD}" dt="2023-04-09T10:37:09.447" v="1784" actId="14100"/>
          <ac:cxnSpMkLst>
            <pc:docMk/>
            <pc:sldMk cId="2232382553" sldId="358"/>
            <ac:cxnSpMk id="26" creationId="{A1AC7706-A8C3-9F53-0E87-9B991C3B9158}"/>
          </ac:cxnSpMkLst>
        </pc:cxnChg>
        <pc:cxnChg chg="add mod">
          <ac:chgData name="Hardeo Thakur" userId="f363d765-82e0-43ef-abca-0a9168688986" providerId="ADAL" clId="{81BD219F-9939-4880-BA82-ECA2AFF73DAD}" dt="2023-04-09T10:33:51.267" v="1764" actId="1076"/>
          <ac:cxnSpMkLst>
            <pc:docMk/>
            <pc:sldMk cId="2232382553" sldId="358"/>
            <ac:cxnSpMk id="35" creationId="{54D1502E-AF91-BE2C-2CCF-E5F62BDF396D}"/>
          </ac:cxnSpMkLst>
        </pc:cxnChg>
        <pc:cxnChg chg="add mod">
          <ac:chgData name="Hardeo Thakur" userId="f363d765-82e0-43ef-abca-0a9168688986" providerId="ADAL" clId="{81BD219F-9939-4880-BA82-ECA2AFF73DAD}" dt="2023-04-09T10:33:51.267" v="1764" actId="1076"/>
          <ac:cxnSpMkLst>
            <pc:docMk/>
            <pc:sldMk cId="2232382553" sldId="358"/>
            <ac:cxnSpMk id="36" creationId="{330799A0-3909-401A-8B0C-3643023BA4CF}"/>
          </ac:cxnSpMkLst>
        </pc:cxnChg>
        <pc:cxnChg chg="add mod">
          <ac:chgData name="Hardeo Thakur" userId="f363d765-82e0-43ef-abca-0a9168688986" providerId="ADAL" clId="{81BD219F-9939-4880-BA82-ECA2AFF73DAD}" dt="2023-04-09T10:34:14.148" v="1766" actId="1076"/>
          <ac:cxnSpMkLst>
            <pc:docMk/>
            <pc:sldMk cId="2232382553" sldId="358"/>
            <ac:cxnSpMk id="41" creationId="{5117465F-3CD3-095A-EEA2-0F7FEDFF9E99}"/>
          </ac:cxnSpMkLst>
        </pc:cxnChg>
        <pc:cxnChg chg="add mod">
          <ac:chgData name="Hardeo Thakur" userId="f363d765-82e0-43ef-abca-0a9168688986" providerId="ADAL" clId="{81BD219F-9939-4880-BA82-ECA2AFF73DAD}" dt="2023-04-09T10:34:14.148" v="1766" actId="1076"/>
          <ac:cxnSpMkLst>
            <pc:docMk/>
            <pc:sldMk cId="2232382553" sldId="358"/>
            <ac:cxnSpMk id="42" creationId="{AA078780-3BE3-A7DA-6621-3DD40EBB35F1}"/>
          </ac:cxnSpMkLst>
        </pc:cxnChg>
        <pc:cxnChg chg="add">
          <ac:chgData name="Hardeo Thakur" userId="f363d765-82e0-43ef-abca-0a9168688986" providerId="ADAL" clId="{81BD219F-9939-4880-BA82-ECA2AFF73DAD}" dt="2023-04-09T10:34:40.879" v="1767" actId="11529"/>
          <ac:cxnSpMkLst>
            <pc:docMk/>
            <pc:sldMk cId="2232382553" sldId="358"/>
            <ac:cxnSpMk id="45" creationId="{7D9F1C7B-23CD-0D19-7451-DC5BE96D2D7F}"/>
          </ac:cxnSpMkLst>
        </pc:cxnChg>
        <pc:cxnChg chg="add mod">
          <ac:chgData name="Hardeo Thakur" userId="f363d765-82e0-43ef-abca-0a9168688986" providerId="ADAL" clId="{81BD219F-9939-4880-BA82-ECA2AFF73DAD}" dt="2023-04-09T10:35:05.019" v="1771" actId="1076"/>
          <ac:cxnSpMkLst>
            <pc:docMk/>
            <pc:sldMk cId="2232382553" sldId="358"/>
            <ac:cxnSpMk id="49" creationId="{15354DE2-25F6-0FF6-7894-B63BAFB70128}"/>
          </ac:cxnSpMkLst>
        </pc:cxnChg>
        <pc:cxnChg chg="add mod">
          <ac:chgData name="Hardeo Thakur" userId="f363d765-82e0-43ef-abca-0a9168688986" providerId="ADAL" clId="{81BD219F-9939-4880-BA82-ECA2AFF73DAD}" dt="2023-04-09T10:35:05.019" v="1771" actId="1076"/>
          <ac:cxnSpMkLst>
            <pc:docMk/>
            <pc:sldMk cId="2232382553" sldId="358"/>
            <ac:cxnSpMk id="50" creationId="{7D2CD6A4-D970-A48A-85AF-92D2FB8CC892}"/>
          </ac:cxnSpMkLst>
        </pc:cxnChg>
        <pc:cxnChg chg="add">
          <ac:chgData name="Hardeo Thakur" userId="f363d765-82e0-43ef-abca-0a9168688986" providerId="ADAL" clId="{81BD219F-9939-4880-BA82-ECA2AFF73DAD}" dt="2023-04-09T10:35:53.999" v="1781" actId="11529"/>
          <ac:cxnSpMkLst>
            <pc:docMk/>
            <pc:sldMk cId="2232382553" sldId="358"/>
            <ac:cxnSpMk id="54" creationId="{99AAB6EA-268D-6B2F-EFF4-B6B7FD465A52}"/>
          </ac:cxnSpMkLst>
        </pc:cxnChg>
        <pc:cxnChg chg="add">
          <ac:chgData name="Hardeo Thakur" userId="f363d765-82e0-43ef-abca-0a9168688986" providerId="ADAL" clId="{81BD219F-9939-4880-BA82-ECA2AFF73DAD}" dt="2023-04-09T10:36:21.781" v="1782" actId="11529"/>
          <ac:cxnSpMkLst>
            <pc:docMk/>
            <pc:sldMk cId="2232382553" sldId="358"/>
            <ac:cxnSpMk id="56" creationId="{DA877B31-C53F-FC1A-E95B-A99E6A7161C9}"/>
          </ac:cxnSpMkLst>
        </pc:cxnChg>
      </pc:sldChg>
      <pc:sldChg chg="addSp delSp modSp add mod">
        <pc:chgData name="Hardeo Thakur" userId="f363d765-82e0-43ef-abca-0a9168688986" providerId="ADAL" clId="{81BD219F-9939-4880-BA82-ECA2AFF73DAD}" dt="2023-04-09T10:50:10.600" v="2220" actId="33524"/>
        <pc:sldMkLst>
          <pc:docMk/>
          <pc:sldMk cId="1492608714" sldId="359"/>
        </pc:sldMkLst>
        <pc:spChg chg="mod">
          <ac:chgData name="Hardeo Thakur" userId="f363d765-82e0-43ef-abca-0a9168688986" providerId="ADAL" clId="{81BD219F-9939-4880-BA82-ECA2AFF73DAD}" dt="2023-04-09T10:39:34.700" v="1833" actId="20577"/>
          <ac:spMkLst>
            <pc:docMk/>
            <pc:sldMk cId="1492608714" sldId="359"/>
            <ac:spMk id="3" creationId="{97AB8BFD-5C1F-445C-8050-CE8F451E95B0}"/>
          </ac:spMkLst>
        </pc:spChg>
        <pc:spChg chg="add mod">
          <ac:chgData name="Hardeo Thakur" userId="f363d765-82e0-43ef-abca-0a9168688986" providerId="ADAL" clId="{81BD219F-9939-4880-BA82-ECA2AFF73DAD}" dt="2023-04-09T10:50:10.600" v="2220" actId="33524"/>
          <ac:spMkLst>
            <pc:docMk/>
            <pc:sldMk cId="1492608714" sldId="359"/>
            <ac:spMk id="4" creationId="{61B9DC24-5323-8429-4088-29FE29DF84C5}"/>
          </ac:spMkLst>
        </pc:spChg>
        <pc:spChg chg="del">
          <ac:chgData name="Hardeo Thakur" userId="f363d765-82e0-43ef-abca-0a9168688986" providerId="ADAL" clId="{81BD219F-9939-4880-BA82-ECA2AFF73DAD}" dt="2023-04-09T10:39:48.352" v="1834" actId="478"/>
          <ac:spMkLst>
            <pc:docMk/>
            <pc:sldMk cId="1492608714" sldId="359"/>
            <ac:spMk id="22" creationId="{ED949657-839D-2F9B-2CFA-1AF983DADC6A}"/>
          </ac:spMkLst>
        </pc:spChg>
        <pc:spChg chg="del">
          <ac:chgData name="Hardeo Thakur" userId="f363d765-82e0-43ef-abca-0a9168688986" providerId="ADAL" clId="{81BD219F-9939-4880-BA82-ECA2AFF73DAD}" dt="2023-04-09T10:39:48.352" v="1834" actId="478"/>
          <ac:spMkLst>
            <pc:docMk/>
            <pc:sldMk cId="1492608714" sldId="359"/>
            <ac:spMk id="23" creationId="{FE2D493D-59B1-C1F7-8A8D-CD7469373E46}"/>
          </ac:spMkLst>
        </pc:spChg>
        <pc:spChg chg="del">
          <ac:chgData name="Hardeo Thakur" userId="f363d765-82e0-43ef-abca-0a9168688986" providerId="ADAL" clId="{81BD219F-9939-4880-BA82-ECA2AFF73DAD}" dt="2023-04-09T10:39:48.352" v="1834" actId="478"/>
          <ac:spMkLst>
            <pc:docMk/>
            <pc:sldMk cId="1492608714" sldId="359"/>
            <ac:spMk id="24" creationId="{BD46CAB8-B1C7-512A-C8D9-DB92D11A6051}"/>
          </ac:spMkLst>
        </pc:spChg>
        <pc:spChg chg="del">
          <ac:chgData name="Hardeo Thakur" userId="f363d765-82e0-43ef-abca-0a9168688986" providerId="ADAL" clId="{81BD219F-9939-4880-BA82-ECA2AFF73DAD}" dt="2023-04-09T10:39:48.352" v="1834" actId="478"/>
          <ac:spMkLst>
            <pc:docMk/>
            <pc:sldMk cId="1492608714" sldId="359"/>
            <ac:spMk id="27" creationId="{0FE140DE-0ACE-AB92-C2A9-0C5C47534FF3}"/>
          </ac:spMkLst>
        </pc:spChg>
        <pc:spChg chg="del">
          <ac:chgData name="Hardeo Thakur" userId="f363d765-82e0-43ef-abca-0a9168688986" providerId="ADAL" clId="{81BD219F-9939-4880-BA82-ECA2AFF73DAD}" dt="2023-04-09T10:39:48.352" v="1834" actId="478"/>
          <ac:spMkLst>
            <pc:docMk/>
            <pc:sldMk cId="1492608714" sldId="359"/>
            <ac:spMk id="32" creationId="{DABCCA8B-DABB-0E12-17C3-00CB13ABBC57}"/>
          </ac:spMkLst>
        </pc:spChg>
        <pc:spChg chg="del">
          <ac:chgData name="Hardeo Thakur" userId="f363d765-82e0-43ef-abca-0a9168688986" providerId="ADAL" clId="{81BD219F-9939-4880-BA82-ECA2AFF73DAD}" dt="2023-04-09T10:39:48.352" v="1834" actId="478"/>
          <ac:spMkLst>
            <pc:docMk/>
            <pc:sldMk cId="1492608714" sldId="359"/>
            <ac:spMk id="33" creationId="{3ABC92F9-B46D-4382-2FDC-B56253796A60}"/>
          </ac:spMkLst>
        </pc:spChg>
        <pc:spChg chg="del">
          <ac:chgData name="Hardeo Thakur" userId="f363d765-82e0-43ef-abca-0a9168688986" providerId="ADAL" clId="{81BD219F-9939-4880-BA82-ECA2AFF73DAD}" dt="2023-04-09T10:39:53.313" v="1835" actId="478"/>
          <ac:spMkLst>
            <pc:docMk/>
            <pc:sldMk cId="1492608714" sldId="359"/>
            <ac:spMk id="34" creationId="{8821FE4A-100F-F21D-12B8-F0DBA6150482}"/>
          </ac:spMkLst>
        </pc:spChg>
        <pc:spChg chg="del">
          <ac:chgData name="Hardeo Thakur" userId="f363d765-82e0-43ef-abca-0a9168688986" providerId="ADAL" clId="{81BD219F-9939-4880-BA82-ECA2AFF73DAD}" dt="2023-04-09T10:39:48.352" v="1834" actId="478"/>
          <ac:spMkLst>
            <pc:docMk/>
            <pc:sldMk cId="1492608714" sldId="359"/>
            <ac:spMk id="37" creationId="{8C00CEB2-75FC-82AE-2B77-9A39DB92D00B}"/>
          </ac:spMkLst>
        </pc:spChg>
        <pc:spChg chg="del">
          <ac:chgData name="Hardeo Thakur" userId="f363d765-82e0-43ef-abca-0a9168688986" providerId="ADAL" clId="{81BD219F-9939-4880-BA82-ECA2AFF73DAD}" dt="2023-04-09T10:39:48.352" v="1834" actId="478"/>
          <ac:spMkLst>
            <pc:docMk/>
            <pc:sldMk cId="1492608714" sldId="359"/>
            <ac:spMk id="38" creationId="{AE3C37BB-536C-165E-1CD4-650B18459C04}"/>
          </ac:spMkLst>
        </pc:spChg>
        <pc:spChg chg="del">
          <ac:chgData name="Hardeo Thakur" userId="f363d765-82e0-43ef-abca-0a9168688986" providerId="ADAL" clId="{81BD219F-9939-4880-BA82-ECA2AFF73DAD}" dt="2023-04-09T10:39:48.352" v="1834" actId="478"/>
          <ac:spMkLst>
            <pc:docMk/>
            <pc:sldMk cId="1492608714" sldId="359"/>
            <ac:spMk id="39" creationId="{3A0AF77A-C5EF-030E-ED88-41DDDC22F6B7}"/>
          </ac:spMkLst>
        </pc:spChg>
        <pc:spChg chg="del">
          <ac:chgData name="Hardeo Thakur" userId="f363d765-82e0-43ef-abca-0a9168688986" providerId="ADAL" clId="{81BD219F-9939-4880-BA82-ECA2AFF73DAD}" dt="2023-04-09T10:39:48.352" v="1834" actId="478"/>
          <ac:spMkLst>
            <pc:docMk/>
            <pc:sldMk cId="1492608714" sldId="359"/>
            <ac:spMk id="40" creationId="{466E3234-DB35-3529-A388-7B2E5F26E5F1}"/>
          </ac:spMkLst>
        </pc:spChg>
        <pc:spChg chg="del">
          <ac:chgData name="Hardeo Thakur" userId="f363d765-82e0-43ef-abca-0a9168688986" providerId="ADAL" clId="{81BD219F-9939-4880-BA82-ECA2AFF73DAD}" dt="2023-04-09T10:39:48.352" v="1834" actId="478"/>
          <ac:spMkLst>
            <pc:docMk/>
            <pc:sldMk cId="1492608714" sldId="359"/>
            <ac:spMk id="43" creationId="{EEE5C76C-E6A6-9BB4-6BC3-A66D45AE3021}"/>
          </ac:spMkLst>
        </pc:spChg>
        <pc:spChg chg="del">
          <ac:chgData name="Hardeo Thakur" userId="f363d765-82e0-43ef-abca-0a9168688986" providerId="ADAL" clId="{81BD219F-9939-4880-BA82-ECA2AFF73DAD}" dt="2023-04-09T10:39:48.352" v="1834" actId="478"/>
          <ac:spMkLst>
            <pc:docMk/>
            <pc:sldMk cId="1492608714" sldId="359"/>
            <ac:spMk id="46" creationId="{21D07857-8DA3-4149-223B-DC387896D7B3}"/>
          </ac:spMkLst>
        </pc:spChg>
        <pc:spChg chg="del">
          <ac:chgData name="Hardeo Thakur" userId="f363d765-82e0-43ef-abca-0a9168688986" providerId="ADAL" clId="{81BD219F-9939-4880-BA82-ECA2AFF73DAD}" dt="2023-04-09T10:39:48.352" v="1834" actId="478"/>
          <ac:spMkLst>
            <pc:docMk/>
            <pc:sldMk cId="1492608714" sldId="359"/>
            <ac:spMk id="47" creationId="{0EEFED6D-2F14-C775-1FA9-EDC116979751}"/>
          </ac:spMkLst>
        </pc:spChg>
        <pc:spChg chg="del">
          <ac:chgData name="Hardeo Thakur" userId="f363d765-82e0-43ef-abca-0a9168688986" providerId="ADAL" clId="{81BD219F-9939-4880-BA82-ECA2AFF73DAD}" dt="2023-04-09T10:39:48.352" v="1834" actId="478"/>
          <ac:spMkLst>
            <pc:docMk/>
            <pc:sldMk cId="1492608714" sldId="359"/>
            <ac:spMk id="48" creationId="{9CD5ED13-0F1D-34A1-BDD4-39946CE9FEBF}"/>
          </ac:spMkLst>
        </pc:spChg>
        <pc:spChg chg="del">
          <ac:chgData name="Hardeo Thakur" userId="f363d765-82e0-43ef-abca-0a9168688986" providerId="ADAL" clId="{81BD219F-9939-4880-BA82-ECA2AFF73DAD}" dt="2023-04-09T10:39:48.352" v="1834" actId="478"/>
          <ac:spMkLst>
            <pc:docMk/>
            <pc:sldMk cId="1492608714" sldId="359"/>
            <ac:spMk id="51" creationId="{629E2C07-28CB-CC3B-8576-C18ABF94C45A}"/>
          </ac:spMkLst>
        </pc:spChg>
        <pc:spChg chg="del">
          <ac:chgData name="Hardeo Thakur" userId="f363d765-82e0-43ef-abca-0a9168688986" providerId="ADAL" clId="{81BD219F-9939-4880-BA82-ECA2AFF73DAD}" dt="2023-04-09T10:39:48.352" v="1834" actId="478"/>
          <ac:spMkLst>
            <pc:docMk/>
            <pc:sldMk cId="1492608714" sldId="359"/>
            <ac:spMk id="52" creationId="{724F16BD-45E5-BF72-2607-FF08B181D2B2}"/>
          </ac:spMkLst>
        </pc:spChg>
        <pc:cxnChg chg="del mod">
          <ac:chgData name="Hardeo Thakur" userId="f363d765-82e0-43ef-abca-0a9168688986" providerId="ADAL" clId="{81BD219F-9939-4880-BA82-ECA2AFF73DAD}" dt="2023-04-09T10:39:48.352" v="1834" actId="478"/>
          <ac:cxnSpMkLst>
            <pc:docMk/>
            <pc:sldMk cId="1492608714" sldId="359"/>
            <ac:cxnSpMk id="25" creationId="{526B4D23-5D5F-1BDE-308E-ECC6A59D0BA7}"/>
          </ac:cxnSpMkLst>
        </pc:cxnChg>
        <pc:cxnChg chg="del mod">
          <ac:chgData name="Hardeo Thakur" userId="f363d765-82e0-43ef-abca-0a9168688986" providerId="ADAL" clId="{81BD219F-9939-4880-BA82-ECA2AFF73DAD}" dt="2023-04-09T10:39:48.352" v="1834" actId="478"/>
          <ac:cxnSpMkLst>
            <pc:docMk/>
            <pc:sldMk cId="1492608714" sldId="359"/>
            <ac:cxnSpMk id="26" creationId="{A1AC7706-A8C3-9F53-0E87-9B991C3B9158}"/>
          </ac:cxnSpMkLst>
        </pc:cxnChg>
        <pc:cxnChg chg="del mod">
          <ac:chgData name="Hardeo Thakur" userId="f363d765-82e0-43ef-abca-0a9168688986" providerId="ADAL" clId="{81BD219F-9939-4880-BA82-ECA2AFF73DAD}" dt="2023-04-09T10:39:48.352" v="1834" actId="478"/>
          <ac:cxnSpMkLst>
            <pc:docMk/>
            <pc:sldMk cId="1492608714" sldId="359"/>
            <ac:cxnSpMk id="35" creationId="{54D1502E-AF91-BE2C-2CCF-E5F62BDF396D}"/>
          </ac:cxnSpMkLst>
        </pc:cxnChg>
        <pc:cxnChg chg="del mod">
          <ac:chgData name="Hardeo Thakur" userId="f363d765-82e0-43ef-abca-0a9168688986" providerId="ADAL" clId="{81BD219F-9939-4880-BA82-ECA2AFF73DAD}" dt="2023-04-09T10:39:48.352" v="1834" actId="478"/>
          <ac:cxnSpMkLst>
            <pc:docMk/>
            <pc:sldMk cId="1492608714" sldId="359"/>
            <ac:cxnSpMk id="36" creationId="{330799A0-3909-401A-8B0C-3643023BA4CF}"/>
          </ac:cxnSpMkLst>
        </pc:cxnChg>
        <pc:cxnChg chg="del mod">
          <ac:chgData name="Hardeo Thakur" userId="f363d765-82e0-43ef-abca-0a9168688986" providerId="ADAL" clId="{81BD219F-9939-4880-BA82-ECA2AFF73DAD}" dt="2023-04-09T10:39:48.352" v="1834" actId="478"/>
          <ac:cxnSpMkLst>
            <pc:docMk/>
            <pc:sldMk cId="1492608714" sldId="359"/>
            <ac:cxnSpMk id="41" creationId="{5117465F-3CD3-095A-EEA2-0F7FEDFF9E99}"/>
          </ac:cxnSpMkLst>
        </pc:cxnChg>
        <pc:cxnChg chg="del mod">
          <ac:chgData name="Hardeo Thakur" userId="f363d765-82e0-43ef-abca-0a9168688986" providerId="ADAL" clId="{81BD219F-9939-4880-BA82-ECA2AFF73DAD}" dt="2023-04-09T10:39:48.352" v="1834" actId="478"/>
          <ac:cxnSpMkLst>
            <pc:docMk/>
            <pc:sldMk cId="1492608714" sldId="359"/>
            <ac:cxnSpMk id="42" creationId="{AA078780-3BE3-A7DA-6621-3DD40EBB35F1}"/>
          </ac:cxnSpMkLst>
        </pc:cxnChg>
        <pc:cxnChg chg="del mod">
          <ac:chgData name="Hardeo Thakur" userId="f363d765-82e0-43ef-abca-0a9168688986" providerId="ADAL" clId="{81BD219F-9939-4880-BA82-ECA2AFF73DAD}" dt="2023-04-09T10:39:48.352" v="1834" actId="478"/>
          <ac:cxnSpMkLst>
            <pc:docMk/>
            <pc:sldMk cId="1492608714" sldId="359"/>
            <ac:cxnSpMk id="45" creationId="{7D9F1C7B-23CD-0D19-7451-DC5BE96D2D7F}"/>
          </ac:cxnSpMkLst>
        </pc:cxnChg>
        <pc:cxnChg chg="del mod">
          <ac:chgData name="Hardeo Thakur" userId="f363d765-82e0-43ef-abca-0a9168688986" providerId="ADAL" clId="{81BD219F-9939-4880-BA82-ECA2AFF73DAD}" dt="2023-04-09T10:39:48.352" v="1834" actId="478"/>
          <ac:cxnSpMkLst>
            <pc:docMk/>
            <pc:sldMk cId="1492608714" sldId="359"/>
            <ac:cxnSpMk id="49" creationId="{15354DE2-25F6-0FF6-7894-B63BAFB70128}"/>
          </ac:cxnSpMkLst>
        </pc:cxnChg>
        <pc:cxnChg chg="del mod">
          <ac:chgData name="Hardeo Thakur" userId="f363d765-82e0-43ef-abca-0a9168688986" providerId="ADAL" clId="{81BD219F-9939-4880-BA82-ECA2AFF73DAD}" dt="2023-04-09T10:39:48.352" v="1834" actId="478"/>
          <ac:cxnSpMkLst>
            <pc:docMk/>
            <pc:sldMk cId="1492608714" sldId="359"/>
            <ac:cxnSpMk id="50" creationId="{7D2CD6A4-D970-A48A-85AF-92D2FB8CC892}"/>
          </ac:cxnSpMkLst>
        </pc:cxnChg>
        <pc:cxnChg chg="del mod">
          <ac:chgData name="Hardeo Thakur" userId="f363d765-82e0-43ef-abca-0a9168688986" providerId="ADAL" clId="{81BD219F-9939-4880-BA82-ECA2AFF73DAD}" dt="2023-04-09T10:39:48.352" v="1834" actId="478"/>
          <ac:cxnSpMkLst>
            <pc:docMk/>
            <pc:sldMk cId="1492608714" sldId="359"/>
            <ac:cxnSpMk id="54" creationId="{99AAB6EA-268D-6B2F-EFF4-B6B7FD465A52}"/>
          </ac:cxnSpMkLst>
        </pc:cxnChg>
        <pc:cxnChg chg="del mod">
          <ac:chgData name="Hardeo Thakur" userId="f363d765-82e0-43ef-abca-0a9168688986" providerId="ADAL" clId="{81BD219F-9939-4880-BA82-ECA2AFF73DAD}" dt="2023-04-09T10:39:48.352" v="1834" actId="478"/>
          <ac:cxnSpMkLst>
            <pc:docMk/>
            <pc:sldMk cId="1492608714" sldId="359"/>
            <ac:cxnSpMk id="56" creationId="{DA877B31-C53F-FC1A-E95B-A99E6A7161C9}"/>
          </ac:cxnSpMkLst>
        </pc:cxnChg>
      </pc:sldChg>
      <pc:sldChg chg="addSp delSp modSp add mod modAnim">
        <pc:chgData name="Hardeo Thakur" userId="f363d765-82e0-43ef-abca-0a9168688986" providerId="ADAL" clId="{81BD219F-9939-4880-BA82-ECA2AFF73DAD}" dt="2023-04-09T11:08:15.545" v="2356"/>
        <pc:sldMkLst>
          <pc:docMk/>
          <pc:sldMk cId="766148095" sldId="360"/>
        </pc:sldMkLst>
        <pc:spChg chg="add del mod">
          <ac:chgData name="Hardeo Thakur" userId="f363d765-82e0-43ef-abca-0a9168688986" providerId="ADAL" clId="{81BD219F-9939-4880-BA82-ECA2AFF73DAD}" dt="2023-04-09T11:01:33.310" v="2299" actId="478"/>
          <ac:spMkLst>
            <pc:docMk/>
            <pc:sldMk cId="766148095" sldId="360"/>
            <ac:spMk id="4" creationId="{9C3BCC44-7A45-0164-4B7C-0D350B8E1366}"/>
          </ac:spMkLst>
        </pc:spChg>
        <pc:spChg chg="add del mod">
          <ac:chgData name="Hardeo Thakur" userId="f363d765-82e0-43ef-abca-0a9168688986" providerId="ADAL" clId="{81BD219F-9939-4880-BA82-ECA2AFF73DAD}" dt="2023-04-09T11:01:45.369" v="2300" actId="478"/>
          <ac:spMkLst>
            <pc:docMk/>
            <pc:sldMk cId="766148095" sldId="360"/>
            <ac:spMk id="5" creationId="{D0788621-F6F9-5489-649F-7F0FEA7BD482}"/>
          </ac:spMkLst>
        </pc:spChg>
        <pc:spChg chg="add del mod">
          <ac:chgData name="Hardeo Thakur" userId="f363d765-82e0-43ef-abca-0a9168688986" providerId="ADAL" clId="{81BD219F-9939-4880-BA82-ECA2AFF73DAD}" dt="2023-04-09T11:01:45.369" v="2300" actId="478"/>
          <ac:spMkLst>
            <pc:docMk/>
            <pc:sldMk cId="766148095" sldId="360"/>
            <ac:spMk id="6" creationId="{04B6938D-7681-351C-6339-353F7033762D}"/>
          </ac:spMkLst>
        </pc:spChg>
        <pc:spChg chg="add del mod">
          <ac:chgData name="Hardeo Thakur" userId="f363d765-82e0-43ef-abca-0a9168688986" providerId="ADAL" clId="{81BD219F-9939-4880-BA82-ECA2AFF73DAD}" dt="2023-04-09T11:01:33.310" v="2299" actId="478"/>
          <ac:spMkLst>
            <pc:docMk/>
            <pc:sldMk cId="766148095" sldId="360"/>
            <ac:spMk id="9" creationId="{E212DC01-6F0A-4A60-3971-776EE79D9FF3}"/>
          </ac:spMkLst>
        </pc:spChg>
        <pc:spChg chg="add mod">
          <ac:chgData name="Hardeo Thakur" userId="f363d765-82e0-43ef-abca-0a9168688986" providerId="ADAL" clId="{81BD219F-9939-4880-BA82-ECA2AFF73DAD}" dt="2023-04-09T10:56:23.933" v="2251" actId="14100"/>
          <ac:spMkLst>
            <pc:docMk/>
            <pc:sldMk cId="766148095" sldId="360"/>
            <ac:spMk id="11" creationId="{307D9696-5402-80D5-8AAB-386B65E73866}"/>
          </ac:spMkLst>
        </pc:spChg>
        <pc:spChg chg="add del mod">
          <ac:chgData name="Hardeo Thakur" userId="f363d765-82e0-43ef-abca-0a9168688986" providerId="ADAL" clId="{81BD219F-9939-4880-BA82-ECA2AFF73DAD}" dt="2023-04-09T10:56:33.766" v="2252" actId="21"/>
          <ac:spMkLst>
            <pc:docMk/>
            <pc:sldMk cId="766148095" sldId="360"/>
            <ac:spMk id="12" creationId="{71F71314-31C6-34D4-BB3B-BDF5C3F260CD}"/>
          </ac:spMkLst>
        </pc:spChg>
        <pc:spChg chg="add del mod">
          <ac:chgData name="Hardeo Thakur" userId="f363d765-82e0-43ef-abca-0a9168688986" providerId="ADAL" clId="{81BD219F-9939-4880-BA82-ECA2AFF73DAD}" dt="2023-04-09T10:56:33.766" v="2252" actId="21"/>
          <ac:spMkLst>
            <pc:docMk/>
            <pc:sldMk cId="766148095" sldId="360"/>
            <ac:spMk id="13" creationId="{725811E5-1ADE-DF80-F886-8FDFF9694AEF}"/>
          </ac:spMkLst>
        </pc:spChg>
        <pc:spChg chg="add del mod">
          <ac:chgData name="Hardeo Thakur" userId="f363d765-82e0-43ef-abca-0a9168688986" providerId="ADAL" clId="{81BD219F-9939-4880-BA82-ECA2AFF73DAD}" dt="2023-04-09T10:56:33.766" v="2252" actId="21"/>
          <ac:spMkLst>
            <pc:docMk/>
            <pc:sldMk cId="766148095" sldId="360"/>
            <ac:spMk id="14" creationId="{6738F0A8-0CB1-FF11-B775-9359652B586D}"/>
          </ac:spMkLst>
        </pc:spChg>
        <pc:spChg chg="add del mod">
          <ac:chgData name="Hardeo Thakur" userId="f363d765-82e0-43ef-abca-0a9168688986" providerId="ADAL" clId="{81BD219F-9939-4880-BA82-ECA2AFF73DAD}" dt="2023-04-09T10:56:33.766" v="2252" actId="21"/>
          <ac:spMkLst>
            <pc:docMk/>
            <pc:sldMk cId="766148095" sldId="360"/>
            <ac:spMk id="17" creationId="{63CA6DAF-D019-9387-D328-1FFE49FD7DBA}"/>
          </ac:spMkLst>
        </pc:spChg>
        <pc:spChg chg="add mod">
          <ac:chgData name="Hardeo Thakur" userId="f363d765-82e0-43ef-abca-0a9168688986" providerId="ADAL" clId="{81BD219F-9939-4880-BA82-ECA2AFF73DAD}" dt="2023-04-09T10:56:41.147" v="2254" actId="1076"/>
          <ac:spMkLst>
            <pc:docMk/>
            <pc:sldMk cId="766148095" sldId="360"/>
            <ac:spMk id="18" creationId="{1DA08E2D-B036-C2A2-B781-F1479E667B7A}"/>
          </ac:spMkLst>
        </pc:spChg>
        <pc:spChg chg="add mod">
          <ac:chgData name="Hardeo Thakur" userId="f363d765-82e0-43ef-abca-0a9168688986" providerId="ADAL" clId="{81BD219F-9939-4880-BA82-ECA2AFF73DAD}" dt="2023-04-09T10:56:41.147" v="2254" actId="1076"/>
          <ac:spMkLst>
            <pc:docMk/>
            <pc:sldMk cId="766148095" sldId="360"/>
            <ac:spMk id="19" creationId="{625405E9-BC0C-5D40-BD58-D6DD15615AD3}"/>
          </ac:spMkLst>
        </pc:spChg>
        <pc:spChg chg="add mod">
          <ac:chgData name="Hardeo Thakur" userId="f363d765-82e0-43ef-abca-0a9168688986" providerId="ADAL" clId="{81BD219F-9939-4880-BA82-ECA2AFF73DAD}" dt="2023-04-09T10:56:41.147" v="2254" actId="1076"/>
          <ac:spMkLst>
            <pc:docMk/>
            <pc:sldMk cId="766148095" sldId="360"/>
            <ac:spMk id="20" creationId="{F3F202D8-7F03-5113-A091-F13EC7D60957}"/>
          </ac:spMkLst>
        </pc:spChg>
        <pc:spChg chg="del">
          <ac:chgData name="Hardeo Thakur" userId="f363d765-82e0-43ef-abca-0a9168688986" providerId="ADAL" clId="{81BD219F-9939-4880-BA82-ECA2AFF73DAD}" dt="2023-04-09T10:50:54.260" v="2222" actId="478"/>
          <ac:spMkLst>
            <pc:docMk/>
            <pc:sldMk cId="766148095" sldId="360"/>
            <ac:spMk id="22" creationId="{ED949657-839D-2F9B-2CFA-1AF983DADC6A}"/>
          </ac:spMkLst>
        </pc:spChg>
        <pc:spChg chg="del">
          <ac:chgData name="Hardeo Thakur" userId="f363d765-82e0-43ef-abca-0a9168688986" providerId="ADAL" clId="{81BD219F-9939-4880-BA82-ECA2AFF73DAD}" dt="2023-04-09T10:51:05.159" v="2224" actId="478"/>
          <ac:spMkLst>
            <pc:docMk/>
            <pc:sldMk cId="766148095" sldId="360"/>
            <ac:spMk id="23" creationId="{FE2D493D-59B1-C1F7-8A8D-CD7469373E46}"/>
          </ac:spMkLst>
        </pc:spChg>
        <pc:spChg chg="del">
          <ac:chgData name="Hardeo Thakur" userId="f363d765-82e0-43ef-abca-0a9168688986" providerId="ADAL" clId="{81BD219F-9939-4880-BA82-ECA2AFF73DAD}" dt="2023-04-09T10:51:05.159" v="2224" actId="478"/>
          <ac:spMkLst>
            <pc:docMk/>
            <pc:sldMk cId="766148095" sldId="360"/>
            <ac:spMk id="24" creationId="{BD46CAB8-B1C7-512A-C8D9-DB92D11A6051}"/>
          </ac:spMkLst>
        </pc:spChg>
        <pc:spChg chg="del">
          <ac:chgData name="Hardeo Thakur" userId="f363d765-82e0-43ef-abca-0a9168688986" providerId="ADAL" clId="{81BD219F-9939-4880-BA82-ECA2AFF73DAD}" dt="2023-04-09T10:50:58.619" v="2223" actId="478"/>
          <ac:spMkLst>
            <pc:docMk/>
            <pc:sldMk cId="766148095" sldId="360"/>
            <ac:spMk id="27" creationId="{0FE140DE-0ACE-AB92-C2A9-0C5C47534FF3}"/>
          </ac:spMkLst>
        </pc:spChg>
        <pc:spChg chg="add mod">
          <ac:chgData name="Hardeo Thakur" userId="f363d765-82e0-43ef-abca-0a9168688986" providerId="ADAL" clId="{81BD219F-9939-4880-BA82-ECA2AFF73DAD}" dt="2023-04-09T10:56:41.147" v="2254" actId="1076"/>
          <ac:spMkLst>
            <pc:docMk/>
            <pc:sldMk cId="766148095" sldId="360"/>
            <ac:spMk id="29" creationId="{AE23275F-706D-A8C8-E0F1-4A8AEB0175D0}"/>
          </ac:spMkLst>
        </pc:spChg>
        <pc:spChg chg="add mod">
          <ac:chgData name="Hardeo Thakur" userId="f363d765-82e0-43ef-abca-0a9168688986" providerId="ADAL" clId="{81BD219F-9939-4880-BA82-ECA2AFF73DAD}" dt="2023-04-09T10:57:01.421" v="2256" actId="1076"/>
          <ac:spMkLst>
            <pc:docMk/>
            <pc:sldMk cId="766148095" sldId="360"/>
            <ac:spMk id="30" creationId="{4D408A21-A351-CC4B-8727-76B1EC60A30A}"/>
          </ac:spMkLst>
        </pc:spChg>
        <pc:spChg chg="add mod">
          <ac:chgData name="Hardeo Thakur" userId="f363d765-82e0-43ef-abca-0a9168688986" providerId="ADAL" clId="{81BD219F-9939-4880-BA82-ECA2AFF73DAD}" dt="2023-04-09T10:57:01.421" v="2256" actId="1076"/>
          <ac:spMkLst>
            <pc:docMk/>
            <pc:sldMk cId="766148095" sldId="360"/>
            <ac:spMk id="31" creationId="{1BBC0578-B034-619A-6EB9-58C1A8452979}"/>
          </ac:spMkLst>
        </pc:spChg>
        <pc:spChg chg="mod">
          <ac:chgData name="Hardeo Thakur" userId="f363d765-82e0-43ef-abca-0a9168688986" providerId="ADAL" clId="{81BD219F-9939-4880-BA82-ECA2AFF73DAD}" dt="2023-04-09T10:52:29.452" v="2244" actId="20577"/>
          <ac:spMkLst>
            <pc:docMk/>
            <pc:sldMk cId="766148095" sldId="360"/>
            <ac:spMk id="37" creationId="{8C00CEB2-75FC-82AE-2B77-9A39DB92D00B}"/>
          </ac:spMkLst>
        </pc:spChg>
        <pc:spChg chg="del">
          <ac:chgData name="Hardeo Thakur" userId="f363d765-82e0-43ef-abca-0a9168688986" providerId="ADAL" clId="{81BD219F-9939-4880-BA82-ECA2AFF73DAD}" dt="2023-04-09T10:51:33.315" v="2226" actId="21"/>
          <ac:spMkLst>
            <pc:docMk/>
            <pc:sldMk cId="766148095" sldId="360"/>
            <ac:spMk id="38" creationId="{AE3C37BB-536C-165E-1CD4-650B18459C04}"/>
          </ac:spMkLst>
        </pc:spChg>
        <pc:spChg chg="del">
          <ac:chgData name="Hardeo Thakur" userId="f363d765-82e0-43ef-abca-0a9168688986" providerId="ADAL" clId="{81BD219F-9939-4880-BA82-ECA2AFF73DAD}" dt="2023-04-09T10:51:33.315" v="2226" actId="21"/>
          <ac:spMkLst>
            <pc:docMk/>
            <pc:sldMk cId="766148095" sldId="360"/>
            <ac:spMk id="39" creationId="{3A0AF77A-C5EF-030E-ED88-41DDDC22F6B7}"/>
          </ac:spMkLst>
        </pc:spChg>
        <pc:spChg chg="del">
          <ac:chgData name="Hardeo Thakur" userId="f363d765-82e0-43ef-abca-0a9168688986" providerId="ADAL" clId="{81BD219F-9939-4880-BA82-ECA2AFF73DAD}" dt="2023-04-09T10:51:33.315" v="2226" actId="21"/>
          <ac:spMkLst>
            <pc:docMk/>
            <pc:sldMk cId="766148095" sldId="360"/>
            <ac:spMk id="40" creationId="{466E3234-DB35-3529-A388-7B2E5F26E5F1}"/>
          </ac:spMkLst>
        </pc:spChg>
        <pc:spChg chg="del">
          <ac:chgData name="Hardeo Thakur" userId="f363d765-82e0-43ef-abca-0a9168688986" providerId="ADAL" clId="{81BD219F-9939-4880-BA82-ECA2AFF73DAD}" dt="2023-04-09T10:51:33.315" v="2226" actId="21"/>
          <ac:spMkLst>
            <pc:docMk/>
            <pc:sldMk cId="766148095" sldId="360"/>
            <ac:spMk id="43" creationId="{EEE5C76C-E6A6-9BB4-6BC3-A66D45AE3021}"/>
          </ac:spMkLst>
        </pc:spChg>
        <pc:spChg chg="add mod">
          <ac:chgData name="Hardeo Thakur" userId="f363d765-82e0-43ef-abca-0a9168688986" providerId="ADAL" clId="{81BD219F-9939-4880-BA82-ECA2AFF73DAD}" dt="2023-04-09T10:57:01.421" v="2256" actId="1076"/>
          <ac:spMkLst>
            <pc:docMk/>
            <pc:sldMk cId="766148095" sldId="360"/>
            <ac:spMk id="44" creationId="{369A60C1-8331-8B7A-2E67-AD3DBD6024EB}"/>
          </ac:spMkLst>
        </pc:spChg>
        <pc:spChg chg="del">
          <ac:chgData name="Hardeo Thakur" userId="f363d765-82e0-43ef-abca-0a9168688986" providerId="ADAL" clId="{81BD219F-9939-4880-BA82-ECA2AFF73DAD}" dt="2023-04-09T10:51:26.491" v="2225" actId="478"/>
          <ac:spMkLst>
            <pc:docMk/>
            <pc:sldMk cId="766148095" sldId="360"/>
            <ac:spMk id="46" creationId="{21D07857-8DA3-4149-223B-DC387896D7B3}"/>
          </ac:spMkLst>
        </pc:spChg>
        <pc:spChg chg="del">
          <ac:chgData name="Hardeo Thakur" userId="f363d765-82e0-43ef-abca-0a9168688986" providerId="ADAL" clId="{81BD219F-9939-4880-BA82-ECA2AFF73DAD}" dt="2023-04-09T10:51:26.491" v="2225" actId="478"/>
          <ac:spMkLst>
            <pc:docMk/>
            <pc:sldMk cId="766148095" sldId="360"/>
            <ac:spMk id="47" creationId="{0EEFED6D-2F14-C775-1FA9-EDC116979751}"/>
          </ac:spMkLst>
        </pc:spChg>
        <pc:spChg chg="del">
          <ac:chgData name="Hardeo Thakur" userId="f363d765-82e0-43ef-abca-0a9168688986" providerId="ADAL" clId="{81BD219F-9939-4880-BA82-ECA2AFF73DAD}" dt="2023-04-09T10:51:26.491" v="2225" actId="478"/>
          <ac:spMkLst>
            <pc:docMk/>
            <pc:sldMk cId="766148095" sldId="360"/>
            <ac:spMk id="48" creationId="{9CD5ED13-0F1D-34A1-BDD4-39946CE9FEBF}"/>
          </ac:spMkLst>
        </pc:spChg>
        <pc:spChg chg="del">
          <ac:chgData name="Hardeo Thakur" userId="f363d765-82e0-43ef-abca-0a9168688986" providerId="ADAL" clId="{81BD219F-9939-4880-BA82-ECA2AFF73DAD}" dt="2023-04-09T10:51:26.491" v="2225" actId="478"/>
          <ac:spMkLst>
            <pc:docMk/>
            <pc:sldMk cId="766148095" sldId="360"/>
            <ac:spMk id="51" creationId="{629E2C07-28CB-CC3B-8576-C18ABF94C45A}"/>
          </ac:spMkLst>
        </pc:spChg>
        <pc:spChg chg="del">
          <ac:chgData name="Hardeo Thakur" userId="f363d765-82e0-43ef-abca-0a9168688986" providerId="ADAL" clId="{81BD219F-9939-4880-BA82-ECA2AFF73DAD}" dt="2023-04-09T10:51:26.491" v="2225" actId="478"/>
          <ac:spMkLst>
            <pc:docMk/>
            <pc:sldMk cId="766148095" sldId="360"/>
            <ac:spMk id="52" creationId="{724F16BD-45E5-BF72-2607-FF08B181D2B2}"/>
          </ac:spMkLst>
        </pc:spChg>
        <pc:spChg chg="add mod">
          <ac:chgData name="Hardeo Thakur" userId="f363d765-82e0-43ef-abca-0a9168688986" providerId="ADAL" clId="{81BD219F-9939-4880-BA82-ECA2AFF73DAD}" dt="2023-04-09T10:57:01.421" v="2256" actId="1076"/>
          <ac:spMkLst>
            <pc:docMk/>
            <pc:sldMk cId="766148095" sldId="360"/>
            <ac:spMk id="53" creationId="{645F1F10-6EB4-3C50-57E2-E51BD72C67D1}"/>
          </ac:spMkLst>
        </pc:spChg>
        <pc:spChg chg="add mod">
          <ac:chgData name="Hardeo Thakur" userId="f363d765-82e0-43ef-abca-0a9168688986" providerId="ADAL" clId="{81BD219F-9939-4880-BA82-ECA2AFF73DAD}" dt="2023-04-09T11:00:16.208" v="2294" actId="20577"/>
          <ac:spMkLst>
            <pc:docMk/>
            <pc:sldMk cId="766148095" sldId="360"/>
            <ac:spMk id="58" creationId="{74E614F9-B3C3-216D-5B0A-2FAAD518BCC3}"/>
          </ac:spMkLst>
        </pc:spChg>
        <pc:spChg chg="add mod">
          <ac:chgData name="Hardeo Thakur" userId="f363d765-82e0-43ef-abca-0a9168688986" providerId="ADAL" clId="{81BD219F-9939-4880-BA82-ECA2AFF73DAD}" dt="2023-04-09T10:59:26.647" v="2286" actId="14100"/>
          <ac:spMkLst>
            <pc:docMk/>
            <pc:sldMk cId="766148095" sldId="360"/>
            <ac:spMk id="62" creationId="{C9511893-FB47-E012-BF08-F58A6CF63855}"/>
          </ac:spMkLst>
        </pc:spChg>
        <pc:spChg chg="add mod">
          <ac:chgData name="Hardeo Thakur" userId="f363d765-82e0-43ef-abca-0a9168688986" providerId="ADAL" clId="{81BD219F-9939-4880-BA82-ECA2AFF73DAD}" dt="2023-04-09T10:59:31.057" v="2287" actId="14100"/>
          <ac:spMkLst>
            <pc:docMk/>
            <pc:sldMk cId="766148095" sldId="360"/>
            <ac:spMk id="63" creationId="{76F906AC-C0ED-D8F7-64D6-9C7518FB98E7}"/>
          </ac:spMkLst>
        </pc:spChg>
        <pc:spChg chg="add mod">
          <ac:chgData name="Hardeo Thakur" userId="f363d765-82e0-43ef-abca-0a9168688986" providerId="ADAL" clId="{81BD219F-9939-4880-BA82-ECA2AFF73DAD}" dt="2023-04-09T11:00:11.384" v="2292" actId="1076"/>
          <ac:spMkLst>
            <pc:docMk/>
            <pc:sldMk cId="766148095" sldId="360"/>
            <ac:spMk id="66" creationId="{34581E55-BDB9-D875-04D2-E301F5FEB53D}"/>
          </ac:spMkLst>
        </pc:spChg>
        <pc:spChg chg="add mod">
          <ac:chgData name="Hardeo Thakur" userId="f363d765-82e0-43ef-abca-0a9168688986" providerId="ADAL" clId="{81BD219F-9939-4880-BA82-ECA2AFF73DAD}" dt="2023-04-09T11:08:04.088" v="2355" actId="207"/>
          <ac:spMkLst>
            <pc:docMk/>
            <pc:sldMk cId="766148095" sldId="360"/>
            <ac:spMk id="69" creationId="{AC3B112E-CDA2-3A18-67B3-EDA981D1429F}"/>
          </ac:spMkLst>
        </pc:spChg>
        <pc:cxnChg chg="add del mod">
          <ac:chgData name="Hardeo Thakur" userId="f363d765-82e0-43ef-abca-0a9168688986" providerId="ADAL" clId="{81BD219F-9939-4880-BA82-ECA2AFF73DAD}" dt="2023-04-09T11:01:18.630" v="2298" actId="478"/>
          <ac:cxnSpMkLst>
            <pc:docMk/>
            <pc:sldMk cId="766148095" sldId="360"/>
            <ac:cxnSpMk id="7" creationId="{022B5BE7-91A8-F54D-568E-6D24D8D5B1FE}"/>
          </ac:cxnSpMkLst>
        </pc:cxnChg>
        <pc:cxnChg chg="add del mod">
          <ac:chgData name="Hardeo Thakur" userId="f363d765-82e0-43ef-abca-0a9168688986" providerId="ADAL" clId="{81BD219F-9939-4880-BA82-ECA2AFF73DAD}" dt="2023-04-09T11:01:18.630" v="2298" actId="478"/>
          <ac:cxnSpMkLst>
            <pc:docMk/>
            <pc:sldMk cId="766148095" sldId="360"/>
            <ac:cxnSpMk id="8" creationId="{6E3214AF-E448-85C5-1074-378B85E6C820}"/>
          </ac:cxnSpMkLst>
        </pc:cxnChg>
        <pc:cxnChg chg="add del mod">
          <ac:chgData name="Hardeo Thakur" userId="f363d765-82e0-43ef-abca-0a9168688986" providerId="ADAL" clId="{81BD219F-9939-4880-BA82-ECA2AFF73DAD}" dt="2023-04-09T11:01:18.630" v="2298" actId="478"/>
          <ac:cxnSpMkLst>
            <pc:docMk/>
            <pc:sldMk cId="766148095" sldId="360"/>
            <ac:cxnSpMk id="10" creationId="{5C392199-5166-6216-0531-C40DDFBC45BB}"/>
          </ac:cxnSpMkLst>
        </pc:cxnChg>
        <pc:cxnChg chg="add del mod">
          <ac:chgData name="Hardeo Thakur" userId="f363d765-82e0-43ef-abca-0a9168688986" providerId="ADAL" clId="{81BD219F-9939-4880-BA82-ECA2AFF73DAD}" dt="2023-04-09T10:56:33.766" v="2252" actId="21"/>
          <ac:cxnSpMkLst>
            <pc:docMk/>
            <pc:sldMk cId="766148095" sldId="360"/>
            <ac:cxnSpMk id="15" creationId="{F3932349-37A0-6BA0-8FD4-B7CAB316BCC5}"/>
          </ac:cxnSpMkLst>
        </pc:cxnChg>
        <pc:cxnChg chg="add del mod">
          <ac:chgData name="Hardeo Thakur" userId="f363d765-82e0-43ef-abca-0a9168688986" providerId="ADAL" clId="{81BD219F-9939-4880-BA82-ECA2AFF73DAD}" dt="2023-04-09T10:56:33.766" v="2252" actId="21"/>
          <ac:cxnSpMkLst>
            <pc:docMk/>
            <pc:sldMk cId="766148095" sldId="360"/>
            <ac:cxnSpMk id="16" creationId="{D70F9683-765C-2F0D-2208-218DA1933918}"/>
          </ac:cxnSpMkLst>
        </pc:cxnChg>
        <pc:cxnChg chg="add mod">
          <ac:chgData name="Hardeo Thakur" userId="f363d765-82e0-43ef-abca-0a9168688986" providerId="ADAL" clId="{81BD219F-9939-4880-BA82-ECA2AFF73DAD}" dt="2023-04-09T10:56:41.147" v="2254" actId="1076"/>
          <ac:cxnSpMkLst>
            <pc:docMk/>
            <pc:sldMk cId="766148095" sldId="360"/>
            <ac:cxnSpMk id="21" creationId="{29A43410-18A1-8189-5A72-862B7B76C487}"/>
          </ac:cxnSpMkLst>
        </pc:cxnChg>
        <pc:cxnChg chg="del mod">
          <ac:chgData name="Hardeo Thakur" userId="f363d765-82e0-43ef-abca-0a9168688986" providerId="ADAL" clId="{81BD219F-9939-4880-BA82-ECA2AFF73DAD}" dt="2023-04-09T10:50:54.260" v="2222" actId="478"/>
          <ac:cxnSpMkLst>
            <pc:docMk/>
            <pc:sldMk cId="766148095" sldId="360"/>
            <ac:cxnSpMk id="25" creationId="{526B4D23-5D5F-1BDE-308E-ECC6A59D0BA7}"/>
          </ac:cxnSpMkLst>
        </pc:cxnChg>
        <pc:cxnChg chg="del mod">
          <ac:chgData name="Hardeo Thakur" userId="f363d765-82e0-43ef-abca-0a9168688986" providerId="ADAL" clId="{81BD219F-9939-4880-BA82-ECA2AFF73DAD}" dt="2023-04-09T10:51:05.159" v="2224" actId="478"/>
          <ac:cxnSpMkLst>
            <pc:docMk/>
            <pc:sldMk cId="766148095" sldId="360"/>
            <ac:cxnSpMk id="26" creationId="{A1AC7706-A8C3-9F53-0E87-9B991C3B9158}"/>
          </ac:cxnSpMkLst>
        </pc:cxnChg>
        <pc:cxnChg chg="add mod">
          <ac:chgData name="Hardeo Thakur" userId="f363d765-82e0-43ef-abca-0a9168688986" providerId="ADAL" clId="{81BD219F-9939-4880-BA82-ECA2AFF73DAD}" dt="2023-04-09T10:56:41.147" v="2254" actId="1076"/>
          <ac:cxnSpMkLst>
            <pc:docMk/>
            <pc:sldMk cId="766148095" sldId="360"/>
            <ac:cxnSpMk id="28" creationId="{CC8B7B9B-A578-9204-F0E1-BDEEC75DEA39}"/>
          </ac:cxnSpMkLst>
        </pc:cxnChg>
        <pc:cxnChg chg="del mod">
          <ac:chgData name="Hardeo Thakur" userId="f363d765-82e0-43ef-abca-0a9168688986" providerId="ADAL" clId="{81BD219F-9939-4880-BA82-ECA2AFF73DAD}" dt="2023-04-09T10:51:33.315" v="2226" actId="21"/>
          <ac:cxnSpMkLst>
            <pc:docMk/>
            <pc:sldMk cId="766148095" sldId="360"/>
            <ac:cxnSpMk id="41" creationId="{5117465F-3CD3-095A-EEA2-0F7FEDFF9E99}"/>
          </ac:cxnSpMkLst>
        </pc:cxnChg>
        <pc:cxnChg chg="del mod">
          <ac:chgData name="Hardeo Thakur" userId="f363d765-82e0-43ef-abca-0a9168688986" providerId="ADAL" clId="{81BD219F-9939-4880-BA82-ECA2AFF73DAD}" dt="2023-04-09T10:51:33.315" v="2226" actId="21"/>
          <ac:cxnSpMkLst>
            <pc:docMk/>
            <pc:sldMk cId="766148095" sldId="360"/>
            <ac:cxnSpMk id="42" creationId="{AA078780-3BE3-A7DA-6621-3DD40EBB35F1}"/>
          </ac:cxnSpMkLst>
        </pc:cxnChg>
        <pc:cxnChg chg="del mod">
          <ac:chgData name="Hardeo Thakur" userId="f363d765-82e0-43ef-abca-0a9168688986" providerId="ADAL" clId="{81BD219F-9939-4880-BA82-ECA2AFF73DAD}" dt="2023-04-09T10:51:33.315" v="2226" actId="21"/>
          <ac:cxnSpMkLst>
            <pc:docMk/>
            <pc:sldMk cId="766148095" sldId="360"/>
            <ac:cxnSpMk id="45" creationId="{7D9F1C7B-23CD-0D19-7451-DC5BE96D2D7F}"/>
          </ac:cxnSpMkLst>
        </pc:cxnChg>
        <pc:cxnChg chg="del mod">
          <ac:chgData name="Hardeo Thakur" userId="f363d765-82e0-43ef-abca-0a9168688986" providerId="ADAL" clId="{81BD219F-9939-4880-BA82-ECA2AFF73DAD}" dt="2023-04-09T10:51:26.491" v="2225" actId="478"/>
          <ac:cxnSpMkLst>
            <pc:docMk/>
            <pc:sldMk cId="766148095" sldId="360"/>
            <ac:cxnSpMk id="49" creationId="{15354DE2-25F6-0FF6-7894-B63BAFB70128}"/>
          </ac:cxnSpMkLst>
        </pc:cxnChg>
        <pc:cxnChg chg="del mod">
          <ac:chgData name="Hardeo Thakur" userId="f363d765-82e0-43ef-abca-0a9168688986" providerId="ADAL" clId="{81BD219F-9939-4880-BA82-ECA2AFF73DAD}" dt="2023-04-09T10:51:26.491" v="2225" actId="478"/>
          <ac:cxnSpMkLst>
            <pc:docMk/>
            <pc:sldMk cId="766148095" sldId="360"/>
            <ac:cxnSpMk id="50" creationId="{7D2CD6A4-D970-A48A-85AF-92D2FB8CC892}"/>
          </ac:cxnSpMkLst>
        </pc:cxnChg>
        <pc:cxnChg chg="del mod">
          <ac:chgData name="Hardeo Thakur" userId="f363d765-82e0-43ef-abca-0a9168688986" providerId="ADAL" clId="{81BD219F-9939-4880-BA82-ECA2AFF73DAD}" dt="2023-04-09T10:51:26.491" v="2225" actId="478"/>
          <ac:cxnSpMkLst>
            <pc:docMk/>
            <pc:sldMk cId="766148095" sldId="360"/>
            <ac:cxnSpMk id="54" creationId="{99AAB6EA-268D-6B2F-EFF4-B6B7FD465A52}"/>
          </ac:cxnSpMkLst>
        </pc:cxnChg>
        <pc:cxnChg chg="add mod">
          <ac:chgData name="Hardeo Thakur" userId="f363d765-82e0-43ef-abca-0a9168688986" providerId="ADAL" clId="{81BD219F-9939-4880-BA82-ECA2AFF73DAD}" dt="2023-04-09T10:57:01.421" v="2256" actId="1076"/>
          <ac:cxnSpMkLst>
            <pc:docMk/>
            <pc:sldMk cId="766148095" sldId="360"/>
            <ac:cxnSpMk id="55" creationId="{FE569F96-649F-2E63-CD7F-25AB6DCD4237}"/>
          </ac:cxnSpMkLst>
        </pc:cxnChg>
        <pc:cxnChg chg="del mod">
          <ac:chgData name="Hardeo Thakur" userId="f363d765-82e0-43ef-abca-0a9168688986" providerId="ADAL" clId="{81BD219F-9939-4880-BA82-ECA2AFF73DAD}" dt="2023-04-09T10:51:26.491" v="2225" actId="478"/>
          <ac:cxnSpMkLst>
            <pc:docMk/>
            <pc:sldMk cId="766148095" sldId="360"/>
            <ac:cxnSpMk id="56" creationId="{DA877B31-C53F-FC1A-E95B-A99E6A7161C9}"/>
          </ac:cxnSpMkLst>
        </pc:cxnChg>
        <pc:cxnChg chg="add mod">
          <ac:chgData name="Hardeo Thakur" userId="f363d765-82e0-43ef-abca-0a9168688986" providerId="ADAL" clId="{81BD219F-9939-4880-BA82-ECA2AFF73DAD}" dt="2023-04-09T11:01:05.602" v="2297" actId="14100"/>
          <ac:cxnSpMkLst>
            <pc:docMk/>
            <pc:sldMk cId="766148095" sldId="360"/>
            <ac:cxnSpMk id="57" creationId="{73FD75A1-ABA8-838A-8936-92B313B6997E}"/>
          </ac:cxnSpMkLst>
        </pc:cxnChg>
        <pc:cxnChg chg="add mod">
          <ac:chgData name="Hardeo Thakur" userId="f363d765-82e0-43ef-abca-0a9168688986" providerId="ADAL" clId="{81BD219F-9939-4880-BA82-ECA2AFF73DAD}" dt="2023-04-09T10:58:04.065" v="2267" actId="692"/>
          <ac:cxnSpMkLst>
            <pc:docMk/>
            <pc:sldMk cId="766148095" sldId="360"/>
            <ac:cxnSpMk id="60" creationId="{AB6734B3-A565-46FF-FDAA-3C0485E31352}"/>
          </ac:cxnSpMkLst>
        </pc:cxnChg>
        <pc:cxnChg chg="add mod">
          <ac:chgData name="Hardeo Thakur" userId="f363d765-82e0-43ef-abca-0a9168688986" providerId="ADAL" clId="{81BD219F-9939-4880-BA82-ECA2AFF73DAD}" dt="2023-04-09T10:59:54.020" v="2290" actId="14100"/>
          <ac:cxnSpMkLst>
            <pc:docMk/>
            <pc:sldMk cId="766148095" sldId="360"/>
            <ac:cxnSpMk id="64" creationId="{ED2470AA-12E7-000C-FE30-E79D22C14FDE}"/>
          </ac:cxnSpMkLst>
        </pc:cxnChg>
      </pc:sldChg>
      <pc:sldChg chg="addSp delSp modSp add mod modAnim">
        <pc:chgData name="Hardeo Thakur" userId="f363d765-82e0-43ef-abca-0a9168688986" providerId="ADAL" clId="{81BD219F-9939-4880-BA82-ECA2AFF73DAD}" dt="2023-04-09T11:10:18.345" v="2382" actId="20577"/>
        <pc:sldMkLst>
          <pc:docMk/>
          <pc:sldMk cId="2091607126" sldId="361"/>
        </pc:sldMkLst>
        <pc:spChg chg="mod">
          <ac:chgData name="Hardeo Thakur" userId="f363d765-82e0-43ef-abca-0a9168688986" providerId="ADAL" clId="{81BD219F-9939-4880-BA82-ECA2AFF73DAD}" dt="2023-04-09T11:02:46.016" v="2305" actId="1076"/>
          <ac:spMkLst>
            <pc:docMk/>
            <pc:sldMk cId="2091607126" sldId="361"/>
            <ac:spMk id="4" creationId="{9C3BCC44-7A45-0164-4B7C-0D350B8E1366}"/>
          </ac:spMkLst>
        </pc:spChg>
        <pc:spChg chg="mod">
          <ac:chgData name="Hardeo Thakur" userId="f363d765-82e0-43ef-abca-0a9168688986" providerId="ADAL" clId="{81BD219F-9939-4880-BA82-ECA2AFF73DAD}" dt="2023-04-09T11:02:46.016" v="2305" actId="1076"/>
          <ac:spMkLst>
            <pc:docMk/>
            <pc:sldMk cId="2091607126" sldId="361"/>
            <ac:spMk id="5" creationId="{D0788621-F6F9-5489-649F-7F0FEA7BD482}"/>
          </ac:spMkLst>
        </pc:spChg>
        <pc:spChg chg="mod">
          <ac:chgData name="Hardeo Thakur" userId="f363d765-82e0-43ef-abca-0a9168688986" providerId="ADAL" clId="{81BD219F-9939-4880-BA82-ECA2AFF73DAD}" dt="2023-04-09T11:02:46.016" v="2305" actId="1076"/>
          <ac:spMkLst>
            <pc:docMk/>
            <pc:sldMk cId="2091607126" sldId="361"/>
            <ac:spMk id="6" creationId="{04B6938D-7681-351C-6339-353F7033762D}"/>
          </ac:spMkLst>
        </pc:spChg>
        <pc:spChg chg="del mod">
          <ac:chgData name="Hardeo Thakur" userId="f363d765-82e0-43ef-abca-0a9168688986" providerId="ADAL" clId="{81BD219F-9939-4880-BA82-ECA2AFF73DAD}" dt="2023-04-09T11:02:07.899" v="2303" actId="478"/>
          <ac:spMkLst>
            <pc:docMk/>
            <pc:sldMk cId="2091607126" sldId="361"/>
            <ac:spMk id="9" creationId="{E212DC01-6F0A-4A60-3971-776EE79D9FF3}"/>
          </ac:spMkLst>
        </pc:spChg>
        <pc:spChg chg="mod">
          <ac:chgData name="Hardeo Thakur" userId="f363d765-82e0-43ef-abca-0a9168688986" providerId="ADAL" clId="{81BD219F-9939-4880-BA82-ECA2AFF73DAD}" dt="2023-04-09T11:05:00.442" v="2318" actId="1076"/>
          <ac:spMkLst>
            <pc:docMk/>
            <pc:sldMk cId="2091607126" sldId="361"/>
            <ac:spMk id="18" creationId="{1DA08E2D-B036-C2A2-B781-F1479E667B7A}"/>
          </ac:spMkLst>
        </pc:spChg>
        <pc:spChg chg="mod">
          <ac:chgData name="Hardeo Thakur" userId="f363d765-82e0-43ef-abca-0a9168688986" providerId="ADAL" clId="{81BD219F-9939-4880-BA82-ECA2AFF73DAD}" dt="2023-04-09T11:05:00.442" v="2318" actId="1076"/>
          <ac:spMkLst>
            <pc:docMk/>
            <pc:sldMk cId="2091607126" sldId="361"/>
            <ac:spMk id="19" creationId="{625405E9-BC0C-5D40-BD58-D6DD15615AD3}"/>
          </ac:spMkLst>
        </pc:spChg>
        <pc:spChg chg="mod">
          <ac:chgData name="Hardeo Thakur" userId="f363d765-82e0-43ef-abca-0a9168688986" providerId="ADAL" clId="{81BD219F-9939-4880-BA82-ECA2AFF73DAD}" dt="2023-04-09T11:05:00.442" v="2318" actId="1076"/>
          <ac:spMkLst>
            <pc:docMk/>
            <pc:sldMk cId="2091607126" sldId="361"/>
            <ac:spMk id="20" creationId="{F3F202D8-7F03-5113-A091-F13EC7D60957}"/>
          </ac:spMkLst>
        </pc:spChg>
        <pc:spChg chg="add mod">
          <ac:chgData name="Hardeo Thakur" userId="f363d765-82e0-43ef-abca-0a9168688986" providerId="ADAL" clId="{81BD219F-9939-4880-BA82-ECA2AFF73DAD}" dt="2023-04-09T11:05:47.284" v="2321" actId="1076"/>
          <ac:spMkLst>
            <pc:docMk/>
            <pc:sldMk cId="2091607126" sldId="361"/>
            <ac:spMk id="24" creationId="{EC66FF05-9344-B84B-EC95-F37C955FA17A}"/>
          </ac:spMkLst>
        </pc:spChg>
        <pc:spChg chg="add mod">
          <ac:chgData name="Hardeo Thakur" userId="f363d765-82e0-43ef-abca-0a9168688986" providerId="ADAL" clId="{81BD219F-9939-4880-BA82-ECA2AFF73DAD}" dt="2023-04-09T11:05:09.524" v="2320" actId="1076"/>
          <ac:spMkLst>
            <pc:docMk/>
            <pc:sldMk cId="2091607126" sldId="361"/>
            <ac:spMk id="26" creationId="{EE695E06-B1EA-71AA-CF4C-1D438B6B5BF9}"/>
          </ac:spMkLst>
        </pc:spChg>
        <pc:spChg chg="add mod">
          <ac:chgData name="Hardeo Thakur" userId="f363d765-82e0-43ef-abca-0a9168688986" providerId="ADAL" clId="{81BD219F-9939-4880-BA82-ECA2AFF73DAD}" dt="2023-04-09T11:05:09.524" v="2320" actId="1076"/>
          <ac:spMkLst>
            <pc:docMk/>
            <pc:sldMk cId="2091607126" sldId="361"/>
            <ac:spMk id="27" creationId="{39699D2A-511C-5CC5-4D56-B4A826388A02}"/>
          </ac:spMkLst>
        </pc:spChg>
        <pc:spChg chg="mod">
          <ac:chgData name="Hardeo Thakur" userId="f363d765-82e0-43ef-abca-0a9168688986" providerId="ADAL" clId="{81BD219F-9939-4880-BA82-ECA2AFF73DAD}" dt="2023-04-09T11:05:00.442" v="2318" actId="1076"/>
          <ac:spMkLst>
            <pc:docMk/>
            <pc:sldMk cId="2091607126" sldId="361"/>
            <ac:spMk id="29" creationId="{AE23275F-706D-A8C8-E0F1-4A8AEB0175D0}"/>
          </ac:spMkLst>
        </pc:spChg>
        <pc:spChg chg="del">
          <ac:chgData name="Hardeo Thakur" userId="f363d765-82e0-43ef-abca-0a9168688986" providerId="ADAL" clId="{81BD219F-9939-4880-BA82-ECA2AFF73DAD}" dt="2023-04-09T11:04:08.820" v="2315" actId="478"/>
          <ac:spMkLst>
            <pc:docMk/>
            <pc:sldMk cId="2091607126" sldId="361"/>
            <ac:spMk id="31" creationId="{1BBC0578-B034-619A-6EB9-58C1A8452979}"/>
          </ac:spMkLst>
        </pc:spChg>
        <pc:spChg chg="del">
          <ac:chgData name="Hardeo Thakur" userId="f363d765-82e0-43ef-abca-0a9168688986" providerId="ADAL" clId="{81BD219F-9939-4880-BA82-ECA2AFF73DAD}" dt="2023-04-09T11:02:26.122" v="2304" actId="478"/>
          <ac:spMkLst>
            <pc:docMk/>
            <pc:sldMk cId="2091607126" sldId="361"/>
            <ac:spMk id="32" creationId="{DABCCA8B-DABB-0E12-17C3-00CB13ABBC57}"/>
          </ac:spMkLst>
        </pc:spChg>
        <pc:spChg chg="del">
          <ac:chgData name="Hardeo Thakur" userId="f363d765-82e0-43ef-abca-0a9168688986" providerId="ADAL" clId="{81BD219F-9939-4880-BA82-ECA2AFF73DAD}" dt="2023-04-09T11:02:02.347" v="2301" actId="478"/>
          <ac:spMkLst>
            <pc:docMk/>
            <pc:sldMk cId="2091607126" sldId="361"/>
            <ac:spMk id="33" creationId="{3ABC92F9-B46D-4382-2FDC-B56253796A60}"/>
          </ac:spMkLst>
        </pc:spChg>
        <pc:spChg chg="del">
          <ac:chgData name="Hardeo Thakur" userId="f363d765-82e0-43ef-abca-0a9168688986" providerId="ADAL" clId="{81BD219F-9939-4880-BA82-ECA2AFF73DAD}" dt="2023-04-09T11:02:02.347" v="2301" actId="478"/>
          <ac:spMkLst>
            <pc:docMk/>
            <pc:sldMk cId="2091607126" sldId="361"/>
            <ac:spMk id="34" creationId="{8821FE4A-100F-F21D-12B8-F0DBA6150482}"/>
          </ac:spMkLst>
        </pc:spChg>
        <pc:spChg chg="add mod">
          <ac:chgData name="Hardeo Thakur" userId="f363d765-82e0-43ef-abca-0a9168688986" providerId="ADAL" clId="{81BD219F-9939-4880-BA82-ECA2AFF73DAD}" dt="2023-04-09T11:05:09.524" v="2320" actId="1076"/>
          <ac:spMkLst>
            <pc:docMk/>
            <pc:sldMk cId="2091607126" sldId="361"/>
            <ac:spMk id="38" creationId="{9344709E-64A6-D5BD-35AE-E845FF101023}"/>
          </ac:spMkLst>
        </pc:spChg>
        <pc:spChg chg="add mod">
          <ac:chgData name="Hardeo Thakur" userId="f363d765-82e0-43ef-abca-0a9168688986" providerId="ADAL" clId="{81BD219F-9939-4880-BA82-ECA2AFF73DAD}" dt="2023-04-09T11:05:09.524" v="2320" actId="1076"/>
          <ac:spMkLst>
            <pc:docMk/>
            <pc:sldMk cId="2091607126" sldId="361"/>
            <ac:spMk id="41" creationId="{98621026-4816-553C-45DD-E7F1E305F837}"/>
          </ac:spMkLst>
        </pc:spChg>
        <pc:spChg chg="add mod">
          <ac:chgData name="Hardeo Thakur" userId="f363d765-82e0-43ef-abca-0a9168688986" providerId="ADAL" clId="{81BD219F-9939-4880-BA82-ECA2AFF73DAD}" dt="2023-04-09T11:05:09.524" v="2320" actId="1076"/>
          <ac:spMkLst>
            <pc:docMk/>
            <pc:sldMk cId="2091607126" sldId="361"/>
            <ac:spMk id="43" creationId="{369A7C32-6A83-5E8F-ADAE-611BCB5CE409}"/>
          </ac:spMkLst>
        </pc:spChg>
        <pc:spChg chg="del">
          <ac:chgData name="Hardeo Thakur" userId="f363d765-82e0-43ef-abca-0a9168688986" providerId="ADAL" clId="{81BD219F-9939-4880-BA82-ECA2AFF73DAD}" dt="2023-04-09T11:04:08.820" v="2315" actId="478"/>
          <ac:spMkLst>
            <pc:docMk/>
            <pc:sldMk cId="2091607126" sldId="361"/>
            <ac:spMk id="44" creationId="{369A60C1-8331-8B7A-2E67-AD3DBD6024EB}"/>
          </ac:spMkLst>
        </pc:spChg>
        <pc:spChg chg="add mod">
          <ac:chgData name="Hardeo Thakur" userId="f363d765-82e0-43ef-abca-0a9168688986" providerId="ADAL" clId="{81BD219F-9939-4880-BA82-ECA2AFF73DAD}" dt="2023-04-09T11:05:55.534" v="2323" actId="1076"/>
          <ac:spMkLst>
            <pc:docMk/>
            <pc:sldMk cId="2091607126" sldId="361"/>
            <ac:spMk id="47" creationId="{E3BF337E-8B89-D485-A8A2-90D362EA443F}"/>
          </ac:spMkLst>
        </pc:spChg>
        <pc:spChg chg="add del mod">
          <ac:chgData name="Hardeo Thakur" userId="f363d765-82e0-43ef-abca-0a9168688986" providerId="ADAL" clId="{81BD219F-9939-4880-BA82-ECA2AFF73DAD}" dt="2023-04-09T11:06:48.991" v="2332" actId="478"/>
          <ac:spMkLst>
            <pc:docMk/>
            <pc:sldMk cId="2091607126" sldId="361"/>
            <ac:spMk id="48" creationId="{88061822-9BAF-DE92-D56A-830928B98288}"/>
          </ac:spMkLst>
        </pc:spChg>
        <pc:spChg chg="del">
          <ac:chgData name="Hardeo Thakur" userId="f363d765-82e0-43ef-abca-0a9168688986" providerId="ADAL" clId="{81BD219F-9939-4880-BA82-ECA2AFF73DAD}" dt="2023-04-09T11:04:12.981" v="2316" actId="478"/>
          <ac:spMkLst>
            <pc:docMk/>
            <pc:sldMk cId="2091607126" sldId="361"/>
            <ac:spMk id="53" creationId="{645F1F10-6EB4-3C50-57E2-E51BD72C67D1}"/>
          </ac:spMkLst>
        </pc:spChg>
        <pc:spChg chg="del">
          <ac:chgData name="Hardeo Thakur" userId="f363d765-82e0-43ef-abca-0a9168688986" providerId="ADAL" clId="{81BD219F-9939-4880-BA82-ECA2AFF73DAD}" dt="2023-04-09T11:04:08.820" v="2315" actId="478"/>
          <ac:spMkLst>
            <pc:docMk/>
            <pc:sldMk cId="2091607126" sldId="361"/>
            <ac:spMk id="58" creationId="{74E614F9-B3C3-216D-5B0A-2FAAD518BCC3}"/>
          </ac:spMkLst>
        </pc:spChg>
        <pc:spChg chg="add mod">
          <ac:chgData name="Hardeo Thakur" userId="f363d765-82e0-43ef-abca-0a9168688986" providerId="ADAL" clId="{81BD219F-9939-4880-BA82-ECA2AFF73DAD}" dt="2023-04-09T11:10:18.345" v="2382" actId="20577"/>
          <ac:spMkLst>
            <pc:docMk/>
            <pc:sldMk cId="2091607126" sldId="361"/>
            <ac:spMk id="61" creationId="{56DE071E-1777-2EC6-8C12-9AA33BBE44B3}"/>
          </ac:spMkLst>
        </pc:spChg>
        <pc:spChg chg="mod">
          <ac:chgData name="Hardeo Thakur" userId="f363d765-82e0-43ef-abca-0a9168688986" providerId="ADAL" clId="{81BD219F-9939-4880-BA82-ECA2AFF73DAD}" dt="2023-04-09T11:05:00.442" v="2318" actId="1076"/>
          <ac:spMkLst>
            <pc:docMk/>
            <pc:sldMk cId="2091607126" sldId="361"/>
            <ac:spMk id="62" creationId="{C9511893-FB47-E012-BF08-F58A6CF63855}"/>
          </ac:spMkLst>
        </pc:spChg>
        <pc:spChg chg="del">
          <ac:chgData name="Hardeo Thakur" userId="f363d765-82e0-43ef-abca-0a9168688986" providerId="ADAL" clId="{81BD219F-9939-4880-BA82-ECA2AFF73DAD}" dt="2023-04-09T11:04:12.981" v="2316" actId="478"/>
          <ac:spMkLst>
            <pc:docMk/>
            <pc:sldMk cId="2091607126" sldId="361"/>
            <ac:spMk id="63" creationId="{76F906AC-C0ED-D8F7-64D6-9C7518FB98E7}"/>
          </ac:spMkLst>
        </pc:spChg>
        <pc:spChg chg="del">
          <ac:chgData name="Hardeo Thakur" userId="f363d765-82e0-43ef-abca-0a9168688986" providerId="ADAL" clId="{81BD219F-9939-4880-BA82-ECA2AFF73DAD}" dt="2023-04-09T11:04:08.820" v="2315" actId="478"/>
          <ac:spMkLst>
            <pc:docMk/>
            <pc:sldMk cId="2091607126" sldId="361"/>
            <ac:spMk id="66" creationId="{34581E55-BDB9-D875-04D2-E301F5FEB53D}"/>
          </ac:spMkLst>
        </pc:spChg>
        <pc:cxnChg chg="mod">
          <ac:chgData name="Hardeo Thakur" userId="f363d765-82e0-43ef-abca-0a9168688986" providerId="ADAL" clId="{81BD219F-9939-4880-BA82-ECA2AFF73DAD}" dt="2023-04-09T11:02:46.016" v="2305" actId="1076"/>
          <ac:cxnSpMkLst>
            <pc:docMk/>
            <pc:sldMk cId="2091607126" sldId="361"/>
            <ac:cxnSpMk id="7" creationId="{022B5BE7-91A8-F54D-568E-6D24D8D5B1FE}"/>
          </ac:cxnSpMkLst>
        </pc:cxnChg>
        <pc:cxnChg chg="mod">
          <ac:chgData name="Hardeo Thakur" userId="f363d765-82e0-43ef-abca-0a9168688986" providerId="ADAL" clId="{81BD219F-9939-4880-BA82-ECA2AFF73DAD}" dt="2023-04-09T11:02:46.016" v="2305" actId="1076"/>
          <ac:cxnSpMkLst>
            <pc:docMk/>
            <pc:sldMk cId="2091607126" sldId="361"/>
            <ac:cxnSpMk id="8" creationId="{6E3214AF-E448-85C5-1074-378B85E6C820}"/>
          </ac:cxnSpMkLst>
        </pc:cxnChg>
        <pc:cxnChg chg="mod">
          <ac:chgData name="Hardeo Thakur" userId="f363d765-82e0-43ef-abca-0a9168688986" providerId="ADAL" clId="{81BD219F-9939-4880-BA82-ECA2AFF73DAD}" dt="2023-04-09T11:02:46.016" v="2305" actId="1076"/>
          <ac:cxnSpMkLst>
            <pc:docMk/>
            <pc:sldMk cId="2091607126" sldId="361"/>
            <ac:cxnSpMk id="10" creationId="{5C392199-5166-6216-0531-C40DDFBC45BB}"/>
          </ac:cxnSpMkLst>
        </pc:cxnChg>
        <pc:cxnChg chg="add mod">
          <ac:chgData name="Hardeo Thakur" userId="f363d765-82e0-43ef-abca-0a9168688986" providerId="ADAL" clId="{81BD219F-9939-4880-BA82-ECA2AFF73DAD}" dt="2023-04-09T11:05:00.442" v="2318" actId="1076"/>
          <ac:cxnSpMkLst>
            <pc:docMk/>
            <pc:sldMk cId="2091607126" sldId="361"/>
            <ac:cxnSpMk id="13" creationId="{2CB953CA-5E00-8D2E-4381-2EB7E733D4A8}"/>
          </ac:cxnSpMkLst>
        </pc:cxnChg>
        <pc:cxnChg chg="add mod">
          <ac:chgData name="Hardeo Thakur" userId="f363d765-82e0-43ef-abca-0a9168688986" providerId="ADAL" clId="{81BD219F-9939-4880-BA82-ECA2AFF73DAD}" dt="2023-04-09T11:05:00.442" v="2318" actId="1076"/>
          <ac:cxnSpMkLst>
            <pc:docMk/>
            <pc:sldMk cId="2091607126" sldId="361"/>
            <ac:cxnSpMk id="14" creationId="{3761E66A-AD6A-D235-34C8-E43AD906A5FE}"/>
          </ac:cxnSpMkLst>
        </pc:cxnChg>
        <pc:cxnChg chg="mod">
          <ac:chgData name="Hardeo Thakur" userId="f363d765-82e0-43ef-abca-0a9168688986" providerId="ADAL" clId="{81BD219F-9939-4880-BA82-ECA2AFF73DAD}" dt="2023-04-09T11:05:00.442" v="2318" actId="1076"/>
          <ac:cxnSpMkLst>
            <pc:docMk/>
            <pc:sldMk cId="2091607126" sldId="361"/>
            <ac:cxnSpMk id="21" creationId="{29A43410-18A1-8189-5A72-862B7B76C487}"/>
          </ac:cxnSpMkLst>
        </pc:cxnChg>
        <pc:cxnChg chg="mod">
          <ac:chgData name="Hardeo Thakur" userId="f363d765-82e0-43ef-abca-0a9168688986" providerId="ADAL" clId="{81BD219F-9939-4880-BA82-ECA2AFF73DAD}" dt="2023-04-09T11:05:00.442" v="2318" actId="1076"/>
          <ac:cxnSpMkLst>
            <pc:docMk/>
            <pc:sldMk cId="2091607126" sldId="361"/>
            <ac:cxnSpMk id="28" creationId="{CC8B7B9B-A578-9204-F0E1-BDEEC75DEA39}"/>
          </ac:cxnSpMkLst>
        </pc:cxnChg>
        <pc:cxnChg chg="del mod">
          <ac:chgData name="Hardeo Thakur" userId="f363d765-82e0-43ef-abca-0a9168688986" providerId="ADAL" clId="{81BD219F-9939-4880-BA82-ECA2AFF73DAD}" dt="2023-04-09T11:02:02.347" v="2301" actId="478"/>
          <ac:cxnSpMkLst>
            <pc:docMk/>
            <pc:sldMk cId="2091607126" sldId="361"/>
            <ac:cxnSpMk id="35" creationId="{54D1502E-AF91-BE2C-2CCF-E5F62BDF396D}"/>
          </ac:cxnSpMkLst>
        </pc:cxnChg>
        <pc:cxnChg chg="del mod">
          <ac:chgData name="Hardeo Thakur" userId="f363d765-82e0-43ef-abca-0a9168688986" providerId="ADAL" clId="{81BD219F-9939-4880-BA82-ECA2AFF73DAD}" dt="2023-04-09T11:02:02.347" v="2301" actId="478"/>
          <ac:cxnSpMkLst>
            <pc:docMk/>
            <pc:sldMk cId="2091607126" sldId="361"/>
            <ac:cxnSpMk id="36" creationId="{330799A0-3909-401A-8B0C-3643023BA4CF}"/>
          </ac:cxnSpMkLst>
        </pc:cxnChg>
        <pc:cxnChg chg="add mod">
          <ac:chgData name="Hardeo Thakur" userId="f363d765-82e0-43ef-abca-0a9168688986" providerId="ADAL" clId="{81BD219F-9939-4880-BA82-ECA2AFF73DAD}" dt="2023-04-09T11:05:09.524" v="2320" actId="1076"/>
          <ac:cxnSpMkLst>
            <pc:docMk/>
            <pc:sldMk cId="2091607126" sldId="361"/>
            <ac:cxnSpMk id="39" creationId="{DE8F2133-68EF-2F20-C91C-F2CFCC888A83}"/>
          </ac:cxnSpMkLst>
        </pc:cxnChg>
        <pc:cxnChg chg="add mod">
          <ac:chgData name="Hardeo Thakur" userId="f363d765-82e0-43ef-abca-0a9168688986" providerId="ADAL" clId="{81BD219F-9939-4880-BA82-ECA2AFF73DAD}" dt="2023-04-09T11:05:09.524" v="2320" actId="1076"/>
          <ac:cxnSpMkLst>
            <pc:docMk/>
            <pc:sldMk cId="2091607126" sldId="361"/>
            <ac:cxnSpMk id="40" creationId="{2158188F-DA51-2D5A-1BA1-DC0B6E60B5A8}"/>
          </ac:cxnSpMkLst>
        </pc:cxnChg>
        <pc:cxnChg chg="add mod">
          <ac:chgData name="Hardeo Thakur" userId="f363d765-82e0-43ef-abca-0a9168688986" providerId="ADAL" clId="{81BD219F-9939-4880-BA82-ECA2AFF73DAD}" dt="2023-04-09T11:05:09.524" v="2320" actId="1076"/>
          <ac:cxnSpMkLst>
            <pc:docMk/>
            <pc:sldMk cId="2091607126" sldId="361"/>
            <ac:cxnSpMk id="42" creationId="{AE64AF64-C982-FE0A-2CD0-4821F0067D0F}"/>
          </ac:cxnSpMkLst>
        </pc:cxnChg>
        <pc:cxnChg chg="add mod">
          <ac:chgData name="Hardeo Thakur" userId="f363d765-82e0-43ef-abca-0a9168688986" providerId="ADAL" clId="{81BD219F-9939-4880-BA82-ECA2AFF73DAD}" dt="2023-04-09T11:05:09.524" v="2320" actId="1076"/>
          <ac:cxnSpMkLst>
            <pc:docMk/>
            <pc:sldMk cId="2091607126" sldId="361"/>
            <ac:cxnSpMk id="45" creationId="{B8557BB6-847D-587B-6F6E-EE70EDB34EF4}"/>
          </ac:cxnSpMkLst>
        </pc:cxnChg>
        <pc:cxnChg chg="add mod">
          <ac:chgData name="Hardeo Thakur" userId="f363d765-82e0-43ef-abca-0a9168688986" providerId="ADAL" clId="{81BD219F-9939-4880-BA82-ECA2AFF73DAD}" dt="2023-04-09T11:05:09.524" v="2320" actId="1076"/>
          <ac:cxnSpMkLst>
            <pc:docMk/>
            <pc:sldMk cId="2091607126" sldId="361"/>
            <ac:cxnSpMk id="46" creationId="{91ABE149-49AD-EFA4-F76C-F14633099440}"/>
          </ac:cxnSpMkLst>
        </pc:cxnChg>
        <pc:cxnChg chg="add mod">
          <ac:chgData name="Hardeo Thakur" userId="f363d765-82e0-43ef-abca-0a9168688986" providerId="ADAL" clId="{81BD219F-9939-4880-BA82-ECA2AFF73DAD}" dt="2023-04-09T11:09:50.917" v="2370" actId="1076"/>
          <ac:cxnSpMkLst>
            <pc:docMk/>
            <pc:sldMk cId="2091607126" sldId="361"/>
            <ac:cxnSpMk id="50" creationId="{73797F96-8C73-5A28-0129-581083C9890F}"/>
          </ac:cxnSpMkLst>
        </pc:cxnChg>
        <pc:cxnChg chg="add mod">
          <ac:chgData name="Hardeo Thakur" userId="f363d765-82e0-43ef-abca-0a9168688986" providerId="ADAL" clId="{81BD219F-9939-4880-BA82-ECA2AFF73DAD}" dt="2023-04-09T11:09:50.917" v="2370" actId="1076"/>
          <ac:cxnSpMkLst>
            <pc:docMk/>
            <pc:sldMk cId="2091607126" sldId="361"/>
            <ac:cxnSpMk id="51" creationId="{A425B7CC-3D68-7285-2240-82EF2AE63754}"/>
          </ac:cxnSpMkLst>
        </pc:cxnChg>
        <pc:cxnChg chg="del mod">
          <ac:chgData name="Hardeo Thakur" userId="f363d765-82e0-43ef-abca-0a9168688986" providerId="ADAL" clId="{81BD219F-9939-4880-BA82-ECA2AFF73DAD}" dt="2023-04-09T11:04:08.820" v="2315" actId="478"/>
          <ac:cxnSpMkLst>
            <pc:docMk/>
            <pc:sldMk cId="2091607126" sldId="361"/>
            <ac:cxnSpMk id="55" creationId="{FE569F96-649F-2E63-CD7F-25AB6DCD4237}"/>
          </ac:cxnSpMkLst>
        </pc:cxnChg>
        <pc:cxnChg chg="del mod">
          <ac:chgData name="Hardeo Thakur" userId="f363d765-82e0-43ef-abca-0a9168688986" providerId="ADAL" clId="{81BD219F-9939-4880-BA82-ECA2AFF73DAD}" dt="2023-04-09T11:04:08.820" v="2315" actId="478"/>
          <ac:cxnSpMkLst>
            <pc:docMk/>
            <pc:sldMk cId="2091607126" sldId="361"/>
            <ac:cxnSpMk id="57" creationId="{73FD75A1-ABA8-838A-8936-92B313B6997E}"/>
          </ac:cxnSpMkLst>
        </pc:cxnChg>
        <pc:cxnChg chg="mod">
          <ac:chgData name="Hardeo Thakur" userId="f363d765-82e0-43ef-abca-0a9168688986" providerId="ADAL" clId="{81BD219F-9939-4880-BA82-ECA2AFF73DAD}" dt="2023-04-09T11:05:00.442" v="2318" actId="1076"/>
          <ac:cxnSpMkLst>
            <pc:docMk/>
            <pc:sldMk cId="2091607126" sldId="361"/>
            <ac:cxnSpMk id="60" creationId="{AB6734B3-A565-46FF-FDAA-3C0485E31352}"/>
          </ac:cxnSpMkLst>
        </pc:cxnChg>
        <pc:cxnChg chg="del mod">
          <ac:chgData name="Hardeo Thakur" userId="f363d765-82e0-43ef-abca-0a9168688986" providerId="ADAL" clId="{81BD219F-9939-4880-BA82-ECA2AFF73DAD}" dt="2023-04-09T11:04:08.820" v="2315" actId="478"/>
          <ac:cxnSpMkLst>
            <pc:docMk/>
            <pc:sldMk cId="2091607126" sldId="361"/>
            <ac:cxnSpMk id="64" creationId="{ED2470AA-12E7-000C-FE30-E79D22C14FDE}"/>
          </ac:cxnSpMkLst>
        </pc:cxnChg>
      </pc:sldChg>
      <pc:sldChg chg="addSp delSp modSp add mod">
        <pc:chgData name="Hardeo Thakur" userId="f363d765-82e0-43ef-abca-0a9168688986" providerId="ADAL" clId="{81BD219F-9939-4880-BA82-ECA2AFF73DAD}" dt="2023-04-09T11:38:30.718" v="2624" actId="14100"/>
        <pc:sldMkLst>
          <pc:docMk/>
          <pc:sldMk cId="1572740972" sldId="362"/>
        </pc:sldMkLst>
        <pc:spChg chg="mod">
          <ac:chgData name="Hardeo Thakur" userId="f363d765-82e0-43ef-abca-0a9168688986" providerId="ADAL" clId="{81BD219F-9939-4880-BA82-ECA2AFF73DAD}" dt="2023-04-09T11:21:14.403" v="2526" actId="20577"/>
          <ac:spMkLst>
            <pc:docMk/>
            <pc:sldMk cId="1572740972" sldId="362"/>
            <ac:spMk id="2" creationId="{626A1CC7-97B9-8A20-FCF1-1457B10C4489}"/>
          </ac:spMkLst>
        </pc:spChg>
        <pc:spChg chg="add del mod">
          <ac:chgData name="Hardeo Thakur" userId="f363d765-82e0-43ef-abca-0a9168688986" providerId="ADAL" clId="{81BD219F-9939-4880-BA82-ECA2AFF73DAD}" dt="2023-04-09T11:31:29.802" v="2565" actId="1076"/>
          <ac:spMkLst>
            <pc:docMk/>
            <pc:sldMk cId="1572740972" sldId="362"/>
            <ac:spMk id="6" creationId="{8862598C-1781-33E4-4488-4E3F5809AB5D}"/>
          </ac:spMkLst>
        </pc:spChg>
        <pc:spChg chg="add mod">
          <ac:chgData name="Hardeo Thakur" userId="f363d765-82e0-43ef-abca-0a9168688986" providerId="ADAL" clId="{81BD219F-9939-4880-BA82-ECA2AFF73DAD}" dt="2023-04-09T11:31:29.802" v="2565" actId="1076"/>
          <ac:spMkLst>
            <pc:docMk/>
            <pc:sldMk cId="1572740972" sldId="362"/>
            <ac:spMk id="7" creationId="{99DF1F91-E332-73DC-0964-F6D51D9C1606}"/>
          </ac:spMkLst>
        </pc:spChg>
        <pc:spChg chg="add mod">
          <ac:chgData name="Hardeo Thakur" userId="f363d765-82e0-43ef-abca-0a9168688986" providerId="ADAL" clId="{81BD219F-9939-4880-BA82-ECA2AFF73DAD}" dt="2023-04-09T11:31:29.802" v="2565" actId="1076"/>
          <ac:spMkLst>
            <pc:docMk/>
            <pc:sldMk cId="1572740972" sldId="362"/>
            <ac:spMk id="8" creationId="{45EEBF51-C57F-8D98-663E-FD8542AF48A5}"/>
          </ac:spMkLst>
        </pc:spChg>
        <pc:spChg chg="add mod">
          <ac:chgData name="Hardeo Thakur" userId="f363d765-82e0-43ef-abca-0a9168688986" providerId="ADAL" clId="{81BD219F-9939-4880-BA82-ECA2AFF73DAD}" dt="2023-04-09T11:31:29.802" v="2565" actId="1076"/>
          <ac:spMkLst>
            <pc:docMk/>
            <pc:sldMk cId="1572740972" sldId="362"/>
            <ac:spMk id="11" creationId="{02BA4C28-BCAE-991F-BE95-05F5545E8AB9}"/>
          </ac:spMkLst>
        </pc:spChg>
        <pc:spChg chg="add mod">
          <ac:chgData name="Hardeo Thakur" userId="f363d765-82e0-43ef-abca-0a9168688986" providerId="ADAL" clId="{81BD219F-9939-4880-BA82-ECA2AFF73DAD}" dt="2023-04-09T11:31:29.802" v="2565" actId="1076"/>
          <ac:spMkLst>
            <pc:docMk/>
            <pc:sldMk cId="1572740972" sldId="362"/>
            <ac:spMk id="14" creationId="{C9A69652-5543-E321-35EA-D9CA482C418A}"/>
          </ac:spMkLst>
        </pc:spChg>
        <pc:spChg chg="del">
          <ac:chgData name="Hardeo Thakur" userId="f363d765-82e0-43ef-abca-0a9168688986" providerId="ADAL" clId="{81BD219F-9939-4880-BA82-ECA2AFF73DAD}" dt="2023-04-09T11:21:43.661" v="2529" actId="478"/>
          <ac:spMkLst>
            <pc:docMk/>
            <pc:sldMk cId="1572740972" sldId="362"/>
            <ac:spMk id="22" creationId="{ED949657-839D-2F9B-2CFA-1AF983DADC6A}"/>
          </ac:spMkLst>
        </pc:spChg>
        <pc:spChg chg="del">
          <ac:chgData name="Hardeo Thakur" userId="f363d765-82e0-43ef-abca-0a9168688986" providerId="ADAL" clId="{81BD219F-9939-4880-BA82-ECA2AFF73DAD}" dt="2023-04-09T11:21:43.661" v="2529" actId="478"/>
          <ac:spMkLst>
            <pc:docMk/>
            <pc:sldMk cId="1572740972" sldId="362"/>
            <ac:spMk id="23" creationId="{FE2D493D-59B1-C1F7-8A8D-CD7469373E46}"/>
          </ac:spMkLst>
        </pc:spChg>
        <pc:spChg chg="del">
          <ac:chgData name="Hardeo Thakur" userId="f363d765-82e0-43ef-abca-0a9168688986" providerId="ADAL" clId="{81BD219F-9939-4880-BA82-ECA2AFF73DAD}" dt="2023-04-09T11:21:43.661" v="2529" actId="478"/>
          <ac:spMkLst>
            <pc:docMk/>
            <pc:sldMk cId="1572740972" sldId="362"/>
            <ac:spMk id="24" creationId="{BD46CAB8-B1C7-512A-C8D9-DB92D11A6051}"/>
          </ac:spMkLst>
        </pc:spChg>
        <pc:spChg chg="del">
          <ac:chgData name="Hardeo Thakur" userId="f363d765-82e0-43ef-abca-0a9168688986" providerId="ADAL" clId="{81BD219F-9939-4880-BA82-ECA2AFF73DAD}" dt="2023-04-09T11:21:43.661" v="2529" actId="478"/>
          <ac:spMkLst>
            <pc:docMk/>
            <pc:sldMk cId="1572740972" sldId="362"/>
            <ac:spMk id="27" creationId="{0FE140DE-0ACE-AB92-C2A9-0C5C47534FF3}"/>
          </ac:spMkLst>
        </pc:spChg>
        <pc:spChg chg="del">
          <ac:chgData name="Hardeo Thakur" userId="f363d765-82e0-43ef-abca-0a9168688986" providerId="ADAL" clId="{81BD219F-9939-4880-BA82-ECA2AFF73DAD}" dt="2023-04-09T11:21:31.608" v="2527" actId="478"/>
          <ac:spMkLst>
            <pc:docMk/>
            <pc:sldMk cId="1572740972" sldId="362"/>
            <ac:spMk id="32" creationId="{DABCCA8B-DABB-0E12-17C3-00CB13ABBC57}"/>
          </ac:spMkLst>
        </pc:spChg>
        <pc:spChg chg="del">
          <ac:chgData name="Hardeo Thakur" userId="f363d765-82e0-43ef-abca-0a9168688986" providerId="ADAL" clId="{81BD219F-9939-4880-BA82-ECA2AFF73DAD}" dt="2023-04-09T11:21:31.608" v="2527" actId="478"/>
          <ac:spMkLst>
            <pc:docMk/>
            <pc:sldMk cId="1572740972" sldId="362"/>
            <ac:spMk id="33" creationId="{3ABC92F9-B46D-4382-2FDC-B56253796A60}"/>
          </ac:spMkLst>
        </pc:spChg>
        <pc:spChg chg="del">
          <ac:chgData name="Hardeo Thakur" userId="f363d765-82e0-43ef-abca-0a9168688986" providerId="ADAL" clId="{81BD219F-9939-4880-BA82-ECA2AFF73DAD}" dt="2023-04-09T11:21:48.729" v="2530" actId="478"/>
          <ac:spMkLst>
            <pc:docMk/>
            <pc:sldMk cId="1572740972" sldId="362"/>
            <ac:spMk id="34" creationId="{8821FE4A-100F-F21D-12B8-F0DBA6150482}"/>
          </ac:spMkLst>
        </pc:spChg>
        <pc:spChg chg="del">
          <ac:chgData name="Hardeo Thakur" userId="f363d765-82e0-43ef-abca-0a9168688986" providerId="ADAL" clId="{81BD219F-9939-4880-BA82-ECA2AFF73DAD}" dt="2023-04-09T11:21:54.561" v="2531" actId="478"/>
          <ac:spMkLst>
            <pc:docMk/>
            <pc:sldMk cId="1572740972" sldId="362"/>
            <ac:spMk id="37" creationId="{8C00CEB2-75FC-82AE-2B77-9A39DB92D00B}"/>
          </ac:spMkLst>
        </pc:spChg>
        <pc:spChg chg="del">
          <ac:chgData name="Hardeo Thakur" userId="f363d765-82e0-43ef-abca-0a9168688986" providerId="ADAL" clId="{81BD219F-9939-4880-BA82-ECA2AFF73DAD}" dt="2023-04-09T11:21:36.166" v="2528" actId="478"/>
          <ac:spMkLst>
            <pc:docMk/>
            <pc:sldMk cId="1572740972" sldId="362"/>
            <ac:spMk id="38" creationId="{AE3C37BB-536C-165E-1CD4-650B18459C04}"/>
          </ac:spMkLst>
        </pc:spChg>
        <pc:spChg chg="del">
          <ac:chgData name="Hardeo Thakur" userId="f363d765-82e0-43ef-abca-0a9168688986" providerId="ADAL" clId="{81BD219F-9939-4880-BA82-ECA2AFF73DAD}" dt="2023-04-09T11:21:36.166" v="2528" actId="478"/>
          <ac:spMkLst>
            <pc:docMk/>
            <pc:sldMk cId="1572740972" sldId="362"/>
            <ac:spMk id="39" creationId="{3A0AF77A-C5EF-030E-ED88-41DDDC22F6B7}"/>
          </ac:spMkLst>
        </pc:spChg>
        <pc:spChg chg="del">
          <ac:chgData name="Hardeo Thakur" userId="f363d765-82e0-43ef-abca-0a9168688986" providerId="ADAL" clId="{81BD219F-9939-4880-BA82-ECA2AFF73DAD}" dt="2023-04-09T11:21:48.729" v="2530" actId="478"/>
          <ac:spMkLst>
            <pc:docMk/>
            <pc:sldMk cId="1572740972" sldId="362"/>
            <ac:spMk id="40" creationId="{466E3234-DB35-3529-A388-7B2E5F26E5F1}"/>
          </ac:spMkLst>
        </pc:spChg>
        <pc:spChg chg="del">
          <ac:chgData name="Hardeo Thakur" userId="f363d765-82e0-43ef-abca-0a9168688986" providerId="ADAL" clId="{81BD219F-9939-4880-BA82-ECA2AFF73DAD}" dt="2023-04-09T11:21:36.166" v="2528" actId="478"/>
          <ac:spMkLst>
            <pc:docMk/>
            <pc:sldMk cId="1572740972" sldId="362"/>
            <ac:spMk id="43" creationId="{EEE5C76C-E6A6-9BB4-6BC3-A66D45AE3021}"/>
          </ac:spMkLst>
        </pc:spChg>
        <pc:spChg chg="del">
          <ac:chgData name="Hardeo Thakur" userId="f363d765-82e0-43ef-abca-0a9168688986" providerId="ADAL" clId="{81BD219F-9939-4880-BA82-ECA2AFF73DAD}" dt="2023-04-09T11:21:43.661" v="2529" actId="478"/>
          <ac:spMkLst>
            <pc:docMk/>
            <pc:sldMk cId="1572740972" sldId="362"/>
            <ac:spMk id="46" creationId="{21D07857-8DA3-4149-223B-DC387896D7B3}"/>
          </ac:spMkLst>
        </pc:spChg>
        <pc:spChg chg="del">
          <ac:chgData name="Hardeo Thakur" userId="f363d765-82e0-43ef-abca-0a9168688986" providerId="ADAL" clId="{81BD219F-9939-4880-BA82-ECA2AFF73DAD}" dt="2023-04-09T11:21:43.661" v="2529" actId="478"/>
          <ac:spMkLst>
            <pc:docMk/>
            <pc:sldMk cId="1572740972" sldId="362"/>
            <ac:spMk id="47" creationId="{0EEFED6D-2F14-C775-1FA9-EDC116979751}"/>
          </ac:spMkLst>
        </pc:spChg>
        <pc:spChg chg="del">
          <ac:chgData name="Hardeo Thakur" userId="f363d765-82e0-43ef-abca-0a9168688986" providerId="ADAL" clId="{81BD219F-9939-4880-BA82-ECA2AFF73DAD}" dt="2023-04-09T11:21:43.661" v="2529" actId="478"/>
          <ac:spMkLst>
            <pc:docMk/>
            <pc:sldMk cId="1572740972" sldId="362"/>
            <ac:spMk id="48" creationId="{9CD5ED13-0F1D-34A1-BDD4-39946CE9FEBF}"/>
          </ac:spMkLst>
        </pc:spChg>
        <pc:spChg chg="del">
          <ac:chgData name="Hardeo Thakur" userId="f363d765-82e0-43ef-abca-0a9168688986" providerId="ADAL" clId="{81BD219F-9939-4880-BA82-ECA2AFF73DAD}" dt="2023-04-09T11:21:43.661" v="2529" actId="478"/>
          <ac:spMkLst>
            <pc:docMk/>
            <pc:sldMk cId="1572740972" sldId="362"/>
            <ac:spMk id="51" creationId="{629E2C07-28CB-CC3B-8576-C18ABF94C45A}"/>
          </ac:spMkLst>
        </pc:spChg>
        <pc:spChg chg="del">
          <ac:chgData name="Hardeo Thakur" userId="f363d765-82e0-43ef-abca-0a9168688986" providerId="ADAL" clId="{81BD219F-9939-4880-BA82-ECA2AFF73DAD}" dt="2023-04-09T11:21:43.661" v="2529" actId="478"/>
          <ac:spMkLst>
            <pc:docMk/>
            <pc:sldMk cId="1572740972" sldId="362"/>
            <ac:spMk id="52" creationId="{724F16BD-45E5-BF72-2607-FF08B181D2B2}"/>
          </ac:spMkLst>
        </pc:spChg>
        <pc:spChg chg="add mod">
          <ac:chgData name="Hardeo Thakur" userId="f363d765-82e0-43ef-abca-0a9168688986" providerId="ADAL" clId="{81BD219F-9939-4880-BA82-ECA2AFF73DAD}" dt="2023-04-09T11:34:43.500" v="2581" actId="14100"/>
          <ac:spMkLst>
            <pc:docMk/>
            <pc:sldMk cId="1572740972" sldId="362"/>
            <ac:spMk id="57" creationId="{54402020-37AC-E47C-5108-E5DB4B98D344}"/>
          </ac:spMkLst>
        </pc:spChg>
        <pc:spChg chg="add mod">
          <ac:chgData name="Hardeo Thakur" userId="f363d765-82e0-43ef-abca-0a9168688986" providerId="ADAL" clId="{81BD219F-9939-4880-BA82-ECA2AFF73DAD}" dt="2023-04-09T11:31:29.802" v="2565" actId="1076"/>
          <ac:spMkLst>
            <pc:docMk/>
            <pc:sldMk cId="1572740972" sldId="362"/>
            <ac:spMk id="63" creationId="{CD4E904D-2FA8-9AAA-9EED-A304314483BF}"/>
          </ac:spMkLst>
        </pc:spChg>
        <pc:spChg chg="add mod">
          <ac:chgData name="Hardeo Thakur" userId="f363d765-82e0-43ef-abca-0a9168688986" providerId="ADAL" clId="{81BD219F-9939-4880-BA82-ECA2AFF73DAD}" dt="2023-04-09T11:32:38.889" v="2569" actId="1076"/>
          <ac:spMkLst>
            <pc:docMk/>
            <pc:sldMk cId="1572740972" sldId="362"/>
            <ac:spMk id="64" creationId="{4B72BCE7-AE7F-6303-3C36-FE2909EB70D9}"/>
          </ac:spMkLst>
        </pc:spChg>
        <pc:spChg chg="add mod">
          <ac:chgData name="Hardeo Thakur" userId="f363d765-82e0-43ef-abca-0a9168688986" providerId="ADAL" clId="{81BD219F-9939-4880-BA82-ECA2AFF73DAD}" dt="2023-04-09T11:32:38.889" v="2569" actId="1076"/>
          <ac:spMkLst>
            <pc:docMk/>
            <pc:sldMk cId="1572740972" sldId="362"/>
            <ac:spMk id="65" creationId="{A9B744F9-8C08-DF96-60AC-B6D805D57623}"/>
          </ac:spMkLst>
        </pc:spChg>
        <pc:spChg chg="add mod">
          <ac:chgData name="Hardeo Thakur" userId="f363d765-82e0-43ef-abca-0a9168688986" providerId="ADAL" clId="{81BD219F-9939-4880-BA82-ECA2AFF73DAD}" dt="2023-04-09T11:32:38.889" v="2569" actId="1076"/>
          <ac:spMkLst>
            <pc:docMk/>
            <pc:sldMk cId="1572740972" sldId="362"/>
            <ac:spMk id="66" creationId="{85E2BEB8-6278-F75D-9F6F-550D1F7D0D9F}"/>
          </ac:spMkLst>
        </pc:spChg>
        <pc:spChg chg="add mod">
          <ac:chgData name="Hardeo Thakur" userId="f363d765-82e0-43ef-abca-0a9168688986" providerId="ADAL" clId="{81BD219F-9939-4880-BA82-ECA2AFF73DAD}" dt="2023-04-09T11:32:38.889" v="2569" actId="1076"/>
          <ac:spMkLst>
            <pc:docMk/>
            <pc:sldMk cId="1572740972" sldId="362"/>
            <ac:spMk id="69" creationId="{1ED27E1E-DDFD-2641-50E8-24599ABC0144}"/>
          </ac:spMkLst>
        </pc:spChg>
        <pc:spChg chg="add mod">
          <ac:chgData name="Hardeo Thakur" userId="f363d765-82e0-43ef-abca-0a9168688986" providerId="ADAL" clId="{81BD219F-9939-4880-BA82-ECA2AFF73DAD}" dt="2023-04-09T11:36:13.452" v="2593" actId="14100"/>
          <ac:spMkLst>
            <pc:docMk/>
            <pc:sldMk cId="1572740972" sldId="362"/>
            <ac:spMk id="73" creationId="{D3FBAEEE-B865-B4DE-64A3-D5356F8D079E}"/>
          </ac:spMkLst>
        </pc:spChg>
        <pc:spChg chg="add mod">
          <ac:chgData name="Hardeo Thakur" userId="f363d765-82e0-43ef-abca-0a9168688986" providerId="ADAL" clId="{81BD219F-9939-4880-BA82-ECA2AFF73DAD}" dt="2023-04-09T11:32:38.889" v="2569" actId="1076"/>
          <ac:spMkLst>
            <pc:docMk/>
            <pc:sldMk cId="1572740972" sldId="362"/>
            <ac:spMk id="74" creationId="{74F4D279-B5F5-19AF-F0C5-4BF7B093A4C4}"/>
          </ac:spMkLst>
        </pc:spChg>
        <pc:spChg chg="add mod">
          <ac:chgData name="Hardeo Thakur" userId="f363d765-82e0-43ef-abca-0a9168688986" providerId="ADAL" clId="{81BD219F-9939-4880-BA82-ECA2AFF73DAD}" dt="2023-04-09T11:34:19.373" v="2580" actId="1076"/>
          <ac:spMkLst>
            <pc:docMk/>
            <pc:sldMk cId="1572740972" sldId="362"/>
            <ac:spMk id="80" creationId="{A03788CE-AEA8-142E-FED8-4C4B934D6D1E}"/>
          </ac:spMkLst>
        </pc:spChg>
        <pc:spChg chg="add mod">
          <ac:chgData name="Hardeo Thakur" userId="f363d765-82e0-43ef-abca-0a9168688986" providerId="ADAL" clId="{81BD219F-9939-4880-BA82-ECA2AFF73DAD}" dt="2023-04-09T11:35:22.935" v="2587" actId="20577"/>
          <ac:spMkLst>
            <pc:docMk/>
            <pc:sldMk cId="1572740972" sldId="362"/>
            <ac:spMk id="81" creationId="{E8C35A9D-C879-343B-B9EE-164D417BF98B}"/>
          </ac:spMkLst>
        </pc:spChg>
        <pc:spChg chg="add del mod">
          <ac:chgData name="Hardeo Thakur" userId="f363d765-82e0-43ef-abca-0a9168688986" providerId="ADAL" clId="{81BD219F-9939-4880-BA82-ECA2AFF73DAD}" dt="2023-04-09T11:37:07.583" v="2596"/>
          <ac:spMkLst>
            <pc:docMk/>
            <pc:sldMk cId="1572740972" sldId="362"/>
            <ac:spMk id="84" creationId="{15224CF5-0ACB-8DEF-F0C7-CEE18AE59187}"/>
          </ac:spMkLst>
        </pc:spChg>
        <pc:spChg chg="add mod">
          <ac:chgData name="Hardeo Thakur" userId="f363d765-82e0-43ef-abca-0a9168688986" providerId="ADAL" clId="{81BD219F-9939-4880-BA82-ECA2AFF73DAD}" dt="2023-04-09T11:38:00.072" v="2616" actId="207"/>
          <ac:spMkLst>
            <pc:docMk/>
            <pc:sldMk cId="1572740972" sldId="362"/>
            <ac:spMk id="85" creationId="{54053290-F563-0E51-D21D-A4F931A7CCE6}"/>
          </ac:spMkLst>
        </pc:spChg>
        <pc:spChg chg="add mod">
          <ac:chgData name="Hardeo Thakur" userId="f363d765-82e0-43ef-abca-0a9168688986" providerId="ADAL" clId="{81BD219F-9939-4880-BA82-ECA2AFF73DAD}" dt="2023-04-09T11:38:30.718" v="2624" actId="14100"/>
          <ac:spMkLst>
            <pc:docMk/>
            <pc:sldMk cId="1572740972" sldId="362"/>
            <ac:spMk id="86" creationId="{577D70F3-9848-B34C-5165-94F7385BD53E}"/>
          </ac:spMkLst>
        </pc:spChg>
        <pc:cxnChg chg="add mod">
          <ac:chgData name="Hardeo Thakur" userId="f363d765-82e0-43ef-abca-0a9168688986" providerId="ADAL" clId="{81BD219F-9939-4880-BA82-ECA2AFF73DAD}" dt="2023-04-09T11:31:29.802" v="2565" actId="1076"/>
          <ac:cxnSpMkLst>
            <pc:docMk/>
            <pc:sldMk cId="1572740972" sldId="362"/>
            <ac:cxnSpMk id="9" creationId="{B72C8685-A812-EABC-9B65-8838DA08A05A}"/>
          </ac:cxnSpMkLst>
        </pc:cxnChg>
        <pc:cxnChg chg="add mod">
          <ac:chgData name="Hardeo Thakur" userId="f363d765-82e0-43ef-abca-0a9168688986" providerId="ADAL" clId="{81BD219F-9939-4880-BA82-ECA2AFF73DAD}" dt="2023-04-09T11:31:29.802" v="2565" actId="1076"/>
          <ac:cxnSpMkLst>
            <pc:docMk/>
            <pc:sldMk cId="1572740972" sldId="362"/>
            <ac:cxnSpMk id="10" creationId="{F4ACAD80-A46D-9771-29B0-DEEA42ED1905}"/>
          </ac:cxnSpMkLst>
        </pc:cxnChg>
        <pc:cxnChg chg="add del mod">
          <ac:chgData name="Hardeo Thakur" userId="f363d765-82e0-43ef-abca-0a9168688986" providerId="ADAL" clId="{81BD219F-9939-4880-BA82-ECA2AFF73DAD}" dt="2023-04-09T11:31:53.186" v="2567" actId="478"/>
          <ac:cxnSpMkLst>
            <pc:docMk/>
            <pc:sldMk cId="1572740972" sldId="362"/>
            <ac:cxnSpMk id="12" creationId="{1F8AA1B6-9591-0D76-DCB7-59454735B7E5}"/>
          </ac:cxnSpMkLst>
        </pc:cxnChg>
        <pc:cxnChg chg="add mod">
          <ac:chgData name="Hardeo Thakur" userId="f363d765-82e0-43ef-abca-0a9168688986" providerId="ADAL" clId="{81BD219F-9939-4880-BA82-ECA2AFF73DAD}" dt="2023-04-09T11:31:29.802" v="2565" actId="1076"/>
          <ac:cxnSpMkLst>
            <pc:docMk/>
            <pc:sldMk cId="1572740972" sldId="362"/>
            <ac:cxnSpMk id="13" creationId="{CE89EE0A-CE7D-B281-C44D-F937C0A3373D}"/>
          </ac:cxnSpMkLst>
        </pc:cxnChg>
        <pc:cxnChg chg="del mod">
          <ac:chgData name="Hardeo Thakur" userId="f363d765-82e0-43ef-abca-0a9168688986" providerId="ADAL" clId="{81BD219F-9939-4880-BA82-ECA2AFF73DAD}" dt="2023-04-09T11:21:43.661" v="2529" actId="478"/>
          <ac:cxnSpMkLst>
            <pc:docMk/>
            <pc:sldMk cId="1572740972" sldId="362"/>
            <ac:cxnSpMk id="25" creationId="{526B4D23-5D5F-1BDE-308E-ECC6A59D0BA7}"/>
          </ac:cxnSpMkLst>
        </pc:cxnChg>
        <pc:cxnChg chg="del mod">
          <ac:chgData name="Hardeo Thakur" userId="f363d765-82e0-43ef-abca-0a9168688986" providerId="ADAL" clId="{81BD219F-9939-4880-BA82-ECA2AFF73DAD}" dt="2023-04-09T11:21:43.661" v="2529" actId="478"/>
          <ac:cxnSpMkLst>
            <pc:docMk/>
            <pc:sldMk cId="1572740972" sldId="362"/>
            <ac:cxnSpMk id="26" creationId="{A1AC7706-A8C3-9F53-0E87-9B991C3B9158}"/>
          </ac:cxnSpMkLst>
        </pc:cxnChg>
        <pc:cxnChg chg="del mod">
          <ac:chgData name="Hardeo Thakur" userId="f363d765-82e0-43ef-abca-0a9168688986" providerId="ADAL" clId="{81BD219F-9939-4880-BA82-ECA2AFF73DAD}" dt="2023-04-09T11:21:31.608" v="2527" actId="478"/>
          <ac:cxnSpMkLst>
            <pc:docMk/>
            <pc:sldMk cId="1572740972" sldId="362"/>
            <ac:cxnSpMk id="35" creationId="{54D1502E-AF91-BE2C-2CCF-E5F62BDF396D}"/>
          </ac:cxnSpMkLst>
        </pc:cxnChg>
        <pc:cxnChg chg="del mod">
          <ac:chgData name="Hardeo Thakur" userId="f363d765-82e0-43ef-abca-0a9168688986" providerId="ADAL" clId="{81BD219F-9939-4880-BA82-ECA2AFF73DAD}" dt="2023-04-09T11:21:31.608" v="2527" actId="478"/>
          <ac:cxnSpMkLst>
            <pc:docMk/>
            <pc:sldMk cId="1572740972" sldId="362"/>
            <ac:cxnSpMk id="36" creationId="{330799A0-3909-401A-8B0C-3643023BA4CF}"/>
          </ac:cxnSpMkLst>
        </pc:cxnChg>
        <pc:cxnChg chg="del mod">
          <ac:chgData name="Hardeo Thakur" userId="f363d765-82e0-43ef-abca-0a9168688986" providerId="ADAL" clId="{81BD219F-9939-4880-BA82-ECA2AFF73DAD}" dt="2023-04-09T11:21:36.166" v="2528" actId="478"/>
          <ac:cxnSpMkLst>
            <pc:docMk/>
            <pc:sldMk cId="1572740972" sldId="362"/>
            <ac:cxnSpMk id="41" creationId="{5117465F-3CD3-095A-EEA2-0F7FEDFF9E99}"/>
          </ac:cxnSpMkLst>
        </pc:cxnChg>
        <pc:cxnChg chg="del mod">
          <ac:chgData name="Hardeo Thakur" userId="f363d765-82e0-43ef-abca-0a9168688986" providerId="ADAL" clId="{81BD219F-9939-4880-BA82-ECA2AFF73DAD}" dt="2023-04-09T11:21:36.166" v="2528" actId="478"/>
          <ac:cxnSpMkLst>
            <pc:docMk/>
            <pc:sldMk cId="1572740972" sldId="362"/>
            <ac:cxnSpMk id="42" creationId="{AA078780-3BE3-A7DA-6621-3DD40EBB35F1}"/>
          </ac:cxnSpMkLst>
        </pc:cxnChg>
        <pc:cxnChg chg="del mod">
          <ac:chgData name="Hardeo Thakur" userId="f363d765-82e0-43ef-abca-0a9168688986" providerId="ADAL" clId="{81BD219F-9939-4880-BA82-ECA2AFF73DAD}" dt="2023-04-09T11:21:36.166" v="2528" actId="478"/>
          <ac:cxnSpMkLst>
            <pc:docMk/>
            <pc:sldMk cId="1572740972" sldId="362"/>
            <ac:cxnSpMk id="45" creationId="{7D9F1C7B-23CD-0D19-7451-DC5BE96D2D7F}"/>
          </ac:cxnSpMkLst>
        </pc:cxnChg>
        <pc:cxnChg chg="del mod">
          <ac:chgData name="Hardeo Thakur" userId="f363d765-82e0-43ef-abca-0a9168688986" providerId="ADAL" clId="{81BD219F-9939-4880-BA82-ECA2AFF73DAD}" dt="2023-04-09T11:21:43.661" v="2529" actId="478"/>
          <ac:cxnSpMkLst>
            <pc:docMk/>
            <pc:sldMk cId="1572740972" sldId="362"/>
            <ac:cxnSpMk id="49" creationId="{15354DE2-25F6-0FF6-7894-B63BAFB70128}"/>
          </ac:cxnSpMkLst>
        </pc:cxnChg>
        <pc:cxnChg chg="del mod">
          <ac:chgData name="Hardeo Thakur" userId="f363d765-82e0-43ef-abca-0a9168688986" providerId="ADAL" clId="{81BD219F-9939-4880-BA82-ECA2AFF73DAD}" dt="2023-04-09T11:21:43.661" v="2529" actId="478"/>
          <ac:cxnSpMkLst>
            <pc:docMk/>
            <pc:sldMk cId="1572740972" sldId="362"/>
            <ac:cxnSpMk id="50" creationId="{7D2CD6A4-D970-A48A-85AF-92D2FB8CC892}"/>
          </ac:cxnSpMkLst>
        </pc:cxnChg>
        <pc:cxnChg chg="del mod">
          <ac:chgData name="Hardeo Thakur" userId="f363d765-82e0-43ef-abca-0a9168688986" providerId="ADAL" clId="{81BD219F-9939-4880-BA82-ECA2AFF73DAD}" dt="2023-04-09T11:21:43.661" v="2529" actId="478"/>
          <ac:cxnSpMkLst>
            <pc:docMk/>
            <pc:sldMk cId="1572740972" sldId="362"/>
            <ac:cxnSpMk id="54" creationId="{99AAB6EA-268D-6B2F-EFF4-B6B7FD465A52}"/>
          </ac:cxnSpMkLst>
        </pc:cxnChg>
        <pc:cxnChg chg="add mod">
          <ac:chgData name="Hardeo Thakur" userId="f363d765-82e0-43ef-abca-0a9168688986" providerId="ADAL" clId="{81BD219F-9939-4880-BA82-ECA2AFF73DAD}" dt="2023-04-09T11:31:29.802" v="2565" actId="1076"/>
          <ac:cxnSpMkLst>
            <pc:docMk/>
            <pc:sldMk cId="1572740972" sldId="362"/>
            <ac:cxnSpMk id="55" creationId="{7AF180FF-3F5B-EE57-8B6F-BCF5C005C285}"/>
          </ac:cxnSpMkLst>
        </pc:cxnChg>
        <pc:cxnChg chg="del mod">
          <ac:chgData name="Hardeo Thakur" userId="f363d765-82e0-43ef-abca-0a9168688986" providerId="ADAL" clId="{81BD219F-9939-4880-BA82-ECA2AFF73DAD}" dt="2023-04-09T11:21:43.661" v="2529" actId="478"/>
          <ac:cxnSpMkLst>
            <pc:docMk/>
            <pc:sldMk cId="1572740972" sldId="362"/>
            <ac:cxnSpMk id="56" creationId="{DA877B31-C53F-FC1A-E95B-A99E6A7161C9}"/>
          </ac:cxnSpMkLst>
        </pc:cxnChg>
        <pc:cxnChg chg="add mod">
          <ac:chgData name="Hardeo Thakur" userId="f363d765-82e0-43ef-abca-0a9168688986" providerId="ADAL" clId="{81BD219F-9939-4880-BA82-ECA2AFF73DAD}" dt="2023-04-09T11:32:38.889" v="2569" actId="1076"/>
          <ac:cxnSpMkLst>
            <pc:docMk/>
            <pc:sldMk cId="1572740972" sldId="362"/>
            <ac:cxnSpMk id="67" creationId="{9C1438BC-4CF8-6D14-D618-A533EB114F39}"/>
          </ac:cxnSpMkLst>
        </pc:cxnChg>
        <pc:cxnChg chg="add mod">
          <ac:chgData name="Hardeo Thakur" userId="f363d765-82e0-43ef-abca-0a9168688986" providerId="ADAL" clId="{81BD219F-9939-4880-BA82-ECA2AFF73DAD}" dt="2023-04-09T11:32:38.889" v="2569" actId="1076"/>
          <ac:cxnSpMkLst>
            <pc:docMk/>
            <pc:sldMk cId="1572740972" sldId="362"/>
            <ac:cxnSpMk id="68" creationId="{7EF1FE6F-4421-0030-1817-136CD585BF04}"/>
          </ac:cxnSpMkLst>
        </pc:cxnChg>
        <pc:cxnChg chg="add del mod">
          <ac:chgData name="Hardeo Thakur" userId="f363d765-82e0-43ef-abca-0a9168688986" providerId="ADAL" clId="{81BD219F-9939-4880-BA82-ECA2AFF73DAD}" dt="2023-04-09T11:33:08.400" v="2573" actId="1076"/>
          <ac:cxnSpMkLst>
            <pc:docMk/>
            <pc:sldMk cId="1572740972" sldId="362"/>
            <ac:cxnSpMk id="70" creationId="{98D3A5A2-1A26-1F3A-669A-4DBA674867D4}"/>
          </ac:cxnSpMkLst>
        </pc:cxnChg>
        <pc:cxnChg chg="add del mod">
          <ac:chgData name="Hardeo Thakur" userId="f363d765-82e0-43ef-abca-0a9168688986" providerId="ADAL" clId="{81BD219F-9939-4880-BA82-ECA2AFF73DAD}" dt="2023-04-09T11:33:11.460" v="2574" actId="478"/>
          <ac:cxnSpMkLst>
            <pc:docMk/>
            <pc:sldMk cId="1572740972" sldId="362"/>
            <ac:cxnSpMk id="71" creationId="{55AD9910-5B71-188C-84B8-5EBF1E1D7B50}"/>
          </ac:cxnSpMkLst>
        </pc:cxnChg>
        <pc:cxnChg chg="add mod">
          <ac:chgData name="Hardeo Thakur" userId="f363d765-82e0-43ef-abca-0a9168688986" providerId="ADAL" clId="{81BD219F-9939-4880-BA82-ECA2AFF73DAD}" dt="2023-04-09T11:32:38.889" v="2569" actId="1076"/>
          <ac:cxnSpMkLst>
            <pc:docMk/>
            <pc:sldMk cId="1572740972" sldId="362"/>
            <ac:cxnSpMk id="72" creationId="{A7C3A7F7-C2BC-3A66-4873-3D3081DE258D}"/>
          </ac:cxnSpMkLst>
        </pc:cxnChg>
        <pc:cxnChg chg="add mod">
          <ac:chgData name="Hardeo Thakur" userId="f363d765-82e0-43ef-abca-0a9168688986" providerId="ADAL" clId="{81BD219F-9939-4880-BA82-ECA2AFF73DAD}" dt="2023-04-09T11:33:47.158" v="2578" actId="14100"/>
          <ac:cxnSpMkLst>
            <pc:docMk/>
            <pc:sldMk cId="1572740972" sldId="362"/>
            <ac:cxnSpMk id="75" creationId="{AB661388-F704-314F-F81E-0E00EFFD4F5E}"/>
          </ac:cxnSpMkLst>
        </pc:cxnChg>
        <pc:cxnChg chg="add mod">
          <ac:chgData name="Hardeo Thakur" userId="f363d765-82e0-43ef-abca-0a9168688986" providerId="ADAL" clId="{81BD219F-9939-4880-BA82-ECA2AFF73DAD}" dt="2023-04-09T11:35:42.129" v="2590" actId="14100"/>
          <ac:cxnSpMkLst>
            <pc:docMk/>
            <pc:sldMk cId="1572740972" sldId="362"/>
            <ac:cxnSpMk id="82" creationId="{13572F46-BC11-E51A-0C57-A98722BB247C}"/>
          </ac:cxnSpMkLst>
        </pc:cxnChg>
      </pc:sldChg>
      <pc:sldChg chg="addSp delSp modSp add mod">
        <pc:chgData name="Hardeo Thakur" userId="f363d765-82e0-43ef-abca-0a9168688986" providerId="ADAL" clId="{81BD219F-9939-4880-BA82-ECA2AFF73DAD}" dt="2023-04-10T23:37:04.429" v="5934" actId="207"/>
        <pc:sldMkLst>
          <pc:docMk/>
          <pc:sldMk cId="2557580819" sldId="363"/>
        </pc:sldMkLst>
        <pc:spChg chg="add del mod">
          <ac:chgData name="Hardeo Thakur" userId="f363d765-82e0-43ef-abca-0a9168688986" providerId="ADAL" clId="{81BD219F-9939-4880-BA82-ECA2AFF73DAD}" dt="2023-04-10T23:37:04.429" v="5934" actId="207"/>
          <ac:spMkLst>
            <pc:docMk/>
            <pc:sldMk cId="2557580819" sldId="363"/>
            <ac:spMk id="2" creationId="{626A1CC7-97B9-8A20-FCF1-1457B10C4489}"/>
          </ac:spMkLst>
        </pc:spChg>
        <pc:spChg chg="mod">
          <ac:chgData name="Hardeo Thakur" userId="f363d765-82e0-43ef-abca-0a9168688986" providerId="ADAL" clId="{81BD219F-9939-4880-BA82-ECA2AFF73DAD}" dt="2023-04-09T11:46:36.548" v="2666" actId="20577"/>
          <ac:spMkLst>
            <pc:docMk/>
            <pc:sldMk cId="2557580819" sldId="363"/>
            <ac:spMk id="3" creationId="{97AB8BFD-5C1F-445C-8050-CE8F451E95B0}"/>
          </ac:spMkLst>
        </pc:spChg>
        <pc:spChg chg="del">
          <ac:chgData name="Hardeo Thakur" userId="f363d765-82e0-43ef-abca-0a9168688986" providerId="ADAL" clId="{81BD219F-9939-4880-BA82-ECA2AFF73DAD}" dt="2023-04-09T11:47:03.877" v="2674" actId="478"/>
          <ac:spMkLst>
            <pc:docMk/>
            <pc:sldMk cId="2557580819" sldId="363"/>
            <ac:spMk id="6" creationId="{8862598C-1781-33E4-4488-4E3F5809AB5D}"/>
          </ac:spMkLst>
        </pc:spChg>
        <pc:spChg chg="del">
          <ac:chgData name="Hardeo Thakur" userId="f363d765-82e0-43ef-abca-0a9168688986" providerId="ADAL" clId="{81BD219F-9939-4880-BA82-ECA2AFF73DAD}" dt="2023-04-09T11:47:03.877" v="2674" actId="478"/>
          <ac:spMkLst>
            <pc:docMk/>
            <pc:sldMk cId="2557580819" sldId="363"/>
            <ac:spMk id="7" creationId="{99DF1F91-E332-73DC-0964-F6D51D9C1606}"/>
          </ac:spMkLst>
        </pc:spChg>
        <pc:spChg chg="del">
          <ac:chgData name="Hardeo Thakur" userId="f363d765-82e0-43ef-abca-0a9168688986" providerId="ADAL" clId="{81BD219F-9939-4880-BA82-ECA2AFF73DAD}" dt="2023-04-09T11:47:03.877" v="2674" actId="478"/>
          <ac:spMkLst>
            <pc:docMk/>
            <pc:sldMk cId="2557580819" sldId="363"/>
            <ac:spMk id="8" creationId="{45EEBF51-C57F-8D98-663E-FD8542AF48A5}"/>
          </ac:spMkLst>
        </pc:spChg>
        <pc:spChg chg="del">
          <ac:chgData name="Hardeo Thakur" userId="f363d765-82e0-43ef-abca-0a9168688986" providerId="ADAL" clId="{81BD219F-9939-4880-BA82-ECA2AFF73DAD}" dt="2023-04-09T11:47:03.877" v="2674" actId="478"/>
          <ac:spMkLst>
            <pc:docMk/>
            <pc:sldMk cId="2557580819" sldId="363"/>
            <ac:spMk id="11" creationId="{02BA4C28-BCAE-991F-BE95-05F5545E8AB9}"/>
          </ac:spMkLst>
        </pc:spChg>
        <pc:spChg chg="del">
          <ac:chgData name="Hardeo Thakur" userId="f363d765-82e0-43ef-abca-0a9168688986" providerId="ADAL" clId="{81BD219F-9939-4880-BA82-ECA2AFF73DAD}" dt="2023-04-09T11:47:03.877" v="2674" actId="478"/>
          <ac:spMkLst>
            <pc:docMk/>
            <pc:sldMk cId="2557580819" sldId="363"/>
            <ac:spMk id="14" creationId="{C9A69652-5543-E321-35EA-D9CA482C418A}"/>
          </ac:spMkLst>
        </pc:spChg>
        <pc:spChg chg="del">
          <ac:chgData name="Hardeo Thakur" userId="f363d765-82e0-43ef-abca-0a9168688986" providerId="ADAL" clId="{81BD219F-9939-4880-BA82-ECA2AFF73DAD}" dt="2023-04-09T11:47:03.877" v="2674" actId="478"/>
          <ac:spMkLst>
            <pc:docMk/>
            <pc:sldMk cId="2557580819" sldId="363"/>
            <ac:spMk id="57" creationId="{54402020-37AC-E47C-5108-E5DB4B98D344}"/>
          </ac:spMkLst>
        </pc:spChg>
        <pc:spChg chg="del">
          <ac:chgData name="Hardeo Thakur" userId="f363d765-82e0-43ef-abca-0a9168688986" providerId="ADAL" clId="{81BD219F-9939-4880-BA82-ECA2AFF73DAD}" dt="2023-04-09T11:47:03.877" v="2674" actId="478"/>
          <ac:spMkLst>
            <pc:docMk/>
            <pc:sldMk cId="2557580819" sldId="363"/>
            <ac:spMk id="63" creationId="{CD4E904D-2FA8-9AAA-9EED-A304314483BF}"/>
          </ac:spMkLst>
        </pc:spChg>
        <pc:spChg chg="del">
          <ac:chgData name="Hardeo Thakur" userId="f363d765-82e0-43ef-abca-0a9168688986" providerId="ADAL" clId="{81BD219F-9939-4880-BA82-ECA2AFF73DAD}" dt="2023-04-09T11:47:03.877" v="2674" actId="478"/>
          <ac:spMkLst>
            <pc:docMk/>
            <pc:sldMk cId="2557580819" sldId="363"/>
            <ac:spMk id="64" creationId="{4B72BCE7-AE7F-6303-3C36-FE2909EB70D9}"/>
          </ac:spMkLst>
        </pc:spChg>
        <pc:spChg chg="del">
          <ac:chgData name="Hardeo Thakur" userId="f363d765-82e0-43ef-abca-0a9168688986" providerId="ADAL" clId="{81BD219F-9939-4880-BA82-ECA2AFF73DAD}" dt="2023-04-09T11:47:03.877" v="2674" actId="478"/>
          <ac:spMkLst>
            <pc:docMk/>
            <pc:sldMk cId="2557580819" sldId="363"/>
            <ac:spMk id="65" creationId="{A9B744F9-8C08-DF96-60AC-B6D805D57623}"/>
          </ac:spMkLst>
        </pc:spChg>
        <pc:spChg chg="del">
          <ac:chgData name="Hardeo Thakur" userId="f363d765-82e0-43ef-abca-0a9168688986" providerId="ADAL" clId="{81BD219F-9939-4880-BA82-ECA2AFF73DAD}" dt="2023-04-09T11:47:03.877" v="2674" actId="478"/>
          <ac:spMkLst>
            <pc:docMk/>
            <pc:sldMk cId="2557580819" sldId="363"/>
            <ac:spMk id="66" creationId="{85E2BEB8-6278-F75D-9F6F-550D1F7D0D9F}"/>
          </ac:spMkLst>
        </pc:spChg>
        <pc:spChg chg="del">
          <ac:chgData name="Hardeo Thakur" userId="f363d765-82e0-43ef-abca-0a9168688986" providerId="ADAL" clId="{81BD219F-9939-4880-BA82-ECA2AFF73DAD}" dt="2023-04-09T11:47:03.877" v="2674" actId="478"/>
          <ac:spMkLst>
            <pc:docMk/>
            <pc:sldMk cId="2557580819" sldId="363"/>
            <ac:spMk id="69" creationId="{1ED27E1E-DDFD-2641-50E8-24599ABC0144}"/>
          </ac:spMkLst>
        </pc:spChg>
        <pc:spChg chg="del">
          <ac:chgData name="Hardeo Thakur" userId="f363d765-82e0-43ef-abca-0a9168688986" providerId="ADAL" clId="{81BD219F-9939-4880-BA82-ECA2AFF73DAD}" dt="2023-04-09T11:47:07.846" v="2675" actId="478"/>
          <ac:spMkLst>
            <pc:docMk/>
            <pc:sldMk cId="2557580819" sldId="363"/>
            <ac:spMk id="73" creationId="{D3FBAEEE-B865-B4DE-64A3-D5356F8D079E}"/>
          </ac:spMkLst>
        </pc:spChg>
        <pc:spChg chg="del">
          <ac:chgData name="Hardeo Thakur" userId="f363d765-82e0-43ef-abca-0a9168688986" providerId="ADAL" clId="{81BD219F-9939-4880-BA82-ECA2AFF73DAD}" dt="2023-04-09T11:47:03.877" v="2674" actId="478"/>
          <ac:spMkLst>
            <pc:docMk/>
            <pc:sldMk cId="2557580819" sldId="363"/>
            <ac:spMk id="74" creationId="{74F4D279-B5F5-19AF-F0C5-4BF7B093A4C4}"/>
          </ac:spMkLst>
        </pc:spChg>
        <pc:spChg chg="del">
          <ac:chgData name="Hardeo Thakur" userId="f363d765-82e0-43ef-abca-0a9168688986" providerId="ADAL" clId="{81BD219F-9939-4880-BA82-ECA2AFF73DAD}" dt="2023-04-09T11:47:13.836" v="2677" actId="478"/>
          <ac:spMkLst>
            <pc:docMk/>
            <pc:sldMk cId="2557580819" sldId="363"/>
            <ac:spMk id="80" creationId="{A03788CE-AEA8-142E-FED8-4C4B934D6D1E}"/>
          </ac:spMkLst>
        </pc:spChg>
        <pc:spChg chg="del">
          <ac:chgData name="Hardeo Thakur" userId="f363d765-82e0-43ef-abca-0a9168688986" providerId="ADAL" clId="{81BD219F-9939-4880-BA82-ECA2AFF73DAD}" dt="2023-04-09T11:47:10.757" v="2676" actId="478"/>
          <ac:spMkLst>
            <pc:docMk/>
            <pc:sldMk cId="2557580819" sldId="363"/>
            <ac:spMk id="81" creationId="{E8C35A9D-C879-343B-B9EE-164D417BF98B}"/>
          </ac:spMkLst>
        </pc:spChg>
        <pc:spChg chg="del mod">
          <ac:chgData name="Hardeo Thakur" userId="f363d765-82e0-43ef-abca-0a9168688986" providerId="ADAL" clId="{81BD219F-9939-4880-BA82-ECA2AFF73DAD}" dt="2023-04-09T11:47:18.180" v="2678" actId="478"/>
          <ac:spMkLst>
            <pc:docMk/>
            <pc:sldMk cId="2557580819" sldId="363"/>
            <ac:spMk id="85" creationId="{54053290-F563-0E51-D21D-A4F931A7CCE6}"/>
          </ac:spMkLst>
        </pc:spChg>
        <pc:spChg chg="del mod">
          <ac:chgData name="Hardeo Thakur" userId="f363d765-82e0-43ef-abca-0a9168688986" providerId="ADAL" clId="{81BD219F-9939-4880-BA82-ECA2AFF73DAD}" dt="2023-04-09T11:46:43.150" v="2668" actId="478"/>
          <ac:spMkLst>
            <pc:docMk/>
            <pc:sldMk cId="2557580819" sldId="363"/>
            <ac:spMk id="86" creationId="{577D70F3-9848-B34C-5165-94F7385BD53E}"/>
          </ac:spMkLst>
        </pc:spChg>
        <pc:cxnChg chg="del mod">
          <ac:chgData name="Hardeo Thakur" userId="f363d765-82e0-43ef-abca-0a9168688986" providerId="ADAL" clId="{81BD219F-9939-4880-BA82-ECA2AFF73DAD}" dt="2023-04-09T11:47:03.877" v="2674" actId="478"/>
          <ac:cxnSpMkLst>
            <pc:docMk/>
            <pc:sldMk cId="2557580819" sldId="363"/>
            <ac:cxnSpMk id="9" creationId="{B72C8685-A812-EABC-9B65-8838DA08A05A}"/>
          </ac:cxnSpMkLst>
        </pc:cxnChg>
        <pc:cxnChg chg="del mod">
          <ac:chgData name="Hardeo Thakur" userId="f363d765-82e0-43ef-abca-0a9168688986" providerId="ADAL" clId="{81BD219F-9939-4880-BA82-ECA2AFF73DAD}" dt="2023-04-09T11:47:03.877" v="2674" actId="478"/>
          <ac:cxnSpMkLst>
            <pc:docMk/>
            <pc:sldMk cId="2557580819" sldId="363"/>
            <ac:cxnSpMk id="10" creationId="{F4ACAD80-A46D-9771-29B0-DEEA42ED1905}"/>
          </ac:cxnSpMkLst>
        </pc:cxnChg>
        <pc:cxnChg chg="del mod">
          <ac:chgData name="Hardeo Thakur" userId="f363d765-82e0-43ef-abca-0a9168688986" providerId="ADAL" clId="{81BD219F-9939-4880-BA82-ECA2AFF73DAD}" dt="2023-04-09T11:47:03.877" v="2674" actId="478"/>
          <ac:cxnSpMkLst>
            <pc:docMk/>
            <pc:sldMk cId="2557580819" sldId="363"/>
            <ac:cxnSpMk id="12" creationId="{1F8AA1B6-9591-0D76-DCB7-59454735B7E5}"/>
          </ac:cxnSpMkLst>
        </pc:cxnChg>
        <pc:cxnChg chg="del mod">
          <ac:chgData name="Hardeo Thakur" userId="f363d765-82e0-43ef-abca-0a9168688986" providerId="ADAL" clId="{81BD219F-9939-4880-BA82-ECA2AFF73DAD}" dt="2023-04-09T11:47:03.877" v="2674" actId="478"/>
          <ac:cxnSpMkLst>
            <pc:docMk/>
            <pc:sldMk cId="2557580819" sldId="363"/>
            <ac:cxnSpMk id="13" creationId="{CE89EE0A-CE7D-B281-C44D-F937C0A3373D}"/>
          </ac:cxnSpMkLst>
        </pc:cxnChg>
        <pc:cxnChg chg="del mod">
          <ac:chgData name="Hardeo Thakur" userId="f363d765-82e0-43ef-abca-0a9168688986" providerId="ADAL" clId="{81BD219F-9939-4880-BA82-ECA2AFF73DAD}" dt="2023-04-09T11:47:03.877" v="2674" actId="478"/>
          <ac:cxnSpMkLst>
            <pc:docMk/>
            <pc:sldMk cId="2557580819" sldId="363"/>
            <ac:cxnSpMk id="55" creationId="{7AF180FF-3F5B-EE57-8B6F-BCF5C005C285}"/>
          </ac:cxnSpMkLst>
        </pc:cxnChg>
        <pc:cxnChg chg="del mod">
          <ac:chgData name="Hardeo Thakur" userId="f363d765-82e0-43ef-abca-0a9168688986" providerId="ADAL" clId="{81BD219F-9939-4880-BA82-ECA2AFF73DAD}" dt="2023-04-09T11:47:03.877" v="2674" actId="478"/>
          <ac:cxnSpMkLst>
            <pc:docMk/>
            <pc:sldMk cId="2557580819" sldId="363"/>
            <ac:cxnSpMk id="67" creationId="{9C1438BC-4CF8-6D14-D618-A533EB114F39}"/>
          </ac:cxnSpMkLst>
        </pc:cxnChg>
        <pc:cxnChg chg="del mod">
          <ac:chgData name="Hardeo Thakur" userId="f363d765-82e0-43ef-abca-0a9168688986" providerId="ADAL" clId="{81BD219F-9939-4880-BA82-ECA2AFF73DAD}" dt="2023-04-09T11:47:03.877" v="2674" actId="478"/>
          <ac:cxnSpMkLst>
            <pc:docMk/>
            <pc:sldMk cId="2557580819" sldId="363"/>
            <ac:cxnSpMk id="68" creationId="{7EF1FE6F-4421-0030-1817-136CD585BF04}"/>
          </ac:cxnSpMkLst>
        </pc:cxnChg>
        <pc:cxnChg chg="del mod">
          <ac:chgData name="Hardeo Thakur" userId="f363d765-82e0-43ef-abca-0a9168688986" providerId="ADAL" clId="{81BD219F-9939-4880-BA82-ECA2AFF73DAD}" dt="2023-04-09T11:47:03.877" v="2674" actId="478"/>
          <ac:cxnSpMkLst>
            <pc:docMk/>
            <pc:sldMk cId="2557580819" sldId="363"/>
            <ac:cxnSpMk id="70" creationId="{98D3A5A2-1A26-1F3A-669A-4DBA674867D4}"/>
          </ac:cxnSpMkLst>
        </pc:cxnChg>
        <pc:cxnChg chg="del mod">
          <ac:chgData name="Hardeo Thakur" userId="f363d765-82e0-43ef-abca-0a9168688986" providerId="ADAL" clId="{81BD219F-9939-4880-BA82-ECA2AFF73DAD}" dt="2023-04-09T11:47:03.877" v="2674" actId="478"/>
          <ac:cxnSpMkLst>
            <pc:docMk/>
            <pc:sldMk cId="2557580819" sldId="363"/>
            <ac:cxnSpMk id="72" creationId="{A7C3A7F7-C2BC-3A66-4873-3D3081DE258D}"/>
          </ac:cxnSpMkLst>
        </pc:cxnChg>
        <pc:cxnChg chg="del mod">
          <ac:chgData name="Hardeo Thakur" userId="f363d765-82e0-43ef-abca-0a9168688986" providerId="ADAL" clId="{81BD219F-9939-4880-BA82-ECA2AFF73DAD}" dt="2023-04-09T11:47:03.877" v="2674" actId="478"/>
          <ac:cxnSpMkLst>
            <pc:docMk/>
            <pc:sldMk cId="2557580819" sldId="363"/>
            <ac:cxnSpMk id="75" creationId="{AB661388-F704-314F-F81E-0E00EFFD4F5E}"/>
          </ac:cxnSpMkLst>
        </pc:cxnChg>
        <pc:cxnChg chg="del mod">
          <ac:chgData name="Hardeo Thakur" userId="f363d765-82e0-43ef-abca-0a9168688986" providerId="ADAL" clId="{81BD219F-9939-4880-BA82-ECA2AFF73DAD}" dt="2023-04-09T11:47:03.877" v="2674" actId="478"/>
          <ac:cxnSpMkLst>
            <pc:docMk/>
            <pc:sldMk cId="2557580819" sldId="363"/>
            <ac:cxnSpMk id="82" creationId="{13572F46-BC11-E51A-0C57-A98722BB247C}"/>
          </ac:cxnSpMkLst>
        </pc:cxnChg>
      </pc:sldChg>
      <pc:sldChg chg="addSp delSp modSp add mod">
        <pc:chgData name="Hardeo Thakur" userId="f363d765-82e0-43ef-abca-0a9168688986" providerId="ADAL" clId="{81BD219F-9939-4880-BA82-ECA2AFF73DAD}" dt="2023-04-10T10:41:24.029" v="5894" actId="20577"/>
        <pc:sldMkLst>
          <pc:docMk/>
          <pc:sldMk cId="2588414772" sldId="364"/>
        </pc:sldMkLst>
        <pc:spChg chg="mod">
          <ac:chgData name="Hardeo Thakur" userId="f363d765-82e0-43ef-abca-0a9168688986" providerId="ADAL" clId="{81BD219F-9939-4880-BA82-ECA2AFF73DAD}" dt="2023-04-09T12:10:12.110" v="3477" actId="1076"/>
          <ac:spMkLst>
            <pc:docMk/>
            <pc:sldMk cId="2588414772" sldId="364"/>
            <ac:spMk id="2" creationId="{626A1CC7-97B9-8A20-FCF1-1457B10C4489}"/>
          </ac:spMkLst>
        </pc:spChg>
        <pc:spChg chg="del">
          <ac:chgData name="Hardeo Thakur" userId="f363d765-82e0-43ef-abca-0a9168688986" providerId="ADAL" clId="{81BD219F-9939-4880-BA82-ECA2AFF73DAD}" dt="2023-04-09T12:04:28.769" v="3427" actId="478"/>
          <ac:spMkLst>
            <pc:docMk/>
            <pc:sldMk cId="2588414772" sldId="364"/>
            <ac:spMk id="4" creationId="{5B2AD7CB-CE79-6827-4EDA-513A8C76F80D}"/>
          </ac:spMkLst>
        </pc:spChg>
        <pc:spChg chg="del">
          <ac:chgData name="Hardeo Thakur" userId="f363d765-82e0-43ef-abca-0a9168688986" providerId="ADAL" clId="{81BD219F-9939-4880-BA82-ECA2AFF73DAD}" dt="2023-04-09T12:04:28.769" v="3427" actId="478"/>
          <ac:spMkLst>
            <pc:docMk/>
            <pc:sldMk cId="2588414772" sldId="364"/>
            <ac:spMk id="5" creationId="{9BDFD646-67D4-2215-ED56-3994E0B4053F}"/>
          </ac:spMkLst>
        </pc:spChg>
        <pc:spChg chg="add mod">
          <ac:chgData name="Hardeo Thakur" userId="f363d765-82e0-43ef-abca-0a9168688986" providerId="ADAL" clId="{81BD219F-9939-4880-BA82-ECA2AFF73DAD}" dt="2023-04-09T12:10:04.850" v="3476" actId="1076"/>
          <ac:spMkLst>
            <pc:docMk/>
            <pc:sldMk cId="2588414772" sldId="364"/>
            <ac:spMk id="6" creationId="{AF8F3EE9-4774-F40D-C1FD-852D23CF2A04}"/>
          </ac:spMkLst>
        </pc:spChg>
        <pc:spChg chg="del">
          <ac:chgData name="Hardeo Thakur" userId="f363d765-82e0-43ef-abca-0a9168688986" providerId="ADAL" clId="{81BD219F-9939-4880-BA82-ECA2AFF73DAD}" dt="2023-04-09T12:04:28.769" v="3427" actId="478"/>
          <ac:spMkLst>
            <pc:docMk/>
            <pc:sldMk cId="2588414772" sldId="364"/>
            <ac:spMk id="7" creationId="{FC7D01BC-05EA-AD35-AB2D-65CFF0A07E2B}"/>
          </ac:spMkLst>
        </pc:spChg>
        <pc:spChg chg="add mod">
          <ac:chgData name="Hardeo Thakur" userId="f363d765-82e0-43ef-abca-0a9168688986" providerId="ADAL" clId="{81BD219F-9939-4880-BA82-ECA2AFF73DAD}" dt="2023-04-09T12:10:04.850" v="3476" actId="1076"/>
          <ac:spMkLst>
            <pc:docMk/>
            <pc:sldMk cId="2588414772" sldId="364"/>
            <ac:spMk id="8" creationId="{BD7B7054-23F3-1809-C83E-454DCF4505F4}"/>
          </ac:spMkLst>
        </pc:spChg>
        <pc:spChg chg="add mod">
          <ac:chgData name="Hardeo Thakur" userId="f363d765-82e0-43ef-abca-0a9168688986" providerId="ADAL" clId="{81BD219F-9939-4880-BA82-ECA2AFF73DAD}" dt="2023-04-09T12:10:04.850" v="3476" actId="1076"/>
          <ac:spMkLst>
            <pc:docMk/>
            <pc:sldMk cId="2588414772" sldId="364"/>
            <ac:spMk id="10" creationId="{597F3E55-2307-9CE2-EDDC-E2E82A9903FB}"/>
          </ac:spMkLst>
        </pc:spChg>
        <pc:spChg chg="del">
          <ac:chgData name="Hardeo Thakur" userId="f363d765-82e0-43ef-abca-0a9168688986" providerId="ADAL" clId="{81BD219F-9939-4880-BA82-ECA2AFF73DAD}" dt="2023-04-09T12:04:28.769" v="3427" actId="478"/>
          <ac:spMkLst>
            <pc:docMk/>
            <pc:sldMk cId="2588414772" sldId="364"/>
            <ac:spMk id="12" creationId="{ED39ACD6-DC64-8348-B8CE-7A3B61AE61B5}"/>
          </ac:spMkLst>
        </pc:spChg>
        <pc:spChg chg="add mod">
          <ac:chgData name="Hardeo Thakur" userId="f363d765-82e0-43ef-abca-0a9168688986" providerId="ADAL" clId="{81BD219F-9939-4880-BA82-ECA2AFF73DAD}" dt="2023-04-09T12:10:04.850" v="3476" actId="1076"/>
          <ac:spMkLst>
            <pc:docMk/>
            <pc:sldMk cId="2588414772" sldId="364"/>
            <ac:spMk id="13" creationId="{9F1E7846-9BBF-93B0-11DE-409E547E27E0}"/>
          </ac:spMkLst>
        </pc:spChg>
        <pc:spChg chg="add mod">
          <ac:chgData name="Hardeo Thakur" userId="f363d765-82e0-43ef-abca-0a9168688986" providerId="ADAL" clId="{81BD219F-9939-4880-BA82-ECA2AFF73DAD}" dt="2023-04-09T12:11:44.011" v="3539" actId="14100"/>
          <ac:spMkLst>
            <pc:docMk/>
            <pc:sldMk cId="2588414772" sldId="364"/>
            <ac:spMk id="28" creationId="{02250637-F3C6-5775-0930-AAE3437A7CA8}"/>
          </ac:spMkLst>
        </pc:spChg>
        <pc:spChg chg="add mod">
          <ac:chgData name="Hardeo Thakur" userId="f363d765-82e0-43ef-abca-0a9168688986" providerId="ADAL" clId="{81BD219F-9939-4880-BA82-ECA2AFF73DAD}" dt="2023-04-09T12:27:01.125" v="3567" actId="113"/>
          <ac:spMkLst>
            <pc:docMk/>
            <pc:sldMk cId="2588414772" sldId="364"/>
            <ac:spMk id="30" creationId="{25149199-3FAA-046D-D8D9-000C0CD8C5C7}"/>
          </ac:spMkLst>
        </pc:spChg>
        <pc:spChg chg="add mod">
          <ac:chgData name="Hardeo Thakur" userId="f363d765-82e0-43ef-abca-0a9168688986" providerId="ADAL" clId="{81BD219F-9939-4880-BA82-ECA2AFF73DAD}" dt="2023-04-09T12:31:57.086" v="3661" actId="20577"/>
          <ac:spMkLst>
            <pc:docMk/>
            <pc:sldMk cId="2588414772" sldId="364"/>
            <ac:spMk id="32" creationId="{5A10D75F-01DD-6DCA-ED3B-2D0F51B97BB6}"/>
          </ac:spMkLst>
        </pc:spChg>
        <pc:graphicFrameChg chg="add mod modGraphic">
          <ac:chgData name="Hardeo Thakur" userId="f363d765-82e0-43ef-abca-0a9168688986" providerId="ADAL" clId="{81BD219F-9939-4880-BA82-ECA2AFF73DAD}" dt="2023-04-09T12:31:16.154" v="3659" actId="20577"/>
          <ac:graphicFrameMkLst>
            <pc:docMk/>
            <pc:sldMk cId="2588414772" sldId="364"/>
            <ac:graphicFrameMk id="29" creationId="{82CB7210-1934-E1C2-C3F3-40C36E91B24F}"/>
          </ac:graphicFrameMkLst>
        </pc:graphicFrameChg>
        <pc:graphicFrameChg chg="add mod modGraphic">
          <ac:chgData name="Hardeo Thakur" userId="f363d765-82e0-43ef-abca-0a9168688986" providerId="ADAL" clId="{81BD219F-9939-4880-BA82-ECA2AFF73DAD}" dt="2023-04-10T10:41:24.029" v="5894" actId="20577"/>
          <ac:graphicFrameMkLst>
            <pc:docMk/>
            <pc:sldMk cId="2588414772" sldId="364"/>
            <ac:graphicFrameMk id="31" creationId="{ECA57F78-1E86-0445-AB5E-7C61D50395F2}"/>
          </ac:graphicFrameMkLst>
        </pc:graphicFrameChg>
        <pc:cxnChg chg="del mod">
          <ac:chgData name="Hardeo Thakur" userId="f363d765-82e0-43ef-abca-0a9168688986" providerId="ADAL" clId="{81BD219F-9939-4880-BA82-ECA2AFF73DAD}" dt="2023-04-09T12:04:28.769" v="3427" actId="478"/>
          <ac:cxnSpMkLst>
            <pc:docMk/>
            <pc:sldMk cId="2588414772" sldId="364"/>
            <ac:cxnSpMk id="9" creationId="{8F5F0264-4949-CF66-7691-8A06751BA4DA}"/>
          </ac:cxnSpMkLst>
        </pc:cxnChg>
        <pc:cxnChg chg="del mod">
          <ac:chgData name="Hardeo Thakur" userId="f363d765-82e0-43ef-abca-0a9168688986" providerId="ADAL" clId="{81BD219F-9939-4880-BA82-ECA2AFF73DAD}" dt="2023-04-09T12:04:28.769" v="3427" actId="478"/>
          <ac:cxnSpMkLst>
            <pc:docMk/>
            <pc:sldMk cId="2588414772" sldId="364"/>
            <ac:cxnSpMk id="11" creationId="{1532947F-94C7-5DEB-257C-635B86AEA151}"/>
          </ac:cxnSpMkLst>
        </pc:cxnChg>
        <pc:cxnChg chg="add del mod">
          <ac:chgData name="Hardeo Thakur" userId="f363d765-82e0-43ef-abca-0a9168688986" providerId="ADAL" clId="{81BD219F-9939-4880-BA82-ECA2AFF73DAD}" dt="2023-04-09T12:06:52.444" v="3449" actId="11529"/>
          <ac:cxnSpMkLst>
            <pc:docMk/>
            <pc:sldMk cId="2588414772" sldId="364"/>
            <ac:cxnSpMk id="15" creationId="{DC8CD468-F9A3-E1EB-6602-18A1EA35D30B}"/>
          </ac:cxnSpMkLst>
        </pc:cxnChg>
        <pc:cxnChg chg="add del mod">
          <ac:chgData name="Hardeo Thakur" userId="f363d765-82e0-43ef-abca-0a9168688986" providerId="ADAL" clId="{81BD219F-9939-4880-BA82-ECA2AFF73DAD}" dt="2023-04-09T12:39:04.883" v="3780" actId="478"/>
          <ac:cxnSpMkLst>
            <pc:docMk/>
            <pc:sldMk cId="2588414772" sldId="364"/>
            <ac:cxnSpMk id="17" creationId="{716751F8-2A4F-69F8-B7DF-63CF34F130BD}"/>
          </ac:cxnSpMkLst>
        </pc:cxnChg>
        <pc:cxnChg chg="add del mod">
          <ac:chgData name="Hardeo Thakur" userId="f363d765-82e0-43ef-abca-0a9168688986" providerId="ADAL" clId="{81BD219F-9939-4880-BA82-ECA2AFF73DAD}" dt="2023-04-09T12:39:35.659" v="3783" actId="478"/>
          <ac:cxnSpMkLst>
            <pc:docMk/>
            <pc:sldMk cId="2588414772" sldId="364"/>
            <ac:cxnSpMk id="19" creationId="{EB241A6C-14D8-00D9-D485-431BCA099934}"/>
          </ac:cxnSpMkLst>
        </pc:cxnChg>
        <pc:cxnChg chg="add del mod">
          <ac:chgData name="Hardeo Thakur" userId="f363d765-82e0-43ef-abca-0a9168688986" providerId="ADAL" clId="{81BD219F-9939-4880-BA82-ECA2AFF73DAD}" dt="2023-04-09T12:39:53.101" v="3787" actId="478"/>
          <ac:cxnSpMkLst>
            <pc:docMk/>
            <pc:sldMk cId="2588414772" sldId="364"/>
            <ac:cxnSpMk id="21" creationId="{9EF23910-91C0-6FA9-C5B0-0282487D98B7}"/>
          </ac:cxnSpMkLst>
        </pc:cxnChg>
        <pc:cxnChg chg="add del mod">
          <ac:chgData name="Hardeo Thakur" userId="f363d765-82e0-43ef-abca-0a9168688986" providerId="ADAL" clId="{81BD219F-9939-4880-BA82-ECA2AFF73DAD}" dt="2023-04-09T12:40:16.072" v="3791" actId="478"/>
          <ac:cxnSpMkLst>
            <pc:docMk/>
            <pc:sldMk cId="2588414772" sldId="364"/>
            <ac:cxnSpMk id="23" creationId="{AE21CF74-1E91-C47A-FEDD-49EC3164D570}"/>
          </ac:cxnSpMkLst>
        </pc:cxnChg>
        <pc:cxnChg chg="add">
          <ac:chgData name="Hardeo Thakur" userId="f363d765-82e0-43ef-abca-0a9168688986" providerId="ADAL" clId="{81BD219F-9939-4880-BA82-ECA2AFF73DAD}" dt="2023-04-09T12:39:16.911" v="3781" actId="11529"/>
          <ac:cxnSpMkLst>
            <pc:docMk/>
            <pc:sldMk cId="2588414772" sldId="364"/>
            <ac:cxnSpMk id="34" creationId="{5053E176-30E6-6D11-2750-66A937AAB532}"/>
          </ac:cxnSpMkLst>
        </pc:cxnChg>
        <pc:cxnChg chg="add mod">
          <ac:chgData name="Hardeo Thakur" userId="f363d765-82e0-43ef-abca-0a9168688986" providerId="ADAL" clId="{81BD219F-9939-4880-BA82-ECA2AFF73DAD}" dt="2023-04-09T12:39:45.038" v="3785" actId="14100"/>
          <ac:cxnSpMkLst>
            <pc:docMk/>
            <pc:sldMk cId="2588414772" sldId="364"/>
            <ac:cxnSpMk id="35" creationId="{CFB28C6A-0A6F-903F-7028-E977F60540C4}"/>
          </ac:cxnSpMkLst>
        </pc:cxnChg>
        <pc:cxnChg chg="add mod">
          <ac:chgData name="Hardeo Thakur" userId="f363d765-82e0-43ef-abca-0a9168688986" providerId="ADAL" clId="{81BD219F-9939-4880-BA82-ECA2AFF73DAD}" dt="2023-04-09T12:40:09.913" v="3790" actId="14100"/>
          <ac:cxnSpMkLst>
            <pc:docMk/>
            <pc:sldMk cId="2588414772" sldId="364"/>
            <ac:cxnSpMk id="37" creationId="{2F295F40-92A2-E09C-06DE-798672F10F48}"/>
          </ac:cxnSpMkLst>
        </pc:cxnChg>
        <pc:cxnChg chg="add del mod">
          <ac:chgData name="Hardeo Thakur" userId="f363d765-82e0-43ef-abca-0a9168688986" providerId="ADAL" clId="{81BD219F-9939-4880-BA82-ECA2AFF73DAD}" dt="2023-04-09T12:41:33.560" v="3805" actId="478"/>
          <ac:cxnSpMkLst>
            <pc:docMk/>
            <pc:sldMk cId="2588414772" sldId="364"/>
            <ac:cxnSpMk id="40" creationId="{BF99F89F-95BF-97CB-66A6-7337432FD82E}"/>
          </ac:cxnSpMkLst>
        </pc:cxnChg>
        <pc:cxnChg chg="add mod">
          <ac:chgData name="Hardeo Thakur" userId="f363d765-82e0-43ef-abca-0a9168688986" providerId="ADAL" clId="{81BD219F-9939-4880-BA82-ECA2AFF73DAD}" dt="2023-04-09T12:42:10.408" v="3808" actId="692"/>
          <ac:cxnSpMkLst>
            <pc:docMk/>
            <pc:sldMk cId="2588414772" sldId="364"/>
            <ac:cxnSpMk id="52" creationId="{B37E27C5-6305-23D0-AB2A-3A3B0B6F6FC8}"/>
          </ac:cxnSpMkLst>
        </pc:cxnChg>
      </pc:sldChg>
      <pc:sldChg chg="modSp add del mod">
        <pc:chgData name="Hardeo Thakur" userId="f363d765-82e0-43ef-abca-0a9168688986" providerId="ADAL" clId="{81BD219F-9939-4880-BA82-ECA2AFF73DAD}" dt="2023-04-09T12:03:05.674" v="3276" actId="2696"/>
        <pc:sldMkLst>
          <pc:docMk/>
          <pc:sldMk cId="3862138832" sldId="364"/>
        </pc:sldMkLst>
        <pc:spChg chg="mod">
          <ac:chgData name="Hardeo Thakur" userId="f363d765-82e0-43ef-abca-0a9168688986" providerId="ADAL" clId="{81BD219F-9939-4880-BA82-ECA2AFF73DAD}" dt="2023-04-09T12:01:35.414" v="3275" actId="20577"/>
          <ac:spMkLst>
            <pc:docMk/>
            <pc:sldMk cId="3862138832" sldId="364"/>
            <ac:spMk id="3" creationId="{97AB8BFD-5C1F-445C-8050-CE8F451E95B0}"/>
          </ac:spMkLst>
        </pc:spChg>
      </pc:sldChg>
      <pc:sldChg chg="addSp delSp modSp add mod">
        <pc:chgData name="Hardeo Thakur" userId="f363d765-82e0-43ef-abca-0a9168688986" providerId="ADAL" clId="{81BD219F-9939-4880-BA82-ECA2AFF73DAD}" dt="2023-04-10T10:41:45.767" v="5898" actId="20577"/>
        <pc:sldMkLst>
          <pc:docMk/>
          <pc:sldMk cId="3406760924" sldId="365"/>
        </pc:sldMkLst>
        <pc:spChg chg="add mod">
          <ac:chgData name="Hardeo Thakur" userId="f363d765-82e0-43ef-abca-0a9168688986" providerId="ADAL" clId="{81BD219F-9939-4880-BA82-ECA2AFF73DAD}" dt="2023-04-09T12:42:59.991" v="3811"/>
          <ac:spMkLst>
            <pc:docMk/>
            <pc:sldMk cId="3406760924" sldId="365"/>
            <ac:spMk id="4" creationId="{7CCA1A20-26C4-9951-350B-1064930ED36E}"/>
          </ac:spMkLst>
        </pc:spChg>
        <pc:spChg chg="add mod">
          <ac:chgData name="Hardeo Thakur" userId="f363d765-82e0-43ef-abca-0a9168688986" providerId="ADAL" clId="{81BD219F-9939-4880-BA82-ECA2AFF73DAD}" dt="2023-04-09T12:42:59.991" v="3811"/>
          <ac:spMkLst>
            <pc:docMk/>
            <pc:sldMk cId="3406760924" sldId="365"/>
            <ac:spMk id="5" creationId="{D74C8D9D-5904-0586-8A48-1311F30BFA3C}"/>
          </ac:spMkLst>
        </pc:spChg>
        <pc:spChg chg="del">
          <ac:chgData name="Hardeo Thakur" userId="f363d765-82e0-43ef-abca-0a9168688986" providerId="ADAL" clId="{81BD219F-9939-4880-BA82-ECA2AFF73DAD}" dt="2023-04-09T12:42:36.447" v="3809" actId="478"/>
          <ac:spMkLst>
            <pc:docMk/>
            <pc:sldMk cId="3406760924" sldId="365"/>
            <ac:spMk id="6" creationId="{AF8F3EE9-4774-F40D-C1FD-852D23CF2A04}"/>
          </ac:spMkLst>
        </pc:spChg>
        <pc:spChg chg="add mod">
          <ac:chgData name="Hardeo Thakur" userId="f363d765-82e0-43ef-abca-0a9168688986" providerId="ADAL" clId="{81BD219F-9939-4880-BA82-ECA2AFF73DAD}" dt="2023-04-09T12:42:59.991" v="3811"/>
          <ac:spMkLst>
            <pc:docMk/>
            <pc:sldMk cId="3406760924" sldId="365"/>
            <ac:spMk id="7" creationId="{ABD80C7A-1739-9DB3-463D-1CC2D7372B3C}"/>
          </ac:spMkLst>
        </pc:spChg>
        <pc:spChg chg="del">
          <ac:chgData name="Hardeo Thakur" userId="f363d765-82e0-43ef-abca-0a9168688986" providerId="ADAL" clId="{81BD219F-9939-4880-BA82-ECA2AFF73DAD}" dt="2023-04-09T12:42:36.447" v="3809" actId="478"/>
          <ac:spMkLst>
            <pc:docMk/>
            <pc:sldMk cId="3406760924" sldId="365"/>
            <ac:spMk id="8" creationId="{BD7B7054-23F3-1809-C83E-454DCF4505F4}"/>
          </ac:spMkLst>
        </pc:spChg>
        <pc:spChg chg="add mod">
          <ac:chgData name="Hardeo Thakur" userId="f363d765-82e0-43ef-abca-0a9168688986" providerId="ADAL" clId="{81BD219F-9939-4880-BA82-ECA2AFF73DAD}" dt="2023-04-09T12:42:59.991" v="3811"/>
          <ac:spMkLst>
            <pc:docMk/>
            <pc:sldMk cId="3406760924" sldId="365"/>
            <ac:spMk id="9" creationId="{F730CF5A-5568-8691-5A93-A1D175E105CF}"/>
          </ac:spMkLst>
        </pc:spChg>
        <pc:spChg chg="del">
          <ac:chgData name="Hardeo Thakur" userId="f363d765-82e0-43ef-abca-0a9168688986" providerId="ADAL" clId="{81BD219F-9939-4880-BA82-ECA2AFF73DAD}" dt="2023-04-09T12:42:36.447" v="3809" actId="478"/>
          <ac:spMkLst>
            <pc:docMk/>
            <pc:sldMk cId="3406760924" sldId="365"/>
            <ac:spMk id="10" creationId="{597F3E55-2307-9CE2-EDDC-E2E82A9903FB}"/>
          </ac:spMkLst>
        </pc:spChg>
        <pc:spChg chg="del">
          <ac:chgData name="Hardeo Thakur" userId="f363d765-82e0-43ef-abca-0a9168688986" providerId="ADAL" clId="{81BD219F-9939-4880-BA82-ECA2AFF73DAD}" dt="2023-04-09T12:42:41.575" v="3810" actId="478"/>
          <ac:spMkLst>
            <pc:docMk/>
            <pc:sldMk cId="3406760924" sldId="365"/>
            <ac:spMk id="13" creationId="{9F1E7846-9BBF-93B0-11DE-409E547E27E0}"/>
          </ac:spMkLst>
        </pc:spChg>
        <pc:graphicFrameChg chg="modGraphic">
          <ac:chgData name="Hardeo Thakur" userId="f363d765-82e0-43ef-abca-0a9168688986" providerId="ADAL" clId="{81BD219F-9939-4880-BA82-ECA2AFF73DAD}" dt="2023-04-10T10:41:45.767" v="5898" actId="20577"/>
          <ac:graphicFrameMkLst>
            <pc:docMk/>
            <pc:sldMk cId="3406760924" sldId="365"/>
            <ac:graphicFrameMk id="31" creationId="{ECA57F78-1E86-0445-AB5E-7C61D50395F2}"/>
          </ac:graphicFrameMkLst>
        </pc:graphicFrameChg>
        <pc:cxnChg chg="add mod">
          <ac:chgData name="Hardeo Thakur" userId="f363d765-82e0-43ef-abca-0a9168688986" providerId="ADAL" clId="{81BD219F-9939-4880-BA82-ECA2AFF73DAD}" dt="2023-04-09T12:42:59.991" v="3811"/>
          <ac:cxnSpMkLst>
            <pc:docMk/>
            <pc:sldMk cId="3406760924" sldId="365"/>
            <ac:cxnSpMk id="11" creationId="{F4DD5469-90D7-96BA-7C81-EFBCB7F910D8}"/>
          </ac:cxnSpMkLst>
        </pc:cxnChg>
        <pc:cxnChg chg="add mod">
          <ac:chgData name="Hardeo Thakur" userId="f363d765-82e0-43ef-abca-0a9168688986" providerId="ADAL" clId="{81BD219F-9939-4880-BA82-ECA2AFF73DAD}" dt="2023-04-09T12:42:59.991" v="3811"/>
          <ac:cxnSpMkLst>
            <pc:docMk/>
            <pc:sldMk cId="3406760924" sldId="365"/>
            <ac:cxnSpMk id="12" creationId="{030BCEAC-9784-E719-8782-D4B316BF0DC9}"/>
          </ac:cxnSpMkLst>
        </pc:cxnChg>
        <pc:cxnChg chg="add mod">
          <ac:chgData name="Hardeo Thakur" userId="f363d765-82e0-43ef-abca-0a9168688986" providerId="ADAL" clId="{81BD219F-9939-4880-BA82-ECA2AFF73DAD}" dt="2023-04-09T12:42:59.991" v="3811"/>
          <ac:cxnSpMkLst>
            <pc:docMk/>
            <pc:sldMk cId="3406760924" sldId="365"/>
            <ac:cxnSpMk id="14" creationId="{0B65CB46-B1A9-D690-BE5F-41EC651A3FF0}"/>
          </ac:cxnSpMkLst>
        </pc:cxnChg>
        <pc:cxnChg chg="add mod">
          <ac:chgData name="Hardeo Thakur" userId="f363d765-82e0-43ef-abca-0a9168688986" providerId="ADAL" clId="{81BD219F-9939-4880-BA82-ECA2AFF73DAD}" dt="2023-04-09T12:42:59.991" v="3811"/>
          <ac:cxnSpMkLst>
            <pc:docMk/>
            <pc:sldMk cId="3406760924" sldId="365"/>
            <ac:cxnSpMk id="15" creationId="{021589D9-FAE3-D211-E93F-685C7505D87C}"/>
          </ac:cxnSpMkLst>
        </pc:cxnChg>
        <pc:cxnChg chg="del mod">
          <ac:chgData name="Hardeo Thakur" userId="f363d765-82e0-43ef-abca-0a9168688986" providerId="ADAL" clId="{81BD219F-9939-4880-BA82-ECA2AFF73DAD}" dt="2023-04-09T12:42:36.447" v="3809" actId="478"/>
          <ac:cxnSpMkLst>
            <pc:docMk/>
            <pc:sldMk cId="3406760924" sldId="365"/>
            <ac:cxnSpMk id="17" creationId="{716751F8-2A4F-69F8-B7DF-63CF34F130BD}"/>
          </ac:cxnSpMkLst>
        </pc:cxnChg>
        <pc:cxnChg chg="del mod">
          <ac:chgData name="Hardeo Thakur" userId="f363d765-82e0-43ef-abca-0a9168688986" providerId="ADAL" clId="{81BD219F-9939-4880-BA82-ECA2AFF73DAD}" dt="2023-04-09T12:42:36.447" v="3809" actId="478"/>
          <ac:cxnSpMkLst>
            <pc:docMk/>
            <pc:sldMk cId="3406760924" sldId="365"/>
            <ac:cxnSpMk id="19" creationId="{EB241A6C-14D8-00D9-D485-431BCA099934}"/>
          </ac:cxnSpMkLst>
        </pc:cxnChg>
        <pc:cxnChg chg="del mod">
          <ac:chgData name="Hardeo Thakur" userId="f363d765-82e0-43ef-abca-0a9168688986" providerId="ADAL" clId="{81BD219F-9939-4880-BA82-ECA2AFF73DAD}" dt="2023-04-09T12:42:36.447" v="3809" actId="478"/>
          <ac:cxnSpMkLst>
            <pc:docMk/>
            <pc:sldMk cId="3406760924" sldId="365"/>
            <ac:cxnSpMk id="21" creationId="{9EF23910-91C0-6FA9-C5B0-0282487D98B7}"/>
          </ac:cxnSpMkLst>
        </pc:cxnChg>
        <pc:cxnChg chg="del mod">
          <ac:chgData name="Hardeo Thakur" userId="f363d765-82e0-43ef-abca-0a9168688986" providerId="ADAL" clId="{81BD219F-9939-4880-BA82-ECA2AFF73DAD}" dt="2023-04-09T12:42:36.447" v="3809" actId="478"/>
          <ac:cxnSpMkLst>
            <pc:docMk/>
            <pc:sldMk cId="3406760924" sldId="365"/>
            <ac:cxnSpMk id="23" creationId="{AE21CF74-1E91-C47A-FEDD-49EC3164D570}"/>
          </ac:cxnSpMkLst>
        </pc:cxnChg>
      </pc:sldChg>
      <pc:sldChg chg="addSp delSp modSp add del mod">
        <pc:chgData name="Hardeo Thakur" userId="f363d765-82e0-43ef-abca-0a9168688986" providerId="ADAL" clId="{81BD219F-9939-4880-BA82-ECA2AFF73DAD}" dt="2023-04-10T10:43:51.079" v="5902" actId="47"/>
        <pc:sldMkLst>
          <pc:docMk/>
          <pc:sldMk cId="3452668014" sldId="366"/>
        </pc:sldMkLst>
        <pc:spChg chg="add mod">
          <ac:chgData name="Hardeo Thakur" userId="f363d765-82e0-43ef-abca-0a9168688986" providerId="ADAL" clId="{81BD219F-9939-4880-BA82-ECA2AFF73DAD}" dt="2023-04-09T12:43:14.278" v="3813"/>
          <ac:spMkLst>
            <pc:docMk/>
            <pc:sldMk cId="3452668014" sldId="366"/>
            <ac:spMk id="4" creationId="{1E6AB5BD-ACEB-8B03-E2C3-F8417D9F38C4}"/>
          </ac:spMkLst>
        </pc:spChg>
        <pc:spChg chg="add mod">
          <ac:chgData name="Hardeo Thakur" userId="f363d765-82e0-43ef-abca-0a9168688986" providerId="ADAL" clId="{81BD219F-9939-4880-BA82-ECA2AFF73DAD}" dt="2023-04-09T12:43:14.278" v="3813"/>
          <ac:spMkLst>
            <pc:docMk/>
            <pc:sldMk cId="3452668014" sldId="366"/>
            <ac:spMk id="5" creationId="{73BA0787-26B4-2838-9D00-572FDD327F1B}"/>
          </ac:spMkLst>
        </pc:spChg>
        <pc:spChg chg="del">
          <ac:chgData name="Hardeo Thakur" userId="f363d765-82e0-43ef-abca-0a9168688986" providerId="ADAL" clId="{81BD219F-9939-4880-BA82-ECA2AFF73DAD}" dt="2023-04-09T12:43:10.404" v="3812" actId="478"/>
          <ac:spMkLst>
            <pc:docMk/>
            <pc:sldMk cId="3452668014" sldId="366"/>
            <ac:spMk id="6" creationId="{AF8F3EE9-4774-F40D-C1FD-852D23CF2A04}"/>
          </ac:spMkLst>
        </pc:spChg>
        <pc:spChg chg="add mod">
          <ac:chgData name="Hardeo Thakur" userId="f363d765-82e0-43ef-abca-0a9168688986" providerId="ADAL" clId="{81BD219F-9939-4880-BA82-ECA2AFF73DAD}" dt="2023-04-09T12:43:14.278" v="3813"/>
          <ac:spMkLst>
            <pc:docMk/>
            <pc:sldMk cId="3452668014" sldId="366"/>
            <ac:spMk id="7" creationId="{2B9C3819-BA5F-1D7C-8017-956DE921B5C8}"/>
          </ac:spMkLst>
        </pc:spChg>
        <pc:spChg chg="del">
          <ac:chgData name="Hardeo Thakur" userId="f363d765-82e0-43ef-abca-0a9168688986" providerId="ADAL" clId="{81BD219F-9939-4880-BA82-ECA2AFF73DAD}" dt="2023-04-09T12:43:10.404" v="3812" actId="478"/>
          <ac:spMkLst>
            <pc:docMk/>
            <pc:sldMk cId="3452668014" sldId="366"/>
            <ac:spMk id="8" creationId="{BD7B7054-23F3-1809-C83E-454DCF4505F4}"/>
          </ac:spMkLst>
        </pc:spChg>
        <pc:spChg chg="add mod">
          <ac:chgData name="Hardeo Thakur" userId="f363d765-82e0-43ef-abca-0a9168688986" providerId="ADAL" clId="{81BD219F-9939-4880-BA82-ECA2AFF73DAD}" dt="2023-04-09T12:43:14.278" v="3813"/>
          <ac:spMkLst>
            <pc:docMk/>
            <pc:sldMk cId="3452668014" sldId="366"/>
            <ac:spMk id="9" creationId="{B7B00CC4-B7BB-AD74-64AC-37D92E2F225D}"/>
          </ac:spMkLst>
        </pc:spChg>
        <pc:spChg chg="del">
          <ac:chgData name="Hardeo Thakur" userId="f363d765-82e0-43ef-abca-0a9168688986" providerId="ADAL" clId="{81BD219F-9939-4880-BA82-ECA2AFF73DAD}" dt="2023-04-09T12:43:10.404" v="3812" actId="478"/>
          <ac:spMkLst>
            <pc:docMk/>
            <pc:sldMk cId="3452668014" sldId="366"/>
            <ac:spMk id="10" creationId="{597F3E55-2307-9CE2-EDDC-E2E82A9903FB}"/>
          </ac:spMkLst>
        </pc:spChg>
        <pc:spChg chg="del">
          <ac:chgData name="Hardeo Thakur" userId="f363d765-82e0-43ef-abca-0a9168688986" providerId="ADAL" clId="{81BD219F-9939-4880-BA82-ECA2AFF73DAD}" dt="2023-04-09T12:43:10.404" v="3812" actId="478"/>
          <ac:spMkLst>
            <pc:docMk/>
            <pc:sldMk cId="3452668014" sldId="366"/>
            <ac:spMk id="13" creationId="{9F1E7846-9BBF-93B0-11DE-409E547E27E0}"/>
          </ac:spMkLst>
        </pc:spChg>
        <pc:spChg chg="mod">
          <ac:chgData name="Hardeo Thakur" userId="f363d765-82e0-43ef-abca-0a9168688986" providerId="ADAL" clId="{81BD219F-9939-4880-BA82-ECA2AFF73DAD}" dt="2023-04-09T12:37:06.142" v="3779" actId="20577"/>
          <ac:spMkLst>
            <pc:docMk/>
            <pc:sldMk cId="3452668014" sldId="366"/>
            <ac:spMk id="32" creationId="{5A10D75F-01DD-6DCA-ED3B-2D0F51B97BB6}"/>
          </ac:spMkLst>
        </pc:spChg>
        <pc:graphicFrameChg chg="modGraphic">
          <ac:chgData name="Hardeo Thakur" userId="f363d765-82e0-43ef-abca-0a9168688986" providerId="ADAL" clId="{81BD219F-9939-4880-BA82-ECA2AFF73DAD}" dt="2023-04-09T12:32:57.404" v="3667" actId="20577"/>
          <ac:graphicFrameMkLst>
            <pc:docMk/>
            <pc:sldMk cId="3452668014" sldId="366"/>
            <ac:graphicFrameMk id="31" creationId="{ECA57F78-1E86-0445-AB5E-7C61D50395F2}"/>
          </ac:graphicFrameMkLst>
        </pc:graphicFrameChg>
        <pc:cxnChg chg="add mod">
          <ac:chgData name="Hardeo Thakur" userId="f363d765-82e0-43ef-abca-0a9168688986" providerId="ADAL" clId="{81BD219F-9939-4880-BA82-ECA2AFF73DAD}" dt="2023-04-09T12:43:14.278" v="3813"/>
          <ac:cxnSpMkLst>
            <pc:docMk/>
            <pc:sldMk cId="3452668014" sldId="366"/>
            <ac:cxnSpMk id="11" creationId="{04599D62-CEB2-67B7-9212-37D6926DD8E3}"/>
          </ac:cxnSpMkLst>
        </pc:cxnChg>
        <pc:cxnChg chg="add mod">
          <ac:chgData name="Hardeo Thakur" userId="f363d765-82e0-43ef-abca-0a9168688986" providerId="ADAL" clId="{81BD219F-9939-4880-BA82-ECA2AFF73DAD}" dt="2023-04-09T12:43:14.278" v="3813"/>
          <ac:cxnSpMkLst>
            <pc:docMk/>
            <pc:sldMk cId="3452668014" sldId="366"/>
            <ac:cxnSpMk id="12" creationId="{06FE7FF4-A13D-88E0-AA07-AAB8BB63072A}"/>
          </ac:cxnSpMkLst>
        </pc:cxnChg>
        <pc:cxnChg chg="add mod">
          <ac:chgData name="Hardeo Thakur" userId="f363d765-82e0-43ef-abca-0a9168688986" providerId="ADAL" clId="{81BD219F-9939-4880-BA82-ECA2AFF73DAD}" dt="2023-04-09T12:43:14.278" v="3813"/>
          <ac:cxnSpMkLst>
            <pc:docMk/>
            <pc:sldMk cId="3452668014" sldId="366"/>
            <ac:cxnSpMk id="14" creationId="{D1BF6DC1-5CD3-4EB6-E4F4-11736FC3FCF6}"/>
          </ac:cxnSpMkLst>
        </pc:cxnChg>
        <pc:cxnChg chg="add mod">
          <ac:chgData name="Hardeo Thakur" userId="f363d765-82e0-43ef-abca-0a9168688986" providerId="ADAL" clId="{81BD219F-9939-4880-BA82-ECA2AFF73DAD}" dt="2023-04-09T12:43:14.278" v="3813"/>
          <ac:cxnSpMkLst>
            <pc:docMk/>
            <pc:sldMk cId="3452668014" sldId="366"/>
            <ac:cxnSpMk id="15" creationId="{77B3A77D-5EE6-56C6-6ED5-7EDB2FDE69B8}"/>
          </ac:cxnSpMkLst>
        </pc:cxnChg>
        <pc:cxnChg chg="del mod">
          <ac:chgData name="Hardeo Thakur" userId="f363d765-82e0-43ef-abca-0a9168688986" providerId="ADAL" clId="{81BD219F-9939-4880-BA82-ECA2AFF73DAD}" dt="2023-04-09T12:43:10.404" v="3812" actId="478"/>
          <ac:cxnSpMkLst>
            <pc:docMk/>
            <pc:sldMk cId="3452668014" sldId="366"/>
            <ac:cxnSpMk id="17" creationId="{716751F8-2A4F-69F8-B7DF-63CF34F130BD}"/>
          </ac:cxnSpMkLst>
        </pc:cxnChg>
        <pc:cxnChg chg="del mod">
          <ac:chgData name="Hardeo Thakur" userId="f363d765-82e0-43ef-abca-0a9168688986" providerId="ADAL" clId="{81BD219F-9939-4880-BA82-ECA2AFF73DAD}" dt="2023-04-09T12:43:10.404" v="3812" actId="478"/>
          <ac:cxnSpMkLst>
            <pc:docMk/>
            <pc:sldMk cId="3452668014" sldId="366"/>
            <ac:cxnSpMk id="19" creationId="{EB241A6C-14D8-00D9-D485-431BCA099934}"/>
          </ac:cxnSpMkLst>
        </pc:cxnChg>
        <pc:cxnChg chg="del mod">
          <ac:chgData name="Hardeo Thakur" userId="f363d765-82e0-43ef-abca-0a9168688986" providerId="ADAL" clId="{81BD219F-9939-4880-BA82-ECA2AFF73DAD}" dt="2023-04-09T12:43:10.404" v="3812" actId="478"/>
          <ac:cxnSpMkLst>
            <pc:docMk/>
            <pc:sldMk cId="3452668014" sldId="366"/>
            <ac:cxnSpMk id="21" creationId="{9EF23910-91C0-6FA9-C5B0-0282487D98B7}"/>
          </ac:cxnSpMkLst>
        </pc:cxnChg>
        <pc:cxnChg chg="del mod">
          <ac:chgData name="Hardeo Thakur" userId="f363d765-82e0-43ef-abca-0a9168688986" providerId="ADAL" clId="{81BD219F-9939-4880-BA82-ECA2AFF73DAD}" dt="2023-04-09T12:43:10.404" v="3812" actId="478"/>
          <ac:cxnSpMkLst>
            <pc:docMk/>
            <pc:sldMk cId="3452668014" sldId="366"/>
            <ac:cxnSpMk id="23" creationId="{AE21CF74-1E91-C47A-FEDD-49EC3164D570}"/>
          </ac:cxnSpMkLst>
        </pc:cxnChg>
      </pc:sldChg>
      <pc:sldChg chg="add del">
        <pc:chgData name="Hardeo Thakur" userId="f363d765-82e0-43ef-abca-0a9168688986" providerId="ADAL" clId="{81BD219F-9939-4880-BA82-ECA2AFF73DAD}" dt="2023-04-10T23:39:58.784" v="5936" actId="47"/>
        <pc:sldMkLst>
          <pc:docMk/>
          <pc:sldMk cId="4239563307" sldId="367"/>
        </pc:sldMkLst>
      </pc:sldChg>
      <pc:sldChg chg="addSp delSp modSp add mod ord">
        <pc:chgData name="Hardeo Thakur" userId="f363d765-82e0-43ef-abca-0a9168688986" providerId="ADAL" clId="{81BD219F-9939-4880-BA82-ECA2AFF73DAD}" dt="2023-04-09T13:32:24.372" v="4481" actId="20577"/>
        <pc:sldMkLst>
          <pc:docMk/>
          <pc:sldMk cId="3844468351" sldId="368"/>
        </pc:sldMkLst>
        <pc:spChg chg="del">
          <ac:chgData name="Hardeo Thakur" userId="f363d765-82e0-43ef-abca-0a9168688986" providerId="ADAL" clId="{81BD219F-9939-4880-BA82-ECA2AFF73DAD}" dt="2023-04-09T12:50:28.310" v="3816" actId="478"/>
          <ac:spMkLst>
            <pc:docMk/>
            <pc:sldMk cId="3844468351" sldId="368"/>
            <ac:spMk id="2" creationId="{626A1CC7-97B9-8A20-FCF1-1457B10C4489}"/>
          </ac:spMkLst>
        </pc:spChg>
        <pc:spChg chg="mod">
          <ac:chgData name="Hardeo Thakur" userId="f363d765-82e0-43ef-abca-0a9168688986" providerId="ADAL" clId="{81BD219F-9939-4880-BA82-ECA2AFF73DAD}" dt="2023-04-09T13:05:59.626" v="4045" actId="20577"/>
          <ac:spMkLst>
            <pc:docMk/>
            <pc:sldMk cId="3844468351" sldId="368"/>
            <ac:spMk id="3" creationId="{97AB8BFD-5C1F-445C-8050-CE8F451E95B0}"/>
          </ac:spMkLst>
        </pc:spChg>
        <pc:spChg chg="add del mod">
          <ac:chgData name="Hardeo Thakur" userId="f363d765-82e0-43ef-abca-0a9168688986" providerId="ADAL" clId="{81BD219F-9939-4880-BA82-ECA2AFF73DAD}" dt="2023-04-09T12:52:33.026" v="3839" actId="6549"/>
          <ac:spMkLst>
            <pc:docMk/>
            <pc:sldMk cId="3844468351" sldId="368"/>
            <ac:spMk id="4" creationId="{D1821021-BB21-7736-5D44-28091022EDE7}"/>
          </ac:spMkLst>
        </pc:spChg>
        <pc:spChg chg="add mod">
          <ac:chgData name="Hardeo Thakur" userId="f363d765-82e0-43ef-abca-0a9168688986" providerId="ADAL" clId="{81BD219F-9939-4880-BA82-ECA2AFF73DAD}" dt="2023-04-09T12:51:17.169" v="3822"/>
          <ac:spMkLst>
            <pc:docMk/>
            <pc:sldMk cId="3844468351" sldId="368"/>
            <ac:spMk id="5" creationId="{BF0ECCAA-9F57-0EF8-1E73-52168BBDAB43}"/>
          </ac:spMkLst>
        </pc:spChg>
        <pc:spChg chg="add mod">
          <ac:chgData name="Hardeo Thakur" userId="f363d765-82e0-43ef-abca-0a9168688986" providerId="ADAL" clId="{81BD219F-9939-4880-BA82-ECA2AFF73DAD}" dt="2023-04-09T12:52:37.749" v="3841" actId="20577"/>
          <ac:spMkLst>
            <pc:docMk/>
            <pc:sldMk cId="3844468351" sldId="368"/>
            <ac:spMk id="6" creationId="{B7BD9409-61B6-7F00-716E-95869A641E27}"/>
          </ac:spMkLst>
        </pc:spChg>
        <pc:spChg chg="add mod">
          <ac:chgData name="Hardeo Thakur" userId="f363d765-82e0-43ef-abca-0a9168688986" providerId="ADAL" clId="{81BD219F-9939-4880-BA82-ECA2AFF73DAD}" dt="2023-04-09T12:52:42.421" v="3843" actId="20577"/>
          <ac:spMkLst>
            <pc:docMk/>
            <pc:sldMk cId="3844468351" sldId="368"/>
            <ac:spMk id="7" creationId="{3B7FFA91-A20C-C438-8454-E221600AB24C}"/>
          </ac:spMkLst>
        </pc:spChg>
        <pc:spChg chg="add mod">
          <ac:chgData name="Hardeo Thakur" userId="f363d765-82e0-43ef-abca-0a9168688986" providerId="ADAL" clId="{81BD219F-9939-4880-BA82-ECA2AFF73DAD}" dt="2023-04-09T12:53:02.295" v="3849" actId="20577"/>
          <ac:spMkLst>
            <pc:docMk/>
            <pc:sldMk cId="3844468351" sldId="368"/>
            <ac:spMk id="8" creationId="{222D97F3-E380-5D1E-C845-C32472FFA81E}"/>
          </ac:spMkLst>
        </pc:spChg>
        <pc:spChg chg="add mod">
          <ac:chgData name="Hardeo Thakur" userId="f363d765-82e0-43ef-abca-0a9168688986" providerId="ADAL" clId="{81BD219F-9939-4880-BA82-ECA2AFF73DAD}" dt="2023-04-09T12:53:05.657" v="3851" actId="20577"/>
          <ac:spMkLst>
            <pc:docMk/>
            <pc:sldMk cId="3844468351" sldId="368"/>
            <ac:spMk id="14" creationId="{20EA87AD-BE73-2BA4-79F7-884E66560162}"/>
          </ac:spMkLst>
        </pc:spChg>
        <pc:spChg chg="add mod">
          <ac:chgData name="Hardeo Thakur" userId="f363d765-82e0-43ef-abca-0a9168688986" providerId="ADAL" clId="{81BD219F-9939-4880-BA82-ECA2AFF73DAD}" dt="2023-04-09T13:03:20.529" v="3939" actId="1076"/>
          <ac:spMkLst>
            <pc:docMk/>
            <pc:sldMk cId="3844468351" sldId="368"/>
            <ac:spMk id="37" creationId="{A22D1001-7329-B480-6EC2-77C92471EDB6}"/>
          </ac:spMkLst>
        </pc:spChg>
        <pc:spChg chg="add mod">
          <ac:chgData name="Hardeo Thakur" userId="f363d765-82e0-43ef-abca-0a9168688986" providerId="ADAL" clId="{81BD219F-9939-4880-BA82-ECA2AFF73DAD}" dt="2023-04-09T13:02:15.278" v="3917" actId="1076"/>
          <ac:spMkLst>
            <pc:docMk/>
            <pc:sldMk cId="3844468351" sldId="368"/>
            <ac:spMk id="38" creationId="{B2161F4F-8954-3216-799C-4739C2EC4E5A}"/>
          </ac:spMkLst>
        </pc:spChg>
        <pc:spChg chg="add mod">
          <ac:chgData name="Hardeo Thakur" userId="f363d765-82e0-43ef-abca-0a9168688986" providerId="ADAL" clId="{81BD219F-9939-4880-BA82-ECA2AFF73DAD}" dt="2023-04-09T13:02:36.993" v="3922" actId="1076"/>
          <ac:spMkLst>
            <pc:docMk/>
            <pc:sldMk cId="3844468351" sldId="368"/>
            <ac:spMk id="39" creationId="{48DD2684-8A3A-5530-B0C3-8CCB9BE487F4}"/>
          </ac:spMkLst>
        </pc:spChg>
        <pc:spChg chg="add mod">
          <ac:chgData name="Hardeo Thakur" userId="f363d765-82e0-43ef-abca-0a9168688986" providerId="ADAL" clId="{81BD219F-9939-4880-BA82-ECA2AFF73DAD}" dt="2023-04-09T13:03:01.365" v="3934" actId="1076"/>
          <ac:spMkLst>
            <pc:docMk/>
            <pc:sldMk cId="3844468351" sldId="368"/>
            <ac:spMk id="40" creationId="{68176EF7-B9ED-1B9A-33D2-0976CEABCF92}"/>
          </ac:spMkLst>
        </pc:spChg>
        <pc:spChg chg="add del mod">
          <ac:chgData name="Hardeo Thakur" userId="f363d765-82e0-43ef-abca-0a9168688986" providerId="ADAL" clId="{81BD219F-9939-4880-BA82-ECA2AFF73DAD}" dt="2023-04-09T13:15:03.495" v="4119" actId="478"/>
          <ac:spMkLst>
            <pc:docMk/>
            <pc:sldMk cId="3844468351" sldId="368"/>
            <ac:spMk id="41" creationId="{0A66AA54-8571-A376-CDD0-C4AA8E2278FF}"/>
          </ac:spMkLst>
        </pc:spChg>
        <pc:spChg chg="add del mod">
          <ac:chgData name="Hardeo Thakur" userId="f363d765-82e0-43ef-abca-0a9168688986" providerId="ADAL" clId="{81BD219F-9939-4880-BA82-ECA2AFF73DAD}" dt="2023-04-09T13:32:24.372" v="4481" actId="20577"/>
          <ac:spMkLst>
            <pc:docMk/>
            <pc:sldMk cId="3844468351" sldId="368"/>
            <ac:spMk id="45" creationId="{4DE283F3-8016-93A3-B9C9-D68DF3D52C57}"/>
          </ac:spMkLst>
        </pc:spChg>
        <pc:spChg chg="add mod">
          <ac:chgData name="Hardeo Thakur" userId="f363d765-82e0-43ef-abca-0a9168688986" providerId="ADAL" clId="{81BD219F-9939-4880-BA82-ECA2AFF73DAD}" dt="2023-04-09T13:16:27.388" v="4127" actId="113"/>
          <ac:spMkLst>
            <pc:docMk/>
            <pc:sldMk cId="3844468351" sldId="368"/>
            <ac:spMk id="46" creationId="{CF5433F2-9016-FF81-AC04-EE3757575E7C}"/>
          </ac:spMkLst>
        </pc:spChg>
        <pc:spChg chg="add mod">
          <ac:chgData name="Hardeo Thakur" userId="f363d765-82e0-43ef-abca-0a9168688986" providerId="ADAL" clId="{81BD219F-9939-4880-BA82-ECA2AFF73DAD}" dt="2023-04-09T13:23:09.656" v="4315" actId="1076"/>
          <ac:spMkLst>
            <pc:docMk/>
            <pc:sldMk cId="3844468351" sldId="368"/>
            <ac:spMk id="47" creationId="{1346C774-A701-55B7-96B4-D9EEF71AEB88}"/>
          </ac:spMkLst>
        </pc:spChg>
        <pc:graphicFrameChg chg="add del mod modGraphic">
          <ac:chgData name="Hardeo Thakur" userId="f363d765-82e0-43ef-abca-0a9168688986" providerId="ADAL" clId="{81BD219F-9939-4880-BA82-ECA2AFF73DAD}" dt="2023-04-09T12:58:21.820" v="3868" actId="478"/>
          <ac:graphicFrameMkLst>
            <pc:docMk/>
            <pc:sldMk cId="3844468351" sldId="368"/>
            <ac:graphicFrameMk id="29" creationId="{3462781E-E8E7-9060-D7AD-B27004AB606C}"/>
          </ac:graphicFrameMkLst>
        </pc:graphicFrameChg>
        <pc:graphicFrameChg chg="add mod modGraphic">
          <ac:chgData name="Hardeo Thakur" userId="f363d765-82e0-43ef-abca-0a9168688986" providerId="ADAL" clId="{81BD219F-9939-4880-BA82-ECA2AFF73DAD}" dt="2023-04-09T13:21:52.628" v="4313" actId="207"/>
          <ac:graphicFrameMkLst>
            <pc:docMk/>
            <pc:sldMk cId="3844468351" sldId="368"/>
            <ac:graphicFrameMk id="30" creationId="{4837F24E-408A-273C-474D-F810E5F92BBF}"/>
          </ac:graphicFrameMkLst>
        </pc:graphicFrameChg>
        <pc:graphicFrameChg chg="add del mod modGraphic">
          <ac:chgData name="Hardeo Thakur" userId="f363d765-82e0-43ef-abca-0a9168688986" providerId="ADAL" clId="{81BD219F-9939-4880-BA82-ECA2AFF73DAD}" dt="2023-04-09T12:59:59.992" v="3894" actId="478"/>
          <ac:graphicFrameMkLst>
            <pc:docMk/>
            <pc:sldMk cId="3844468351" sldId="368"/>
            <ac:graphicFrameMk id="31" creationId="{CEAD0DFD-A1CB-2D48-B139-930666948E1B}"/>
          </ac:graphicFrameMkLst>
        </pc:graphicFrameChg>
        <pc:graphicFrameChg chg="add del mod modGraphic">
          <ac:chgData name="Hardeo Thakur" userId="f363d765-82e0-43ef-abca-0a9168688986" providerId="ADAL" clId="{81BD219F-9939-4880-BA82-ECA2AFF73DAD}" dt="2023-04-09T13:00:02.960" v="3895" actId="478"/>
          <ac:graphicFrameMkLst>
            <pc:docMk/>
            <pc:sldMk cId="3844468351" sldId="368"/>
            <ac:graphicFrameMk id="32" creationId="{25284FCE-143F-6916-66F9-7A4F81CA0664}"/>
          </ac:graphicFrameMkLst>
        </pc:graphicFrameChg>
        <pc:graphicFrameChg chg="add del mod">
          <ac:chgData name="Hardeo Thakur" userId="f363d765-82e0-43ef-abca-0a9168688986" providerId="ADAL" clId="{81BD219F-9939-4880-BA82-ECA2AFF73DAD}" dt="2023-04-09T13:00:05.723" v="3896" actId="478"/>
          <ac:graphicFrameMkLst>
            <pc:docMk/>
            <pc:sldMk cId="3844468351" sldId="368"/>
            <ac:graphicFrameMk id="33" creationId="{B21EB1E5-7C15-61C8-EEC1-A197E98F43D2}"/>
          </ac:graphicFrameMkLst>
        </pc:graphicFrameChg>
        <pc:graphicFrameChg chg="add mod modGraphic">
          <ac:chgData name="Hardeo Thakur" userId="f363d765-82e0-43ef-abca-0a9168688986" providerId="ADAL" clId="{81BD219F-9939-4880-BA82-ECA2AFF73DAD}" dt="2023-04-09T13:22:03.025" v="4314" actId="207"/>
          <ac:graphicFrameMkLst>
            <pc:docMk/>
            <pc:sldMk cId="3844468351" sldId="368"/>
            <ac:graphicFrameMk id="34" creationId="{709B6A5F-F912-F803-2CEA-A779E035C599}"/>
          </ac:graphicFrameMkLst>
        </pc:graphicFrameChg>
        <pc:graphicFrameChg chg="add mod modGraphic">
          <ac:chgData name="Hardeo Thakur" userId="f363d765-82e0-43ef-abca-0a9168688986" providerId="ADAL" clId="{81BD219F-9939-4880-BA82-ECA2AFF73DAD}" dt="2023-04-09T13:04:45.633" v="3978" actId="20577"/>
          <ac:graphicFrameMkLst>
            <pc:docMk/>
            <pc:sldMk cId="3844468351" sldId="368"/>
            <ac:graphicFrameMk id="35" creationId="{DA5B8367-879C-BAC0-7627-684D5E3C8B0A}"/>
          </ac:graphicFrameMkLst>
        </pc:graphicFrameChg>
        <pc:graphicFrameChg chg="add mod modGraphic">
          <ac:chgData name="Hardeo Thakur" userId="f363d765-82e0-43ef-abca-0a9168688986" providerId="ADAL" clId="{81BD219F-9939-4880-BA82-ECA2AFF73DAD}" dt="2023-04-09T13:05:01.397" v="3984" actId="20577"/>
          <ac:graphicFrameMkLst>
            <pc:docMk/>
            <pc:sldMk cId="3844468351" sldId="368"/>
            <ac:graphicFrameMk id="36" creationId="{12A300B2-06C4-F89A-CAC6-F789C928860E}"/>
          </ac:graphicFrameMkLst>
        </pc:graphicFrameChg>
        <pc:cxnChg chg="add mod">
          <ac:chgData name="Hardeo Thakur" userId="f363d765-82e0-43ef-abca-0a9168688986" providerId="ADAL" clId="{81BD219F-9939-4880-BA82-ECA2AFF73DAD}" dt="2023-04-09T12:52:28.593" v="3837" actId="1076"/>
          <ac:cxnSpMkLst>
            <pc:docMk/>
            <pc:sldMk cId="3844468351" sldId="368"/>
            <ac:cxnSpMk id="10" creationId="{09A58623-EF58-16E4-FFB5-09B3EA357A30}"/>
          </ac:cxnSpMkLst>
        </pc:cxnChg>
        <pc:cxnChg chg="add">
          <ac:chgData name="Hardeo Thakur" userId="f363d765-82e0-43ef-abca-0a9168688986" providerId="ADAL" clId="{81BD219F-9939-4880-BA82-ECA2AFF73DAD}" dt="2023-04-09T12:53:18.123" v="3852" actId="11529"/>
          <ac:cxnSpMkLst>
            <pc:docMk/>
            <pc:sldMk cId="3844468351" sldId="368"/>
            <ac:cxnSpMk id="16" creationId="{47DA8A62-16C5-7009-4647-4E916F109703}"/>
          </ac:cxnSpMkLst>
        </pc:cxnChg>
        <pc:cxnChg chg="add mod">
          <ac:chgData name="Hardeo Thakur" userId="f363d765-82e0-43ef-abca-0a9168688986" providerId="ADAL" clId="{81BD219F-9939-4880-BA82-ECA2AFF73DAD}" dt="2023-04-09T12:53:44.944" v="3856" actId="14100"/>
          <ac:cxnSpMkLst>
            <pc:docMk/>
            <pc:sldMk cId="3844468351" sldId="368"/>
            <ac:cxnSpMk id="18" creationId="{B5A191AB-B741-5493-8A1B-31838AAC0A0E}"/>
          </ac:cxnSpMkLst>
        </pc:cxnChg>
        <pc:cxnChg chg="add">
          <ac:chgData name="Hardeo Thakur" userId="f363d765-82e0-43ef-abca-0a9168688986" providerId="ADAL" clId="{81BD219F-9939-4880-BA82-ECA2AFF73DAD}" dt="2023-04-09T12:53:56.804" v="3857" actId="11529"/>
          <ac:cxnSpMkLst>
            <pc:docMk/>
            <pc:sldMk cId="3844468351" sldId="368"/>
            <ac:cxnSpMk id="23" creationId="{7C221A88-AF58-32D1-12A8-E28053406E1C}"/>
          </ac:cxnSpMkLst>
        </pc:cxnChg>
        <pc:cxnChg chg="add">
          <ac:chgData name="Hardeo Thakur" userId="f363d765-82e0-43ef-abca-0a9168688986" providerId="ADAL" clId="{81BD219F-9939-4880-BA82-ECA2AFF73DAD}" dt="2023-04-09T12:54:10.762" v="3858" actId="11529"/>
          <ac:cxnSpMkLst>
            <pc:docMk/>
            <pc:sldMk cId="3844468351" sldId="368"/>
            <ac:cxnSpMk id="25" creationId="{B51D4063-6D61-CAC3-AED3-5E9186548837}"/>
          </ac:cxnSpMkLst>
        </pc:cxnChg>
        <pc:cxnChg chg="add mod">
          <ac:chgData name="Hardeo Thakur" userId="f363d765-82e0-43ef-abca-0a9168688986" providerId="ADAL" clId="{81BD219F-9939-4880-BA82-ECA2AFF73DAD}" dt="2023-04-09T12:54:27.031" v="3860" actId="14100"/>
          <ac:cxnSpMkLst>
            <pc:docMk/>
            <pc:sldMk cId="3844468351" sldId="368"/>
            <ac:cxnSpMk id="27" creationId="{5F138662-0895-1814-1567-7A18FC0A2FDC}"/>
          </ac:cxnSpMkLst>
        </pc:cxnChg>
        <pc:cxnChg chg="add del mod">
          <ac:chgData name="Hardeo Thakur" userId="f363d765-82e0-43ef-abca-0a9168688986" providerId="ADAL" clId="{81BD219F-9939-4880-BA82-ECA2AFF73DAD}" dt="2023-04-09T13:13:04.351" v="4104" actId="478"/>
          <ac:cxnSpMkLst>
            <pc:docMk/>
            <pc:sldMk cId="3844468351" sldId="368"/>
            <ac:cxnSpMk id="43" creationId="{04EBE0C2-C41F-E2AC-A16F-759B13D43898}"/>
          </ac:cxnSpMkLst>
        </pc:cxnChg>
      </pc:sldChg>
      <pc:sldChg chg="modSp add mod">
        <pc:chgData name="Hardeo Thakur" userId="f363d765-82e0-43ef-abca-0a9168688986" providerId="ADAL" clId="{81BD219F-9939-4880-BA82-ECA2AFF73DAD}" dt="2023-04-09T13:08:13.969" v="4092" actId="20577"/>
        <pc:sldMkLst>
          <pc:docMk/>
          <pc:sldMk cId="1064782687" sldId="369"/>
        </pc:sldMkLst>
        <pc:spChg chg="mod">
          <ac:chgData name="Hardeo Thakur" userId="f363d765-82e0-43ef-abca-0a9168688986" providerId="ADAL" clId="{81BD219F-9939-4880-BA82-ECA2AFF73DAD}" dt="2023-04-09T13:06:57.658" v="4086" actId="1076"/>
          <ac:spMkLst>
            <pc:docMk/>
            <pc:sldMk cId="1064782687" sldId="369"/>
            <ac:spMk id="41" creationId="{0A66AA54-8571-A376-CDD0-C4AA8E2278FF}"/>
          </ac:spMkLst>
        </pc:spChg>
        <pc:graphicFrameChg chg="modGraphic">
          <ac:chgData name="Hardeo Thakur" userId="f363d765-82e0-43ef-abca-0a9168688986" providerId="ADAL" clId="{81BD219F-9939-4880-BA82-ECA2AFF73DAD}" dt="2023-04-09T13:08:13.969" v="4092" actId="20577"/>
          <ac:graphicFrameMkLst>
            <pc:docMk/>
            <pc:sldMk cId="1064782687" sldId="369"/>
            <ac:graphicFrameMk id="30" creationId="{4837F24E-408A-273C-474D-F810E5F92BBF}"/>
          </ac:graphicFrameMkLst>
        </pc:graphicFrameChg>
      </pc:sldChg>
      <pc:sldChg chg="addSp delSp modSp add mod">
        <pc:chgData name="Hardeo Thakur" userId="f363d765-82e0-43ef-abca-0a9168688986" providerId="ADAL" clId="{81BD219F-9939-4880-BA82-ECA2AFF73DAD}" dt="2023-04-09T15:34:45.830" v="4619" actId="478"/>
        <pc:sldMkLst>
          <pc:docMk/>
          <pc:sldMk cId="1032678339" sldId="370"/>
        </pc:sldMkLst>
        <pc:spChg chg="add del mod">
          <ac:chgData name="Hardeo Thakur" userId="f363d765-82e0-43ef-abca-0a9168688986" providerId="ADAL" clId="{81BD219F-9939-4880-BA82-ECA2AFF73DAD}" dt="2023-04-09T15:34:45.830" v="4619" actId="478"/>
          <ac:spMkLst>
            <pc:docMk/>
            <pc:sldMk cId="1032678339" sldId="370"/>
            <ac:spMk id="12" creationId="{35F20C0F-AABC-77CA-3E7E-0F2524E7F2B8}"/>
          </ac:spMkLst>
        </pc:spChg>
        <pc:spChg chg="mod">
          <ac:chgData name="Hardeo Thakur" userId="f363d765-82e0-43ef-abca-0a9168688986" providerId="ADAL" clId="{81BD219F-9939-4880-BA82-ECA2AFF73DAD}" dt="2023-04-09T13:38:59.487" v="4505" actId="1076"/>
          <ac:spMkLst>
            <pc:docMk/>
            <pc:sldMk cId="1032678339" sldId="370"/>
            <ac:spMk id="45" creationId="{4DE283F3-8016-93A3-B9C9-D68DF3D52C57}"/>
          </ac:spMkLst>
        </pc:spChg>
        <pc:spChg chg="mod">
          <ac:chgData name="Hardeo Thakur" userId="f363d765-82e0-43ef-abca-0a9168688986" providerId="ADAL" clId="{81BD219F-9939-4880-BA82-ECA2AFF73DAD}" dt="2023-04-09T13:35:48.470" v="4488" actId="14100"/>
          <ac:spMkLst>
            <pc:docMk/>
            <pc:sldMk cId="1032678339" sldId="370"/>
            <ac:spMk id="46" creationId="{CF5433F2-9016-FF81-AC04-EE3757575E7C}"/>
          </ac:spMkLst>
        </pc:spChg>
        <pc:spChg chg="add del mod">
          <ac:chgData name="Hardeo Thakur" userId="f363d765-82e0-43ef-abca-0a9168688986" providerId="ADAL" clId="{81BD219F-9939-4880-BA82-ECA2AFF73DAD}" dt="2023-04-09T13:24:38.630" v="4324" actId="20577"/>
          <ac:spMkLst>
            <pc:docMk/>
            <pc:sldMk cId="1032678339" sldId="370"/>
            <ac:spMk id="47" creationId="{1346C774-A701-55B7-96B4-D9EEF71AEB88}"/>
          </ac:spMkLst>
        </pc:spChg>
        <pc:graphicFrameChg chg="modGraphic">
          <ac:chgData name="Hardeo Thakur" userId="f363d765-82e0-43ef-abca-0a9168688986" providerId="ADAL" clId="{81BD219F-9939-4880-BA82-ECA2AFF73DAD}" dt="2023-04-09T13:26:05.920" v="4331" actId="207"/>
          <ac:graphicFrameMkLst>
            <pc:docMk/>
            <pc:sldMk cId="1032678339" sldId="370"/>
            <ac:graphicFrameMk id="30" creationId="{4837F24E-408A-273C-474D-F810E5F92BBF}"/>
          </ac:graphicFrameMkLst>
        </pc:graphicFrameChg>
        <pc:graphicFrameChg chg="modGraphic">
          <ac:chgData name="Hardeo Thakur" userId="f363d765-82e0-43ef-abca-0a9168688986" providerId="ADAL" clId="{81BD219F-9939-4880-BA82-ECA2AFF73DAD}" dt="2023-04-09T13:26:35.051" v="4336" actId="207"/>
          <ac:graphicFrameMkLst>
            <pc:docMk/>
            <pc:sldMk cId="1032678339" sldId="370"/>
            <ac:graphicFrameMk id="34" creationId="{709B6A5F-F912-F803-2CEA-A779E035C599}"/>
          </ac:graphicFrameMkLst>
        </pc:graphicFrameChg>
        <pc:graphicFrameChg chg="modGraphic">
          <ac:chgData name="Hardeo Thakur" userId="f363d765-82e0-43ef-abca-0a9168688986" providerId="ADAL" clId="{81BD219F-9939-4880-BA82-ECA2AFF73DAD}" dt="2023-04-09T13:26:55.507" v="4340" actId="207"/>
          <ac:graphicFrameMkLst>
            <pc:docMk/>
            <pc:sldMk cId="1032678339" sldId="370"/>
            <ac:graphicFrameMk id="35" creationId="{DA5B8367-879C-BAC0-7627-684D5E3C8B0A}"/>
          </ac:graphicFrameMkLst>
        </pc:graphicFrameChg>
        <pc:cxnChg chg="add mod">
          <ac:chgData name="Hardeo Thakur" userId="f363d765-82e0-43ef-abca-0a9168688986" providerId="ADAL" clId="{81BD219F-9939-4880-BA82-ECA2AFF73DAD}" dt="2023-04-09T13:38:13.124" v="4497" actId="14100"/>
          <ac:cxnSpMkLst>
            <pc:docMk/>
            <pc:sldMk cId="1032678339" sldId="370"/>
            <ac:cxnSpMk id="9" creationId="{79C7AB70-A857-53E7-167F-9B6ADACCAB62}"/>
          </ac:cxnSpMkLst>
        </pc:cxnChg>
      </pc:sldChg>
      <pc:sldChg chg="delSp modSp add del mod">
        <pc:chgData name="Hardeo Thakur" userId="f363d765-82e0-43ef-abca-0a9168688986" providerId="ADAL" clId="{81BD219F-9939-4880-BA82-ECA2AFF73DAD}" dt="2023-04-09T15:14:40.520" v="4604" actId="47"/>
        <pc:sldMkLst>
          <pc:docMk/>
          <pc:sldMk cId="1614108542" sldId="371"/>
        </pc:sldMkLst>
        <pc:spChg chg="del mod">
          <ac:chgData name="Hardeo Thakur" userId="f363d765-82e0-43ef-abca-0a9168688986" providerId="ADAL" clId="{81BD219F-9939-4880-BA82-ECA2AFF73DAD}" dt="2023-04-09T13:33:46.635" v="4487"/>
          <ac:spMkLst>
            <pc:docMk/>
            <pc:sldMk cId="1614108542" sldId="371"/>
            <ac:spMk id="45" creationId="{4DE283F3-8016-93A3-B9C9-D68DF3D52C57}"/>
          </ac:spMkLst>
        </pc:spChg>
        <pc:spChg chg="mod">
          <ac:chgData name="Hardeo Thakur" userId="f363d765-82e0-43ef-abca-0a9168688986" providerId="ADAL" clId="{81BD219F-9939-4880-BA82-ECA2AFF73DAD}" dt="2023-04-09T13:33:19.430" v="4484" actId="20577"/>
          <ac:spMkLst>
            <pc:docMk/>
            <pc:sldMk cId="1614108542" sldId="371"/>
            <ac:spMk id="46" creationId="{CF5433F2-9016-FF81-AC04-EE3757575E7C}"/>
          </ac:spMkLst>
        </pc:spChg>
        <pc:spChg chg="mod">
          <ac:chgData name="Hardeo Thakur" userId="f363d765-82e0-43ef-abca-0a9168688986" providerId="ADAL" clId="{81BD219F-9939-4880-BA82-ECA2AFF73DAD}" dt="2023-04-09T14:55:54.634" v="4554" actId="20577"/>
          <ac:spMkLst>
            <pc:docMk/>
            <pc:sldMk cId="1614108542" sldId="371"/>
            <ac:spMk id="47" creationId="{1346C774-A701-55B7-96B4-D9EEF71AEB88}"/>
          </ac:spMkLst>
        </pc:spChg>
      </pc:sldChg>
      <pc:sldChg chg="addSp delSp modSp add del mod">
        <pc:chgData name="Hardeo Thakur" userId="f363d765-82e0-43ef-abca-0a9168688986" providerId="ADAL" clId="{81BD219F-9939-4880-BA82-ECA2AFF73DAD}" dt="2023-04-09T14:58:26.233" v="4555" actId="47"/>
        <pc:sldMkLst>
          <pc:docMk/>
          <pc:sldMk cId="4055519076" sldId="372"/>
        </pc:sldMkLst>
        <pc:spChg chg="mod">
          <ac:chgData name="Hardeo Thakur" userId="f363d765-82e0-43ef-abca-0a9168688986" providerId="ADAL" clId="{81BD219F-9939-4880-BA82-ECA2AFF73DAD}" dt="2023-04-09T13:38:45.108" v="4502" actId="20577"/>
          <ac:spMkLst>
            <pc:docMk/>
            <pc:sldMk cId="4055519076" sldId="372"/>
            <ac:spMk id="12" creationId="{35F20C0F-AABC-77CA-3E7E-0F2524E7F2B8}"/>
          </ac:spMkLst>
        </pc:spChg>
        <pc:spChg chg="del mod">
          <ac:chgData name="Hardeo Thakur" userId="f363d765-82e0-43ef-abca-0a9168688986" providerId="ADAL" clId="{81BD219F-9939-4880-BA82-ECA2AFF73DAD}" dt="2023-04-09T13:38:39.336" v="4500" actId="478"/>
          <ac:spMkLst>
            <pc:docMk/>
            <pc:sldMk cId="4055519076" sldId="372"/>
            <ac:spMk id="45" creationId="{4DE283F3-8016-93A3-B9C9-D68DF3D52C57}"/>
          </ac:spMkLst>
        </pc:spChg>
        <pc:spChg chg="mod">
          <ac:chgData name="Hardeo Thakur" userId="f363d765-82e0-43ef-abca-0a9168688986" providerId="ADAL" clId="{81BD219F-9939-4880-BA82-ECA2AFF73DAD}" dt="2023-04-09T13:38:52.232" v="4504" actId="20577"/>
          <ac:spMkLst>
            <pc:docMk/>
            <pc:sldMk cId="4055519076" sldId="372"/>
            <ac:spMk id="47" creationId="{1346C774-A701-55B7-96B4-D9EEF71AEB88}"/>
          </ac:spMkLst>
        </pc:spChg>
        <pc:cxnChg chg="add mod">
          <ac:chgData name="Hardeo Thakur" userId="f363d765-82e0-43ef-abca-0a9168688986" providerId="ADAL" clId="{81BD219F-9939-4880-BA82-ECA2AFF73DAD}" dt="2023-04-09T13:43:51.917" v="4541" actId="1076"/>
          <ac:cxnSpMkLst>
            <pc:docMk/>
            <pc:sldMk cId="4055519076" sldId="372"/>
            <ac:cxnSpMk id="2" creationId="{ADFA60F9-2AD5-90C5-D209-CF2053FCA391}"/>
          </ac:cxnSpMkLst>
        </pc:cxnChg>
      </pc:sldChg>
      <pc:sldChg chg="addSp delSp modSp add mod">
        <pc:chgData name="Hardeo Thakur" userId="f363d765-82e0-43ef-abca-0a9168688986" providerId="ADAL" clId="{81BD219F-9939-4880-BA82-ECA2AFF73DAD}" dt="2023-04-09T15:36:27.659" v="4624" actId="20577"/>
        <pc:sldMkLst>
          <pc:docMk/>
          <pc:sldMk cId="4286156425" sldId="373"/>
        </pc:sldMkLst>
        <pc:spChg chg="add mod">
          <ac:chgData name="Hardeo Thakur" userId="f363d765-82e0-43ef-abca-0a9168688986" providerId="ADAL" clId="{81BD219F-9939-4880-BA82-ECA2AFF73DAD}" dt="2023-04-09T15:18:19.479" v="4617" actId="20577"/>
          <ac:spMkLst>
            <pc:docMk/>
            <pc:sldMk cId="4286156425" sldId="373"/>
            <ac:spMk id="2" creationId="{9D78BAFF-F49D-C5B0-1BC0-E4136F06EC3B}"/>
          </ac:spMkLst>
        </pc:spChg>
        <pc:spChg chg="mod">
          <ac:chgData name="Hardeo Thakur" userId="f363d765-82e0-43ef-abca-0a9168688986" providerId="ADAL" clId="{81BD219F-9939-4880-BA82-ECA2AFF73DAD}" dt="2023-04-09T15:16:09.903" v="4606" actId="1076"/>
          <ac:spMkLst>
            <pc:docMk/>
            <pc:sldMk cId="4286156425" sldId="373"/>
            <ac:spMk id="6" creationId="{B7BD9409-61B6-7F00-716E-95869A641E27}"/>
          </ac:spMkLst>
        </pc:spChg>
        <pc:spChg chg="add del mod">
          <ac:chgData name="Hardeo Thakur" userId="f363d765-82e0-43ef-abca-0a9168688986" providerId="ADAL" clId="{81BD219F-9939-4880-BA82-ECA2AFF73DAD}" dt="2023-04-09T14:59:07.907" v="4558" actId="478"/>
          <ac:spMkLst>
            <pc:docMk/>
            <pc:sldMk cId="4286156425" sldId="373"/>
            <ac:spMk id="11" creationId="{18516D89-DBFA-CF8E-CA28-822B60879054}"/>
          </ac:spMkLst>
        </pc:spChg>
        <pc:spChg chg="mod">
          <ac:chgData name="Hardeo Thakur" userId="f363d765-82e0-43ef-abca-0a9168688986" providerId="ADAL" clId="{81BD219F-9939-4880-BA82-ECA2AFF73DAD}" dt="2023-04-09T15:36:02.852" v="4620" actId="1076"/>
          <ac:spMkLst>
            <pc:docMk/>
            <pc:sldMk cId="4286156425" sldId="373"/>
            <ac:spMk id="12" creationId="{35F20C0F-AABC-77CA-3E7E-0F2524E7F2B8}"/>
          </ac:spMkLst>
        </pc:spChg>
        <pc:spChg chg="add del mod">
          <ac:chgData name="Hardeo Thakur" userId="f363d765-82e0-43ef-abca-0a9168688986" providerId="ADAL" clId="{81BD219F-9939-4880-BA82-ECA2AFF73DAD}" dt="2023-04-09T15:16:40.643" v="4612" actId="478"/>
          <ac:spMkLst>
            <pc:docMk/>
            <pc:sldMk cId="4286156425" sldId="373"/>
            <ac:spMk id="17" creationId="{85D17D22-33A6-F103-D821-10A8F950391D}"/>
          </ac:spMkLst>
        </pc:spChg>
        <pc:spChg chg="add mod">
          <ac:chgData name="Hardeo Thakur" userId="f363d765-82e0-43ef-abca-0a9168688986" providerId="ADAL" clId="{81BD219F-9939-4880-BA82-ECA2AFF73DAD}" dt="2023-04-09T15:36:27.659" v="4624" actId="20577"/>
          <ac:spMkLst>
            <pc:docMk/>
            <pc:sldMk cId="4286156425" sldId="373"/>
            <ac:spMk id="20" creationId="{B05A58F2-1EEC-216F-2DAB-3FE9E60599E3}"/>
          </ac:spMkLst>
        </pc:spChg>
        <pc:graphicFrameChg chg="modGraphic">
          <ac:chgData name="Hardeo Thakur" userId="f363d765-82e0-43ef-abca-0a9168688986" providerId="ADAL" clId="{81BD219F-9939-4880-BA82-ECA2AFF73DAD}" dt="2023-04-09T13:41:45.952" v="4533" actId="207"/>
          <ac:graphicFrameMkLst>
            <pc:docMk/>
            <pc:sldMk cId="4286156425" sldId="373"/>
            <ac:graphicFrameMk id="30" creationId="{4837F24E-408A-273C-474D-F810E5F92BBF}"/>
          </ac:graphicFrameMkLst>
        </pc:graphicFrameChg>
        <pc:graphicFrameChg chg="modGraphic">
          <ac:chgData name="Hardeo Thakur" userId="f363d765-82e0-43ef-abca-0a9168688986" providerId="ADAL" clId="{81BD219F-9939-4880-BA82-ECA2AFF73DAD}" dt="2023-04-09T13:41:55.853" v="4534" actId="207"/>
          <ac:graphicFrameMkLst>
            <pc:docMk/>
            <pc:sldMk cId="4286156425" sldId="373"/>
            <ac:graphicFrameMk id="34" creationId="{709B6A5F-F912-F803-2CEA-A779E035C599}"/>
          </ac:graphicFrameMkLst>
        </pc:graphicFrameChg>
        <pc:graphicFrameChg chg="modGraphic">
          <ac:chgData name="Hardeo Thakur" userId="f363d765-82e0-43ef-abca-0a9168688986" providerId="ADAL" clId="{81BD219F-9939-4880-BA82-ECA2AFF73DAD}" dt="2023-04-09T13:42:07.058" v="4535" actId="207"/>
          <ac:graphicFrameMkLst>
            <pc:docMk/>
            <pc:sldMk cId="4286156425" sldId="373"/>
            <ac:graphicFrameMk id="35" creationId="{DA5B8367-879C-BAC0-7627-684D5E3C8B0A}"/>
          </ac:graphicFrameMkLst>
        </pc:graphicFrameChg>
        <pc:cxnChg chg="mod">
          <ac:chgData name="Hardeo Thakur" userId="f363d765-82e0-43ef-abca-0a9168688986" providerId="ADAL" clId="{81BD219F-9939-4880-BA82-ECA2AFF73DAD}" dt="2023-04-09T15:16:09.903" v="4606" actId="1076"/>
          <ac:cxnSpMkLst>
            <pc:docMk/>
            <pc:sldMk cId="4286156425" sldId="373"/>
            <ac:cxnSpMk id="16" creationId="{47DA8A62-16C5-7009-4647-4E916F109703}"/>
          </ac:cxnSpMkLst>
        </pc:cxnChg>
        <pc:cxnChg chg="mod">
          <ac:chgData name="Hardeo Thakur" userId="f363d765-82e0-43ef-abca-0a9168688986" providerId="ADAL" clId="{81BD219F-9939-4880-BA82-ECA2AFF73DAD}" dt="2023-04-09T15:16:09.903" v="4606" actId="1076"/>
          <ac:cxnSpMkLst>
            <pc:docMk/>
            <pc:sldMk cId="4286156425" sldId="373"/>
            <ac:cxnSpMk id="18" creationId="{B5A191AB-B741-5493-8A1B-31838AAC0A0E}"/>
          </ac:cxnSpMkLst>
        </pc:cxnChg>
        <pc:cxnChg chg="add mod">
          <ac:chgData name="Hardeo Thakur" userId="f363d765-82e0-43ef-abca-0a9168688986" providerId="ADAL" clId="{81BD219F-9939-4880-BA82-ECA2AFF73DAD}" dt="2023-04-09T15:17:56.954" v="4615" actId="1076"/>
          <ac:cxnSpMkLst>
            <pc:docMk/>
            <pc:sldMk cId="4286156425" sldId="373"/>
            <ac:cxnSpMk id="19" creationId="{16190E2A-78A9-15E6-BAE9-FC39ECF51326}"/>
          </ac:cxnSpMkLst>
        </pc:cxnChg>
      </pc:sldChg>
      <pc:sldChg chg="addSp delSp modSp add mod">
        <pc:chgData name="Hardeo Thakur" userId="f363d765-82e0-43ef-abca-0a9168688986" providerId="ADAL" clId="{81BD219F-9939-4880-BA82-ECA2AFF73DAD}" dt="2023-04-09T15:47:58.204" v="4839" actId="207"/>
        <pc:sldMkLst>
          <pc:docMk/>
          <pc:sldMk cId="3632200230" sldId="374"/>
        </pc:sldMkLst>
        <pc:spChg chg="del mod">
          <ac:chgData name="Hardeo Thakur" userId="f363d765-82e0-43ef-abca-0a9168688986" providerId="ADAL" clId="{81BD219F-9939-4880-BA82-ECA2AFF73DAD}" dt="2023-04-09T15:44:03.449" v="4701" actId="478"/>
          <ac:spMkLst>
            <pc:docMk/>
            <pc:sldMk cId="3632200230" sldId="374"/>
            <ac:spMk id="2" creationId="{9D78BAFF-F49D-C5B0-1BC0-E4136F06EC3B}"/>
          </ac:spMkLst>
        </pc:spChg>
        <pc:spChg chg="mod">
          <ac:chgData name="Hardeo Thakur" userId="f363d765-82e0-43ef-abca-0a9168688986" providerId="ADAL" clId="{81BD219F-9939-4880-BA82-ECA2AFF73DAD}" dt="2023-04-09T15:10:44.737" v="4574" actId="20577"/>
          <ac:spMkLst>
            <pc:docMk/>
            <pc:sldMk cId="3632200230" sldId="374"/>
            <ac:spMk id="11" creationId="{18516D89-DBFA-CF8E-CA28-822B60879054}"/>
          </ac:spMkLst>
        </pc:spChg>
        <pc:spChg chg="add del mod">
          <ac:chgData name="Hardeo Thakur" userId="f363d765-82e0-43ef-abca-0a9168688986" providerId="ADAL" clId="{81BD219F-9939-4880-BA82-ECA2AFF73DAD}" dt="2023-04-09T15:39:18.959" v="4627"/>
          <ac:spMkLst>
            <pc:docMk/>
            <pc:sldMk cId="3632200230" sldId="374"/>
            <ac:spMk id="28" creationId="{915E9D29-5CD9-5110-4CA2-B6EB70E81637}"/>
          </ac:spMkLst>
        </pc:spChg>
        <pc:spChg chg="add mod">
          <ac:chgData name="Hardeo Thakur" userId="f363d765-82e0-43ef-abca-0a9168688986" providerId="ADAL" clId="{81BD219F-9939-4880-BA82-ECA2AFF73DAD}" dt="2023-04-09T15:40:11.198" v="4646" actId="1076"/>
          <ac:spMkLst>
            <pc:docMk/>
            <pc:sldMk cId="3632200230" sldId="374"/>
            <ac:spMk id="29" creationId="{A1C42F3B-4797-3358-96BA-A5DECE6AE73C}"/>
          </ac:spMkLst>
        </pc:spChg>
        <pc:spChg chg="add del mod">
          <ac:chgData name="Hardeo Thakur" userId="f363d765-82e0-43ef-abca-0a9168688986" providerId="ADAL" clId="{81BD219F-9939-4880-BA82-ECA2AFF73DAD}" dt="2023-04-09T15:42:58.949" v="4692" actId="478"/>
          <ac:spMkLst>
            <pc:docMk/>
            <pc:sldMk cId="3632200230" sldId="374"/>
            <ac:spMk id="31" creationId="{16B32F4B-67C0-EBC1-89B1-A0550D9DA1CE}"/>
          </ac:spMkLst>
        </pc:spChg>
        <pc:spChg chg="add mod">
          <ac:chgData name="Hardeo Thakur" userId="f363d765-82e0-43ef-abca-0a9168688986" providerId="ADAL" clId="{81BD219F-9939-4880-BA82-ECA2AFF73DAD}" dt="2023-04-09T15:47:45.614" v="4838" actId="20577"/>
          <ac:spMkLst>
            <pc:docMk/>
            <pc:sldMk cId="3632200230" sldId="374"/>
            <ac:spMk id="32" creationId="{7E2A1696-3102-FB1B-0632-488A9E884CCD}"/>
          </ac:spMkLst>
        </pc:spChg>
        <pc:spChg chg="mod">
          <ac:chgData name="Hardeo Thakur" userId="f363d765-82e0-43ef-abca-0a9168688986" providerId="ADAL" clId="{81BD219F-9939-4880-BA82-ECA2AFF73DAD}" dt="2023-04-09T14:52:13.833" v="4551" actId="20577"/>
          <ac:spMkLst>
            <pc:docMk/>
            <pc:sldMk cId="3632200230" sldId="374"/>
            <ac:spMk id="47" creationId="{1346C774-A701-55B7-96B4-D9EEF71AEB88}"/>
          </ac:spMkLst>
        </pc:spChg>
        <pc:graphicFrameChg chg="modGraphic">
          <ac:chgData name="Hardeo Thakur" userId="f363d765-82e0-43ef-abca-0a9168688986" providerId="ADAL" clId="{81BD219F-9939-4880-BA82-ECA2AFF73DAD}" dt="2023-04-09T15:10:15.427" v="4570" actId="207"/>
          <ac:graphicFrameMkLst>
            <pc:docMk/>
            <pc:sldMk cId="3632200230" sldId="374"/>
            <ac:graphicFrameMk id="30" creationId="{4837F24E-408A-273C-474D-F810E5F92BBF}"/>
          </ac:graphicFrameMkLst>
        </pc:graphicFrameChg>
        <pc:graphicFrameChg chg="modGraphic">
          <ac:chgData name="Hardeo Thakur" userId="f363d765-82e0-43ef-abca-0a9168688986" providerId="ADAL" clId="{81BD219F-9939-4880-BA82-ECA2AFF73DAD}" dt="2023-04-09T15:47:58.204" v="4839" actId="207"/>
          <ac:graphicFrameMkLst>
            <pc:docMk/>
            <pc:sldMk cId="3632200230" sldId="374"/>
            <ac:graphicFrameMk id="34" creationId="{709B6A5F-F912-F803-2CEA-A779E035C599}"/>
          </ac:graphicFrameMkLst>
        </pc:graphicFrameChg>
        <pc:graphicFrameChg chg="modGraphic">
          <ac:chgData name="Hardeo Thakur" userId="f363d765-82e0-43ef-abca-0a9168688986" providerId="ADAL" clId="{81BD219F-9939-4880-BA82-ECA2AFF73DAD}" dt="2023-04-09T15:10:38.265" v="4572" actId="207"/>
          <ac:graphicFrameMkLst>
            <pc:docMk/>
            <pc:sldMk cId="3632200230" sldId="374"/>
            <ac:graphicFrameMk id="35" creationId="{DA5B8367-879C-BAC0-7627-684D5E3C8B0A}"/>
          </ac:graphicFrameMkLst>
        </pc:graphicFrameChg>
        <pc:cxnChg chg="mod">
          <ac:chgData name="Hardeo Thakur" userId="f363d765-82e0-43ef-abca-0a9168688986" providerId="ADAL" clId="{81BD219F-9939-4880-BA82-ECA2AFF73DAD}" dt="2023-04-09T15:08:47.534" v="4562" actId="1035"/>
          <ac:cxnSpMkLst>
            <pc:docMk/>
            <pc:sldMk cId="3632200230" sldId="374"/>
            <ac:cxnSpMk id="9" creationId="{79C7AB70-A857-53E7-167F-9B6ADACCAB62}"/>
          </ac:cxnSpMkLst>
        </pc:cxnChg>
        <pc:cxnChg chg="add mod">
          <ac:chgData name="Hardeo Thakur" userId="f363d765-82e0-43ef-abca-0a9168688986" providerId="ADAL" clId="{81BD219F-9939-4880-BA82-ECA2AFF73DAD}" dt="2023-04-09T15:09:52.297" v="4569" actId="14100"/>
          <ac:cxnSpMkLst>
            <pc:docMk/>
            <pc:sldMk cId="3632200230" sldId="374"/>
            <ac:cxnSpMk id="13" creationId="{2345904B-FB1D-BF38-71CC-6D9164EB7614}"/>
          </ac:cxnSpMkLst>
        </pc:cxnChg>
        <pc:cxnChg chg="add mod">
          <ac:chgData name="Hardeo Thakur" userId="f363d765-82e0-43ef-abca-0a9168688986" providerId="ADAL" clId="{81BD219F-9939-4880-BA82-ECA2AFF73DAD}" dt="2023-04-09T15:11:10.865" v="4577" actId="14100"/>
          <ac:cxnSpMkLst>
            <pc:docMk/>
            <pc:sldMk cId="3632200230" sldId="374"/>
            <ac:cxnSpMk id="22" creationId="{1852631E-B97C-1393-DA5F-5290321C617A}"/>
          </ac:cxnSpMkLst>
        </pc:cxnChg>
      </pc:sldChg>
      <pc:sldChg chg="addSp delSp modSp add mod">
        <pc:chgData name="Hardeo Thakur" userId="f363d765-82e0-43ef-abca-0a9168688986" providerId="ADAL" clId="{81BD219F-9939-4880-BA82-ECA2AFF73DAD}" dt="2023-04-09T15:48:36.247" v="4845" actId="1076"/>
        <pc:sldMkLst>
          <pc:docMk/>
          <pc:sldMk cId="2482723648" sldId="375"/>
        </pc:sldMkLst>
        <pc:spChg chg="del mod">
          <ac:chgData name="Hardeo Thakur" userId="f363d765-82e0-43ef-abca-0a9168688986" providerId="ADAL" clId="{81BD219F-9939-4880-BA82-ECA2AFF73DAD}" dt="2023-04-09T15:44:11.396" v="4702" actId="21"/>
          <ac:spMkLst>
            <pc:docMk/>
            <pc:sldMk cId="2482723648" sldId="375"/>
            <ac:spMk id="2" creationId="{9D78BAFF-F49D-C5B0-1BC0-E4136F06EC3B}"/>
          </ac:spMkLst>
        </pc:spChg>
        <pc:spChg chg="add mod">
          <ac:chgData name="Hardeo Thakur" userId="f363d765-82e0-43ef-abca-0a9168688986" providerId="ADAL" clId="{81BD219F-9939-4880-BA82-ECA2AFF73DAD}" dt="2023-04-09T15:48:36.247" v="4845" actId="1076"/>
          <ac:spMkLst>
            <pc:docMk/>
            <pc:sldMk cId="2482723648" sldId="375"/>
            <ac:spMk id="15" creationId="{2E94CB1F-6F26-8172-762C-EFAEFFC0FA78}"/>
          </ac:spMkLst>
        </pc:spChg>
        <pc:spChg chg="del">
          <ac:chgData name="Hardeo Thakur" userId="f363d765-82e0-43ef-abca-0a9168688986" providerId="ADAL" clId="{81BD219F-9939-4880-BA82-ECA2AFF73DAD}" dt="2023-04-09T15:42:50.465" v="4691" actId="478"/>
          <ac:spMkLst>
            <pc:docMk/>
            <pc:sldMk cId="2482723648" sldId="375"/>
            <ac:spMk id="31" creationId="{16B32F4B-67C0-EBC1-89B1-A0550D9DA1CE}"/>
          </ac:spMkLst>
        </pc:spChg>
        <pc:graphicFrameChg chg="modGraphic">
          <ac:chgData name="Hardeo Thakur" userId="f363d765-82e0-43ef-abca-0a9168688986" providerId="ADAL" clId="{81BD219F-9939-4880-BA82-ECA2AFF73DAD}" dt="2023-04-09T15:48:32.888" v="4844" actId="207"/>
          <ac:graphicFrameMkLst>
            <pc:docMk/>
            <pc:sldMk cId="2482723648" sldId="375"/>
            <ac:graphicFrameMk id="34" creationId="{709B6A5F-F912-F803-2CEA-A779E035C599}"/>
          </ac:graphicFrameMkLst>
        </pc:graphicFrameChg>
      </pc:sldChg>
      <pc:sldChg chg="modSp add mod">
        <pc:chgData name="Hardeo Thakur" userId="f363d765-82e0-43ef-abca-0a9168688986" providerId="ADAL" clId="{81BD219F-9939-4880-BA82-ECA2AFF73DAD}" dt="2023-04-09T15:53:33.486" v="4879" actId="20577"/>
        <pc:sldMkLst>
          <pc:docMk/>
          <pc:sldMk cId="3349528804" sldId="376"/>
        </pc:sldMkLst>
        <pc:spChg chg="mod">
          <ac:chgData name="Hardeo Thakur" userId="f363d765-82e0-43ef-abca-0a9168688986" providerId="ADAL" clId="{81BD219F-9939-4880-BA82-ECA2AFF73DAD}" dt="2023-04-09T15:53:33.486" v="4879" actId="20577"/>
          <ac:spMkLst>
            <pc:docMk/>
            <pc:sldMk cId="3349528804" sldId="376"/>
            <ac:spMk id="15" creationId="{2E94CB1F-6F26-8172-762C-EFAEFFC0FA78}"/>
          </ac:spMkLst>
        </pc:spChg>
      </pc:sldChg>
      <pc:sldChg chg="modSp add mod">
        <pc:chgData name="Hardeo Thakur" userId="f363d765-82e0-43ef-abca-0a9168688986" providerId="ADAL" clId="{81BD219F-9939-4880-BA82-ECA2AFF73DAD}" dt="2023-04-09T16:16:30.613" v="5247" actId="1076"/>
        <pc:sldMkLst>
          <pc:docMk/>
          <pc:sldMk cId="2813532435" sldId="377"/>
        </pc:sldMkLst>
        <pc:spChg chg="mod">
          <ac:chgData name="Hardeo Thakur" userId="f363d765-82e0-43ef-abca-0a9168688986" providerId="ADAL" clId="{81BD219F-9939-4880-BA82-ECA2AFF73DAD}" dt="2023-04-09T16:16:30.613" v="5247" actId="1076"/>
          <ac:spMkLst>
            <pc:docMk/>
            <pc:sldMk cId="2813532435" sldId="377"/>
            <ac:spMk id="15" creationId="{2E94CB1F-6F26-8172-762C-EFAEFFC0FA78}"/>
          </ac:spMkLst>
        </pc:spChg>
        <pc:graphicFrameChg chg="modGraphic">
          <ac:chgData name="Hardeo Thakur" userId="f363d765-82e0-43ef-abca-0a9168688986" providerId="ADAL" clId="{81BD219F-9939-4880-BA82-ECA2AFF73DAD}" dt="2023-04-09T16:01:07.801" v="5042" actId="207"/>
          <ac:graphicFrameMkLst>
            <pc:docMk/>
            <pc:sldMk cId="2813532435" sldId="377"/>
            <ac:graphicFrameMk id="34" creationId="{709B6A5F-F912-F803-2CEA-A779E035C599}"/>
          </ac:graphicFrameMkLst>
        </pc:graphicFrameChg>
      </pc:sldChg>
      <pc:sldChg chg="modSp add mod">
        <pc:chgData name="Hardeo Thakur" userId="f363d765-82e0-43ef-abca-0a9168688986" providerId="ADAL" clId="{81BD219F-9939-4880-BA82-ECA2AFF73DAD}" dt="2023-04-09T16:02:27.250" v="5078" actId="1076"/>
        <pc:sldMkLst>
          <pc:docMk/>
          <pc:sldMk cId="3191546861" sldId="378"/>
        </pc:sldMkLst>
        <pc:spChg chg="mod">
          <ac:chgData name="Hardeo Thakur" userId="f363d765-82e0-43ef-abca-0a9168688986" providerId="ADAL" clId="{81BD219F-9939-4880-BA82-ECA2AFF73DAD}" dt="2023-04-09T16:02:27.250" v="5078" actId="1076"/>
          <ac:spMkLst>
            <pc:docMk/>
            <pc:sldMk cId="3191546861" sldId="378"/>
            <ac:spMk id="15" creationId="{2E94CB1F-6F26-8172-762C-EFAEFFC0FA78}"/>
          </ac:spMkLst>
        </pc:spChg>
      </pc:sldChg>
      <pc:sldChg chg="addSp delSp modSp add mod">
        <pc:chgData name="Hardeo Thakur" userId="f363d765-82e0-43ef-abca-0a9168688986" providerId="ADAL" clId="{81BD219F-9939-4880-BA82-ECA2AFF73DAD}" dt="2023-04-09T16:09:52.515" v="5190"/>
        <pc:sldMkLst>
          <pc:docMk/>
          <pc:sldMk cId="358763670" sldId="379"/>
        </pc:sldMkLst>
        <pc:spChg chg="add mod">
          <ac:chgData name="Hardeo Thakur" userId="f363d765-82e0-43ef-abca-0a9168688986" providerId="ADAL" clId="{81BD219F-9939-4880-BA82-ECA2AFF73DAD}" dt="2023-04-09T16:09:31.522" v="5188" actId="20577"/>
          <ac:spMkLst>
            <pc:docMk/>
            <pc:sldMk cId="358763670" sldId="379"/>
            <ac:spMk id="2" creationId="{DB74FAF4-517C-8BB7-1C21-07FD442B6F53}"/>
          </ac:spMkLst>
        </pc:spChg>
        <pc:spChg chg="mod">
          <ac:chgData name="Hardeo Thakur" userId="f363d765-82e0-43ef-abca-0a9168688986" providerId="ADAL" clId="{81BD219F-9939-4880-BA82-ECA2AFF73DAD}" dt="2023-04-09T16:08:39.213" v="5184" actId="20577"/>
          <ac:spMkLst>
            <pc:docMk/>
            <pc:sldMk cId="358763670" sldId="379"/>
            <ac:spMk id="15" creationId="{2E94CB1F-6F26-8172-762C-EFAEFFC0FA78}"/>
          </ac:spMkLst>
        </pc:spChg>
        <pc:spChg chg="add del mod">
          <ac:chgData name="Hardeo Thakur" userId="f363d765-82e0-43ef-abca-0a9168688986" providerId="ADAL" clId="{81BD219F-9939-4880-BA82-ECA2AFF73DAD}" dt="2023-04-09T16:09:52.515" v="5190"/>
          <ac:spMkLst>
            <pc:docMk/>
            <pc:sldMk cId="358763670" sldId="379"/>
            <ac:spMk id="17" creationId="{D2B892CC-AAAF-4DA9-C655-10FDF668B5A0}"/>
          </ac:spMkLst>
        </pc:spChg>
        <pc:spChg chg="mod">
          <ac:chgData name="Hardeo Thakur" userId="f363d765-82e0-43ef-abca-0a9168688986" providerId="ADAL" clId="{81BD219F-9939-4880-BA82-ECA2AFF73DAD}" dt="2023-04-09T16:07:30.260" v="5161" actId="20577"/>
          <ac:spMkLst>
            <pc:docMk/>
            <pc:sldMk cId="358763670" sldId="379"/>
            <ac:spMk id="46" creationId="{CF5433F2-9016-FF81-AC04-EE3757575E7C}"/>
          </ac:spMkLst>
        </pc:spChg>
        <pc:graphicFrameChg chg="modGraphic">
          <ac:chgData name="Hardeo Thakur" userId="f363d765-82e0-43ef-abca-0a9168688986" providerId="ADAL" clId="{81BD219F-9939-4880-BA82-ECA2AFF73DAD}" dt="2023-04-09T16:05:11.500" v="5149" actId="207"/>
          <ac:graphicFrameMkLst>
            <pc:docMk/>
            <pc:sldMk cId="358763670" sldId="379"/>
            <ac:graphicFrameMk id="30" creationId="{4837F24E-408A-273C-474D-F810E5F92BBF}"/>
          </ac:graphicFrameMkLst>
        </pc:graphicFrameChg>
        <pc:graphicFrameChg chg="modGraphic">
          <ac:chgData name="Hardeo Thakur" userId="f363d765-82e0-43ef-abca-0a9168688986" providerId="ADAL" clId="{81BD219F-9939-4880-BA82-ECA2AFF73DAD}" dt="2023-04-09T16:05:34.515" v="5151" actId="207"/>
          <ac:graphicFrameMkLst>
            <pc:docMk/>
            <pc:sldMk cId="358763670" sldId="379"/>
            <ac:graphicFrameMk id="34" creationId="{709B6A5F-F912-F803-2CEA-A779E035C599}"/>
          </ac:graphicFrameMkLst>
        </pc:graphicFrameChg>
        <pc:graphicFrameChg chg="modGraphic">
          <ac:chgData name="Hardeo Thakur" userId="f363d765-82e0-43ef-abca-0a9168688986" providerId="ADAL" clId="{81BD219F-9939-4880-BA82-ECA2AFF73DAD}" dt="2023-04-09T16:07:10.863" v="5159" actId="20577"/>
          <ac:graphicFrameMkLst>
            <pc:docMk/>
            <pc:sldMk cId="358763670" sldId="379"/>
            <ac:graphicFrameMk id="35" creationId="{DA5B8367-879C-BAC0-7627-684D5E3C8B0A}"/>
          </ac:graphicFrameMkLst>
        </pc:graphicFrameChg>
      </pc:sldChg>
      <pc:sldChg chg="addSp modSp add mod">
        <pc:chgData name="Hardeo Thakur" userId="f363d765-82e0-43ef-abca-0a9168688986" providerId="ADAL" clId="{81BD219F-9939-4880-BA82-ECA2AFF73DAD}" dt="2023-04-09T16:14:20.610" v="5242" actId="14100"/>
        <pc:sldMkLst>
          <pc:docMk/>
          <pc:sldMk cId="4081040418" sldId="380"/>
        </pc:sldMkLst>
        <pc:spChg chg="mod">
          <ac:chgData name="Hardeo Thakur" userId="f363d765-82e0-43ef-abca-0a9168688986" providerId="ADAL" clId="{81BD219F-9939-4880-BA82-ECA2AFF73DAD}" dt="2023-04-09T16:14:20.610" v="5242" actId="14100"/>
          <ac:spMkLst>
            <pc:docMk/>
            <pc:sldMk cId="4081040418" sldId="380"/>
            <ac:spMk id="2" creationId="{DB74FAF4-517C-8BB7-1C21-07FD442B6F53}"/>
          </ac:spMkLst>
        </pc:spChg>
        <pc:spChg chg="mod">
          <ac:chgData name="Hardeo Thakur" userId="f363d765-82e0-43ef-abca-0a9168688986" providerId="ADAL" clId="{81BD219F-9939-4880-BA82-ECA2AFF73DAD}" dt="2023-04-09T16:13:25.030" v="5233" actId="20577"/>
          <ac:spMkLst>
            <pc:docMk/>
            <pc:sldMk cId="4081040418" sldId="380"/>
            <ac:spMk id="15" creationId="{2E94CB1F-6F26-8172-762C-EFAEFFC0FA78}"/>
          </ac:spMkLst>
        </pc:spChg>
        <pc:spChg chg="add mod">
          <ac:chgData name="Hardeo Thakur" userId="f363d765-82e0-43ef-abca-0a9168688986" providerId="ADAL" clId="{81BD219F-9939-4880-BA82-ECA2AFF73DAD}" dt="2023-04-09T16:14:16.517" v="5241" actId="14100"/>
          <ac:spMkLst>
            <pc:docMk/>
            <pc:sldMk cId="4081040418" sldId="380"/>
            <ac:spMk id="17" creationId="{CEFE68F2-1344-CF83-CDA3-D00F755DA516}"/>
          </ac:spMkLst>
        </pc:spChg>
        <pc:spChg chg="mod">
          <ac:chgData name="Hardeo Thakur" userId="f363d765-82e0-43ef-abca-0a9168688986" providerId="ADAL" clId="{81BD219F-9939-4880-BA82-ECA2AFF73DAD}" dt="2023-04-09T16:10:14.402" v="5195" actId="20577"/>
          <ac:spMkLst>
            <pc:docMk/>
            <pc:sldMk cId="4081040418" sldId="380"/>
            <ac:spMk id="47" creationId="{1346C774-A701-55B7-96B4-D9EEF71AEB88}"/>
          </ac:spMkLst>
        </pc:spChg>
        <pc:graphicFrameChg chg="modGraphic">
          <ac:chgData name="Hardeo Thakur" userId="f363d765-82e0-43ef-abca-0a9168688986" providerId="ADAL" clId="{81BD219F-9939-4880-BA82-ECA2AFF73DAD}" dt="2023-04-09T16:11:49.351" v="5208" actId="207"/>
          <ac:graphicFrameMkLst>
            <pc:docMk/>
            <pc:sldMk cId="4081040418" sldId="380"/>
            <ac:graphicFrameMk id="30" creationId="{4837F24E-408A-273C-474D-F810E5F92BBF}"/>
          </ac:graphicFrameMkLst>
        </pc:graphicFrameChg>
        <pc:graphicFrameChg chg="modGraphic">
          <ac:chgData name="Hardeo Thakur" userId="f363d765-82e0-43ef-abca-0a9168688986" providerId="ADAL" clId="{81BD219F-9939-4880-BA82-ECA2AFF73DAD}" dt="2023-04-09T16:12:23.890" v="5211" actId="207"/>
          <ac:graphicFrameMkLst>
            <pc:docMk/>
            <pc:sldMk cId="4081040418" sldId="380"/>
            <ac:graphicFrameMk id="34" creationId="{709B6A5F-F912-F803-2CEA-A779E035C599}"/>
          </ac:graphicFrameMkLst>
        </pc:graphicFrameChg>
        <pc:graphicFrameChg chg="modGraphic">
          <ac:chgData name="Hardeo Thakur" userId="f363d765-82e0-43ef-abca-0a9168688986" providerId="ADAL" clId="{81BD219F-9939-4880-BA82-ECA2AFF73DAD}" dt="2023-04-09T16:13:03.195" v="5227" actId="207"/>
          <ac:graphicFrameMkLst>
            <pc:docMk/>
            <pc:sldMk cId="4081040418" sldId="380"/>
            <ac:graphicFrameMk id="35" creationId="{DA5B8367-879C-BAC0-7627-684D5E3C8B0A}"/>
          </ac:graphicFrameMkLst>
        </pc:graphicFrameChg>
      </pc:sldChg>
      <pc:sldChg chg="add del">
        <pc:chgData name="Hardeo Thakur" userId="f363d765-82e0-43ef-abca-0a9168688986" providerId="ADAL" clId="{81BD219F-9939-4880-BA82-ECA2AFF73DAD}" dt="2023-04-09T16:13:49.347" v="5235"/>
        <pc:sldMkLst>
          <pc:docMk/>
          <pc:sldMk cId="3186006117" sldId="381"/>
        </pc:sldMkLst>
      </pc:sldChg>
      <pc:sldChg chg="add">
        <pc:chgData name="Hardeo Thakur" userId="f363d765-82e0-43ef-abca-0a9168688986" providerId="ADAL" clId="{81BD219F-9939-4880-BA82-ECA2AFF73DAD}" dt="2023-04-09T16:14:40.540" v="5243"/>
        <pc:sldMkLst>
          <pc:docMk/>
          <pc:sldMk cId="3509398848" sldId="381"/>
        </pc:sldMkLst>
      </pc:sldChg>
      <pc:sldChg chg="addSp delSp modSp add mod">
        <pc:chgData name="Hardeo Thakur" userId="f363d765-82e0-43ef-abca-0a9168688986" providerId="ADAL" clId="{81BD219F-9939-4880-BA82-ECA2AFF73DAD}" dt="2023-04-09T16:19:12.899" v="5269" actId="20577"/>
        <pc:sldMkLst>
          <pc:docMk/>
          <pc:sldMk cId="2116202171" sldId="382"/>
        </pc:sldMkLst>
        <pc:spChg chg="del">
          <ac:chgData name="Hardeo Thakur" userId="f363d765-82e0-43ef-abca-0a9168688986" providerId="ADAL" clId="{81BD219F-9939-4880-BA82-ECA2AFF73DAD}" dt="2023-04-09T16:16:45.194" v="5248" actId="478"/>
          <ac:spMkLst>
            <pc:docMk/>
            <pc:sldMk cId="2116202171" sldId="382"/>
            <ac:spMk id="15" creationId="{2E94CB1F-6F26-8172-762C-EFAEFFC0FA78}"/>
          </ac:spMkLst>
        </pc:spChg>
        <pc:spChg chg="add mod">
          <ac:chgData name="Hardeo Thakur" userId="f363d765-82e0-43ef-abca-0a9168688986" providerId="ADAL" clId="{81BD219F-9939-4880-BA82-ECA2AFF73DAD}" dt="2023-04-09T16:19:12.899" v="5269" actId="20577"/>
          <ac:spMkLst>
            <pc:docMk/>
            <pc:sldMk cId="2116202171" sldId="382"/>
            <ac:spMk id="19" creationId="{FD47430A-2668-765D-D21C-ABD81DA91556}"/>
          </ac:spMkLst>
        </pc:spChg>
        <pc:spChg chg="mod">
          <ac:chgData name="Hardeo Thakur" userId="f363d765-82e0-43ef-abca-0a9168688986" providerId="ADAL" clId="{81BD219F-9939-4880-BA82-ECA2AFF73DAD}" dt="2023-04-09T16:16:05.565" v="5246" actId="20577"/>
          <ac:spMkLst>
            <pc:docMk/>
            <pc:sldMk cId="2116202171" sldId="382"/>
            <ac:spMk id="47" creationId="{1346C774-A701-55B7-96B4-D9EEF71AEB88}"/>
          </ac:spMkLst>
        </pc:spChg>
      </pc:sldChg>
      <pc:sldChg chg="addSp delSp add mod">
        <pc:chgData name="Hardeo Thakur" userId="f363d765-82e0-43ef-abca-0a9168688986" providerId="ADAL" clId="{81BD219F-9939-4880-BA82-ECA2AFF73DAD}" dt="2023-04-09T16:35:08.919" v="5272" actId="22"/>
        <pc:sldMkLst>
          <pc:docMk/>
          <pc:sldMk cId="1581294416" sldId="383"/>
        </pc:sldMkLst>
        <pc:spChg chg="add del">
          <ac:chgData name="Hardeo Thakur" userId="f363d765-82e0-43ef-abca-0a9168688986" providerId="ADAL" clId="{81BD219F-9939-4880-BA82-ECA2AFF73DAD}" dt="2023-04-09T16:35:08.919" v="5272" actId="22"/>
          <ac:spMkLst>
            <pc:docMk/>
            <pc:sldMk cId="1581294416" sldId="383"/>
            <ac:spMk id="20" creationId="{E2008EF8-FCC1-34A0-C077-4FD2BF5E5659}"/>
          </ac:spMkLst>
        </pc:spChg>
      </pc:sldChg>
      <pc:sldChg chg="modSp add mod">
        <pc:chgData name="Hardeo Thakur" userId="f363d765-82e0-43ef-abca-0a9168688986" providerId="ADAL" clId="{81BD219F-9939-4880-BA82-ECA2AFF73DAD}" dt="2023-04-09T16:40:45.153" v="5449" actId="20577"/>
        <pc:sldMkLst>
          <pc:docMk/>
          <pc:sldMk cId="2603643572" sldId="384"/>
        </pc:sldMkLst>
        <pc:spChg chg="mod">
          <ac:chgData name="Hardeo Thakur" userId="f363d765-82e0-43ef-abca-0a9168688986" providerId="ADAL" clId="{81BD219F-9939-4880-BA82-ECA2AFF73DAD}" dt="2023-04-09T16:40:45.153" v="5449" actId="20577"/>
          <ac:spMkLst>
            <pc:docMk/>
            <pc:sldMk cId="2603643572" sldId="384"/>
            <ac:spMk id="19" creationId="{FD47430A-2668-765D-D21C-ABD81DA91556}"/>
          </ac:spMkLst>
        </pc:spChg>
        <pc:graphicFrameChg chg="modGraphic">
          <ac:chgData name="Hardeo Thakur" userId="f363d765-82e0-43ef-abca-0a9168688986" providerId="ADAL" clId="{81BD219F-9939-4880-BA82-ECA2AFF73DAD}" dt="2023-04-09T16:36:34.042" v="5324" actId="207"/>
          <ac:graphicFrameMkLst>
            <pc:docMk/>
            <pc:sldMk cId="2603643572" sldId="384"/>
            <ac:graphicFrameMk id="30" creationId="{4837F24E-408A-273C-474D-F810E5F92BBF}"/>
          </ac:graphicFrameMkLst>
        </pc:graphicFrameChg>
        <pc:graphicFrameChg chg="modGraphic">
          <ac:chgData name="Hardeo Thakur" userId="f363d765-82e0-43ef-abca-0a9168688986" providerId="ADAL" clId="{81BD219F-9939-4880-BA82-ECA2AFF73DAD}" dt="2023-04-09T16:36:43.885" v="5325" actId="207"/>
          <ac:graphicFrameMkLst>
            <pc:docMk/>
            <pc:sldMk cId="2603643572" sldId="384"/>
            <ac:graphicFrameMk id="34" creationId="{709B6A5F-F912-F803-2CEA-A779E035C599}"/>
          </ac:graphicFrameMkLst>
        </pc:graphicFrameChg>
        <pc:graphicFrameChg chg="modGraphic">
          <ac:chgData name="Hardeo Thakur" userId="f363d765-82e0-43ef-abca-0a9168688986" providerId="ADAL" clId="{81BD219F-9939-4880-BA82-ECA2AFF73DAD}" dt="2023-04-09T16:37:34.853" v="5327" actId="207"/>
          <ac:graphicFrameMkLst>
            <pc:docMk/>
            <pc:sldMk cId="2603643572" sldId="384"/>
            <ac:graphicFrameMk id="35" creationId="{DA5B8367-879C-BAC0-7627-684D5E3C8B0A}"/>
          </ac:graphicFrameMkLst>
        </pc:graphicFrameChg>
        <pc:graphicFrameChg chg="modGraphic">
          <ac:chgData name="Hardeo Thakur" userId="f363d765-82e0-43ef-abca-0a9168688986" providerId="ADAL" clId="{81BD219F-9939-4880-BA82-ECA2AFF73DAD}" dt="2023-04-09T16:39:53.390" v="5420" actId="207"/>
          <ac:graphicFrameMkLst>
            <pc:docMk/>
            <pc:sldMk cId="2603643572" sldId="384"/>
            <ac:graphicFrameMk id="36" creationId="{12A300B2-06C4-F89A-CAC6-F789C928860E}"/>
          </ac:graphicFrameMkLst>
        </pc:graphicFrameChg>
      </pc:sldChg>
      <pc:sldChg chg="addSp modSp add mod">
        <pc:chgData name="Hardeo Thakur" userId="f363d765-82e0-43ef-abca-0a9168688986" providerId="ADAL" clId="{81BD219F-9939-4880-BA82-ECA2AFF73DAD}" dt="2023-04-09T16:44:39.439" v="5591" actId="207"/>
        <pc:sldMkLst>
          <pc:docMk/>
          <pc:sldMk cId="2117019129" sldId="385"/>
        </pc:sldMkLst>
        <pc:spChg chg="mod">
          <ac:chgData name="Hardeo Thakur" userId="f363d765-82e0-43ef-abca-0a9168688986" providerId="ADAL" clId="{81BD219F-9939-4880-BA82-ECA2AFF73DAD}" dt="2023-04-09T16:42:47.718" v="5454" actId="20577"/>
          <ac:spMkLst>
            <pc:docMk/>
            <pc:sldMk cId="2117019129" sldId="385"/>
            <ac:spMk id="2" creationId="{DB74FAF4-517C-8BB7-1C21-07FD442B6F53}"/>
          </ac:spMkLst>
        </pc:spChg>
        <pc:spChg chg="add mod">
          <ac:chgData name="Hardeo Thakur" userId="f363d765-82e0-43ef-abca-0a9168688986" providerId="ADAL" clId="{81BD219F-9939-4880-BA82-ECA2AFF73DAD}" dt="2023-04-09T16:42:43.742" v="5452" actId="1076"/>
          <ac:spMkLst>
            <pc:docMk/>
            <pc:sldMk cId="2117019129" sldId="385"/>
            <ac:spMk id="15" creationId="{E1606F84-171F-4E2E-25FE-4C0682118925}"/>
          </ac:spMkLst>
        </pc:spChg>
        <pc:spChg chg="mod">
          <ac:chgData name="Hardeo Thakur" userId="f363d765-82e0-43ef-abca-0a9168688986" providerId="ADAL" clId="{81BD219F-9939-4880-BA82-ECA2AFF73DAD}" dt="2023-04-09T16:44:10.993" v="5588" actId="20577"/>
          <ac:spMkLst>
            <pc:docMk/>
            <pc:sldMk cId="2117019129" sldId="385"/>
            <ac:spMk id="19" creationId="{FD47430A-2668-765D-D21C-ABD81DA91556}"/>
          </ac:spMkLst>
        </pc:spChg>
        <pc:graphicFrameChg chg="modGraphic">
          <ac:chgData name="Hardeo Thakur" userId="f363d765-82e0-43ef-abca-0a9168688986" providerId="ADAL" clId="{81BD219F-9939-4880-BA82-ECA2AFF73DAD}" dt="2023-04-09T16:44:39.439" v="5591" actId="207"/>
          <ac:graphicFrameMkLst>
            <pc:docMk/>
            <pc:sldMk cId="2117019129" sldId="385"/>
            <ac:graphicFrameMk id="30" creationId="{4837F24E-408A-273C-474D-F810E5F92BBF}"/>
          </ac:graphicFrameMkLst>
        </pc:graphicFrameChg>
        <pc:graphicFrameChg chg="modGraphic">
          <ac:chgData name="Hardeo Thakur" userId="f363d765-82e0-43ef-abca-0a9168688986" providerId="ADAL" clId="{81BD219F-9939-4880-BA82-ECA2AFF73DAD}" dt="2023-04-09T16:44:30.092" v="5590" actId="207"/>
          <ac:graphicFrameMkLst>
            <pc:docMk/>
            <pc:sldMk cId="2117019129" sldId="385"/>
            <ac:graphicFrameMk id="34" creationId="{709B6A5F-F912-F803-2CEA-A779E035C599}"/>
          </ac:graphicFrameMkLst>
        </pc:graphicFrameChg>
        <pc:graphicFrameChg chg="modGraphic">
          <ac:chgData name="Hardeo Thakur" userId="f363d765-82e0-43ef-abca-0a9168688986" providerId="ADAL" clId="{81BD219F-9939-4880-BA82-ECA2AFF73DAD}" dt="2023-04-09T16:44:20.010" v="5589" actId="207"/>
          <ac:graphicFrameMkLst>
            <pc:docMk/>
            <pc:sldMk cId="2117019129" sldId="385"/>
            <ac:graphicFrameMk id="35" creationId="{DA5B8367-879C-BAC0-7627-684D5E3C8B0A}"/>
          </ac:graphicFrameMkLst>
        </pc:graphicFrameChg>
      </pc:sldChg>
      <pc:sldChg chg="modSp add mod">
        <pc:chgData name="Hardeo Thakur" userId="f363d765-82e0-43ef-abca-0a9168688986" providerId="ADAL" clId="{81BD219F-9939-4880-BA82-ECA2AFF73DAD}" dt="2023-04-09T16:45:05.431" v="5594" actId="20577"/>
        <pc:sldMkLst>
          <pc:docMk/>
          <pc:sldMk cId="1740645027" sldId="386"/>
        </pc:sldMkLst>
        <pc:spChg chg="mod">
          <ac:chgData name="Hardeo Thakur" userId="f363d765-82e0-43ef-abca-0a9168688986" providerId="ADAL" clId="{81BD219F-9939-4880-BA82-ECA2AFF73DAD}" dt="2023-04-09T16:45:05.431" v="5594" actId="20577"/>
          <ac:spMkLst>
            <pc:docMk/>
            <pc:sldMk cId="1740645027" sldId="386"/>
            <ac:spMk id="47" creationId="{1346C774-A701-55B7-96B4-D9EEF71AEB88}"/>
          </ac:spMkLst>
        </pc:spChg>
      </pc:sldChg>
      <pc:sldChg chg="modSp add mod">
        <pc:chgData name="Hardeo Thakur" userId="f363d765-82e0-43ef-abca-0a9168688986" providerId="ADAL" clId="{81BD219F-9939-4880-BA82-ECA2AFF73DAD}" dt="2023-04-09T16:48:05.898" v="5643" actId="20577"/>
        <pc:sldMkLst>
          <pc:docMk/>
          <pc:sldMk cId="1443538247" sldId="387"/>
        </pc:sldMkLst>
        <pc:spChg chg="mod">
          <ac:chgData name="Hardeo Thakur" userId="f363d765-82e0-43ef-abca-0a9168688986" providerId="ADAL" clId="{81BD219F-9939-4880-BA82-ECA2AFF73DAD}" dt="2023-04-09T16:48:05.898" v="5643" actId="20577"/>
          <ac:spMkLst>
            <pc:docMk/>
            <pc:sldMk cId="1443538247" sldId="387"/>
            <ac:spMk id="19" creationId="{FD47430A-2668-765D-D21C-ABD81DA91556}"/>
          </ac:spMkLst>
        </pc:spChg>
      </pc:sldChg>
      <pc:sldChg chg="addSp delSp modSp add mod">
        <pc:chgData name="Hardeo Thakur" userId="f363d765-82e0-43ef-abca-0a9168688986" providerId="ADAL" clId="{81BD219F-9939-4880-BA82-ECA2AFF73DAD}" dt="2023-04-09T16:51:07.314" v="5743" actId="22"/>
        <pc:sldMkLst>
          <pc:docMk/>
          <pc:sldMk cId="3317537068" sldId="388"/>
        </pc:sldMkLst>
        <pc:spChg chg="mod">
          <ac:chgData name="Hardeo Thakur" userId="f363d765-82e0-43ef-abca-0a9168688986" providerId="ADAL" clId="{81BD219F-9939-4880-BA82-ECA2AFF73DAD}" dt="2023-04-09T16:50:07.487" v="5738" actId="20577"/>
          <ac:spMkLst>
            <pc:docMk/>
            <pc:sldMk cId="3317537068" sldId="388"/>
            <ac:spMk id="19" creationId="{FD47430A-2668-765D-D21C-ABD81DA91556}"/>
          </ac:spMkLst>
        </pc:spChg>
        <pc:spChg chg="add del">
          <ac:chgData name="Hardeo Thakur" userId="f363d765-82e0-43ef-abca-0a9168688986" providerId="ADAL" clId="{81BD219F-9939-4880-BA82-ECA2AFF73DAD}" dt="2023-04-09T16:51:07.314" v="5743" actId="22"/>
          <ac:spMkLst>
            <pc:docMk/>
            <pc:sldMk cId="3317537068" sldId="388"/>
            <ac:spMk id="21" creationId="{D1DE433D-62D4-D56F-C358-D7476EFFEEC7}"/>
          </ac:spMkLst>
        </pc:spChg>
        <pc:graphicFrameChg chg="modGraphic">
          <ac:chgData name="Hardeo Thakur" userId="f363d765-82e0-43ef-abca-0a9168688986" providerId="ADAL" clId="{81BD219F-9939-4880-BA82-ECA2AFF73DAD}" dt="2023-04-09T16:50:23.563" v="5741" actId="207"/>
          <ac:graphicFrameMkLst>
            <pc:docMk/>
            <pc:sldMk cId="3317537068" sldId="388"/>
            <ac:graphicFrameMk id="36" creationId="{12A300B2-06C4-F89A-CAC6-F789C928860E}"/>
          </ac:graphicFrameMkLst>
        </pc:graphicFrameChg>
      </pc:sldChg>
      <pc:sldChg chg="modSp add mod">
        <pc:chgData name="Hardeo Thakur" userId="f363d765-82e0-43ef-abca-0a9168688986" providerId="ADAL" clId="{81BD219F-9939-4880-BA82-ECA2AFF73DAD}" dt="2023-04-09T16:51:45.153" v="5784" actId="20577"/>
        <pc:sldMkLst>
          <pc:docMk/>
          <pc:sldMk cId="2525367741" sldId="389"/>
        </pc:sldMkLst>
        <pc:spChg chg="mod">
          <ac:chgData name="Hardeo Thakur" userId="f363d765-82e0-43ef-abca-0a9168688986" providerId="ADAL" clId="{81BD219F-9939-4880-BA82-ECA2AFF73DAD}" dt="2023-04-09T16:51:45.153" v="5784" actId="20577"/>
          <ac:spMkLst>
            <pc:docMk/>
            <pc:sldMk cId="2525367741" sldId="389"/>
            <ac:spMk id="19" creationId="{FD47430A-2668-765D-D21C-ABD81DA91556}"/>
          </ac:spMkLst>
        </pc:spChg>
      </pc:sldChg>
      <pc:sldChg chg="modSp add mod">
        <pc:chgData name="Hardeo Thakur" userId="f363d765-82e0-43ef-abca-0a9168688986" providerId="ADAL" clId="{81BD219F-9939-4880-BA82-ECA2AFF73DAD}" dt="2023-04-09T16:52:46.760" v="5892" actId="20577"/>
        <pc:sldMkLst>
          <pc:docMk/>
          <pc:sldMk cId="4012108064" sldId="390"/>
        </pc:sldMkLst>
        <pc:spChg chg="mod">
          <ac:chgData name="Hardeo Thakur" userId="f363d765-82e0-43ef-abca-0a9168688986" providerId="ADAL" clId="{81BD219F-9939-4880-BA82-ECA2AFF73DAD}" dt="2023-04-09T16:52:46.760" v="5892" actId="20577"/>
          <ac:spMkLst>
            <pc:docMk/>
            <pc:sldMk cId="4012108064" sldId="390"/>
            <ac:spMk id="19" creationId="{FD47430A-2668-765D-D21C-ABD81DA91556}"/>
          </ac:spMkLst>
        </pc:spChg>
      </pc:sldChg>
      <pc:sldChg chg="modSp add mod">
        <pc:chgData name="Hardeo Thakur" userId="f363d765-82e0-43ef-abca-0a9168688986" providerId="ADAL" clId="{81BD219F-9939-4880-BA82-ECA2AFF73DAD}" dt="2023-04-10T10:42:13.179" v="5901" actId="20577"/>
        <pc:sldMkLst>
          <pc:docMk/>
          <pc:sldMk cId="2744417240" sldId="391"/>
        </pc:sldMkLst>
        <pc:graphicFrameChg chg="modGraphic">
          <ac:chgData name="Hardeo Thakur" userId="f363d765-82e0-43ef-abca-0a9168688986" providerId="ADAL" clId="{81BD219F-9939-4880-BA82-ECA2AFF73DAD}" dt="2023-04-10T10:42:13.179" v="5901" actId="20577"/>
          <ac:graphicFrameMkLst>
            <pc:docMk/>
            <pc:sldMk cId="2744417240" sldId="391"/>
            <ac:graphicFrameMk id="31" creationId="{ECA57F78-1E86-0445-AB5E-7C61D50395F2}"/>
          </ac:graphicFrameMkLst>
        </pc:graphicFrameChg>
      </pc:sldChg>
      <pc:sldChg chg="delSp modSp add mod">
        <pc:chgData name="Hardeo Thakur" userId="f363d765-82e0-43ef-abca-0a9168688986" providerId="ADAL" clId="{81BD219F-9939-4880-BA82-ECA2AFF73DAD}" dt="2023-04-10T23:34:14.006" v="5923" actId="478"/>
        <pc:sldMkLst>
          <pc:docMk/>
          <pc:sldMk cId="3777786160" sldId="392"/>
        </pc:sldMkLst>
        <pc:spChg chg="del mod">
          <ac:chgData name="Hardeo Thakur" userId="f363d765-82e0-43ef-abca-0a9168688986" providerId="ADAL" clId="{81BD219F-9939-4880-BA82-ECA2AFF73DAD}" dt="2023-04-10T23:34:07.224" v="5920" actId="478"/>
          <ac:spMkLst>
            <pc:docMk/>
            <pc:sldMk cId="3777786160" sldId="392"/>
            <ac:spMk id="2" creationId="{626A1CC7-97B9-8A20-FCF1-1457B10C4489}"/>
          </ac:spMkLst>
        </pc:spChg>
        <pc:spChg chg="mod">
          <ac:chgData name="Hardeo Thakur" userId="f363d765-82e0-43ef-abca-0a9168688986" providerId="ADAL" clId="{81BD219F-9939-4880-BA82-ECA2AFF73DAD}" dt="2023-04-10T23:33:53.443" v="5918" actId="20577"/>
          <ac:spMkLst>
            <pc:docMk/>
            <pc:sldMk cId="3777786160" sldId="392"/>
            <ac:spMk id="3" creationId="{97AB8BFD-5C1F-445C-8050-CE8F451E95B0}"/>
          </ac:spMkLst>
        </pc:spChg>
        <pc:spChg chg="del mod">
          <ac:chgData name="Hardeo Thakur" userId="f363d765-82e0-43ef-abca-0a9168688986" providerId="ADAL" clId="{81BD219F-9939-4880-BA82-ECA2AFF73DAD}" dt="2023-04-10T23:34:14.006" v="5923" actId="478"/>
          <ac:spMkLst>
            <pc:docMk/>
            <pc:sldMk cId="3777786160" sldId="392"/>
            <ac:spMk id="6" creationId="{B8AE8918-A81F-67AF-543E-1EA40571D567}"/>
          </ac:spMkLst>
        </pc:spChg>
      </pc:sldChg>
      <pc:sldChg chg="add">
        <pc:chgData name="Hardeo Thakur" userId="f363d765-82e0-43ef-abca-0a9168688986" providerId="ADAL" clId="{81BD219F-9939-4880-BA82-ECA2AFF73DAD}" dt="2023-04-10T23:39:53.612" v="5935"/>
        <pc:sldMkLst>
          <pc:docMk/>
          <pc:sldMk cId="3751183675" sldId="393"/>
        </pc:sldMkLst>
      </pc:sldChg>
      <pc:sldChg chg="addSp delSp modSp new mod">
        <pc:chgData name="Hardeo Thakur" userId="f363d765-82e0-43ef-abca-0a9168688986" providerId="ADAL" clId="{81BD219F-9939-4880-BA82-ECA2AFF73DAD}" dt="2023-04-11T02:29:32.264" v="5956" actId="255"/>
        <pc:sldMkLst>
          <pc:docMk/>
          <pc:sldMk cId="231345656" sldId="394"/>
        </pc:sldMkLst>
        <pc:spChg chg="add del">
          <ac:chgData name="Hardeo Thakur" userId="f363d765-82e0-43ef-abca-0a9168688986" providerId="ADAL" clId="{81BD219F-9939-4880-BA82-ECA2AFF73DAD}" dt="2023-04-11T02:24:29.853" v="5943" actId="22"/>
          <ac:spMkLst>
            <pc:docMk/>
            <pc:sldMk cId="231345656" sldId="394"/>
            <ac:spMk id="3" creationId="{F1C6C5C3-C48D-B98C-8388-D6D0A0C844A8}"/>
          </ac:spMkLst>
        </pc:spChg>
        <pc:spChg chg="add mod">
          <ac:chgData name="Hardeo Thakur" userId="f363d765-82e0-43ef-abca-0a9168688986" providerId="ADAL" clId="{81BD219F-9939-4880-BA82-ECA2AFF73DAD}" dt="2023-04-11T02:29:32.264" v="5956" actId="255"/>
          <ac:spMkLst>
            <pc:docMk/>
            <pc:sldMk cId="231345656" sldId="394"/>
            <ac:spMk id="5" creationId="{BFD42EBD-7DCA-514C-DEF7-DDA3944B5857}"/>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807BD0D-ADBA-42D2-8245-8D1D6DAD882D}"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DEDF41A5-918E-4E6D-B2F6-3351D31A34A5}">
      <dgm:prSet custT="1"/>
      <dgm:spPr/>
      <dgm:t>
        <a:bodyPr/>
        <a:lstStyle/>
        <a:p>
          <a:pPr algn="just"/>
          <a:endParaRPr lang="en-US" sz="4800" dirty="0">
            <a:latin typeface="Times New Roman" panose="02020603050405020304" pitchFamily="18" charset="0"/>
            <a:cs typeface="Times New Roman" panose="02020603050405020304" pitchFamily="18" charset="0"/>
          </a:endParaRPr>
        </a:p>
      </dgm:t>
    </dgm:pt>
    <dgm:pt modelId="{BE269417-320E-4AF4-8476-BDDABFE471CB}" type="parTrans" cxnId="{A8FD6EEB-5FDA-4B39-90D7-9D12FA64EDF3}">
      <dgm:prSet/>
      <dgm:spPr/>
      <dgm:t>
        <a:bodyPr/>
        <a:lstStyle/>
        <a:p>
          <a:endParaRPr lang="en-US"/>
        </a:p>
      </dgm:t>
    </dgm:pt>
    <dgm:pt modelId="{4DB54C35-4437-40AE-8526-C39D530EADB4}" type="sibTrans" cxnId="{A8FD6EEB-5FDA-4B39-90D7-9D12FA64EDF3}">
      <dgm:prSet/>
      <dgm:spPr/>
      <dgm:t>
        <a:bodyPr/>
        <a:lstStyle/>
        <a:p>
          <a:endParaRPr lang="en-US"/>
        </a:p>
      </dgm:t>
    </dgm:pt>
    <dgm:pt modelId="{DEA91C66-7555-44FE-8633-95B35897173E}">
      <dgm:prSet/>
      <dgm:spPr/>
      <dgm:t>
        <a:bodyPr/>
        <a:lstStyle/>
        <a:p>
          <a:r>
            <a:rPr lang="en-US" dirty="0">
              <a:latin typeface="Times New Roman" panose="02020603050405020304" pitchFamily="18" charset="0"/>
              <a:cs typeface="Times New Roman" panose="02020603050405020304" pitchFamily="18" charset="0"/>
            </a:rPr>
            <a:t>Biconnected Component</a:t>
          </a:r>
          <a:endParaRPr lang="en-IN" dirty="0"/>
        </a:p>
      </dgm:t>
    </dgm:pt>
    <dgm:pt modelId="{3870BDFD-487D-4F98-8C5B-5198EF850F82}" type="parTrans" cxnId="{4E23B186-0D44-4A43-939D-946D9BE83EF7}">
      <dgm:prSet/>
      <dgm:spPr/>
      <dgm:t>
        <a:bodyPr/>
        <a:lstStyle/>
        <a:p>
          <a:endParaRPr lang="en-IN"/>
        </a:p>
      </dgm:t>
    </dgm:pt>
    <dgm:pt modelId="{50852DB1-36BC-41F3-B2CE-C1842D3F1CFE}" type="sibTrans" cxnId="{4E23B186-0D44-4A43-939D-946D9BE83EF7}">
      <dgm:prSet/>
      <dgm:spPr/>
      <dgm:t>
        <a:bodyPr/>
        <a:lstStyle/>
        <a:p>
          <a:endParaRPr lang="en-IN"/>
        </a:p>
      </dgm:t>
    </dgm:pt>
    <dgm:pt modelId="{9320E67E-A7CD-49E7-B727-2474F15E7562}">
      <dgm:prSet/>
      <dgm:spPr/>
      <dgm:t>
        <a:bodyPr/>
        <a:lstStyle/>
        <a:p>
          <a:r>
            <a:rPr lang="en-US">
              <a:latin typeface="Times New Roman" panose="02020603050405020304" pitchFamily="18" charset="0"/>
              <a:cs typeface="Times New Roman" panose="02020603050405020304" pitchFamily="18" charset="0"/>
            </a:rPr>
            <a:t>Articulation Point</a:t>
          </a:r>
          <a:endParaRPr lang="en-US" dirty="0">
            <a:latin typeface="Times New Roman" panose="02020603050405020304" pitchFamily="18" charset="0"/>
            <a:cs typeface="Times New Roman" panose="02020603050405020304" pitchFamily="18" charset="0"/>
          </a:endParaRPr>
        </a:p>
      </dgm:t>
    </dgm:pt>
    <dgm:pt modelId="{F7921B62-7EB6-4133-A824-03BD009A16BE}" type="parTrans" cxnId="{C2F72E5A-EFF8-4B34-AF43-D415126B5938}">
      <dgm:prSet/>
      <dgm:spPr/>
      <dgm:t>
        <a:bodyPr/>
        <a:lstStyle/>
        <a:p>
          <a:endParaRPr lang="en-IN"/>
        </a:p>
      </dgm:t>
    </dgm:pt>
    <dgm:pt modelId="{6004C6C3-5270-4A16-8A63-08423CED328E}" type="sibTrans" cxnId="{C2F72E5A-EFF8-4B34-AF43-D415126B5938}">
      <dgm:prSet/>
      <dgm:spPr/>
      <dgm:t>
        <a:bodyPr/>
        <a:lstStyle/>
        <a:p>
          <a:endParaRPr lang="en-IN"/>
        </a:p>
      </dgm:t>
    </dgm:pt>
    <dgm:pt modelId="{F8F9F5D5-7EE5-4C46-9297-92066EE59AAA}" type="pres">
      <dgm:prSet presAssocID="{D807BD0D-ADBA-42D2-8245-8D1D6DAD882D}" presName="vert0" presStyleCnt="0">
        <dgm:presLayoutVars>
          <dgm:dir/>
          <dgm:animOne val="branch"/>
          <dgm:animLvl val="lvl"/>
        </dgm:presLayoutVars>
      </dgm:prSet>
      <dgm:spPr/>
      <dgm:t>
        <a:bodyPr/>
        <a:lstStyle/>
        <a:p>
          <a:endParaRPr lang="en-US"/>
        </a:p>
      </dgm:t>
    </dgm:pt>
    <dgm:pt modelId="{3CCC2C0C-F0CE-4F78-B766-E6014F45FA60}" type="pres">
      <dgm:prSet presAssocID="{DEDF41A5-918E-4E6D-B2F6-3351D31A34A5}" presName="thickLine" presStyleLbl="alignNode1" presStyleIdx="0" presStyleCnt="3"/>
      <dgm:spPr/>
    </dgm:pt>
    <dgm:pt modelId="{54AEAE3C-D137-4675-8898-0FC93060E128}" type="pres">
      <dgm:prSet presAssocID="{DEDF41A5-918E-4E6D-B2F6-3351D31A34A5}" presName="horz1" presStyleCnt="0"/>
      <dgm:spPr/>
    </dgm:pt>
    <dgm:pt modelId="{B31D742D-EA88-4809-BA52-4B5115514729}" type="pres">
      <dgm:prSet presAssocID="{DEDF41A5-918E-4E6D-B2F6-3351D31A34A5}" presName="tx1" presStyleLbl="revTx" presStyleIdx="0" presStyleCnt="3" custScaleY="66949"/>
      <dgm:spPr/>
      <dgm:t>
        <a:bodyPr/>
        <a:lstStyle/>
        <a:p>
          <a:endParaRPr lang="en-US"/>
        </a:p>
      </dgm:t>
    </dgm:pt>
    <dgm:pt modelId="{F9D56CA8-4167-48F6-ACE7-F63864D04C86}" type="pres">
      <dgm:prSet presAssocID="{DEDF41A5-918E-4E6D-B2F6-3351D31A34A5}" presName="vert1" presStyleCnt="0"/>
      <dgm:spPr/>
    </dgm:pt>
    <dgm:pt modelId="{6B9C24A8-C239-4CB7-BA9C-1A91BD0DD83F}" type="pres">
      <dgm:prSet presAssocID="{DEA91C66-7555-44FE-8633-95B35897173E}" presName="thickLine" presStyleLbl="alignNode1" presStyleIdx="1" presStyleCnt="3"/>
      <dgm:spPr/>
    </dgm:pt>
    <dgm:pt modelId="{5F71FEBE-01D2-4B7C-B15E-A9DC98A07D30}" type="pres">
      <dgm:prSet presAssocID="{DEA91C66-7555-44FE-8633-95B35897173E}" presName="horz1" presStyleCnt="0"/>
      <dgm:spPr/>
    </dgm:pt>
    <dgm:pt modelId="{2AA45DBD-95D8-48D9-A65B-10AEF31EE3B2}" type="pres">
      <dgm:prSet presAssocID="{DEA91C66-7555-44FE-8633-95B35897173E}" presName="tx1" presStyleLbl="revTx" presStyleIdx="1" presStyleCnt="3"/>
      <dgm:spPr/>
      <dgm:t>
        <a:bodyPr/>
        <a:lstStyle/>
        <a:p>
          <a:endParaRPr lang="en-US"/>
        </a:p>
      </dgm:t>
    </dgm:pt>
    <dgm:pt modelId="{C51675D0-C045-4D24-9756-A00C61B75DBF}" type="pres">
      <dgm:prSet presAssocID="{DEA91C66-7555-44FE-8633-95B35897173E}" presName="vert1" presStyleCnt="0"/>
      <dgm:spPr/>
    </dgm:pt>
    <dgm:pt modelId="{234A1648-63A7-41AD-BE6E-2A73DEA4D85C}" type="pres">
      <dgm:prSet presAssocID="{9320E67E-A7CD-49E7-B727-2474F15E7562}" presName="thickLine" presStyleLbl="alignNode1" presStyleIdx="2" presStyleCnt="3"/>
      <dgm:spPr/>
    </dgm:pt>
    <dgm:pt modelId="{E7AE40EC-3BBA-4DDC-BEEF-DE9EF7E9F9C8}" type="pres">
      <dgm:prSet presAssocID="{9320E67E-A7CD-49E7-B727-2474F15E7562}" presName="horz1" presStyleCnt="0"/>
      <dgm:spPr/>
    </dgm:pt>
    <dgm:pt modelId="{09059613-26D8-481D-A496-FA95B4C621D9}" type="pres">
      <dgm:prSet presAssocID="{9320E67E-A7CD-49E7-B727-2474F15E7562}" presName="tx1" presStyleLbl="revTx" presStyleIdx="2" presStyleCnt="3"/>
      <dgm:spPr/>
      <dgm:t>
        <a:bodyPr/>
        <a:lstStyle/>
        <a:p>
          <a:endParaRPr lang="en-US"/>
        </a:p>
      </dgm:t>
    </dgm:pt>
    <dgm:pt modelId="{6690A6E3-D119-42C1-9D0F-9B62B82D6BD6}" type="pres">
      <dgm:prSet presAssocID="{9320E67E-A7CD-49E7-B727-2474F15E7562}" presName="vert1" presStyleCnt="0"/>
      <dgm:spPr/>
    </dgm:pt>
  </dgm:ptLst>
  <dgm:cxnLst>
    <dgm:cxn modelId="{4E23B186-0D44-4A43-939D-946D9BE83EF7}" srcId="{D807BD0D-ADBA-42D2-8245-8D1D6DAD882D}" destId="{DEA91C66-7555-44FE-8633-95B35897173E}" srcOrd="1" destOrd="0" parTransId="{3870BDFD-487D-4F98-8C5B-5198EF850F82}" sibTransId="{50852DB1-36BC-41F3-B2CE-C1842D3F1CFE}"/>
    <dgm:cxn modelId="{A8FD6EEB-5FDA-4B39-90D7-9D12FA64EDF3}" srcId="{D807BD0D-ADBA-42D2-8245-8D1D6DAD882D}" destId="{DEDF41A5-918E-4E6D-B2F6-3351D31A34A5}" srcOrd="0" destOrd="0" parTransId="{BE269417-320E-4AF4-8476-BDDABFE471CB}" sibTransId="{4DB54C35-4437-40AE-8526-C39D530EADB4}"/>
    <dgm:cxn modelId="{BA73F7AE-9972-4E86-860B-AD21D43AAC8C}" type="presOf" srcId="{D807BD0D-ADBA-42D2-8245-8D1D6DAD882D}" destId="{F8F9F5D5-7EE5-4C46-9297-92066EE59AAA}" srcOrd="0" destOrd="0" presId="urn:microsoft.com/office/officeart/2008/layout/LinedList"/>
    <dgm:cxn modelId="{20A00351-E68F-4548-A30A-F7F46E202166}" type="presOf" srcId="{9320E67E-A7CD-49E7-B727-2474F15E7562}" destId="{09059613-26D8-481D-A496-FA95B4C621D9}" srcOrd="0" destOrd="0" presId="urn:microsoft.com/office/officeart/2008/layout/LinedList"/>
    <dgm:cxn modelId="{AD2EEB71-7BC1-4B5F-BE79-62E4E94EAC7A}" type="presOf" srcId="{DEDF41A5-918E-4E6D-B2F6-3351D31A34A5}" destId="{B31D742D-EA88-4809-BA52-4B5115514729}" srcOrd="0" destOrd="0" presId="urn:microsoft.com/office/officeart/2008/layout/LinedList"/>
    <dgm:cxn modelId="{C2F72E5A-EFF8-4B34-AF43-D415126B5938}" srcId="{D807BD0D-ADBA-42D2-8245-8D1D6DAD882D}" destId="{9320E67E-A7CD-49E7-B727-2474F15E7562}" srcOrd="2" destOrd="0" parTransId="{F7921B62-7EB6-4133-A824-03BD009A16BE}" sibTransId="{6004C6C3-5270-4A16-8A63-08423CED328E}"/>
    <dgm:cxn modelId="{9E453668-829D-4E37-91E3-03B8C3EE5859}" type="presOf" srcId="{DEA91C66-7555-44FE-8633-95B35897173E}" destId="{2AA45DBD-95D8-48D9-A65B-10AEF31EE3B2}" srcOrd="0" destOrd="0" presId="urn:microsoft.com/office/officeart/2008/layout/LinedList"/>
    <dgm:cxn modelId="{94A3E03B-983C-4FB2-B9A2-D9E300E992AF}" type="presParOf" srcId="{F8F9F5D5-7EE5-4C46-9297-92066EE59AAA}" destId="{3CCC2C0C-F0CE-4F78-B766-E6014F45FA60}" srcOrd="0" destOrd="0" presId="urn:microsoft.com/office/officeart/2008/layout/LinedList"/>
    <dgm:cxn modelId="{DAD6170F-F82F-4AD1-A052-467C9793E599}" type="presParOf" srcId="{F8F9F5D5-7EE5-4C46-9297-92066EE59AAA}" destId="{54AEAE3C-D137-4675-8898-0FC93060E128}" srcOrd="1" destOrd="0" presId="urn:microsoft.com/office/officeart/2008/layout/LinedList"/>
    <dgm:cxn modelId="{D663EB30-9B66-4FE0-9F77-250F1E7A89B1}" type="presParOf" srcId="{54AEAE3C-D137-4675-8898-0FC93060E128}" destId="{B31D742D-EA88-4809-BA52-4B5115514729}" srcOrd="0" destOrd="0" presId="urn:microsoft.com/office/officeart/2008/layout/LinedList"/>
    <dgm:cxn modelId="{C92A2E04-C89C-4ED5-9E71-FFF25249C6EC}" type="presParOf" srcId="{54AEAE3C-D137-4675-8898-0FC93060E128}" destId="{F9D56CA8-4167-48F6-ACE7-F63864D04C86}" srcOrd="1" destOrd="0" presId="urn:microsoft.com/office/officeart/2008/layout/LinedList"/>
    <dgm:cxn modelId="{DFB23D7A-7357-4388-983E-53FA29AB83C0}" type="presParOf" srcId="{F8F9F5D5-7EE5-4C46-9297-92066EE59AAA}" destId="{6B9C24A8-C239-4CB7-BA9C-1A91BD0DD83F}" srcOrd="2" destOrd="0" presId="urn:microsoft.com/office/officeart/2008/layout/LinedList"/>
    <dgm:cxn modelId="{15C84F45-23F2-448D-82B2-FDF98669F33E}" type="presParOf" srcId="{F8F9F5D5-7EE5-4C46-9297-92066EE59AAA}" destId="{5F71FEBE-01D2-4B7C-B15E-A9DC98A07D30}" srcOrd="3" destOrd="0" presId="urn:microsoft.com/office/officeart/2008/layout/LinedList"/>
    <dgm:cxn modelId="{6F6777F3-03A8-443A-92DD-8736C7AEBB63}" type="presParOf" srcId="{5F71FEBE-01D2-4B7C-B15E-A9DC98A07D30}" destId="{2AA45DBD-95D8-48D9-A65B-10AEF31EE3B2}" srcOrd="0" destOrd="0" presId="urn:microsoft.com/office/officeart/2008/layout/LinedList"/>
    <dgm:cxn modelId="{1A7C18B9-5F31-46F5-85A0-33BADA394BE2}" type="presParOf" srcId="{5F71FEBE-01D2-4B7C-B15E-A9DC98A07D30}" destId="{C51675D0-C045-4D24-9756-A00C61B75DBF}" srcOrd="1" destOrd="0" presId="urn:microsoft.com/office/officeart/2008/layout/LinedList"/>
    <dgm:cxn modelId="{F39CAAC6-5FFF-439A-A6AF-CA76CA4A9348}" type="presParOf" srcId="{F8F9F5D5-7EE5-4C46-9297-92066EE59AAA}" destId="{234A1648-63A7-41AD-BE6E-2A73DEA4D85C}" srcOrd="4" destOrd="0" presId="urn:microsoft.com/office/officeart/2008/layout/LinedList"/>
    <dgm:cxn modelId="{BCEBCD74-0BE2-47CE-82AE-2E78882C8398}" type="presParOf" srcId="{F8F9F5D5-7EE5-4C46-9297-92066EE59AAA}" destId="{E7AE40EC-3BBA-4DDC-BEEF-DE9EF7E9F9C8}" srcOrd="5" destOrd="0" presId="urn:microsoft.com/office/officeart/2008/layout/LinedList"/>
    <dgm:cxn modelId="{48990C4C-14E2-42A6-8F7B-DB3F2ECC140B}" type="presParOf" srcId="{E7AE40EC-3BBA-4DDC-BEEF-DE9EF7E9F9C8}" destId="{09059613-26D8-481D-A496-FA95B4C621D9}" srcOrd="0" destOrd="0" presId="urn:microsoft.com/office/officeart/2008/layout/LinedList"/>
    <dgm:cxn modelId="{F8B99151-A78C-4DE2-94D6-7998460B85FB}" type="presParOf" srcId="{E7AE40EC-3BBA-4DDC-BEEF-DE9EF7E9F9C8}" destId="{6690A6E3-D119-42C1-9D0F-9B62B82D6BD6}"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CC2C0C-F0CE-4F78-B766-E6014F45FA60}">
      <dsp:nvSpPr>
        <dsp:cNvPr id="0" name=""/>
        <dsp:cNvSpPr/>
      </dsp:nvSpPr>
      <dsp:spPr>
        <a:xfrm>
          <a:off x="0" y="406"/>
          <a:ext cx="649287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31D742D-EA88-4809-BA52-4B5115514729}">
      <dsp:nvSpPr>
        <dsp:cNvPr id="0" name=""/>
        <dsp:cNvSpPr/>
      </dsp:nvSpPr>
      <dsp:spPr>
        <a:xfrm>
          <a:off x="0" y="406"/>
          <a:ext cx="6492875" cy="8324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2880" tIns="182880" rIns="182880" bIns="182880" numCol="1" spcCol="1270" anchor="t" anchorCtr="0">
          <a:noAutofit/>
        </a:bodyPr>
        <a:lstStyle/>
        <a:p>
          <a:pPr lvl="0" algn="just" defTabSz="2133600">
            <a:lnSpc>
              <a:spcPct val="90000"/>
            </a:lnSpc>
            <a:spcBef>
              <a:spcPct val="0"/>
            </a:spcBef>
            <a:spcAft>
              <a:spcPct val="35000"/>
            </a:spcAft>
          </a:pPr>
          <a:endParaRPr lang="en-US" sz="4800" kern="1200" dirty="0">
            <a:latin typeface="Times New Roman" panose="02020603050405020304" pitchFamily="18" charset="0"/>
            <a:cs typeface="Times New Roman" panose="02020603050405020304" pitchFamily="18" charset="0"/>
          </a:endParaRPr>
        </a:p>
      </dsp:txBody>
      <dsp:txXfrm>
        <a:off x="0" y="406"/>
        <a:ext cx="6492875" cy="832423"/>
      </dsp:txXfrm>
    </dsp:sp>
    <dsp:sp modelId="{6B9C24A8-C239-4CB7-BA9C-1A91BD0DD83F}">
      <dsp:nvSpPr>
        <dsp:cNvPr id="0" name=""/>
        <dsp:cNvSpPr/>
      </dsp:nvSpPr>
      <dsp:spPr>
        <a:xfrm>
          <a:off x="0" y="832829"/>
          <a:ext cx="6492875" cy="0"/>
        </a:xfrm>
        <a:prstGeom prst="line">
          <a:avLst/>
        </a:prstGeom>
        <a:solidFill>
          <a:schemeClr val="accent2">
            <a:hueOff val="-727682"/>
            <a:satOff val="-41964"/>
            <a:lumOff val="4314"/>
            <a:alphaOff val="0"/>
          </a:schemeClr>
        </a:solidFill>
        <a:ln w="12700" cap="flat" cmpd="sng" algn="ctr">
          <a:solidFill>
            <a:schemeClr val="accent2">
              <a:hueOff val="-727682"/>
              <a:satOff val="-41964"/>
              <a:lumOff val="431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AA45DBD-95D8-48D9-A65B-10AEF31EE3B2}">
      <dsp:nvSpPr>
        <dsp:cNvPr id="0" name=""/>
        <dsp:cNvSpPr/>
      </dsp:nvSpPr>
      <dsp:spPr>
        <a:xfrm>
          <a:off x="0" y="832829"/>
          <a:ext cx="6492875" cy="12433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2880" tIns="182880" rIns="182880" bIns="182880" numCol="1" spcCol="1270" anchor="t" anchorCtr="0">
          <a:noAutofit/>
        </a:bodyPr>
        <a:lstStyle/>
        <a:p>
          <a:pPr lvl="0" algn="l" defTabSz="2133600">
            <a:lnSpc>
              <a:spcPct val="90000"/>
            </a:lnSpc>
            <a:spcBef>
              <a:spcPct val="0"/>
            </a:spcBef>
            <a:spcAft>
              <a:spcPct val="35000"/>
            </a:spcAft>
          </a:pPr>
          <a:r>
            <a:rPr lang="en-US" sz="4800" kern="1200" dirty="0">
              <a:latin typeface="Times New Roman" panose="02020603050405020304" pitchFamily="18" charset="0"/>
              <a:cs typeface="Times New Roman" panose="02020603050405020304" pitchFamily="18" charset="0"/>
            </a:rPr>
            <a:t>Biconnected Component</a:t>
          </a:r>
          <a:endParaRPr lang="en-IN" sz="4800" kern="1200" dirty="0"/>
        </a:p>
      </dsp:txBody>
      <dsp:txXfrm>
        <a:off x="0" y="832829"/>
        <a:ext cx="6492875" cy="1243369"/>
      </dsp:txXfrm>
    </dsp:sp>
    <dsp:sp modelId="{234A1648-63A7-41AD-BE6E-2A73DEA4D85C}">
      <dsp:nvSpPr>
        <dsp:cNvPr id="0" name=""/>
        <dsp:cNvSpPr/>
      </dsp:nvSpPr>
      <dsp:spPr>
        <a:xfrm>
          <a:off x="0" y="2076199"/>
          <a:ext cx="6492875" cy="0"/>
        </a:xfrm>
        <a:prstGeom prst="line">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9059613-26D8-481D-A496-FA95B4C621D9}">
      <dsp:nvSpPr>
        <dsp:cNvPr id="0" name=""/>
        <dsp:cNvSpPr/>
      </dsp:nvSpPr>
      <dsp:spPr>
        <a:xfrm>
          <a:off x="0" y="2076199"/>
          <a:ext cx="6492875" cy="12433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2880" tIns="182880" rIns="182880" bIns="182880" numCol="1" spcCol="1270" anchor="t" anchorCtr="0">
          <a:noAutofit/>
        </a:bodyPr>
        <a:lstStyle/>
        <a:p>
          <a:pPr lvl="0" algn="l" defTabSz="2133600">
            <a:lnSpc>
              <a:spcPct val="90000"/>
            </a:lnSpc>
            <a:spcBef>
              <a:spcPct val="0"/>
            </a:spcBef>
            <a:spcAft>
              <a:spcPct val="35000"/>
            </a:spcAft>
          </a:pPr>
          <a:r>
            <a:rPr lang="en-US" sz="4800" kern="1200">
              <a:latin typeface="Times New Roman" panose="02020603050405020304" pitchFamily="18" charset="0"/>
              <a:cs typeface="Times New Roman" panose="02020603050405020304" pitchFamily="18" charset="0"/>
            </a:rPr>
            <a:t>Articulation Point</a:t>
          </a:r>
          <a:endParaRPr lang="en-US" sz="4800" kern="1200" dirty="0">
            <a:latin typeface="Times New Roman" panose="02020603050405020304" pitchFamily="18" charset="0"/>
            <a:cs typeface="Times New Roman" panose="02020603050405020304" pitchFamily="18" charset="0"/>
          </a:endParaRPr>
        </a:p>
      </dsp:txBody>
      <dsp:txXfrm>
        <a:off x="0" y="2076199"/>
        <a:ext cx="6492875" cy="1243369"/>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7FC23-DC3C-4975-8DCB-2795A0CB1A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76C2EBD-6428-424A-AB09-E849006311C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2390710-2C21-4F7B-AC75-1310A1F39059}"/>
              </a:ext>
            </a:extLst>
          </p:cNvPr>
          <p:cNvSpPr>
            <a:spLocks noGrp="1"/>
          </p:cNvSpPr>
          <p:nvPr>
            <p:ph type="dt" sz="half" idx="10"/>
          </p:nvPr>
        </p:nvSpPr>
        <p:spPr/>
        <p:txBody>
          <a:bodyPr/>
          <a:lstStyle/>
          <a:p>
            <a:fld id="{4A24E43A-7563-42F7-A1DD-3F9A93A3C453}" type="datetimeFigureOut">
              <a:rPr lang="en-IN" smtClean="0"/>
              <a:t>15-03-2025</a:t>
            </a:fld>
            <a:endParaRPr lang="en-IN"/>
          </a:p>
        </p:txBody>
      </p:sp>
      <p:sp>
        <p:nvSpPr>
          <p:cNvPr id="5" name="Footer Placeholder 4">
            <a:extLst>
              <a:ext uri="{FF2B5EF4-FFF2-40B4-BE49-F238E27FC236}">
                <a16:creationId xmlns:a16="http://schemas.microsoft.com/office/drawing/2014/main" id="{17A72BF9-398B-4ADF-A330-8F296D65B7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1C5BE17-7F3D-4DF2-AD0A-645247928993}"/>
              </a:ext>
            </a:extLst>
          </p:cNvPr>
          <p:cNvSpPr>
            <a:spLocks noGrp="1"/>
          </p:cNvSpPr>
          <p:nvPr>
            <p:ph type="sldNum" sz="quarter" idx="12"/>
          </p:nvPr>
        </p:nvSpPr>
        <p:spPr/>
        <p:txBody>
          <a:bodyPr/>
          <a:lstStyle/>
          <a:p>
            <a:fld id="{501E4A24-71E9-4E5B-9577-D5B8E3E876B3}" type="slidenum">
              <a:rPr lang="en-IN" smtClean="0"/>
              <a:t>‹#›</a:t>
            </a:fld>
            <a:endParaRPr lang="en-IN"/>
          </a:p>
        </p:txBody>
      </p:sp>
    </p:spTree>
    <p:extLst>
      <p:ext uri="{BB962C8B-B14F-4D97-AF65-F5344CB8AC3E}">
        <p14:creationId xmlns:p14="http://schemas.microsoft.com/office/powerpoint/2010/main" val="1420006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964D6-AF50-48C2-AB24-C411B58B7E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57B44B5-7B2D-482E-B6ED-EE8E61C0EBA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E8E04E-5EB0-4DA0-9AA3-948A4D3D9CE6}"/>
              </a:ext>
            </a:extLst>
          </p:cNvPr>
          <p:cNvSpPr>
            <a:spLocks noGrp="1"/>
          </p:cNvSpPr>
          <p:nvPr>
            <p:ph type="dt" sz="half" idx="10"/>
          </p:nvPr>
        </p:nvSpPr>
        <p:spPr/>
        <p:txBody>
          <a:bodyPr/>
          <a:lstStyle/>
          <a:p>
            <a:fld id="{4A24E43A-7563-42F7-A1DD-3F9A93A3C453}" type="datetimeFigureOut">
              <a:rPr lang="en-IN" smtClean="0"/>
              <a:t>15-03-2025</a:t>
            </a:fld>
            <a:endParaRPr lang="en-IN"/>
          </a:p>
        </p:txBody>
      </p:sp>
      <p:sp>
        <p:nvSpPr>
          <p:cNvPr id="5" name="Footer Placeholder 4">
            <a:extLst>
              <a:ext uri="{FF2B5EF4-FFF2-40B4-BE49-F238E27FC236}">
                <a16:creationId xmlns:a16="http://schemas.microsoft.com/office/drawing/2014/main" id="{DC9640F3-0D3A-4AC4-A743-D54F6E4683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1B91DBE-20E1-488B-B5AD-EE53CD429512}"/>
              </a:ext>
            </a:extLst>
          </p:cNvPr>
          <p:cNvSpPr>
            <a:spLocks noGrp="1"/>
          </p:cNvSpPr>
          <p:nvPr>
            <p:ph type="sldNum" sz="quarter" idx="12"/>
          </p:nvPr>
        </p:nvSpPr>
        <p:spPr/>
        <p:txBody>
          <a:bodyPr/>
          <a:lstStyle/>
          <a:p>
            <a:fld id="{501E4A24-71E9-4E5B-9577-D5B8E3E876B3}" type="slidenum">
              <a:rPr lang="en-IN" smtClean="0"/>
              <a:t>‹#›</a:t>
            </a:fld>
            <a:endParaRPr lang="en-IN"/>
          </a:p>
        </p:txBody>
      </p:sp>
    </p:spTree>
    <p:extLst>
      <p:ext uri="{BB962C8B-B14F-4D97-AF65-F5344CB8AC3E}">
        <p14:creationId xmlns:p14="http://schemas.microsoft.com/office/powerpoint/2010/main" val="19291117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40DB7-59E7-421B-A237-D9A70DF279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45A2C80-D6B8-4453-8A9B-C01A50200F5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B2982E6-E9EA-4F35-91A3-04C6097A427E}"/>
              </a:ext>
            </a:extLst>
          </p:cNvPr>
          <p:cNvSpPr>
            <a:spLocks noGrp="1"/>
          </p:cNvSpPr>
          <p:nvPr>
            <p:ph type="dt" sz="half" idx="10"/>
          </p:nvPr>
        </p:nvSpPr>
        <p:spPr/>
        <p:txBody>
          <a:bodyPr/>
          <a:lstStyle/>
          <a:p>
            <a:fld id="{4A24E43A-7563-42F7-A1DD-3F9A93A3C453}" type="datetimeFigureOut">
              <a:rPr lang="en-IN" smtClean="0"/>
              <a:t>15-03-2025</a:t>
            </a:fld>
            <a:endParaRPr lang="en-IN"/>
          </a:p>
        </p:txBody>
      </p:sp>
      <p:sp>
        <p:nvSpPr>
          <p:cNvPr id="5" name="Footer Placeholder 4">
            <a:extLst>
              <a:ext uri="{FF2B5EF4-FFF2-40B4-BE49-F238E27FC236}">
                <a16:creationId xmlns:a16="http://schemas.microsoft.com/office/drawing/2014/main" id="{D0576876-FB0F-48BD-B089-A496C57443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F2E17C-7EB8-4F87-81E7-D181921C316A}"/>
              </a:ext>
            </a:extLst>
          </p:cNvPr>
          <p:cNvSpPr>
            <a:spLocks noGrp="1"/>
          </p:cNvSpPr>
          <p:nvPr>
            <p:ph type="sldNum" sz="quarter" idx="12"/>
          </p:nvPr>
        </p:nvSpPr>
        <p:spPr/>
        <p:txBody>
          <a:bodyPr/>
          <a:lstStyle/>
          <a:p>
            <a:fld id="{501E4A24-71E9-4E5B-9577-D5B8E3E876B3}" type="slidenum">
              <a:rPr lang="en-IN" smtClean="0"/>
              <a:t>‹#›</a:t>
            </a:fld>
            <a:endParaRPr lang="en-IN"/>
          </a:p>
        </p:txBody>
      </p:sp>
    </p:spTree>
    <p:extLst>
      <p:ext uri="{BB962C8B-B14F-4D97-AF65-F5344CB8AC3E}">
        <p14:creationId xmlns:p14="http://schemas.microsoft.com/office/powerpoint/2010/main" val="27835122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87B35-6DA6-4653-9E07-6627AEF0F6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EEEC093-FF92-406C-B790-378E285B7D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2C54F64-7E64-4F6D-9355-9E5A3E2019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DD2B062-A67D-4362-9C45-9A97CD6353EF}"/>
              </a:ext>
            </a:extLst>
          </p:cNvPr>
          <p:cNvSpPr>
            <a:spLocks noGrp="1"/>
          </p:cNvSpPr>
          <p:nvPr>
            <p:ph type="dt" sz="half" idx="10"/>
          </p:nvPr>
        </p:nvSpPr>
        <p:spPr/>
        <p:txBody>
          <a:bodyPr/>
          <a:lstStyle/>
          <a:p>
            <a:fld id="{4A24E43A-7563-42F7-A1DD-3F9A93A3C453}" type="datetimeFigureOut">
              <a:rPr lang="en-IN" smtClean="0"/>
              <a:t>15-03-2025</a:t>
            </a:fld>
            <a:endParaRPr lang="en-IN"/>
          </a:p>
        </p:txBody>
      </p:sp>
      <p:sp>
        <p:nvSpPr>
          <p:cNvPr id="6" name="Footer Placeholder 5">
            <a:extLst>
              <a:ext uri="{FF2B5EF4-FFF2-40B4-BE49-F238E27FC236}">
                <a16:creationId xmlns:a16="http://schemas.microsoft.com/office/drawing/2014/main" id="{E8DEF338-F5A9-4E23-B682-3E406F4FA74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B39FC52-739A-4FD3-8910-FE53BBAF55B1}"/>
              </a:ext>
            </a:extLst>
          </p:cNvPr>
          <p:cNvSpPr>
            <a:spLocks noGrp="1"/>
          </p:cNvSpPr>
          <p:nvPr>
            <p:ph type="sldNum" sz="quarter" idx="12"/>
          </p:nvPr>
        </p:nvSpPr>
        <p:spPr/>
        <p:txBody>
          <a:bodyPr/>
          <a:lstStyle/>
          <a:p>
            <a:fld id="{501E4A24-71E9-4E5B-9577-D5B8E3E876B3}" type="slidenum">
              <a:rPr lang="en-IN" smtClean="0"/>
              <a:t>‹#›</a:t>
            </a:fld>
            <a:endParaRPr lang="en-IN"/>
          </a:p>
        </p:txBody>
      </p:sp>
    </p:spTree>
    <p:extLst>
      <p:ext uri="{BB962C8B-B14F-4D97-AF65-F5344CB8AC3E}">
        <p14:creationId xmlns:p14="http://schemas.microsoft.com/office/powerpoint/2010/main" val="4784525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6E454-D218-4F4E-A368-FBEE3F97DC8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27EAA9A-5DF3-4183-B564-B6CC0945DB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0DFB04D-B315-459D-BC2F-3667943208F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F09C9F4-EC3B-44AE-9551-1A3C4DEE961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7337A7A-B4F8-462D-B14D-274A4CA37DB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8DB300B-411A-4E2B-A48F-F169F3928DE5}"/>
              </a:ext>
            </a:extLst>
          </p:cNvPr>
          <p:cNvSpPr>
            <a:spLocks noGrp="1"/>
          </p:cNvSpPr>
          <p:nvPr>
            <p:ph type="dt" sz="half" idx="10"/>
          </p:nvPr>
        </p:nvSpPr>
        <p:spPr/>
        <p:txBody>
          <a:bodyPr/>
          <a:lstStyle/>
          <a:p>
            <a:fld id="{4A24E43A-7563-42F7-A1DD-3F9A93A3C453}" type="datetimeFigureOut">
              <a:rPr lang="en-IN" smtClean="0"/>
              <a:t>15-03-2025</a:t>
            </a:fld>
            <a:endParaRPr lang="en-IN"/>
          </a:p>
        </p:txBody>
      </p:sp>
      <p:sp>
        <p:nvSpPr>
          <p:cNvPr id="8" name="Footer Placeholder 7">
            <a:extLst>
              <a:ext uri="{FF2B5EF4-FFF2-40B4-BE49-F238E27FC236}">
                <a16:creationId xmlns:a16="http://schemas.microsoft.com/office/drawing/2014/main" id="{D99ADB9F-F1D7-4263-84D4-C8997C7504F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0007ABD-0D32-4391-9271-D3EB5D6EDA70}"/>
              </a:ext>
            </a:extLst>
          </p:cNvPr>
          <p:cNvSpPr>
            <a:spLocks noGrp="1"/>
          </p:cNvSpPr>
          <p:nvPr>
            <p:ph type="sldNum" sz="quarter" idx="12"/>
          </p:nvPr>
        </p:nvSpPr>
        <p:spPr/>
        <p:txBody>
          <a:bodyPr/>
          <a:lstStyle/>
          <a:p>
            <a:fld id="{501E4A24-71E9-4E5B-9577-D5B8E3E876B3}" type="slidenum">
              <a:rPr lang="en-IN" smtClean="0"/>
              <a:t>‹#›</a:t>
            </a:fld>
            <a:endParaRPr lang="en-IN"/>
          </a:p>
        </p:txBody>
      </p:sp>
    </p:spTree>
    <p:extLst>
      <p:ext uri="{BB962C8B-B14F-4D97-AF65-F5344CB8AC3E}">
        <p14:creationId xmlns:p14="http://schemas.microsoft.com/office/powerpoint/2010/main" val="39245229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DB8B1-85FD-4B2B-8B0A-C482F674CC4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0180D04-685B-4AD6-9FC7-506AA6F7EDAC}"/>
              </a:ext>
            </a:extLst>
          </p:cNvPr>
          <p:cNvSpPr>
            <a:spLocks noGrp="1"/>
          </p:cNvSpPr>
          <p:nvPr>
            <p:ph type="dt" sz="half" idx="10"/>
          </p:nvPr>
        </p:nvSpPr>
        <p:spPr/>
        <p:txBody>
          <a:bodyPr/>
          <a:lstStyle/>
          <a:p>
            <a:fld id="{4A24E43A-7563-42F7-A1DD-3F9A93A3C453}" type="datetimeFigureOut">
              <a:rPr lang="en-IN" smtClean="0"/>
              <a:t>15-03-2025</a:t>
            </a:fld>
            <a:endParaRPr lang="en-IN"/>
          </a:p>
        </p:txBody>
      </p:sp>
      <p:sp>
        <p:nvSpPr>
          <p:cNvPr id="4" name="Footer Placeholder 3">
            <a:extLst>
              <a:ext uri="{FF2B5EF4-FFF2-40B4-BE49-F238E27FC236}">
                <a16:creationId xmlns:a16="http://schemas.microsoft.com/office/drawing/2014/main" id="{C5655466-2CC6-434A-996E-7D9464B9EA3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837E820-2156-4049-A50E-A2BB70766F35}"/>
              </a:ext>
            </a:extLst>
          </p:cNvPr>
          <p:cNvSpPr>
            <a:spLocks noGrp="1"/>
          </p:cNvSpPr>
          <p:nvPr>
            <p:ph type="sldNum" sz="quarter" idx="12"/>
          </p:nvPr>
        </p:nvSpPr>
        <p:spPr/>
        <p:txBody>
          <a:bodyPr/>
          <a:lstStyle/>
          <a:p>
            <a:fld id="{501E4A24-71E9-4E5B-9577-D5B8E3E876B3}" type="slidenum">
              <a:rPr lang="en-IN" smtClean="0"/>
              <a:t>‹#›</a:t>
            </a:fld>
            <a:endParaRPr lang="en-IN"/>
          </a:p>
        </p:txBody>
      </p:sp>
    </p:spTree>
    <p:extLst>
      <p:ext uri="{BB962C8B-B14F-4D97-AF65-F5344CB8AC3E}">
        <p14:creationId xmlns:p14="http://schemas.microsoft.com/office/powerpoint/2010/main" val="13780652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59D5CB-3008-41B8-B50F-F5F466F75BD1}"/>
              </a:ext>
            </a:extLst>
          </p:cNvPr>
          <p:cNvSpPr>
            <a:spLocks noGrp="1"/>
          </p:cNvSpPr>
          <p:nvPr>
            <p:ph type="dt" sz="half" idx="10"/>
          </p:nvPr>
        </p:nvSpPr>
        <p:spPr/>
        <p:txBody>
          <a:bodyPr/>
          <a:lstStyle/>
          <a:p>
            <a:fld id="{4A24E43A-7563-42F7-A1DD-3F9A93A3C453}" type="datetimeFigureOut">
              <a:rPr lang="en-IN" smtClean="0"/>
              <a:t>15-03-2025</a:t>
            </a:fld>
            <a:endParaRPr lang="en-IN"/>
          </a:p>
        </p:txBody>
      </p:sp>
      <p:sp>
        <p:nvSpPr>
          <p:cNvPr id="3" name="Footer Placeholder 2">
            <a:extLst>
              <a:ext uri="{FF2B5EF4-FFF2-40B4-BE49-F238E27FC236}">
                <a16:creationId xmlns:a16="http://schemas.microsoft.com/office/drawing/2014/main" id="{2B57AFA4-987E-4FD7-9558-F40157927E8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20D4924-6375-49BA-9A25-D7F70D56D7C6}"/>
              </a:ext>
            </a:extLst>
          </p:cNvPr>
          <p:cNvSpPr>
            <a:spLocks noGrp="1"/>
          </p:cNvSpPr>
          <p:nvPr>
            <p:ph type="sldNum" sz="quarter" idx="12"/>
          </p:nvPr>
        </p:nvSpPr>
        <p:spPr/>
        <p:txBody>
          <a:bodyPr/>
          <a:lstStyle/>
          <a:p>
            <a:fld id="{501E4A24-71E9-4E5B-9577-D5B8E3E876B3}" type="slidenum">
              <a:rPr lang="en-IN" smtClean="0"/>
              <a:t>‹#›</a:t>
            </a:fld>
            <a:endParaRPr lang="en-IN"/>
          </a:p>
        </p:txBody>
      </p:sp>
    </p:spTree>
    <p:extLst>
      <p:ext uri="{BB962C8B-B14F-4D97-AF65-F5344CB8AC3E}">
        <p14:creationId xmlns:p14="http://schemas.microsoft.com/office/powerpoint/2010/main" val="14641464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20F96-8997-4ED8-95F1-17E6479D3F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9FB63FC-B48D-4EF0-8B37-36F6229B833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814628F-6C39-4E33-A915-783C27B093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5A0233-603C-497E-894E-6C826F22B440}"/>
              </a:ext>
            </a:extLst>
          </p:cNvPr>
          <p:cNvSpPr>
            <a:spLocks noGrp="1"/>
          </p:cNvSpPr>
          <p:nvPr>
            <p:ph type="dt" sz="half" idx="10"/>
          </p:nvPr>
        </p:nvSpPr>
        <p:spPr/>
        <p:txBody>
          <a:bodyPr/>
          <a:lstStyle/>
          <a:p>
            <a:fld id="{4A24E43A-7563-42F7-A1DD-3F9A93A3C453}" type="datetimeFigureOut">
              <a:rPr lang="en-IN" smtClean="0"/>
              <a:t>15-03-2025</a:t>
            </a:fld>
            <a:endParaRPr lang="en-IN"/>
          </a:p>
        </p:txBody>
      </p:sp>
      <p:sp>
        <p:nvSpPr>
          <p:cNvPr id="6" name="Footer Placeholder 5">
            <a:extLst>
              <a:ext uri="{FF2B5EF4-FFF2-40B4-BE49-F238E27FC236}">
                <a16:creationId xmlns:a16="http://schemas.microsoft.com/office/drawing/2014/main" id="{B098A6E7-3AB1-4B03-9D91-8647EA08AFF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B959B93-986F-4A61-887E-8B39AFD1F618}"/>
              </a:ext>
            </a:extLst>
          </p:cNvPr>
          <p:cNvSpPr>
            <a:spLocks noGrp="1"/>
          </p:cNvSpPr>
          <p:nvPr>
            <p:ph type="sldNum" sz="quarter" idx="12"/>
          </p:nvPr>
        </p:nvSpPr>
        <p:spPr/>
        <p:txBody>
          <a:bodyPr/>
          <a:lstStyle/>
          <a:p>
            <a:fld id="{501E4A24-71E9-4E5B-9577-D5B8E3E876B3}" type="slidenum">
              <a:rPr lang="en-IN" smtClean="0"/>
              <a:t>‹#›</a:t>
            </a:fld>
            <a:endParaRPr lang="en-IN"/>
          </a:p>
        </p:txBody>
      </p:sp>
    </p:spTree>
    <p:extLst>
      <p:ext uri="{BB962C8B-B14F-4D97-AF65-F5344CB8AC3E}">
        <p14:creationId xmlns:p14="http://schemas.microsoft.com/office/powerpoint/2010/main" val="42755440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CDC66-60A2-4D51-99BA-FE33E882CF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7E1DAC0-37D9-4822-9AD8-602341F5BD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DB5FC53-D94B-46F4-B681-D40233A28A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E78DB6-C05F-4D29-AF1D-E642CE0A9317}"/>
              </a:ext>
            </a:extLst>
          </p:cNvPr>
          <p:cNvSpPr>
            <a:spLocks noGrp="1"/>
          </p:cNvSpPr>
          <p:nvPr>
            <p:ph type="dt" sz="half" idx="10"/>
          </p:nvPr>
        </p:nvSpPr>
        <p:spPr/>
        <p:txBody>
          <a:bodyPr/>
          <a:lstStyle/>
          <a:p>
            <a:fld id="{4A24E43A-7563-42F7-A1DD-3F9A93A3C453}" type="datetimeFigureOut">
              <a:rPr lang="en-IN" smtClean="0"/>
              <a:t>15-03-2025</a:t>
            </a:fld>
            <a:endParaRPr lang="en-IN"/>
          </a:p>
        </p:txBody>
      </p:sp>
      <p:sp>
        <p:nvSpPr>
          <p:cNvPr id="6" name="Footer Placeholder 5">
            <a:extLst>
              <a:ext uri="{FF2B5EF4-FFF2-40B4-BE49-F238E27FC236}">
                <a16:creationId xmlns:a16="http://schemas.microsoft.com/office/drawing/2014/main" id="{029E0BC2-B76C-40C1-97C4-77E4C91A2E3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5EFB614-A2B4-4AC3-97D0-666DE9AD6B10}"/>
              </a:ext>
            </a:extLst>
          </p:cNvPr>
          <p:cNvSpPr>
            <a:spLocks noGrp="1"/>
          </p:cNvSpPr>
          <p:nvPr>
            <p:ph type="sldNum" sz="quarter" idx="12"/>
          </p:nvPr>
        </p:nvSpPr>
        <p:spPr/>
        <p:txBody>
          <a:bodyPr/>
          <a:lstStyle/>
          <a:p>
            <a:fld id="{501E4A24-71E9-4E5B-9577-D5B8E3E876B3}" type="slidenum">
              <a:rPr lang="en-IN" smtClean="0"/>
              <a:t>‹#›</a:t>
            </a:fld>
            <a:endParaRPr lang="en-IN"/>
          </a:p>
        </p:txBody>
      </p:sp>
    </p:spTree>
    <p:extLst>
      <p:ext uri="{BB962C8B-B14F-4D97-AF65-F5344CB8AC3E}">
        <p14:creationId xmlns:p14="http://schemas.microsoft.com/office/powerpoint/2010/main" val="10155167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AF81E-A5ED-4059-9145-48654E0BCD5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565B84A-3625-4887-8F36-31EF2C3C3A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D4B3D81-B51D-48BD-82A5-DEA3B3E5E3DE}"/>
              </a:ext>
            </a:extLst>
          </p:cNvPr>
          <p:cNvSpPr>
            <a:spLocks noGrp="1"/>
          </p:cNvSpPr>
          <p:nvPr>
            <p:ph type="dt" sz="half" idx="10"/>
          </p:nvPr>
        </p:nvSpPr>
        <p:spPr/>
        <p:txBody>
          <a:bodyPr/>
          <a:lstStyle/>
          <a:p>
            <a:fld id="{4A24E43A-7563-42F7-A1DD-3F9A93A3C453}" type="datetimeFigureOut">
              <a:rPr lang="en-IN" smtClean="0"/>
              <a:t>15-03-2025</a:t>
            </a:fld>
            <a:endParaRPr lang="en-IN"/>
          </a:p>
        </p:txBody>
      </p:sp>
      <p:sp>
        <p:nvSpPr>
          <p:cNvPr id="5" name="Footer Placeholder 4">
            <a:extLst>
              <a:ext uri="{FF2B5EF4-FFF2-40B4-BE49-F238E27FC236}">
                <a16:creationId xmlns:a16="http://schemas.microsoft.com/office/drawing/2014/main" id="{CBACECB2-BB94-4675-8371-EDAC0F06EB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A20FEF-D8F6-4F1A-AB87-5B575760B680}"/>
              </a:ext>
            </a:extLst>
          </p:cNvPr>
          <p:cNvSpPr>
            <a:spLocks noGrp="1"/>
          </p:cNvSpPr>
          <p:nvPr>
            <p:ph type="sldNum" sz="quarter" idx="12"/>
          </p:nvPr>
        </p:nvSpPr>
        <p:spPr/>
        <p:txBody>
          <a:bodyPr/>
          <a:lstStyle/>
          <a:p>
            <a:fld id="{501E4A24-71E9-4E5B-9577-D5B8E3E876B3}" type="slidenum">
              <a:rPr lang="en-IN" smtClean="0"/>
              <a:t>‹#›</a:t>
            </a:fld>
            <a:endParaRPr lang="en-IN"/>
          </a:p>
        </p:txBody>
      </p:sp>
    </p:spTree>
    <p:extLst>
      <p:ext uri="{BB962C8B-B14F-4D97-AF65-F5344CB8AC3E}">
        <p14:creationId xmlns:p14="http://schemas.microsoft.com/office/powerpoint/2010/main" val="3532108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178DC66-A94F-4B9C-9D19-70B1DE88A40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AA80612-68DB-41C2-A42C-F6A0A3F754C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B5A7F2-4DF9-46B8-ACAC-82E6B005C6AC}"/>
              </a:ext>
            </a:extLst>
          </p:cNvPr>
          <p:cNvSpPr>
            <a:spLocks noGrp="1"/>
          </p:cNvSpPr>
          <p:nvPr>
            <p:ph type="dt" sz="half" idx="10"/>
          </p:nvPr>
        </p:nvSpPr>
        <p:spPr/>
        <p:txBody>
          <a:bodyPr/>
          <a:lstStyle/>
          <a:p>
            <a:fld id="{4A24E43A-7563-42F7-A1DD-3F9A93A3C453}" type="datetimeFigureOut">
              <a:rPr lang="en-IN" smtClean="0"/>
              <a:t>15-03-2025</a:t>
            </a:fld>
            <a:endParaRPr lang="en-IN"/>
          </a:p>
        </p:txBody>
      </p:sp>
      <p:sp>
        <p:nvSpPr>
          <p:cNvPr id="5" name="Footer Placeholder 4">
            <a:extLst>
              <a:ext uri="{FF2B5EF4-FFF2-40B4-BE49-F238E27FC236}">
                <a16:creationId xmlns:a16="http://schemas.microsoft.com/office/drawing/2014/main" id="{B26F5E13-8993-4BCC-A065-A5591B7D18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DA4D39A-E59D-4D88-B7F9-38CA41323F6B}"/>
              </a:ext>
            </a:extLst>
          </p:cNvPr>
          <p:cNvSpPr>
            <a:spLocks noGrp="1"/>
          </p:cNvSpPr>
          <p:nvPr>
            <p:ph type="sldNum" sz="quarter" idx="12"/>
          </p:nvPr>
        </p:nvSpPr>
        <p:spPr/>
        <p:txBody>
          <a:bodyPr/>
          <a:lstStyle/>
          <a:p>
            <a:fld id="{501E4A24-71E9-4E5B-9577-D5B8E3E876B3}" type="slidenum">
              <a:rPr lang="en-IN" smtClean="0"/>
              <a:t>‹#›</a:t>
            </a:fld>
            <a:endParaRPr lang="en-IN"/>
          </a:p>
        </p:txBody>
      </p:sp>
    </p:spTree>
    <p:extLst>
      <p:ext uri="{BB962C8B-B14F-4D97-AF65-F5344CB8AC3E}">
        <p14:creationId xmlns:p14="http://schemas.microsoft.com/office/powerpoint/2010/main" val="9787588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C9B8D37-55D8-411D-BAFE-91252650CF3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6049584"/>
            <a:ext cx="12192000" cy="808416"/>
          </a:xfrm>
          <a:prstGeom prst="rect">
            <a:avLst/>
          </a:prstGeom>
        </p:spPr>
      </p:pic>
      <p:sp>
        <p:nvSpPr>
          <p:cNvPr id="8" name="Rectangle 7">
            <a:extLst>
              <a:ext uri="{FF2B5EF4-FFF2-40B4-BE49-F238E27FC236}">
                <a16:creationId xmlns:a16="http://schemas.microsoft.com/office/drawing/2014/main" id="{735DF99C-8FB5-48F5-90C6-0C0CA690D195}"/>
              </a:ext>
            </a:extLst>
          </p:cNvPr>
          <p:cNvSpPr/>
          <p:nvPr userDrawn="1"/>
        </p:nvSpPr>
        <p:spPr>
          <a:xfrm>
            <a:off x="0" y="1"/>
            <a:ext cx="12192000" cy="808416"/>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94337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87A755E-E234-4AB6-B770-0DB01A5737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0D02AE2-10BA-4962-8F9C-9FF87476C9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287E46-BBD2-491D-A435-E5A951E312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24E43A-7563-42F7-A1DD-3F9A93A3C453}" type="datetimeFigureOut">
              <a:rPr lang="en-IN" smtClean="0"/>
              <a:t>15-03-2025</a:t>
            </a:fld>
            <a:endParaRPr lang="en-IN"/>
          </a:p>
        </p:txBody>
      </p:sp>
      <p:sp>
        <p:nvSpPr>
          <p:cNvPr id="5" name="Footer Placeholder 4">
            <a:extLst>
              <a:ext uri="{FF2B5EF4-FFF2-40B4-BE49-F238E27FC236}">
                <a16:creationId xmlns:a16="http://schemas.microsoft.com/office/drawing/2014/main" id="{A20ACAA0-F85E-420D-A81F-3444ADC75F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D5765A6-C49E-4D7A-9668-2809C59C63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1E4A24-71E9-4E5B-9577-D5B8E3E876B3}" type="slidenum">
              <a:rPr lang="en-IN" smtClean="0"/>
              <a:t>‹#›</a:t>
            </a:fld>
            <a:endParaRPr lang="en-IN"/>
          </a:p>
        </p:txBody>
      </p:sp>
    </p:spTree>
    <p:extLst>
      <p:ext uri="{BB962C8B-B14F-4D97-AF65-F5344CB8AC3E}">
        <p14:creationId xmlns:p14="http://schemas.microsoft.com/office/powerpoint/2010/main" val="213001551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 name="Freeform: Shape 50">
            <a:extLst>
              <a:ext uri="{FF2B5EF4-FFF2-40B4-BE49-F238E27FC236}">
                <a16:creationId xmlns:a16="http://schemas.microsoft.com/office/drawing/2014/main" id="{42285737-90EE-47DC-AC80-8AE156B1196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1"/>
            <a:ext cx="4403709"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53" name="Group 52">
            <a:extLst>
              <a:ext uri="{FF2B5EF4-FFF2-40B4-BE49-F238E27FC236}">
                <a16:creationId xmlns:a16="http://schemas.microsoft.com/office/drawing/2014/main" id="{B57BDC17-F1B3-455F-BBF1-680AA1F25C06}"/>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315292" y="0"/>
            <a:ext cx="2436813" cy="6858001"/>
            <a:chOff x="1320800" y="0"/>
            <a:chExt cx="2436813" cy="6858001"/>
          </a:xfrm>
        </p:grpSpPr>
        <p:sp>
          <p:nvSpPr>
            <p:cNvPr id="54" name="Freeform 6">
              <a:extLst>
                <a:ext uri="{FF2B5EF4-FFF2-40B4-BE49-F238E27FC236}">
                  <a16:creationId xmlns:a16="http://schemas.microsoft.com/office/drawing/2014/main" id="{64E2FA9A-FEF7-4501-B0EB-5E45EDD2177A}"/>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55" name="Freeform 7">
              <a:extLst>
                <a:ext uri="{FF2B5EF4-FFF2-40B4-BE49-F238E27FC236}">
                  <a16:creationId xmlns:a16="http://schemas.microsoft.com/office/drawing/2014/main" id="{BC38192B-B4CB-47D4-A3B1-10010247F158}"/>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rgbClr val="595959"/>
            </a:solidFill>
            <a:ln>
              <a:noFill/>
            </a:ln>
          </p:spPr>
        </p:sp>
        <p:sp>
          <p:nvSpPr>
            <p:cNvPr id="56" name="Freeform 8">
              <a:extLst>
                <a:ext uri="{FF2B5EF4-FFF2-40B4-BE49-F238E27FC236}">
                  <a16:creationId xmlns:a16="http://schemas.microsoft.com/office/drawing/2014/main" id="{96330E33-E171-4B0F-82B5-AF7230399B5C}"/>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rgbClr val="262626"/>
            </a:solidFill>
            <a:ln>
              <a:noFill/>
            </a:ln>
          </p:spPr>
        </p:sp>
        <p:sp>
          <p:nvSpPr>
            <p:cNvPr id="57" name="Freeform 9">
              <a:extLst>
                <a:ext uri="{FF2B5EF4-FFF2-40B4-BE49-F238E27FC236}">
                  <a16:creationId xmlns:a16="http://schemas.microsoft.com/office/drawing/2014/main" id="{332B1723-69BF-42D7-B757-0FA059E1525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58" name="Freeform 10">
              <a:extLst>
                <a:ext uri="{FF2B5EF4-FFF2-40B4-BE49-F238E27FC236}">
                  <a16:creationId xmlns:a16="http://schemas.microsoft.com/office/drawing/2014/main" id="{F115D62D-1E96-48D1-A78D-D370A0BFB9B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59" name="Freeform 11">
              <a:extLst>
                <a:ext uri="{FF2B5EF4-FFF2-40B4-BE49-F238E27FC236}">
                  <a16:creationId xmlns:a16="http://schemas.microsoft.com/office/drawing/2014/main" id="{91C2876A-169D-4822-A766-C00578C88B4B}"/>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404040"/>
            </a:solidFill>
            <a:ln>
              <a:noFill/>
            </a:ln>
          </p:spPr>
        </p:sp>
      </p:grpSp>
      <p:sp>
        <p:nvSpPr>
          <p:cNvPr id="5" name="TextBox 4">
            <a:extLst>
              <a:ext uri="{FF2B5EF4-FFF2-40B4-BE49-F238E27FC236}">
                <a16:creationId xmlns:a16="http://schemas.microsoft.com/office/drawing/2014/main" id="{5BE3190F-E39B-47B6-8735-2379B9352A76}"/>
              </a:ext>
            </a:extLst>
          </p:cNvPr>
          <p:cNvSpPr txBox="1"/>
          <p:nvPr/>
        </p:nvSpPr>
        <p:spPr>
          <a:xfrm>
            <a:off x="535020" y="685800"/>
            <a:ext cx="2780271" cy="510540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000" kern="1200" dirty="0">
                <a:solidFill>
                  <a:srgbClr val="FFFFFF"/>
                </a:solidFill>
                <a:latin typeface="+mj-lt"/>
                <a:ea typeface="+mj-ea"/>
                <a:cs typeface="+mj-cs"/>
              </a:rPr>
              <a:t>Lecture </a:t>
            </a:r>
            <a:r>
              <a:rPr lang="en-US" sz="4000" dirty="0">
                <a:solidFill>
                  <a:srgbClr val="FFFFFF"/>
                </a:solidFill>
                <a:latin typeface="+mj-lt"/>
                <a:ea typeface="+mj-ea"/>
                <a:cs typeface="+mj-cs"/>
              </a:rPr>
              <a:t>on</a:t>
            </a:r>
            <a:endParaRPr lang="en-US" sz="4000" kern="1200" dirty="0">
              <a:solidFill>
                <a:srgbClr val="FFFFFF"/>
              </a:solidFill>
              <a:latin typeface="+mj-lt"/>
              <a:ea typeface="+mj-ea"/>
              <a:cs typeface="+mj-cs"/>
            </a:endParaRPr>
          </a:p>
        </p:txBody>
      </p:sp>
      <p:pic>
        <p:nvPicPr>
          <p:cNvPr id="4" name="Picture 3">
            <a:extLst>
              <a:ext uri="{FF2B5EF4-FFF2-40B4-BE49-F238E27FC236}">
                <a16:creationId xmlns:a16="http://schemas.microsoft.com/office/drawing/2014/main" id="{98970251-A8FE-4E9C-8058-EA07F600ECB7}"/>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6049584"/>
            <a:ext cx="12192000" cy="808416"/>
          </a:xfrm>
          <a:prstGeom prst="rect">
            <a:avLst/>
          </a:prstGeom>
        </p:spPr>
      </p:pic>
      <p:graphicFrame>
        <p:nvGraphicFramePr>
          <p:cNvPr id="10" name="TextBox 7">
            <a:extLst>
              <a:ext uri="{FF2B5EF4-FFF2-40B4-BE49-F238E27FC236}">
                <a16:creationId xmlns:a16="http://schemas.microsoft.com/office/drawing/2014/main" id="{74681802-50A8-4E81-99BA-CCC5465706AE}"/>
              </a:ext>
            </a:extLst>
          </p:cNvPr>
          <p:cNvGraphicFramePr/>
          <p:nvPr>
            <p:extLst>
              <p:ext uri="{D42A27DB-BD31-4B8C-83A1-F6EECF244321}">
                <p14:modId xmlns:p14="http://schemas.microsoft.com/office/powerpoint/2010/main" val="60251425"/>
              </p:ext>
            </p:extLst>
          </p:nvPr>
        </p:nvGraphicFramePr>
        <p:xfrm>
          <a:off x="5010150" y="1378634"/>
          <a:ext cx="6492875" cy="33199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99647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AB8BFD-5C1F-445C-8050-CE8F451E95B0}"/>
              </a:ext>
            </a:extLst>
          </p:cNvPr>
          <p:cNvSpPr txBox="1"/>
          <p:nvPr/>
        </p:nvSpPr>
        <p:spPr>
          <a:xfrm>
            <a:off x="838200" y="0"/>
            <a:ext cx="10515599" cy="730291"/>
          </a:xfrm>
          <a:prstGeom prst="rect">
            <a:avLst/>
          </a:prstGeom>
        </p:spPr>
        <p:txBody>
          <a:bodyPr vert="horz" lIns="91440" tIns="45720" rIns="91440" bIns="45720" rtlCol="0" anchor="b">
            <a:normAutofit fontScale="92500" lnSpcReduction="10000"/>
          </a:bodyPr>
          <a:lstStyle/>
          <a:p>
            <a:pPr lvl="0" algn="ctr"/>
            <a:r>
              <a:rPr lang="en-US" sz="4800" dirty="0">
                <a:solidFill>
                  <a:schemeClr val="bg1"/>
                </a:solidFill>
                <a:latin typeface="Times New Roman" panose="02020603050405020304" pitchFamily="18" charset="0"/>
                <a:cs typeface="Times New Roman" panose="02020603050405020304" pitchFamily="18" charset="0"/>
              </a:rPr>
              <a:t>Articulation Point</a:t>
            </a:r>
          </a:p>
        </p:txBody>
      </p:sp>
      <p:sp>
        <p:nvSpPr>
          <p:cNvPr id="18" name="object 2">
            <a:extLst>
              <a:ext uri="{FF2B5EF4-FFF2-40B4-BE49-F238E27FC236}">
                <a16:creationId xmlns:a16="http://schemas.microsoft.com/office/drawing/2014/main" id="{C1C0D37C-8529-CB6C-6D40-C82C932B088C}"/>
              </a:ext>
            </a:extLst>
          </p:cNvPr>
          <p:cNvSpPr txBox="1"/>
          <p:nvPr/>
        </p:nvSpPr>
        <p:spPr>
          <a:xfrm>
            <a:off x="535940" y="1561845"/>
            <a:ext cx="10569382" cy="3281026"/>
          </a:xfrm>
          <a:prstGeom prst="rect">
            <a:avLst/>
          </a:prstGeom>
        </p:spPr>
        <p:txBody>
          <a:bodyPr vert="horz" wrap="square" lIns="0" tIns="69215" rIns="0" bIns="0" rtlCol="0">
            <a:spAutoFit/>
          </a:bodyPr>
          <a:lstStyle/>
          <a:p>
            <a:pPr marL="355600" indent="-342900">
              <a:lnSpc>
                <a:spcPct val="100000"/>
              </a:lnSpc>
              <a:spcBef>
                <a:spcPts val="545"/>
              </a:spcBef>
              <a:buFont typeface="Arial" panose="020B0604020202020204" pitchFamily="34" charset="0"/>
              <a:buChar char="•"/>
            </a:pPr>
            <a:r>
              <a:rPr sz="2400" b="1" spc="-5" dirty="0">
                <a:latin typeface="Times New Roman" panose="02020603050405020304" pitchFamily="18" charset="0"/>
                <a:cs typeface="Times New Roman" panose="02020603050405020304" pitchFamily="18" charset="0"/>
              </a:rPr>
              <a:t>Definition: </a:t>
            </a:r>
            <a:r>
              <a:rPr sz="2400" dirty="0">
                <a:latin typeface="Times New Roman" panose="02020603050405020304" pitchFamily="18" charset="0"/>
                <a:cs typeface="Times New Roman" panose="02020603050405020304" pitchFamily="18" charset="0"/>
              </a:rPr>
              <a:t>A </a:t>
            </a:r>
            <a:r>
              <a:rPr sz="2400" spc="-10" dirty="0">
                <a:latin typeface="Times New Roman" panose="02020603050405020304" pitchFamily="18" charset="0"/>
                <a:cs typeface="Times New Roman" panose="02020603050405020304" pitchFamily="18" charset="0"/>
              </a:rPr>
              <a:t>vertex </a:t>
            </a:r>
            <a:r>
              <a:rPr sz="2400" b="1" i="1" dirty="0">
                <a:solidFill>
                  <a:srgbClr val="006FC0"/>
                </a:solidFill>
                <a:latin typeface="Times New Roman" panose="02020603050405020304" pitchFamily="18" charset="0"/>
                <a:cs typeface="Times New Roman" panose="02020603050405020304" pitchFamily="18" charset="0"/>
              </a:rPr>
              <a:t>x </a:t>
            </a:r>
            <a:r>
              <a:rPr sz="2400" spc="-5" dirty="0">
                <a:latin typeface="Times New Roman" panose="02020603050405020304" pitchFamily="18" charset="0"/>
                <a:cs typeface="Times New Roman" panose="02020603050405020304" pitchFamily="18" charset="0"/>
              </a:rPr>
              <a:t>is said </a:t>
            </a:r>
            <a:r>
              <a:rPr sz="2400" spc="-10" dirty="0">
                <a:latin typeface="Times New Roman" panose="02020603050405020304" pitchFamily="18" charset="0"/>
                <a:cs typeface="Times New Roman" panose="02020603050405020304" pitchFamily="18" charset="0"/>
              </a:rPr>
              <a:t>to </a:t>
            </a:r>
            <a:r>
              <a:rPr sz="2400" spc="-5" dirty="0">
                <a:latin typeface="Times New Roman" panose="02020603050405020304" pitchFamily="18" charset="0"/>
                <a:cs typeface="Times New Roman" panose="02020603050405020304" pitchFamily="18" charset="0"/>
              </a:rPr>
              <a:t>be </a:t>
            </a:r>
            <a:r>
              <a:rPr sz="2400" b="1" spc="-5" dirty="0">
                <a:latin typeface="Times New Roman" panose="02020603050405020304" pitchFamily="18" charset="0"/>
                <a:cs typeface="Times New Roman" panose="02020603050405020304" pitchFamily="18" charset="0"/>
              </a:rPr>
              <a:t>articulation </a:t>
            </a:r>
            <a:r>
              <a:rPr sz="2400" b="1" spc="-10" dirty="0">
                <a:latin typeface="Times New Roman" panose="02020603050405020304" pitchFamily="18" charset="0"/>
                <a:cs typeface="Times New Roman" panose="02020603050405020304" pitchFamily="18" charset="0"/>
              </a:rPr>
              <a:t>point </a:t>
            </a:r>
            <a:r>
              <a:rPr sz="2400" spc="-5" dirty="0">
                <a:latin typeface="Times New Roman" panose="02020603050405020304" pitchFamily="18" charset="0"/>
                <a:cs typeface="Times New Roman" panose="02020603050405020304" pitchFamily="18" charset="0"/>
              </a:rPr>
              <a:t>if</a:t>
            </a:r>
            <a:r>
              <a:rPr lang="en-IN" sz="2400" spc="-5" dirty="0">
                <a:latin typeface="Times New Roman" panose="02020603050405020304" pitchFamily="18" charset="0"/>
                <a:cs typeface="Times New Roman" panose="02020603050405020304" pitchFamily="18" charset="0"/>
              </a:rPr>
              <a:t> </a:t>
            </a:r>
            <a:r>
              <a:rPr sz="2400" spc="-80" dirty="0">
                <a:latin typeface="Times New Roman" panose="02020603050405020304" pitchFamily="18" charset="0"/>
                <a:cs typeface="Times New Roman" panose="02020603050405020304" pitchFamily="18" charset="0"/>
              </a:rPr>
              <a:t>∃ </a:t>
            </a:r>
            <a:r>
              <a:rPr sz="2400" b="1" i="1" spc="-5" dirty="0">
                <a:solidFill>
                  <a:srgbClr val="006FC0"/>
                </a:solidFill>
                <a:latin typeface="Times New Roman" panose="02020603050405020304" pitchFamily="18" charset="0"/>
                <a:cs typeface="Times New Roman" panose="02020603050405020304" pitchFamily="18" charset="0"/>
              </a:rPr>
              <a:t>u</a:t>
            </a:r>
            <a:r>
              <a:rPr sz="2400" spc="-5" dirty="0">
                <a:latin typeface="Times New Roman" panose="02020603050405020304" pitchFamily="18" charset="0"/>
                <a:cs typeface="Times New Roman" panose="02020603050405020304" pitchFamily="18" charset="0"/>
              </a:rPr>
              <a:t>,</a:t>
            </a:r>
            <a:r>
              <a:rPr sz="2400" b="1" i="1" spc="-5" dirty="0">
                <a:solidFill>
                  <a:srgbClr val="006FC0"/>
                </a:solidFill>
                <a:latin typeface="Times New Roman" panose="02020603050405020304" pitchFamily="18" charset="0"/>
                <a:cs typeface="Times New Roman" panose="02020603050405020304" pitchFamily="18" charset="0"/>
              </a:rPr>
              <a:t>v </a:t>
            </a:r>
            <a:r>
              <a:rPr sz="2400" spc="-15" dirty="0">
                <a:latin typeface="Times New Roman" panose="02020603050405020304" pitchFamily="18" charset="0"/>
                <a:cs typeface="Times New Roman" panose="02020603050405020304" pitchFamily="18" charset="0"/>
              </a:rPr>
              <a:t>different from</a:t>
            </a:r>
            <a:r>
              <a:rPr sz="2400" spc="-120" dirty="0">
                <a:latin typeface="Times New Roman" panose="02020603050405020304" pitchFamily="18" charset="0"/>
                <a:cs typeface="Times New Roman" panose="02020603050405020304" pitchFamily="18" charset="0"/>
              </a:rPr>
              <a:t> </a:t>
            </a:r>
            <a:r>
              <a:rPr sz="2400" b="1" i="1" dirty="0">
                <a:solidFill>
                  <a:srgbClr val="006FC0"/>
                </a:solidFill>
                <a:latin typeface="Times New Roman" panose="02020603050405020304" pitchFamily="18" charset="0"/>
                <a:cs typeface="Times New Roman" panose="02020603050405020304" pitchFamily="18" charset="0"/>
              </a:rPr>
              <a:t>x</a:t>
            </a:r>
            <a:r>
              <a:rPr lang="en-IN" sz="2400" b="1" i="1" dirty="0">
                <a:solidFill>
                  <a:srgbClr val="006FC0"/>
                </a:solidFill>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such that every path between </a:t>
            </a:r>
            <a:r>
              <a:rPr sz="2400" b="1" i="1" dirty="0">
                <a:solidFill>
                  <a:srgbClr val="006FC0"/>
                </a:solidFill>
                <a:latin typeface="Times New Roman" panose="02020603050405020304" pitchFamily="18" charset="0"/>
                <a:cs typeface="Times New Roman" panose="02020603050405020304" pitchFamily="18" charset="0"/>
              </a:rPr>
              <a:t>u </a:t>
            </a:r>
            <a:r>
              <a:rPr sz="2400" dirty="0">
                <a:latin typeface="Times New Roman" panose="02020603050405020304" pitchFamily="18" charset="0"/>
                <a:cs typeface="Times New Roman" panose="02020603050405020304" pitchFamily="18" charset="0"/>
              </a:rPr>
              <a:t>and </a:t>
            </a:r>
            <a:r>
              <a:rPr sz="2400" b="1" dirty="0">
                <a:solidFill>
                  <a:srgbClr val="006FC0"/>
                </a:solidFill>
                <a:latin typeface="Times New Roman" panose="02020603050405020304" pitchFamily="18" charset="0"/>
                <a:cs typeface="Times New Roman" panose="02020603050405020304" pitchFamily="18" charset="0"/>
              </a:rPr>
              <a:t>v </a:t>
            </a:r>
            <a:r>
              <a:rPr sz="2400" spc="-5" dirty="0">
                <a:latin typeface="Times New Roman" panose="02020603050405020304" pitchFamily="18" charset="0"/>
                <a:cs typeface="Times New Roman" panose="02020603050405020304" pitchFamily="18" charset="0"/>
              </a:rPr>
              <a:t>passes </a:t>
            </a:r>
            <a:r>
              <a:rPr sz="2400" spc="-10" dirty="0">
                <a:latin typeface="Times New Roman" panose="02020603050405020304" pitchFamily="18" charset="0"/>
                <a:cs typeface="Times New Roman" panose="02020603050405020304" pitchFamily="18" charset="0"/>
              </a:rPr>
              <a:t>through</a:t>
            </a:r>
            <a:r>
              <a:rPr sz="2400" spc="65" dirty="0">
                <a:latin typeface="Times New Roman" panose="02020603050405020304" pitchFamily="18" charset="0"/>
                <a:cs typeface="Times New Roman" panose="02020603050405020304" pitchFamily="18" charset="0"/>
              </a:rPr>
              <a:t> </a:t>
            </a:r>
            <a:r>
              <a:rPr sz="2400" b="1" i="1" dirty="0">
                <a:solidFill>
                  <a:srgbClr val="006FC0"/>
                </a:solidFill>
                <a:latin typeface="Times New Roman" panose="02020603050405020304" pitchFamily="18" charset="0"/>
                <a:cs typeface="Times New Roman" panose="02020603050405020304" pitchFamily="18" charset="0"/>
              </a:rPr>
              <a:t>x</a:t>
            </a:r>
            <a:r>
              <a:rPr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marL="355600" indent="-342900">
              <a:lnSpc>
                <a:spcPct val="100000"/>
              </a:lnSpc>
              <a:spcBef>
                <a:spcPts val="545"/>
              </a:spcBef>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355600" indent="-342900">
              <a:lnSpc>
                <a:spcPct val="100000"/>
              </a:lnSpc>
              <a:spcBef>
                <a:spcPts val="545"/>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 vertex in an undirected connected graph is an articulation point ( cut vertex) if removing it ( an edges through it) disconnects the graph.</a:t>
            </a:r>
          </a:p>
          <a:p>
            <a:pPr marL="355600" indent="-342900">
              <a:lnSpc>
                <a:spcPct val="100000"/>
              </a:lnSpc>
              <a:spcBef>
                <a:spcPts val="545"/>
              </a:spcBef>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355600" indent="-342900">
              <a:lnSpc>
                <a:spcPct val="100000"/>
              </a:lnSpc>
              <a:spcBef>
                <a:spcPts val="545"/>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Articulation point represents vulnerabilities in a connected network-single points whose failure would split the network into two or more disconnected components.</a:t>
            </a:r>
            <a:endParaRP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16289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AB8BFD-5C1F-445C-8050-CE8F451E95B0}"/>
              </a:ext>
            </a:extLst>
          </p:cNvPr>
          <p:cNvSpPr txBox="1"/>
          <p:nvPr/>
        </p:nvSpPr>
        <p:spPr>
          <a:xfrm>
            <a:off x="838200" y="0"/>
            <a:ext cx="10515599" cy="730291"/>
          </a:xfrm>
          <a:prstGeom prst="rect">
            <a:avLst/>
          </a:prstGeom>
        </p:spPr>
        <p:txBody>
          <a:bodyPr vert="horz" lIns="91440" tIns="45720" rIns="91440" bIns="45720" rtlCol="0" anchor="b">
            <a:normAutofit fontScale="92500" lnSpcReduction="10000"/>
          </a:bodyPr>
          <a:lstStyle/>
          <a:p>
            <a:pPr lvl="0" algn="ctr"/>
            <a:r>
              <a:rPr lang="en-US" sz="4800" dirty="0">
                <a:solidFill>
                  <a:schemeClr val="bg1"/>
                </a:solidFill>
                <a:latin typeface="Times New Roman" panose="02020603050405020304" pitchFamily="18" charset="0"/>
                <a:cs typeface="Times New Roman" panose="02020603050405020304" pitchFamily="18" charset="0"/>
              </a:rPr>
              <a:t>Articulation Point</a:t>
            </a:r>
          </a:p>
        </p:txBody>
      </p:sp>
      <p:sp>
        <p:nvSpPr>
          <p:cNvPr id="2" name="object 5">
            <a:extLst>
              <a:ext uri="{FF2B5EF4-FFF2-40B4-BE49-F238E27FC236}">
                <a16:creationId xmlns:a16="http://schemas.microsoft.com/office/drawing/2014/main" id="{A936AB41-072F-86D7-6330-6A4A86C1064C}"/>
              </a:ext>
            </a:extLst>
          </p:cNvPr>
          <p:cNvSpPr/>
          <p:nvPr/>
        </p:nvSpPr>
        <p:spPr>
          <a:xfrm>
            <a:off x="838200" y="1091162"/>
            <a:ext cx="4368800" cy="1320800"/>
          </a:xfrm>
          <a:prstGeom prst="rect">
            <a:avLst/>
          </a:prstGeom>
          <a:blipFill>
            <a:blip r:embed="rId2" cstate="print"/>
            <a:stretch>
              <a:fillRect/>
            </a:stretch>
          </a:blipFill>
        </p:spPr>
        <p:txBody>
          <a:bodyPr wrap="square" lIns="0" tIns="0" rIns="0" bIns="0" rtlCol="0"/>
          <a:lstStyle/>
          <a:p>
            <a:endParaRPr dirty="0"/>
          </a:p>
        </p:txBody>
      </p:sp>
      <p:pic>
        <p:nvPicPr>
          <p:cNvPr id="4" name="Picture 4">
            <a:extLst>
              <a:ext uri="{FF2B5EF4-FFF2-40B4-BE49-F238E27FC236}">
                <a16:creationId xmlns:a16="http://schemas.microsoft.com/office/drawing/2014/main" id="{3CB37892-2FC0-614A-814C-7F7A682E76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00334" y="751458"/>
            <a:ext cx="2438400"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a:extLst>
              <a:ext uri="{FF2B5EF4-FFF2-40B4-BE49-F238E27FC236}">
                <a16:creationId xmlns:a16="http://schemas.microsoft.com/office/drawing/2014/main" id="{90C21F3A-628B-A775-6473-94FCC56912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5533" y="3429000"/>
            <a:ext cx="4876800"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9" name="Oval 4">
            <a:extLst>
              <a:ext uri="{FF2B5EF4-FFF2-40B4-BE49-F238E27FC236}">
                <a16:creationId xmlns:a16="http://schemas.microsoft.com/office/drawing/2014/main" id="{09C357F9-E9B2-5819-DA12-E02C6DB02447}"/>
              </a:ext>
            </a:extLst>
          </p:cNvPr>
          <p:cNvSpPr>
            <a:spLocks noChangeArrowheads="1"/>
          </p:cNvSpPr>
          <p:nvPr/>
        </p:nvSpPr>
        <p:spPr bwMode="auto">
          <a:xfrm>
            <a:off x="6633634" y="4017434"/>
            <a:ext cx="304800" cy="304800"/>
          </a:xfrm>
          <a:prstGeom prst="ellipse">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1</a:t>
            </a:r>
          </a:p>
        </p:txBody>
      </p:sp>
      <p:sp>
        <p:nvSpPr>
          <p:cNvPr id="40" name="Oval 5">
            <a:extLst>
              <a:ext uri="{FF2B5EF4-FFF2-40B4-BE49-F238E27FC236}">
                <a16:creationId xmlns:a16="http://schemas.microsoft.com/office/drawing/2014/main" id="{07222679-917D-75CE-4733-06B954785884}"/>
              </a:ext>
            </a:extLst>
          </p:cNvPr>
          <p:cNvSpPr>
            <a:spLocks noChangeArrowheads="1"/>
          </p:cNvSpPr>
          <p:nvPr/>
        </p:nvSpPr>
        <p:spPr bwMode="auto">
          <a:xfrm>
            <a:off x="5795434" y="4627034"/>
            <a:ext cx="304800" cy="304800"/>
          </a:xfrm>
          <a:prstGeom prst="ellipse">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dirty="0"/>
              <a:t>6</a:t>
            </a:r>
          </a:p>
        </p:txBody>
      </p:sp>
      <p:sp>
        <p:nvSpPr>
          <p:cNvPr id="41" name="Oval 6">
            <a:extLst>
              <a:ext uri="{FF2B5EF4-FFF2-40B4-BE49-F238E27FC236}">
                <a16:creationId xmlns:a16="http://schemas.microsoft.com/office/drawing/2014/main" id="{36AFD3DC-CE17-78F7-6A85-CB1540C21382}"/>
              </a:ext>
            </a:extLst>
          </p:cNvPr>
          <p:cNvSpPr>
            <a:spLocks noChangeArrowheads="1"/>
          </p:cNvSpPr>
          <p:nvPr/>
        </p:nvSpPr>
        <p:spPr bwMode="auto">
          <a:xfrm>
            <a:off x="7624234" y="4398434"/>
            <a:ext cx="304800" cy="304800"/>
          </a:xfrm>
          <a:prstGeom prst="ellipse">
            <a:avLst/>
          </a:prstGeom>
          <a:solidFill>
            <a:schemeClr val="accent1">
              <a:lumMod val="75000"/>
            </a:schemeClr>
          </a:solidFill>
          <a:ln w="9525" algn="ctr">
            <a:solidFill>
              <a:schemeClr val="tx1"/>
            </a:solidFill>
            <a:round/>
            <a:headEnd/>
            <a:tailEnd/>
          </a:ln>
          <a:effectLst/>
        </p:spPr>
        <p:txBody>
          <a:bodyPr wrap="none" anchor="ctr"/>
          <a:lstStyle/>
          <a:p>
            <a:r>
              <a:rPr lang="en-US" altLang="en-US" dirty="0"/>
              <a:t>3</a:t>
            </a:r>
          </a:p>
        </p:txBody>
      </p:sp>
      <p:sp>
        <p:nvSpPr>
          <p:cNvPr id="42" name="Oval 7">
            <a:extLst>
              <a:ext uri="{FF2B5EF4-FFF2-40B4-BE49-F238E27FC236}">
                <a16:creationId xmlns:a16="http://schemas.microsoft.com/office/drawing/2014/main" id="{DE5A066F-9916-66D8-53B0-FFEDEE3839F4}"/>
              </a:ext>
            </a:extLst>
          </p:cNvPr>
          <p:cNvSpPr>
            <a:spLocks noChangeArrowheads="1"/>
          </p:cNvSpPr>
          <p:nvPr/>
        </p:nvSpPr>
        <p:spPr bwMode="auto">
          <a:xfrm>
            <a:off x="7014634" y="5084234"/>
            <a:ext cx="304800" cy="304800"/>
          </a:xfrm>
          <a:prstGeom prst="ellipse">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4</a:t>
            </a:r>
          </a:p>
        </p:txBody>
      </p:sp>
      <p:sp>
        <p:nvSpPr>
          <p:cNvPr id="43" name="Oval 8">
            <a:extLst>
              <a:ext uri="{FF2B5EF4-FFF2-40B4-BE49-F238E27FC236}">
                <a16:creationId xmlns:a16="http://schemas.microsoft.com/office/drawing/2014/main" id="{1DDE9D32-BBA0-7212-B0BC-2942AFCA97BB}"/>
              </a:ext>
            </a:extLst>
          </p:cNvPr>
          <p:cNvSpPr>
            <a:spLocks noChangeArrowheads="1"/>
          </p:cNvSpPr>
          <p:nvPr/>
        </p:nvSpPr>
        <p:spPr bwMode="auto">
          <a:xfrm>
            <a:off x="8538634" y="5008034"/>
            <a:ext cx="304800" cy="304800"/>
          </a:xfrm>
          <a:prstGeom prst="ellipse">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5</a:t>
            </a:r>
          </a:p>
        </p:txBody>
      </p:sp>
      <p:sp>
        <p:nvSpPr>
          <p:cNvPr id="44" name="Oval 9">
            <a:extLst>
              <a:ext uri="{FF2B5EF4-FFF2-40B4-BE49-F238E27FC236}">
                <a16:creationId xmlns:a16="http://schemas.microsoft.com/office/drawing/2014/main" id="{4A17C2FA-1D02-BABA-5929-E99A008D1BC4}"/>
              </a:ext>
            </a:extLst>
          </p:cNvPr>
          <p:cNvSpPr>
            <a:spLocks noChangeArrowheads="1"/>
          </p:cNvSpPr>
          <p:nvPr/>
        </p:nvSpPr>
        <p:spPr bwMode="auto">
          <a:xfrm>
            <a:off x="8005234" y="3788834"/>
            <a:ext cx="304800" cy="304800"/>
          </a:xfrm>
          <a:prstGeom prst="ellipse">
            <a:avLst/>
          </a:prstGeom>
          <a:solidFill>
            <a:schemeClr val="accent1">
              <a:lumMod val="75000"/>
            </a:schemeClr>
          </a:solidFill>
          <a:ln w="9525" algn="ctr">
            <a:solidFill>
              <a:schemeClr val="tx1"/>
            </a:solidFill>
            <a:round/>
            <a:headEnd/>
            <a:tailEnd/>
          </a:ln>
          <a:effectLst/>
        </p:spPr>
        <p:txBody>
          <a:bodyPr wrap="none" anchor="ctr"/>
          <a:lstStyle/>
          <a:p>
            <a:r>
              <a:rPr lang="en-US" altLang="en-US" dirty="0"/>
              <a:t>2</a:t>
            </a:r>
          </a:p>
        </p:txBody>
      </p:sp>
      <p:sp>
        <p:nvSpPr>
          <p:cNvPr id="45" name="Oval 10">
            <a:extLst>
              <a:ext uri="{FF2B5EF4-FFF2-40B4-BE49-F238E27FC236}">
                <a16:creationId xmlns:a16="http://schemas.microsoft.com/office/drawing/2014/main" id="{CD8EC1F6-7622-ABBF-6992-CBB99E6457B5}"/>
              </a:ext>
            </a:extLst>
          </p:cNvPr>
          <p:cNvSpPr>
            <a:spLocks noChangeArrowheads="1"/>
          </p:cNvSpPr>
          <p:nvPr/>
        </p:nvSpPr>
        <p:spPr bwMode="auto">
          <a:xfrm>
            <a:off x="9910234" y="4093634"/>
            <a:ext cx="304800" cy="304800"/>
          </a:xfrm>
          <a:prstGeom prst="ellipse">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dirty="0"/>
              <a:t>7</a:t>
            </a:r>
          </a:p>
        </p:txBody>
      </p:sp>
      <p:sp>
        <p:nvSpPr>
          <p:cNvPr id="46" name="Line 11">
            <a:extLst>
              <a:ext uri="{FF2B5EF4-FFF2-40B4-BE49-F238E27FC236}">
                <a16:creationId xmlns:a16="http://schemas.microsoft.com/office/drawing/2014/main" id="{D27A78C0-CB7D-BA48-D3B4-9F6DD24EA42F}"/>
              </a:ext>
            </a:extLst>
          </p:cNvPr>
          <p:cNvSpPr>
            <a:spLocks noChangeShapeType="1"/>
          </p:cNvSpPr>
          <p:nvPr/>
        </p:nvSpPr>
        <p:spPr bwMode="auto">
          <a:xfrm flipV="1">
            <a:off x="6024034" y="4246034"/>
            <a:ext cx="609600" cy="381000"/>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7" name="Line 12">
            <a:extLst>
              <a:ext uri="{FF2B5EF4-FFF2-40B4-BE49-F238E27FC236}">
                <a16:creationId xmlns:a16="http://schemas.microsoft.com/office/drawing/2014/main" id="{C9AE1833-2DC3-FE98-02BD-FF3463C0A884}"/>
              </a:ext>
            </a:extLst>
          </p:cNvPr>
          <p:cNvSpPr>
            <a:spLocks noChangeShapeType="1"/>
          </p:cNvSpPr>
          <p:nvPr/>
        </p:nvSpPr>
        <p:spPr bwMode="auto">
          <a:xfrm>
            <a:off x="6862234" y="4322234"/>
            <a:ext cx="228600" cy="762000"/>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8" name="Line 13">
            <a:extLst>
              <a:ext uri="{FF2B5EF4-FFF2-40B4-BE49-F238E27FC236}">
                <a16:creationId xmlns:a16="http://schemas.microsoft.com/office/drawing/2014/main" id="{7803FABC-4D5B-9AA6-332F-584CC1FEB2F6}"/>
              </a:ext>
            </a:extLst>
          </p:cNvPr>
          <p:cNvSpPr>
            <a:spLocks noChangeShapeType="1"/>
          </p:cNvSpPr>
          <p:nvPr/>
        </p:nvSpPr>
        <p:spPr bwMode="auto">
          <a:xfrm>
            <a:off x="7319434" y="5236634"/>
            <a:ext cx="1219200" cy="0"/>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9" name="Line 14">
            <a:extLst>
              <a:ext uri="{FF2B5EF4-FFF2-40B4-BE49-F238E27FC236}">
                <a16:creationId xmlns:a16="http://schemas.microsoft.com/office/drawing/2014/main" id="{DDFE275B-C823-49AD-D43F-08C8AE1E3A09}"/>
              </a:ext>
            </a:extLst>
          </p:cNvPr>
          <p:cNvSpPr>
            <a:spLocks noChangeShapeType="1"/>
          </p:cNvSpPr>
          <p:nvPr/>
        </p:nvSpPr>
        <p:spPr bwMode="auto">
          <a:xfrm flipV="1">
            <a:off x="8767234" y="4322234"/>
            <a:ext cx="1143000" cy="762000"/>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0" name="Line 15">
            <a:extLst>
              <a:ext uri="{FF2B5EF4-FFF2-40B4-BE49-F238E27FC236}">
                <a16:creationId xmlns:a16="http://schemas.microsoft.com/office/drawing/2014/main" id="{C249687C-0947-CA99-E269-25EA4C5D8F0E}"/>
              </a:ext>
            </a:extLst>
          </p:cNvPr>
          <p:cNvSpPr>
            <a:spLocks noChangeShapeType="1"/>
          </p:cNvSpPr>
          <p:nvPr/>
        </p:nvSpPr>
        <p:spPr bwMode="auto">
          <a:xfrm flipH="1">
            <a:off x="7852834" y="4093634"/>
            <a:ext cx="2286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1" name="Line 16">
            <a:extLst>
              <a:ext uri="{FF2B5EF4-FFF2-40B4-BE49-F238E27FC236}">
                <a16:creationId xmlns:a16="http://schemas.microsoft.com/office/drawing/2014/main" id="{5E8F5CE9-7B7D-14A2-C3B3-772F5A2FB0FD}"/>
              </a:ext>
            </a:extLst>
          </p:cNvPr>
          <p:cNvSpPr>
            <a:spLocks noChangeShapeType="1"/>
          </p:cNvSpPr>
          <p:nvPr/>
        </p:nvSpPr>
        <p:spPr bwMode="auto">
          <a:xfrm flipH="1">
            <a:off x="7243234" y="4627034"/>
            <a:ext cx="3810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Tree>
    <p:extLst>
      <p:ext uri="{BB962C8B-B14F-4D97-AF65-F5344CB8AC3E}">
        <p14:creationId xmlns:p14="http://schemas.microsoft.com/office/powerpoint/2010/main" val="37524528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AB8BFD-5C1F-445C-8050-CE8F451E95B0}"/>
              </a:ext>
            </a:extLst>
          </p:cNvPr>
          <p:cNvSpPr txBox="1"/>
          <p:nvPr/>
        </p:nvSpPr>
        <p:spPr>
          <a:xfrm>
            <a:off x="838200" y="0"/>
            <a:ext cx="10515599" cy="730291"/>
          </a:xfrm>
          <a:prstGeom prst="rect">
            <a:avLst/>
          </a:prstGeom>
        </p:spPr>
        <p:txBody>
          <a:bodyPr vert="horz" lIns="91440" tIns="45720" rIns="91440" bIns="45720" rtlCol="0" anchor="b">
            <a:normAutofit fontScale="92500" lnSpcReduction="10000"/>
          </a:bodyPr>
          <a:lstStyle/>
          <a:p>
            <a:pPr lvl="0" algn="ctr"/>
            <a:r>
              <a:rPr lang="en-US" sz="4800" dirty="0">
                <a:solidFill>
                  <a:schemeClr val="bg1"/>
                </a:solidFill>
                <a:latin typeface="Times New Roman" panose="02020603050405020304" pitchFamily="18" charset="0"/>
                <a:cs typeface="Times New Roman" panose="02020603050405020304" pitchFamily="18" charset="0"/>
              </a:rPr>
              <a:t>Problem Statement</a:t>
            </a:r>
          </a:p>
        </p:txBody>
      </p:sp>
      <p:sp>
        <p:nvSpPr>
          <p:cNvPr id="6" name="object 3">
            <a:extLst>
              <a:ext uri="{FF2B5EF4-FFF2-40B4-BE49-F238E27FC236}">
                <a16:creationId xmlns:a16="http://schemas.microsoft.com/office/drawing/2014/main" id="{B8AE8918-A81F-67AF-543E-1EA40571D567}"/>
              </a:ext>
            </a:extLst>
          </p:cNvPr>
          <p:cNvSpPr txBox="1"/>
          <p:nvPr/>
        </p:nvSpPr>
        <p:spPr>
          <a:xfrm>
            <a:off x="1134536" y="2141220"/>
            <a:ext cx="10515598" cy="1541448"/>
          </a:xfrm>
          <a:prstGeom prst="rect">
            <a:avLst/>
          </a:prstGeom>
        </p:spPr>
        <p:txBody>
          <a:bodyPr vert="horz" wrap="square" lIns="0" tIns="12700" rIns="0" bIns="0" rtlCol="0">
            <a:spAutoFit/>
          </a:bodyPr>
          <a:lstStyle/>
          <a:p>
            <a:pPr marL="12700">
              <a:lnSpc>
                <a:spcPct val="100000"/>
              </a:lnSpc>
              <a:spcBef>
                <a:spcPts val="100"/>
              </a:spcBef>
            </a:pPr>
            <a:r>
              <a:rPr sz="2400" b="1" spc="-10" dirty="0">
                <a:solidFill>
                  <a:srgbClr val="6F2F9F"/>
                </a:solidFill>
                <a:latin typeface="Times New Roman" panose="02020603050405020304" pitchFamily="18" charset="0"/>
                <a:cs typeface="Times New Roman" panose="02020603050405020304" pitchFamily="18" charset="0"/>
              </a:rPr>
              <a:t>Observation: </a:t>
            </a:r>
            <a:r>
              <a:rPr sz="2400" dirty="0">
                <a:latin typeface="Times New Roman" panose="02020603050405020304" pitchFamily="18" charset="0"/>
                <a:cs typeface="Times New Roman" panose="02020603050405020304" pitchFamily="18" charset="0"/>
              </a:rPr>
              <a:t>A </a:t>
            </a:r>
            <a:r>
              <a:rPr sz="2400" spc="-10" dirty="0">
                <a:latin typeface="Times New Roman" panose="02020603050405020304" pitchFamily="18" charset="0"/>
                <a:cs typeface="Times New Roman" panose="02020603050405020304" pitchFamily="18" charset="0"/>
              </a:rPr>
              <a:t>graph </a:t>
            </a:r>
            <a:r>
              <a:rPr sz="2400" spc="-5" dirty="0">
                <a:latin typeface="Times New Roman" panose="02020603050405020304" pitchFamily="18" charset="0"/>
                <a:cs typeface="Times New Roman" panose="02020603050405020304" pitchFamily="18" charset="0"/>
              </a:rPr>
              <a:t>is </a:t>
            </a:r>
            <a:r>
              <a:rPr sz="2400" spc="-10" dirty="0">
                <a:latin typeface="Times New Roman" panose="02020603050405020304" pitchFamily="18" charset="0"/>
                <a:cs typeface="Times New Roman" panose="02020603050405020304" pitchFamily="18" charset="0"/>
              </a:rPr>
              <a:t>biconnected </a:t>
            </a:r>
            <a:r>
              <a:rPr sz="2400" spc="-5" dirty="0">
                <a:latin typeface="Times New Roman" panose="02020603050405020304" pitchFamily="18" charset="0"/>
                <a:cs typeface="Times New Roman" panose="02020603050405020304" pitchFamily="18" charset="0"/>
              </a:rPr>
              <a:t>if none of its vertices </a:t>
            </a:r>
            <a:r>
              <a:rPr sz="2400" dirty="0">
                <a:latin typeface="Times New Roman" panose="02020603050405020304" pitchFamily="18" charset="0"/>
                <a:cs typeface="Times New Roman" panose="02020603050405020304" pitchFamily="18" charset="0"/>
              </a:rPr>
              <a:t>is an </a:t>
            </a:r>
            <a:r>
              <a:rPr sz="2400" spc="-10" dirty="0">
                <a:latin typeface="Times New Roman" panose="02020603050405020304" pitchFamily="18" charset="0"/>
                <a:cs typeface="Times New Roman" panose="02020603050405020304" pitchFamily="18" charset="0"/>
              </a:rPr>
              <a:t>articulation</a:t>
            </a:r>
            <a:r>
              <a:rPr sz="2400" spc="22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point.</a:t>
            </a:r>
            <a:endParaRPr sz="2400" dirty="0">
              <a:latin typeface="Times New Roman" panose="02020603050405020304" pitchFamily="18" charset="0"/>
              <a:cs typeface="Times New Roman" panose="02020603050405020304" pitchFamily="18" charset="0"/>
            </a:endParaRPr>
          </a:p>
          <a:p>
            <a:pPr>
              <a:lnSpc>
                <a:spcPct val="100000"/>
              </a:lnSpc>
              <a:spcBef>
                <a:spcPts val="30"/>
              </a:spcBef>
            </a:pPr>
            <a:endParaRPr sz="2400" dirty="0">
              <a:latin typeface="Times New Roman" panose="02020603050405020304" pitchFamily="18" charset="0"/>
              <a:cs typeface="Times New Roman" panose="02020603050405020304" pitchFamily="18" charset="0"/>
            </a:endParaRPr>
          </a:p>
          <a:p>
            <a:pPr marL="12700">
              <a:lnSpc>
                <a:spcPct val="100000"/>
              </a:lnSpc>
            </a:pPr>
            <a:r>
              <a:rPr sz="2400" b="1" dirty="0">
                <a:solidFill>
                  <a:srgbClr val="C00000"/>
                </a:solidFill>
                <a:latin typeface="Times New Roman" panose="02020603050405020304" pitchFamily="18" charset="0"/>
                <a:cs typeface="Times New Roman" panose="02020603050405020304" pitchFamily="18" charset="0"/>
              </a:rPr>
              <a:t>AIM:</a:t>
            </a:r>
            <a:endParaRPr sz="2400" dirty="0">
              <a:latin typeface="Times New Roman" panose="02020603050405020304" pitchFamily="18" charset="0"/>
              <a:cs typeface="Times New Roman" panose="02020603050405020304" pitchFamily="18" charset="0"/>
            </a:endParaRPr>
          </a:p>
          <a:p>
            <a:pPr marL="12700">
              <a:lnSpc>
                <a:spcPct val="100000"/>
              </a:lnSpc>
              <a:spcBef>
                <a:spcPts val="434"/>
              </a:spcBef>
            </a:pPr>
            <a:r>
              <a:rPr sz="2400" spc="-5" dirty="0">
                <a:latin typeface="Times New Roman" panose="02020603050405020304" pitchFamily="18" charset="0"/>
                <a:cs typeface="Times New Roman" panose="02020603050405020304" pitchFamily="18" charset="0"/>
              </a:rPr>
              <a:t>Design </a:t>
            </a:r>
            <a:r>
              <a:rPr sz="2400" dirty="0">
                <a:latin typeface="Times New Roman" panose="02020603050405020304" pitchFamily="18" charset="0"/>
                <a:cs typeface="Times New Roman" panose="02020603050405020304" pitchFamily="18" charset="0"/>
              </a:rPr>
              <a:t>an </a:t>
            </a:r>
            <a:r>
              <a:rPr sz="2400" b="1" spc="-5" dirty="0">
                <a:latin typeface="Times New Roman" panose="02020603050405020304" pitchFamily="18" charset="0"/>
                <a:cs typeface="Times New Roman" panose="02020603050405020304" pitchFamily="18" charset="0"/>
              </a:rPr>
              <a:t>algorithm </a:t>
            </a:r>
            <a:r>
              <a:rPr sz="2400" spc="-10" dirty="0">
                <a:latin typeface="Times New Roman" panose="02020603050405020304" pitchFamily="18" charset="0"/>
                <a:cs typeface="Times New Roman" panose="02020603050405020304" pitchFamily="18" charset="0"/>
              </a:rPr>
              <a:t>to compute </a:t>
            </a:r>
            <a:r>
              <a:rPr sz="2400" spc="-5" dirty="0">
                <a:latin typeface="Times New Roman" panose="02020603050405020304" pitchFamily="18" charset="0"/>
                <a:cs typeface="Times New Roman" panose="02020603050405020304" pitchFamily="18" charset="0"/>
              </a:rPr>
              <a:t>all </a:t>
            </a:r>
            <a:r>
              <a:rPr sz="2400" b="1" spc="-5" dirty="0">
                <a:latin typeface="Times New Roman" panose="02020603050405020304" pitchFamily="18" charset="0"/>
                <a:cs typeface="Times New Roman" panose="02020603050405020304" pitchFamily="18" charset="0"/>
              </a:rPr>
              <a:t>articulation </a:t>
            </a:r>
            <a:r>
              <a:rPr sz="2400" b="1" dirty="0">
                <a:latin typeface="Times New Roman" panose="02020603050405020304" pitchFamily="18" charset="0"/>
                <a:cs typeface="Times New Roman" panose="02020603050405020304" pitchFamily="18" charset="0"/>
              </a:rPr>
              <a:t>points </a:t>
            </a:r>
            <a:r>
              <a:rPr sz="2400" spc="-5" dirty="0">
                <a:latin typeface="Times New Roman" panose="02020603050405020304" pitchFamily="18" charset="0"/>
                <a:cs typeface="Times New Roman" panose="02020603050405020304" pitchFamily="18" charset="0"/>
              </a:rPr>
              <a:t>in </a:t>
            </a:r>
            <a:r>
              <a:rPr sz="2400" dirty="0">
                <a:latin typeface="Times New Roman" panose="02020603050405020304" pitchFamily="18" charset="0"/>
                <a:cs typeface="Times New Roman" panose="02020603050405020304" pitchFamily="18" charset="0"/>
              </a:rPr>
              <a:t>a </a:t>
            </a:r>
            <a:r>
              <a:rPr sz="2400" spc="-5" dirty="0">
                <a:latin typeface="Times New Roman" panose="02020603050405020304" pitchFamily="18" charset="0"/>
                <a:cs typeface="Times New Roman" panose="02020603050405020304" pitchFamily="18" charset="0"/>
              </a:rPr>
              <a:t>given</a:t>
            </a:r>
            <a:r>
              <a:rPr sz="2400" spc="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graph.</a:t>
            </a:r>
            <a:endParaRP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20680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AB8BFD-5C1F-445C-8050-CE8F451E95B0}"/>
              </a:ext>
            </a:extLst>
          </p:cNvPr>
          <p:cNvSpPr txBox="1"/>
          <p:nvPr/>
        </p:nvSpPr>
        <p:spPr>
          <a:xfrm>
            <a:off x="838200" y="0"/>
            <a:ext cx="10515599" cy="730291"/>
          </a:xfrm>
          <a:prstGeom prst="rect">
            <a:avLst/>
          </a:prstGeom>
        </p:spPr>
        <p:txBody>
          <a:bodyPr vert="horz" lIns="91440" tIns="45720" rIns="91440" bIns="45720" rtlCol="0" anchor="b">
            <a:normAutofit fontScale="92500" lnSpcReduction="10000"/>
          </a:bodyPr>
          <a:lstStyle/>
          <a:p>
            <a:pPr lvl="0" algn="ctr"/>
            <a:r>
              <a:rPr lang="en-US" sz="4800" dirty="0">
                <a:solidFill>
                  <a:schemeClr val="bg1"/>
                </a:solidFill>
                <a:latin typeface="Times New Roman" panose="02020603050405020304" pitchFamily="18" charset="0"/>
                <a:cs typeface="Times New Roman" panose="02020603050405020304" pitchFamily="18" charset="0"/>
              </a:rPr>
              <a:t>Simple Algorithm</a:t>
            </a:r>
          </a:p>
        </p:txBody>
      </p:sp>
      <p:sp>
        <p:nvSpPr>
          <p:cNvPr id="6" name="object 3">
            <a:extLst>
              <a:ext uri="{FF2B5EF4-FFF2-40B4-BE49-F238E27FC236}">
                <a16:creationId xmlns:a16="http://schemas.microsoft.com/office/drawing/2014/main" id="{B8AE8918-A81F-67AF-543E-1EA40571D567}"/>
              </a:ext>
            </a:extLst>
          </p:cNvPr>
          <p:cNvSpPr txBox="1"/>
          <p:nvPr/>
        </p:nvSpPr>
        <p:spPr>
          <a:xfrm>
            <a:off x="1134536" y="2141220"/>
            <a:ext cx="10515598" cy="4865434"/>
          </a:xfrm>
          <a:prstGeom prst="rect">
            <a:avLst/>
          </a:prstGeom>
        </p:spPr>
        <p:txBody>
          <a:bodyPr vert="horz" wrap="square" lIns="0" tIns="12700" rIns="0" bIns="0" rtlCol="0">
            <a:spAutoFit/>
          </a:bodyPr>
          <a:lstStyle/>
          <a:p>
            <a:pPr marL="12700">
              <a:lnSpc>
                <a:spcPct val="100000"/>
              </a:lnSpc>
              <a:spcBef>
                <a:spcPts val="100"/>
              </a:spcBef>
            </a:pPr>
            <a:r>
              <a:rPr lang="en-IN" sz="2400" b="1" spc="-10" dirty="0">
                <a:latin typeface="Times New Roman" panose="02020603050405020304" pitchFamily="18" charset="0"/>
                <a:cs typeface="Times New Roman" panose="02020603050405020304" pitchFamily="18" charset="0"/>
              </a:rPr>
              <a:t>A simple Approach is to one by one remove all vertices and see if removal of vertex cause disconnected graph .</a:t>
            </a:r>
            <a:endParaRPr sz="2400" b="1" dirty="0">
              <a:latin typeface="Times New Roman" panose="02020603050405020304" pitchFamily="18" charset="0"/>
              <a:cs typeface="Times New Roman" panose="02020603050405020304" pitchFamily="18" charset="0"/>
            </a:endParaRPr>
          </a:p>
          <a:p>
            <a:pPr>
              <a:lnSpc>
                <a:spcPct val="100000"/>
              </a:lnSpc>
              <a:spcBef>
                <a:spcPts val="30"/>
              </a:spcBef>
            </a:pPr>
            <a:endParaRPr sz="2400" b="1" dirty="0">
              <a:latin typeface="Times New Roman" panose="02020603050405020304" pitchFamily="18" charset="0"/>
              <a:cs typeface="Times New Roman" panose="02020603050405020304" pitchFamily="18" charset="0"/>
            </a:endParaRPr>
          </a:p>
          <a:p>
            <a:pPr marL="469900" indent="-457200">
              <a:lnSpc>
                <a:spcPct val="100000"/>
              </a:lnSpc>
              <a:buAutoNum type="arabicParenR"/>
            </a:pPr>
            <a:r>
              <a:rPr lang="en-IN" sz="2400" b="1" dirty="0">
                <a:latin typeface="Times New Roman" panose="02020603050405020304" pitchFamily="18" charset="0"/>
                <a:cs typeface="Times New Roman" panose="02020603050405020304" pitchFamily="18" charset="0"/>
              </a:rPr>
              <a:t>For every vertex v do following:</a:t>
            </a:r>
          </a:p>
          <a:p>
            <a:pPr marL="812800" lvl="1"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Take out the node and all passing edges</a:t>
            </a:r>
          </a:p>
          <a:p>
            <a:pPr marL="812800" lvl="1"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Find if we have only one component( using DFS) </a:t>
            </a:r>
          </a:p>
          <a:p>
            <a:pPr marL="812800" lvl="1"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If components =1 then node is not AP else node is AP</a:t>
            </a:r>
          </a:p>
          <a:p>
            <a:pPr marL="469900" indent="-457200">
              <a:lnSpc>
                <a:spcPct val="100000"/>
              </a:lnSpc>
              <a:buAutoNum type="arabicParenR"/>
            </a:pPr>
            <a:r>
              <a:rPr lang="en-IN" sz="2400" b="1" dirty="0">
                <a:latin typeface="Times New Roman" panose="02020603050405020304" pitchFamily="18" charset="0"/>
                <a:cs typeface="Times New Roman" panose="02020603050405020304" pitchFamily="18" charset="0"/>
              </a:rPr>
              <a:t>Print All APs</a:t>
            </a:r>
          </a:p>
          <a:p>
            <a:pPr marL="812800" lvl="1" indent="-342900">
              <a:buFont typeface="Arial" panose="020B0604020202020204" pitchFamily="34" charset="0"/>
              <a:buChar char="•"/>
            </a:pPr>
            <a:endParaRPr lang="en-IN" sz="2400" b="1" dirty="0">
              <a:latin typeface="Times New Roman" panose="02020603050405020304" pitchFamily="18" charset="0"/>
              <a:cs typeface="Times New Roman" panose="02020603050405020304" pitchFamily="18" charset="0"/>
            </a:endParaRPr>
          </a:p>
          <a:p>
            <a:pPr marL="469900" lvl="1"/>
            <a:endParaRPr lang="en-IN" sz="2400" b="1" dirty="0">
              <a:latin typeface="Times New Roman" panose="02020603050405020304" pitchFamily="18" charset="0"/>
              <a:cs typeface="Times New Roman" panose="02020603050405020304" pitchFamily="18" charset="0"/>
            </a:endParaRPr>
          </a:p>
          <a:p>
            <a:pPr marL="812800" lvl="1" indent="-342900">
              <a:buFont typeface="Arial" panose="020B0604020202020204" pitchFamily="34" charset="0"/>
              <a:buChar char="•"/>
            </a:pPr>
            <a:endParaRPr lang="en-IN" sz="2400" b="1" dirty="0">
              <a:latin typeface="Times New Roman" panose="02020603050405020304" pitchFamily="18" charset="0"/>
              <a:cs typeface="Times New Roman" panose="02020603050405020304" pitchFamily="18" charset="0"/>
            </a:endParaRPr>
          </a:p>
          <a:p>
            <a:pPr marL="469900" lvl="1"/>
            <a:endParaRPr sz="2400" b="1" dirty="0">
              <a:latin typeface="Times New Roman" panose="02020603050405020304" pitchFamily="18" charset="0"/>
              <a:cs typeface="Times New Roman" panose="02020603050405020304" pitchFamily="18" charset="0"/>
            </a:endParaRPr>
          </a:p>
          <a:p>
            <a:pPr marL="12700">
              <a:lnSpc>
                <a:spcPct val="100000"/>
              </a:lnSpc>
              <a:spcBef>
                <a:spcPts val="434"/>
              </a:spcBef>
            </a:pPr>
            <a:endParaRP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6813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AB8BFD-5C1F-445C-8050-CE8F451E95B0}"/>
              </a:ext>
            </a:extLst>
          </p:cNvPr>
          <p:cNvSpPr txBox="1"/>
          <p:nvPr/>
        </p:nvSpPr>
        <p:spPr>
          <a:xfrm>
            <a:off x="838200" y="0"/>
            <a:ext cx="10515599" cy="730291"/>
          </a:xfrm>
          <a:prstGeom prst="rect">
            <a:avLst/>
          </a:prstGeom>
        </p:spPr>
        <p:txBody>
          <a:bodyPr vert="horz" lIns="91440" tIns="45720" rIns="91440" bIns="45720" rtlCol="0" anchor="b">
            <a:normAutofit fontScale="92500" lnSpcReduction="10000"/>
          </a:bodyPr>
          <a:lstStyle/>
          <a:p>
            <a:pPr lvl="0" algn="ctr"/>
            <a:r>
              <a:rPr lang="en-US" sz="4800" dirty="0">
                <a:solidFill>
                  <a:schemeClr val="bg1"/>
                </a:solidFill>
                <a:latin typeface="Times New Roman" panose="02020603050405020304" pitchFamily="18" charset="0"/>
                <a:cs typeface="Times New Roman" panose="02020603050405020304" pitchFamily="18" charset="0"/>
              </a:rPr>
              <a:t>Simple Algorithm</a:t>
            </a:r>
          </a:p>
        </p:txBody>
      </p:sp>
      <p:sp>
        <p:nvSpPr>
          <p:cNvPr id="6" name="object 3">
            <a:extLst>
              <a:ext uri="{FF2B5EF4-FFF2-40B4-BE49-F238E27FC236}">
                <a16:creationId xmlns:a16="http://schemas.microsoft.com/office/drawing/2014/main" id="{B8AE8918-A81F-67AF-543E-1EA40571D567}"/>
              </a:ext>
            </a:extLst>
          </p:cNvPr>
          <p:cNvSpPr txBox="1"/>
          <p:nvPr/>
        </p:nvSpPr>
        <p:spPr>
          <a:xfrm>
            <a:off x="1286936" y="3360205"/>
            <a:ext cx="10515598" cy="802784"/>
          </a:xfrm>
          <a:prstGeom prst="rect">
            <a:avLst/>
          </a:prstGeom>
        </p:spPr>
        <p:txBody>
          <a:bodyPr vert="horz" wrap="square" lIns="0" tIns="12700" rIns="0" bIns="0" rtlCol="0">
            <a:spAutoFit/>
          </a:bodyPr>
          <a:lstStyle/>
          <a:p>
            <a:pPr marL="12700">
              <a:lnSpc>
                <a:spcPct val="100000"/>
              </a:lnSpc>
              <a:spcBef>
                <a:spcPts val="100"/>
              </a:spcBef>
            </a:pPr>
            <a:r>
              <a:rPr lang="en-US" sz="2400" b="1" spc="-10" dirty="0">
                <a:latin typeface="Times New Roman" panose="02020603050405020304" pitchFamily="18" charset="0"/>
                <a:cs typeface="Times New Roman" panose="02020603050405020304" pitchFamily="18" charset="0"/>
              </a:rPr>
              <a:t>H</a:t>
            </a:r>
            <a:r>
              <a:rPr lang="en-US" sz="2400" b="1" spc="-10" dirty="0">
                <a:solidFill>
                  <a:srgbClr val="FF0000"/>
                </a:solidFill>
                <a:latin typeface="Times New Roman" panose="02020603050405020304" pitchFamily="18" charset="0"/>
                <a:cs typeface="Times New Roman" panose="02020603050405020304" pitchFamily="18" charset="0"/>
              </a:rPr>
              <a:t>ow can we do better?</a:t>
            </a:r>
            <a:endParaRPr lang="en-US" sz="2400" b="1" dirty="0">
              <a:solidFill>
                <a:srgbClr val="FF0000"/>
              </a:solidFill>
              <a:latin typeface="Times New Roman" panose="02020603050405020304" pitchFamily="18" charset="0"/>
              <a:cs typeface="Times New Roman" panose="02020603050405020304" pitchFamily="18" charset="0"/>
            </a:endParaRPr>
          </a:p>
          <a:p>
            <a:pPr marL="12700">
              <a:lnSpc>
                <a:spcPct val="100000"/>
              </a:lnSpc>
              <a:spcBef>
                <a:spcPts val="434"/>
              </a:spcBef>
            </a:pPr>
            <a:endParaRPr sz="2400" dirty="0">
              <a:latin typeface="Times New Roman" panose="02020603050405020304" pitchFamily="18" charset="0"/>
              <a:cs typeface="Times New Roman" panose="02020603050405020304" pitchFamily="18" charset="0"/>
            </a:endParaRPr>
          </a:p>
        </p:txBody>
      </p:sp>
      <p:sp>
        <p:nvSpPr>
          <p:cNvPr id="2" name="object 3">
            <a:extLst>
              <a:ext uri="{FF2B5EF4-FFF2-40B4-BE49-F238E27FC236}">
                <a16:creationId xmlns:a16="http://schemas.microsoft.com/office/drawing/2014/main" id="{626A1CC7-97B9-8A20-FCF1-1457B10C4489}"/>
              </a:ext>
            </a:extLst>
          </p:cNvPr>
          <p:cNvSpPr txBox="1"/>
          <p:nvPr/>
        </p:nvSpPr>
        <p:spPr>
          <a:xfrm>
            <a:off x="1286936" y="2293620"/>
            <a:ext cx="10515598" cy="802784"/>
          </a:xfrm>
          <a:prstGeom prst="rect">
            <a:avLst/>
          </a:prstGeom>
        </p:spPr>
        <p:txBody>
          <a:bodyPr vert="horz" wrap="square" lIns="0" tIns="12700" rIns="0" bIns="0" rtlCol="0">
            <a:spAutoFit/>
          </a:bodyPr>
          <a:lstStyle/>
          <a:p>
            <a:pPr marL="12700">
              <a:lnSpc>
                <a:spcPct val="100000"/>
              </a:lnSpc>
              <a:spcBef>
                <a:spcPts val="100"/>
              </a:spcBef>
            </a:pPr>
            <a:r>
              <a:rPr lang="en-US" sz="2400" b="1" spc="-10" dirty="0">
                <a:latin typeface="Times New Roman" panose="02020603050405020304" pitchFamily="18" charset="0"/>
                <a:cs typeface="Times New Roman" panose="02020603050405020304" pitchFamily="18" charset="0"/>
              </a:rPr>
              <a:t>Time complexity O(V* (V+E))  for a graph represented using the Adjacency List</a:t>
            </a:r>
            <a:endParaRPr lang="en-US" sz="2400" b="1" dirty="0">
              <a:latin typeface="Times New Roman" panose="02020603050405020304" pitchFamily="18" charset="0"/>
              <a:cs typeface="Times New Roman" panose="02020603050405020304" pitchFamily="18" charset="0"/>
            </a:endParaRPr>
          </a:p>
          <a:p>
            <a:pPr marL="12700">
              <a:lnSpc>
                <a:spcPct val="100000"/>
              </a:lnSpc>
              <a:spcBef>
                <a:spcPts val="434"/>
              </a:spcBef>
            </a:pPr>
            <a:endParaRP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23936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AB8BFD-5C1F-445C-8050-CE8F451E95B0}"/>
              </a:ext>
            </a:extLst>
          </p:cNvPr>
          <p:cNvSpPr txBox="1"/>
          <p:nvPr/>
        </p:nvSpPr>
        <p:spPr>
          <a:xfrm>
            <a:off x="838200" y="0"/>
            <a:ext cx="10515599" cy="730291"/>
          </a:xfrm>
          <a:prstGeom prst="rect">
            <a:avLst/>
          </a:prstGeom>
        </p:spPr>
        <p:txBody>
          <a:bodyPr vert="horz" lIns="91440" tIns="45720" rIns="91440" bIns="45720" rtlCol="0" anchor="b">
            <a:normAutofit fontScale="92500" lnSpcReduction="10000"/>
          </a:bodyPr>
          <a:lstStyle/>
          <a:p>
            <a:pPr lvl="0" algn="ctr"/>
            <a:r>
              <a:rPr lang="en-US" sz="4800" dirty="0" err="1">
                <a:solidFill>
                  <a:schemeClr val="bg1"/>
                </a:solidFill>
                <a:latin typeface="Times New Roman" panose="02020603050405020304" pitchFamily="18" charset="0"/>
                <a:cs typeface="Times New Roman" panose="02020603050405020304" pitchFamily="18" charset="0"/>
              </a:rPr>
              <a:t>Tarjan’s</a:t>
            </a:r>
            <a:r>
              <a:rPr lang="en-US" sz="4800" dirty="0">
                <a:solidFill>
                  <a:schemeClr val="bg1"/>
                </a:solidFill>
                <a:latin typeface="Times New Roman" panose="02020603050405020304" pitchFamily="18" charset="0"/>
                <a:cs typeface="Times New Roman" panose="02020603050405020304" pitchFamily="18" charset="0"/>
              </a:rPr>
              <a:t> Algorithm</a:t>
            </a:r>
          </a:p>
        </p:txBody>
      </p:sp>
    </p:spTree>
    <p:extLst>
      <p:ext uri="{BB962C8B-B14F-4D97-AF65-F5344CB8AC3E}">
        <p14:creationId xmlns:p14="http://schemas.microsoft.com/office/powerpoint/2010/main" val="37777861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AB8BFD-5C1F-445C-8050-CE8F451E95B0}"/>
              </a:ext>
            </a:extLst>
          </p:cNvPr>
          <p:cNvSpPr txBox="1"/>
          <p:nvPr/>
        </p:nvSpPr>
        <p:spPr>
          <a:xfrm>
            <a:off x="635000" y="0"/>
            <a:ext cx="10515599" cy="730291"/>
          </a:xfrm>
          <a:prstGeom prst="rect">
            <a:avLst/>
          </a:prstGeom>
        </p:spPr>
        <p:txBody>
          <a:bodyPr vert="horz" lIns="91440" tIns="45720" rIns="91440" bIns="45720" rtlCol="0" anchor="b">
            <a:normAutofit fontScale="92500" lnSpcReduction="10000"/>
          </a:bodyPr>
          <a:lstStyle/>
          <a:p>
            <a:pPr lvl="0" algn="ctr"/>
            <a:r>
              <a:rPr lang="en-US" sz="4800" dirty="0">
                <a:solidFill>
                  <a:schemeClr val="bg1"/>
                </a:solidFill>
                <a:latin typeface="Times New Roman" panose="02020603050405020304" pitchFamily="18" charset="0"/>
                <a:cs typeface="Times New Roman" panose="02020603050405020304" pitchFamily="18" charset="0"/>
              </a:rPr>
              <a:t>Conditions of an AP</a:t>
            </a:r>
          </a:p>
        </p:txBody>
      </p:sp>
      <p:sp>
        <p:nvSpPr>
          <p:cNvPr id="2" name="object 3">
            <a:extLst>
              <a:ext uri="{FF2B5EF4-FFF2-40B4-BE49-F238E27FC236}">
                <a16:creationId xmlns:a16="http://schemas.microsoft.com/office/drawing/2014/main" id="{626A1CC7-97B9-8A20-FCF1-1457B10C4489}"/>
              </a:ext>
            </a:extLst>
          </p:cNvPr>
          <p:cNvSpPr txBox="1"/>
          <p:nvPr/>
        </p:nvSpPr>
        <p:spPr>
          <a:xfrm>
            <a:off x="508003" y="1242464"/>
            <a:ext cx="10515598" cy="1172116"/>
          </a:xfrm>
          <a:prstGeom prst="rect">
            <a:avLst/>
          </a:prstGeom>
        </p:spPr>
        <p:txBody>
          <a:bodyPr vert="horz" wrap="square" lIns="0" tIns="12700" rIns="0" bIns="0" rtlCol="0">
            <a:spAutoFit/>
          </a:bodyPr>
          <a:lstStyle/>
          <a:p>
            <a:pPr marL="12700">
              <a:lnSpc>
                <a:spcPct val="100000"/>
              </a:lnSpc>
              <a:spcBef>
                <a:spcPts val="100"/>
              </a:spcBef>
            </a:pPr>
            <a:r>
              <a:rPr lang="en-US" sz="2400" b="1" spc="-10" dirty="0">
                <a:latin typeface="Times New Roman" panose="02020603050405020304" pitchFamily="18" charset="0"/>
                <a:cs typeface="Times New Roman" panose="02020603050405020304" pitchFamily="18" charset="0"/>
              </a:rPr>
              <a:t>Case 1: If node U is root of DFS tree and has at least 2 Children (Subgraph) then Node U is an Articulation Point(AP) </a:t>
            </a:r>
            <a:endParaRPr lang="en-US" sz="2400" b="1" dirty="0">
              <a:latin typeface="Times New Roman" panose="02020603050405020304" pitchFamily="18" charset="0"/>
              <a:cs typeface="Times New Roman" panose="02020603050405020304" pitchFamily="18" charset="0"/>
            </a:endParaRPr>
          </a:p>
          <a:p>
            <a:pPr marL="12700">
              <a:lnSpc>
                <a:spcPct val="100000"/>
              </a:lnSpc>
              <a:spcBef>
                <a:spcPts val="434"/>
              </a:spcBef>
            </a:pPr>
            <a:endParaRPr sz="2400" dirty="0">
              <a:latin typeface="Times New Roman" panose="02020603050405020304" pitchFamily="18" charset="0"/>
              <a:cs typeface="Times New Roman" panose="02020603050405020304" pitchFamily="18" charset="0"/>
            </a:endParaRPr>
          </a:p>
        </p:txBody>
      </p:sp>
      <p:sp>
        <p:nvSpPr>
          <p:cNvPr id="4" name="Oval 3">
            <a:extLst>
              <a:ext uri="{FF2B5EF4-FFF2-40B4-BE49-F238E27FC236}">
                <a16:creationId xmlns:a16="http://schemas.microsoft.com/office/drawing/2014/main" id="{5B2AD7CB-CE79-6827-4EDA-513A8C76F80D}"/>
              </a:ext>
            </a:extLst>
          </p:cNvPr>
          <p:cNvSpPr/>
          <p:nvPr/>
        </p:nvSpPr>
        <p:spPr>
          <a:xfrm>
            <a:off x="4199467" y="2556933"/>
            <a:ext cx="558800" cy="36982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U</a:t>
            </a:r>
          </a:p>
        </p:txBody>
      </p:sp>
      <p:sp>
        <p:nvSpPr>
          <p:cNvPr id="5" name="Oval 4">
            <a:extLst>
              <a:ext uri="{FF2B5EF4-FFF2-40B4-BE49-F238E27FC236}">
                <a16:creationId xmlns:a16="http://schemas.microsoft.com/office/drawing/2014/main" id="{9BDFD646-67D4-2215-ED56-3994E0B4053F}"/>
              </a:ext>
            </a:extLst>
          </p:cNvPr>
          <p:cNvSpPr/>
          <p:nvPr/>
        </p:nvSpPr>
        <p:spPr>
          <a:xfrm>
            <a:off x="5012266" y="3931248"/>
            <a:ext cx="846667" cy="51217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Sb2</a:t>
            </a:r>
          </a:p>
        </p:txBody>
      </p:sp>
      <p:sp>
        <p:nvSpPr>
          <p:cNvPr id="7" name="Oval 6">
            <a:extLst>
              <a:ext uri="{FF2B5EF4-FFF2-40B4-BE49-F238E27FC236}">
                <a16:creationId xmlns:a16="http://schemas.microsoft.com/office/drawing/2014/main" id="{FC7D01BC-05EA-AD35-AB2D-65CFF0A07E2B}"/>
              </a:ext>
            </a:extLst>
          </p:cNvPr>
          <p:cNvSpPr/>
          <p:nvPr/>
        </p:nvSpPr>
        <p:spPr>
          <a:xfrm>
            <a:off x="3352800" y="3931247"/>
            <a:ext cx="846667" cy="51217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Sb1</a:t>
            </a:r>
          </a:p>
        </p:txBody>
      </p:sp>
      <p:cxnSp>
        <p:nvCxnSpPr>
          <p:cNvPr id="9" name="Straight Connector 8">
            <a:extLst>
              <a:ext uri="{FF2B5EF4-FFF2-40B4-BE49-F238E27FC236}">
                <a16:creationId xmlns:a16="http://schemas.microsoft.com/office/drawing/2014/main" id="{8F5F0264-4949-CF66-7691-8A06751BA4DA}"/>
              </a:ext>
            </a:extLst>
          </p:cNvPr>
          <p:cNvCxnSpPr>
            <a:stCxn id="4" idx="4"/>
            <a:endCxn id="7" idx="0"/>
          </p:cNvCxnSpPr>
          <p:nvPr/>
        </p:nvCxnSpPr>
        <p:spPr>
          <a:xfrm flipH="1">
            <a:off x="3776134" y="2926753"/>
            <a:ext cx="702733" cy="100449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532947F-94C7-5DEB-257C-635B86AEA151}"/>
              </a:ext>
            </a:extLst>
          </p:cNvPr>
          <p:cNvCxnSpPr>
            <a:stCxn id="4" idx="5"/>
            <a:endCxn id="5" idx="0"/>
          </p:cNvCxnSpPr>
          <p:nvPr/>
        </p:nvCxnSpPr>
        <p:spPr>
          <a:xfrm>
            <a:off x="4676433" y="2872594"/>
            <a:ext cx="759167" cy="1058654"/>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D39ACD6-DC64-8348-B8CE-7A3B61AE61B5}"/>
              </a:ext>
            </a:extLst>
          </p:cNvPr>
          <p:cNvSpPr txBox="1"/>
          <p:nvPr/>
        </p:nvSpPr>
        <p:spPr>
          <a:xfrm>
            <a:off x="4802016" y="2503262"/>
            <a:ext cx="759167" cy="369332"/>
          </a:xfrm>
          <a:prstGeom prst="rect">
            <a:avLst/>
          </a:prstGeom>
          <a:noFill/>
        </p:spPr>
        <p:txBody>
          <a:bodyPr wrap="square" rtlCol="0">
            <a:spAutoFit/>
          </a:bodyPr>
          <a:lstStyle/>
          <a:p>
            <a:r>
              <a:rPr lang="en-IN" dirty="0"/>
              <a:t>C= 2</a:t>
            </a:r>
          </a:p>
        </p:txBody>
      </p:sp>
    </p:spTree>
    <p:extLst>
      <p:ext uri="{BB962C8B-B14F-4D97-AF65-F5344CB8AC3E}">
        <p14:creationId xmlns:p14="http://schemas.microsoft.com/office/powerpoint/2010/main" val="37157612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AB8BFD-5C1F-445C-8050-CE8F451E95B0}"/>
              </a:ext>
            </a:extLst>
          </p:cNvPr>
          <p:cNvSpPr txBox="1"/>
          <p:nvPr/>
        </p:nvSpPr>
        <p:spPr>
          <a:xfrm>
            <a:off x="635000" y="0"/>
            <a:ext cx="10515599" cy="730291"/>
          </a:xfrm>
          <a:prstGeom prst="rect">
            <a:avLst/>
          </a:prstGeom>
        </p:spPr>
        <p:txBody>
          <a:bodyPr vert="horz" lIns="91440" tIns="45720" rIns="91440" bIns="45720" rtlCol="0" anchor="b">
            <a:normAutofit fontScale="92500" lnSpcReduction="10000"/>
          </a:bodyPr>
          <a:lstStyle/>
          <a:p>
            <a:pPr lvl="0" algn="ctr"/>
            <a:r>
              <a:rPr lang="en-US" sz="4800" dirty="0">
                <a:solidFill>
                  <a:schemeClr val="bg1"/>
                </a:solidFill>
                <a:latin typeface="Times New Roman" panose="02020603050405020304" pitchFamily="18" charset="0"/>
                <a:cs typeface="Times New Roman" panose="02020603050405020304" pitchFamily="18" charset="0"/>
              </a:rPr>
              <a:t>Conditions of an AP</a:t>
            </a:r>
          </a:p>
        </p:txBody>
      </p:sp>
      <p:sp>
        <p:nvSpPr>
          <p:cNvPr id="2" name="object 3">
            <a:extLst>
              <a:ext uri="{FF2B5EF4-FFF2-40B4-BE49-F238E27FC236}">
                <a16:creationId xmlns:a16="http://schemas.microsoft.com/office/drawing/2014/main" id="{626A1CC7-97B9-8A20-FCF1-1457B10C4489}"/>
              </a:ext>
            </a:extLst>
          </p:cNvPr>
          <p:cNvSpPr txBox="1"/>
          <p:nvPr/>
        </p:nvSpPr>
        <p:spPr>
          <a:xfrm>
            <a:off x="508003" y="1242464"/>
            <a:ext cx="10515598" cy="1172116"/>
          </a:xfrm>
          <a:prstGeom prst="rect">
            <a:avLst/>
          </a:prstGeom>
        </p:spPr>
        <p:txBody>
          <a:bodyPr vert="horz" wrap="square" lIns="0" tIns="12700" rIns="0" bIns="0" rtlCol="0">
            <a:spAutoFit/>
          </a:bodyPr>
          <a:lstStyle/>
          <a:p>
            <a:pPr marL="12700">
              <a:lnSpc>
                <a:spcPct val="100000"/>
              </a:lnSpc>
              <a:spcBef>
                <a:spcPts val="100"/>
              </a:spcBef>
            </a:pPr>
            <a:r>
              <a:rPr lang="en-US" sz="2400" b="1" spc="-10" dirty="0">
                <a:latin typeface="Times New Roman" panose="02020603050405020304" pitchFamily="18" charset="0"/>
                <a:cs typeface="Times New Roman" panose="02020603050405020304" pitchFamily="18" charset="0"/>
              </a:rPr>
              <a:t>Case 1: If node U is root of DFS tree and has at least 2 Children (Subgraph) then Node U is an Articulation Point(AP) </a:t>
            </a:r>
            <a:endParaRPr lang="en-US" sz="2400" b="1" dirty="0">
              <a:latin typeface="Times New Roman" panose="02020603050405020304" pitchFamily="18" charset="0"/>
              <a:cs typeface="Times New Roman" panose="02020603050405020304" pitchFamily="18" charset="0"/>
            </a:endParaRPr>
          </a:p>
          <a:p>
            <a:pPr marL="12700">
              <a:lnSpc>
                <a:spcPct val="100000"/>
              </a:lnSpc>
              <a:spcBef>
                <a:spcPts val="434"/>
              </a:spcBef>
            </a:pPr>
            <a:endParaRPr sz="2400" dirty="0">
              <a:latin typeface="Times New Roman" panose="02020603050405020304" pitchFamily="18" charset="0"/>
              <a:cs typeface="Times New Roman" panose="02020603050405020304" pitchFamily="18" charset="0"/>
            </a:endParaRPr>
          </a:p>
        </p:txBody>
      </p:sp>
      <p:sp>
        <p:nvSpPr>
          <p:cNvPr id="22" name="Oval 21">
            <a:extLst>
              <a:ext uri="{FF2B5EF4-FFF2-40B4-BE49-F238E27FC236}">
                <a16:creationId xmlns:a16="http://schemas.microsoft.com/office/drawing/2014/main" id="{ED949657-839D-2F9B-2CFA-1AF983DADC6A}"/>
              </a:ext>
            </a:extLst>
          </p:cNvPr>
          <p:cNvSpPr/>
          <p:nvPr/>
        </p:nvSpPr>
        <p:spPr>
          <a:xfrm>
            <a:off x="9271001" y="2202835"/>
            <a:ext cx="558800" cy="36982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U</a:t>
            </a:r>
          </a:p>
        </p:txBody>
      </p:sp>
      <p:sp>
        <p:nvSpPr>
          <p:cNvPr id="23" name="Oval 22">
            <a:extLst>
              <a:ext uri="{FF2B5EF4-FFF2-40B4-BE49-F238E27FC236}">
                <a16:creationId xmlns:a16="http://schemas.microsoft.com/office/drawing/2014/main" id="{FE2D493D-59B1-C1F7-8A8D-CD7469373E46}"/>
              </a:ext>
            </a:extLst>
          </p:cNvPr>
          <p:cNvSpPr/>
          <p:nvPr/>
        </p:nvSpPr>
        <p:spPr>
          <a:xfrm>
            <a:off x="7696200" y="4857467"/>
            <a:ext cx="846667" cy="51217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a:t>
            </a:r>
          </a:p>
        </p:txBody>
      </p:sp>
      <p:sp>
        <p:nvSpPr>
          <p:cNvPr id="24" name="Oval 23">
            <a:extLst>
              <a:ext uri="{FF2B5EF4-FFF2-40B4-BE49-F238E27FC236}">
                <a16:creationId xmlns:a16="http://schemas.microsoft.com/office/drawing/2014/main" id="{BD46CAB8-B1C7-512A-C8D9-DB92D11A6051}"/>
              </a:ext>
            </a:extLst>
          </p:cNvPr>
          <p:cNvSpPr/>
          <p:nvPr/>
        </p:nvSpPr>
        <p:spPr>
          <a:xfrm>
            <a:off x="8424334" y="3577149"/>
            <a:ext cx="846667" cy="51217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a:t>
            </a:r>
          </a:p>
        </p:txBody>
      </p:sp>
      <p:cxnSp>
        <p:nvCxnSpPr>
          <p:cNvPr id="25" name="Straight Connector 24">
            <a:extLst>
              <a:ext uri="{FF2B5EF4-FFF2-40B4-BE49-F238E27FC236}">
                <a16:creationId xmlns:a16="http://schemas.microsoft.com/office/drawing/2014/main" id="{526B4D23-5D5F-1BDE-308E-ECC6A59D0BA7}"/>
              </a:ext>
            </a:extLst>
          </p:cNvPr>
          <p:cNvCxnSpPr>
            <a:stCxn id="22" idx="4"/>
            <a:endCxn id="24" idx="0"/>
          </p:cNvCxnSpPr>
          <p:nvPr/>
        </p:nvCxnSpPr>
        <p:spPr>
          <a:xfrm flipH="1">
            <a:off x="8847668" y="2572655"/>
            <a:ext cx="702733" cy="1004494"/>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A1AC7706-A8C3-9F53-0E87-9B991C3B9158}"/>
              </a:ext>
            </a:extLst>
          </p:cNvPr>
          <p:cNvCxnSpPr>
            <a:cxnSpLocks/>
            <a:stCxn id="24" idx="3"/>
            <a:endCxn id="23" idx="0"/>
          </p:cNvCxnSpPr>
          <p:nvPr/>
        </p:nvCxnSpPr>
        <p:spPr>
          <a:xfrm flipH="1">
            <a:off x="8119534" y="4014316"/>
            <a:ext cx="428792" cy="843151"/>
          </a:xfrm>
          <a:prstGeom prst="line">
            <a:avLst/>
          </a:prstGeom>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0FE140DE-0ACE-AB92-C2A9-0C5C47534FF3}"/>
              </a:ext>
            </a:extLst>
          </p:cNvPr>
          <p:cNvSpPr txBox="1"/>
          <p:nvPr/>
        </p:nvSpPr>
        <p:spPr>
          <a:xfrm>
            <a:off x="9873550" y="2149164"/>
            <a:ext cx="759167" cy="369332"/>
          </a:xfrm>
          <a:prstGeom prst="rect">
            <a:avLst/>
          </a:prstGeom>
          <a:noFill/>
        </p:spPr>
        <p:txBody>
          <a:bodyPr wrap="square" rtlCol="0">
            <a:spAutoFit/>
          </a:bodyPr>
          <a:lstStyle/>
          <a:p>
            <a:r>
              <a:rPr lang="en-IN" dirty="0"/>
              <a:t>C= 1</a:t>
            </a:r>
          </a:p>
        </p:txBody>
      </p:sp>
      <p:sp>
        <p:nvSpPr>
          <p:cNvPr id="32" name="Oval 31">
            <a:extLst>
              <a:ext uri="{FF2B5EF4-FFF2-40B4-BE49-F238E27FC236}">
                <a16:creationId xmlns:a16="http://schemas.microsoft.com/office/drawing/2014/main" id="{DABCCA8B-DABB-0E12-17C3-00CB13ABBC57}"/>
              </a:ext>
            </a:extLst>
          </p:cNvPr>
          <p:cNvSpPr/>
          <p:nvPr/>
        </p:nvSpPr>
        <p:spPr>
          <a:xfrm>
            <a:off x="702733" y="2071840"/>
            <a:ext cx="558800" cy="36982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U</a:t>
            </a:r>
          </a:p>
        </p:txBody>
      </p:sp>
      <p:sp>
        <p:nvSpPr>
          <p:cNvPr id="33" name="Oval 32">
            <a:extLst>
              <a:ext uri="{FF2B5EF4-FFF2-40B4-BE49-F238E27FC236}">
                <a16:creationId xmlns:a16="http://schemas.microsoft.com/office/drawing/2014/main" id="{3ABC92F9-B46D-4382-2FDC-B56253796A60}"/>
              </a:ext>
            </a:extLst>
          </p:cNvPr>
          <p:cNvSpPr/>
          <p:nvPr/>
        </p:nvSpPr>
        <p:spPr>
          <a:xfrm>
            <a:off x="1515532" y="3446155"/>
            <a:ext cx="846667" cy="51217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a:t>
            </a:r>
          </a:p>
        </p:txBody>
      </p:sp>
      <p:sp>
        <p:nvSpPr>
          <p:cNvPr id="34" name="Oval 33">
            <a:extLst>
              <a:ext uri="{FF2B5EF4-FFF2-40B4-BE49-F238E27FC236}">
                <a16:creationId xmlns:a16="http://schemas.microsoft.com/office/drawing/2014/main" id="{8821FE4A-100F-F21D-12B8-F0DBA6150482}"/>
              </a:ext>
            </a:extLst>
          </p:cNvPr>
          <p:cNvSpPr/>
          <p:nvPr/>
        </p:nvSpPr>
        <p:spPr>
          <a:xfrm>
            <a:off x="-143934" y="3446154"/>
            <a:ext cx="846667" cy="51217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a:t>
            </a:r>
          </a:p>
        </p:txBody>
      </p:sp>
      <p:cxnSp>
        <p:nvCxnSpPr>
          <p:cNvPr id="35" name="Straight Connector 34">
            <a:extLst>
              <a:ext uri="{FF2B5EF4-FFF2-40B4-BE49-F238E27FC236}">
                <a16:creationId xmlns:a16="http://schemas.microsoft.com/office/drawing/2014/main" id="{54D1502E-AF91-BE2C-2CCF-E5F62BDF396D}"/>
              </a:ext>
            </a:extLst>
          </p:cNvPr>
          <p:cNvCxnSpPr>
            <a:stCxn id="32" idx="4"/>
            <a:endCxn id="34" idx="0"/>
          </p:cNvCxnSpPr>
          <p:nvPr/>
        </p:nvCxnSpPr>
        <p:spPr>
          <a:xfrm flipH="1">
            <a:off x="279400" y="2441660"/>
            <a:ext cx="702733" cy="1004494"/>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30799A0-3909-401A-8B0C-3643023BA4CF}"/>
              </a:ext>
            </a:extLst>
          </p:cNvPr>
          <p:cNvCxnSpPr>
            <a:stCxn id="32" idx="5"/>
            <a:endCxn id="33" idx="0"/>
          </p:cNvCxnSpPr>
          <p:nvPr/>
        </p:nvCxnSpPr>
        <p:spPr>
          <a:xfrm>
            <a:off x="1179699" y="2387501"/>
            <a:ext cx="759167" cy="1058654"/>
          </a:xfrm>
          <a:prstGeom prst="line">
            <a:avLst/>
          </a:prstGeom>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8C00CEB2-75FC-82AE-2B77-9A39DB92D00B}"/>
              </a:ext>
            </a:extLst>
          </p:cNvPr>
          <p:cNvSpPr txBox="1"/>
          <p:nvPr/>
        </p:nvSpPr>
        <p:spPr>
          <a:xfrm>
            <a:off x="1305282" y="2018169"/>
            <a:ext cx="759167" cy="369332"/>
          </a:xfrm>
          <a:prstGeom prst="rect">
            <a:avLst/>
          </a:prstGeom>
          <a:noFill/>
        </p:spPr>
        <p:txBody>
          <a:bodyPr wrap="square" rtlCol="0">
            <a:spAutoFit/>
          </a:bodyPr>
          <a:lstStyle/>
          <a:p>
            <a:r>
              <a:rPr lang="en-IN" dirty="0"/>
              <a:t>C= 2</a:t>
            </a:r>
          </a:p>
        </p:txBody>
      </p:sp>
      <p:sp>
        <p:nvSpPr>
          <p:cNvPr id="38" name="Oval 37">
            <a:extLst>
              <a:ext uri="{FF2B5EF4-FFF2-40B4-BE49-F238E27FC236}">
                <a16:creationId xmlns:a16="http://schemas.microsoft.com/office/drawing/2014/main" id="{AE3C37BB-536C-165E-1CD4-650B18459C04}"/>
              </a:ext>
            </a:extLst>
          </p:cNvPr>
          <p:cNvSpPr/>
          <p:nvPr/>
        </p:nvSpPr>
        <p:spPr>
          <a:xfrm>
            <a:off x="3462867" y="2093991"/>
            <a:ext cx="558800" cy="36982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U</a:t>
            </a:r>
          </a:p>
        </p:txBody>
      </p:sp>
      <p:sp>
        <p:nvSpPr>
          <p:cNvPr id="39" name="Oval 38">
            <a:extLst>
              <a:ext uri="{FF2B5EF4-FFF2-40B4-BE49-F238E27FC236}">
                <a16:creationId xmlns:a16="http://schemas.microsoft.com/office/drawing/2014/main" id="{3A0AF77A-C5EF-030E-ED88-41DDDC22F6B7}"/>
              </a:ext>
            </a:extLst>
          </p:cNvPr>
          <p:cNvSpPr/>
          <p:nvPr/>
        </p:nvSpPr>
        <p:spPr>
          <a:xfrm>
            <a:off x="4275666" y="3468306"/>
            <a:ext cx="846667" cy="51217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a:t>
            </a:r>
          </a:p>
        </p:txBody>
      </p:sp>
      <p:sp>
        <p:nvSpPr>
          <p:cNvPr id="40" name="Oval 39">
            <a:extLst>
              <a:ext uri="{FF2B5EF4-FFF2-40B4-BE49-F238E27FC236}">
                <a16:creationId xmlns:a16="http://schemas.microsoft.com/office/drawing/2014/main" id="{466E3234-DB35-3529-A388-7B2E5F26E5F1}"/>
              </a:ext>
            </a:extLst>
          </p:cNvPr>
          <p:cNvSpPr/>
          <p:nvPr/>
        </p:nvSpPr>
        <p:spPr>
          <a:xfrm>
            <a:off x="2616200" y="3468305"/>
            <a:ext cx="846667" cy="51217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a:t>
            </a:r>
          </a:p>
        </p:txBody>
      </p:sp>
      <p:cxnSp>
        <p:nvCxnSpPr>
          <p:cNvPr id="41" name="Straight Connector 40">
            <a:extLst>
              <a:ext uri="{FF2B5EF4-FFF2-40B4-BE49-F238E27FC236}">
                <a16:creationId xmlns:a16="http://schemas.microsoft.com/office/drawing/2014/main" id="{5117465F-3CD3-095A-EEA2-0F7FEDFF9E99}"/>
              </a:ext>
            </a:extLst>
          </p:cNvPr>
          <p:cNvCxnSpPr>
            <a:stCxn id="38" idx="4"/>
            <a:endCxn id="40" idx="0"/>
          </p:cNvCxnSpPr>
          <p:nvPr/>
        </p:nvCxnSpPr>
        <p:spPr>
          <a:xfrm flipH="1">
            <a:off x="3039534" y="2463811"/>
            <a:ext cx="702733" cy="1004494"/>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AA078780-3BE3-A7DA-6621-3DD40EBB35F1}"/>
              </a:ext>
            </a:extLst>
          </p:cNvPr>
          <p:cNvCxnSpPr>
            <a:stCxn id="38" idx="5"/>
            <a:endCxn id="39" idx="0"/>
          </p:cNvCxnSpPr>
          <p:nvPr/>
        </p:nvCxnSpPr>
        <p:spPr>
          <a:xfrm>
            <a:off x="3939833" y="2409652"/>
            <a:ext cx="759167" cy="1058654"/>
          </a:xfrm>
          <a:prstGeom prst="line">
            <a:avLst/>
          </a:prstGeom>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EEE5C76C-E6A6-9BB4-6BC3-A66D45AE3021}"/>
              </a:ext>
            </a:extLst>
          </p:cNvPr>
          <p:cNvSpPr txBox="1"/>
          <p:nvPr/>
        </p:nvSpPr>
        <p:spPr>
          <a:xfrm>
            <a:off x="4065416" y="2040320"/>
            <a:ext cx="759167" cy="369332"/>
          </a:xfrm>
          <a:prstGeom prst="rect">
            <a:avLst/>
          </a:prstGeom>
          <a:noFill/>
        </p:spPr>
        <p:txBody>
          <a:bodyPr wrap="square" rtlCol="0">
            <a:spAutoFit/>
          </a:bodyPr>
          <a:lstStyle/>
          <a:p>
            <a:r>
              <a:rPr lang="en-IN" dirty="0"/>
              <a:t>C= 1</a:t>
            </a:r>
          </a:p>
        </p:txBody>
      </p:sp>
      <p:cxnSp>
        <p:nvCxnSpPr>
          <p:cNvPr id="45" name="Straight Connector 44">
            <a:extLst>
              <a:ext uri="{FF2B5EF4-FFF2-40B4-BE49-F238E27FC236}">
                <a16:creationId xmlns:a16="http://schemas.microsoft.com/office/drawing/2014/main" id="{7D9F1C7B-23CD-0D19-7451-DC5BE96D2D7F}"/>
              </a:ext>
            </a:extLst>
          </p:cNvPr>
          <p:cNvCxnSpPr>
            <a:stCxn id="40" idx="6"/>
            <a:endCxn id="39" idx="2"/>
          </p:cNvCxnSpPr>
          <p:nvPr/>
        </p:nvCxnSpPr>
        <p:spPr>
          <a:xfrm>
            <a:off x="3462867" y="3724392"/>
            <a:ext cx="812799" cy="0"/>
          </a:xfrm>
          <a:prstGeom prst="line">
            <a:avLst/>
          </a:prstGeom>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21D07857-8DA3-4149-223B-DC387896D7B3}"/>
              </a:ext>
            </a:extLst>
          </p:cNvPr>
          <p:cNvSpPr/>
          <p:nvPr/>
        </p:nvSpPr>
        <p:spPr>
          <a:xfrm>
            <a:off x="6189136" y="2064497"/>
            <a:ext cx="558800" cy="36982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U</a:t>
            </a:r>
          </a:p>
        </p:txBody>
      </p:sp>
      <p:sp>
        <p:nvSpPr>
          <p:cNvPr id="47" name="Oval 46">
            <a:extLst>
              <a:ext uri="{FF2B5EF4-FFF2-40B4-BE49-F238E27FC236}">
                <a16:creationId xmlns:a16="http://schemas.microsoft.com/office/drawing/2014/main" id="{0EEFED6D-2F14-C775-1FA9-EDC116979751}"/>
              </a:ext>
            </a:extLst>
          </p:cNvPr>
          <p:cNvSpPr/>
          <p:nvPr/>
        </p:nvSpPr>
        <p:spPr>
          <a:xfrm>
            <a:off x="7001935" y="3438812"/>
            <a:ext cx="846667" cy="51217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3</a:t>
            </a:r>
          </a:p>
        </p:txBody>
      </p:sp>
      <p:sp>
        <p:nvSpPr>
          <p:cNvPr id="48" name="Oval 47">
            <a:extLst>
              <a:ext uri="{FF2B5EF4-FFF2-40B4-BE49-F238E27FC236}">
                <a16:creationId xmlns:a16="http://schemas.microsoft.com/office/drawing/2014/main" id="{9CD5ED13-0F1D-34A1-BDD4-39946CE9FEBF}"/>
              </a:ext>
            </a:extLst>
          </p:cNvPr>
          <p:cNvSpPr/>
          <p:nvPr/>
        </p:nvSpPr>
        <p:spPr>
          <a:xfrm>
            <a:off x="5342469" y="3438811"/>
            <a:ext cx="846667" cy="51217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a:t>
            </a:r>
          </a:p>
        </p:txBody>
      </p:sp>
      <p:cxnSp>
        <p:nvCxnSpPr>
          <p:cNvPr id="49" name="Straight Connector 48">
            <a:extLst>
              <a:ext uri="{FF2B5EF4-FFF2-40B4-BE49-F238E27FC236}">
                <a16:creationId xmlns:a16="http://schemas.microsoft.com/office/drawing/2014/main" id="{15354DE2-25F6-0FF6-7894-B63BAFB70128}"/>
              </a:ext>
            </a:extLst>
          </p:cNvPr>
          <p:cNvCxnSpPr>
            <a:stCxn id="46" idx="4"/>
            <a:endCxn id="48" idx="0"/>
          </p:cNvCxnSpPr>
          <p:nvPr/>
        </p:nvCxnSpPr>
        <p:spPr>
          <a:xfrm flipH="1">
            <a:off x="5765803" y="2434317"/>
            <a:ext cx="702733" cy="1004494"/>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D2CD6A4-D970-A48A-85AF-92D2FB8CC892}"/>
              </a:ext>
            </a:extLst>
          </p:cNvPr>
          <p:cNvCxnSpPr>
            <a:stCxn id="46" idx="5"/>
            <a:endCxn id="47" idx="0"/>
          </p:cNvCxnSpPr>
          <p:nvPr/>
        </p:nvCxnSpPr>
        <p:spPr>
          <a:xfrm>
            <a:off x="6666102" y="2380158"/>
            <a:ext cx="759167" cy="1058654"/>
          </a:xfrm>
          <a:prstGeom prst="line">
            <a:avLst/>
          </a:prstGeom>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629E2C07-28CB-CC3B-8576-C18ABF94C45A}"/>
              </a:ext>
            </a:extLst>
          </p:cNvPr>
          <p:cNvSpPr txBox="1"/>
          <p:nvPr/>
        </p:nvSpPr>
        <p:spPr>
          <a:xfrm>
            <a:off x="6791685" y="2010826"/>
            <a:ext cx="759167" cy="369332"/>
          </a:xfrm>
          <a:prstGeom prst="rect">
            <a:avLst/>
          </a:prstGeom>
          <a:noFill/>
        </p:spPr>
        <p:txBody>
          <a:bodyPr wrap="square" rtlCol="0">
            <a:spAutoFit/>
          </a:bodyPr>
          <a:lstStyle/>
          <a:p>
            <a:r>
              <a:rPr lang="en-IN" dirty="0"/>
              <a:t>C= 2</a:t>
            </a:r>
          </a:p>
        </p:txBody>
      </p:sp>
      <p:sp>
        <p:nvSpPr>
          <p:cNvPr id="52" name="Oval 51">
            <a:extLst>
              <a:ext uri="{FF2B5EF4-FFF2-40B4-BE49-F238E27FC236}">
                <a16:creationId xmlns:a16="http://schemas.microsoft.com/office/drawing/2014/main" id="{724F16BD-45E5-BF72-2607-FF08B181D2B2}"/>
              </a:ext>
            </a:extLst>
          </p:cNvPr>
          <p:cNvSpPr/>
          <p:nvPr/>
        </p:nvSpPr>
        <p:spPr>
          <a:xfrm>
            <a:off x="6317552" y="3454334"/>
            <a:ext cx="558800" cy="51217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a:t>
            </a:r>
          </a:p>
        </p:txBody>
      </p:sp>
      <p:cxnSp>
        <p:nvCxnSpPr>
          <p:cNvPr id="54" name="Straight Connector 53">
            <a:extLst>
              <a:ext uri="{FF2B5EF4-FFF2-40B4-BE49-F238E27FC236}">
                <a16:creationId xmlns:a16="http://schemas.microsoft.com/office/drawing/2014/main" id="{99AAB6EA-268D-6B2F-EFF4-B6B7FD465A52}"/>
              </a:ext>
            </a:extLst>
          </p:cNvPr>
          <p:cNvCxnSpPr>
            <a:stCxn id="48" idx="6"/>
            <a:endCxn id="52" idx="2"/>
          </p:cNvCxnSpPr>
          <p:nvPr/>
        </p:nvCxnSpPr>
        <p:spPr>
          <a:xfrm>
            <a:off x="6189136" y="3694898"/>
            <a:ext cx="128416" cy="15522"/>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DA877B31-C53F-FC1A-E95B-A99E6A7161C9}"/>
              </a:ext>
            </a:extLst>
          </p:cNvPr>
          <p:cNvCxnSpPr>
            <a:stCxn id="46" idx="4"/>
            <a:endCxn id="52" idx="7"/>
          </p:cNvCxnSpPr>
          <p:nvPr/>
        </p:nvCxnSpPr>
        <p:spPr>
          <a:xfrm>
            <a:off x="6468536" y="2434317"/>
            <a:ext cx="325982" cy="109502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23825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AB8BFD-5C1F-445C-8050-CE8F451E95B0}"/>
              </a:ext>
            </a:extLst>
          </p:cNvPr>
          <p:cNvSpPr txBox="1"/>
          <p:nvPr/>
        </p:nvSpPr>
        <p:spPr>
          <a:xfrm>
            <a:off x="635000" y="0"/>
            <a:ext cx="10515599" cy="730291"/>
          </a:xfrm>
          <a:prstGeom prst="rect">
            <a:avLst/>
          </a:prstGeom>
        </p:spPr>
        <p:txBody>
          <a:bodyPr vert="horz" lIns="91440" tIns="45720" rIns="91440" bIns="45720" rtlCol="0" anchor="b">
            <a:normAutofit fontScale="92500" lnSpcReduction="10000"/>
          </a:bodyPr>
          <a:lstStyle/>
          <a:p>
            <a:pPr lvl="0" algn="ctr"/>
            <a:r>
              <a:rPr lang="en-US" sz="4800" dirty="0">
                <a:solidFill>
                  <a:schemeClr val="bg1"/>
                </a:solidFill>
                <a:latin typeface="Times New Roman" panose="02020603050405020304" pitchFamily="18" charset="0"/>
                <a:cs typeface="Times New Roman" panose="02020603050405020304" pitchFamily="18" charset="0"/>
              </a:rPr>
              <a:t>How to detect AP for Case 1</a:t>
            </a:r>
          </a:p>
        </p:txBody>
      </p:sp>
      <p:sp>
        <p:nvSpPr>
          <p:cNvPr id="2" name="object 3">
            <a:extLst>
              <a:ext uri="{FF2B5EF4-FFF2-40B4-BE49-F238E27FC236}">
                <a16:creationId xmlns:a16="http://schemas.microsoft.com/office/drawing/2014/main" id="{626A1CC7-97B9-8A20-FCF1-1457B10C4489}"/>
              </a:ext>
            </a:extLst>
          </p:cNvPr>
          <p:cNvSpPr txBox="1"/>
          <p:nvPr/>
        </p:nvSpPr>
        <p:spPr>
          <a:xfrm>
            <a:off x="508003" y="1242464"/>
            <a:ext cx="10515598" cy="1172116"/>
          </a:xfrm>
          <a:prstGeom prst="rect">
            <a:avLst/>
          </a:prstGeom>
        </p:spPr>
        <p:txBody>
          <a:bodyPr vert="horz" wrap="square" lIns="0" tIns="12700" rIns="0" bIns="0" rtlCol="0">
            <a:spAutoFit/>
          </a:bodyPr>
          <a:lstStyle/>
          <a:p>
            <a:pPr marL="12700">
              <a:lnSpc>
                <a:spcPct val="100000"/>
              </a:lnSpc>
              <a:spcBef>
                <a:spcPts val="100"/>
              </a:spcBef>
            </a:pPr>
            <a:r>
              <a:rPr lang="en-US" sz="2400" b="1" spc="-10" dirty="0">
                <a:latin typeface="Times New Roman" panose="02020603050405020304" pitchFamily="18" charset="0"/>
                <a:cs typeface="Times New Roman" panose="02020603050405020304" pitchFamily="18" charset="0"/>
              </a:rPr>
              <a:t>Case 1: If node U is root of DFS tree and has at least 2 Children (Subgraph) then Node U is an Articulation Point(AP) </a:t>
            </a:r>
            <a:endParaRPr lang="en-US" sz="2400" b="1" dirty="0">
              <a:latin typeface="Times New Roman" panose="02020603050405020304" pitchFamily="18" charset="0"/>
              <a:cs typeface="Times New Roman" panose="02020603050405020304" pitchFamily="18" charset="0"/>
            </a:endParaRPr>
          </a:p>
          <a:p>
            <a:pPr marL="12700">
              <a:lnSpc>
                <a:spcPct val="100000"/>
              </a:lnSpc>
              <a:spcBef>
                <a:spcPts val="434"/>
              </a:spcBef>
            </a:pPr>
            <a:endParaRPr sz="2400" dirty="0">
              <a:latin typeface="Times New Roman" panose="02020603050405020304" pitchFamily="18" charset="0"/>
              <a:cs typeface="Times New Roman" panose="02020603050405020304" pitchFamily="18" charset="0"/>
            </a:endParaRPr>
          </a:p>
        </p:txBody>
      </p:sp>
      <p:sp>
        <p:nvSpPr>
          <p:cNvPr id="4" name="object 3">
            <a:extLst>
              <a:ext uri="{FF2B5EF4-FFF2-40B4-BE49-F238E27FC236}">
                <a16:creationId xmlns:a16="http://schemas.microsoft.com/office/drawing/2014/main" id="{61B9DC24-5323-8429-4088-29FE29DF84C5}"/>
              </a:ext>
            </a:extLst>
          </p:cNvPr>
          <p:cNvSpPr txBox="1"/>
          <p:nvPr/>
        </p:nvSpPr>
        <p:spPr>
          <a:xfrm>
            <a:off x="355603" y="2926753"/>
            <a:ext cx="10515598" cy="2331407"/>
          </a:xfrm>
          <a:prstGeom prst="rect">
            <a:avLst/>
          </a:prstGeom>
        </p:spPr>
        <p:txBody>
          <a:bodyPr vert="horz" wrap="square" lIns="0" tIns="12700" rIns="0" bIns="0" rtlCol="0">
            <a:spAutoFit/>
          </a:bodyPr>
          <a:lstStyle/>
          <a:p>
            <a:pPr marL="469900" indent="-457200">
              <a:lnSpc>
                <a:spcPct val="100000"/>
              </a:lnSpc>
              <a:spcBef>
                <a:spcPts val="100"/>
              </a:spcBef>
              <a:buFont typeface="+mj-lt"/>
              <a:buAutoNum type="arabicPeriod"/>
            </a:pPr>
            <a:r>
              <a:rPr lang="en-US" sz="2400" b="1" spc="-10" dirty="0">
                <a:latin typeface="Times New Roman" panose="02020603050405020304" pitchFamily="18" charset="0"/>
                <a:cs typeface="Times New Roman" panose="02020603050405020304" pitchFamily="18" charset="0"/>
              </a:rPr>
              <a:t>Keep children counter for each node</a:t>
            </a:r>
          </a:p>
          <a:p>
            <a:pPr marL="469900" indent="-457200">
              <a:lnSpc>
                <a:spcPct val="100000"/>
              </a:lnSpc>
              <a:spcBef>
                <a:spcPts val="100"/>
              </a:spcBef>
              <a:buFont typeface="+mj-lt"/>
              <a:buAutoNum type="arabicPeriod"/>
            </a:pPr>
            <a:r>
              <a:rPr lang="en-US" sz="2400" b="1" spc="-10" dirty="0">
                <a:latin typeface="Times New Roman" panose="02020603050405020304" pitchFamily="18" charset="0"/>
                <a:cs typeface="Times New Roman" panose="02020603050405020304" pitchFamily="18" charset="0"/>
              </a:rPr>
              <a:t>On calling DFS on each edge, mark the entire Subgraph</a:t>
            </a:r>
          </a:p>
          <a:p>
            <a:pPr marL="469900" indent="-457200">
              <a:lnSpc>
                <a:spcPct val="100000"/>
              </a:lnSpc>
              <a:spcBef>
                <a:spcPts val="100"/>
              </a:spcBef>
              <a:buFont typeface="+mj-lt"/>
              <a:buAutoNum type="arabicPeriod"/>
            </a:pPr>
            <a:r>
              <a:rPr lang="en-US" sz="2400" b="1" spc="-10" dirty="0">
                <a:latin typeface="Times New Roman" panose="02020603050405020304" pitchFamily="18" charset="0"/>
                <a:cs typeface="Times New Roman" panose="02020603050405020304" pitchFamily="18" charset="0"/>
              </a:rPr>
              <a:t>Call DFS on other edges only if node is not visited</a:t>
            </a:r>
          </a:p>
          <a:p>
            <a:pPr marL="469900" indent="-457200">
              <a:lnSpc>
                <a:spcPct val="100000"/>
              </a:lnSpc>
              <a:spcBef>
                <a:spcPts val="100"/>
              </a:spcBef>
              <a:buFont typeface="+mj-lt"/>
              <a:buAutoNum type="arabicPeriod"/>
            </a:pPr>
            <a:r>
              <a:rPr lang="en-US" sz="2400" b="1" spc="-10" dirty="0">
                <a:latin typeface="Times New Roman" panose="02020603050405020304" pitchFamily="18" charset="0"/>
                <a:cs typeface="Times New Roman" panose="02020603050405020304" pitchFamily="18" charset="0"/>
              </a:rPr>
              <a:t>Increment children count on each unique DFS call</a:t>
            </a:r>
          </a:p>
          <a:p>
            <a:pPr marL="469900" indent="-457200">
              <a:lnSpc>
                <a:spcPct val="100000"/>
              </a:lnSpc>
              <a:spcBef>
                <a:spcPts val="100"/>
              </a:spcBef>
              <a:buFont typeface="+mj-lt"/>
              <a:buAutoNum type="arabicPeriod"/>
            </a:pPr>
            <a:r>
              <a:rPr lang="en-US" sz="2400" b="1" spc="-10" dirty="0">
                <a:latin typeface="Times New Roman" panose="02020603050405020304" pitchFamily="18" charset="0"/>
                <a:cs typeface="Times New Roman" panose="02020603050405020304" pitchFamily="18" charset="0"/>
              </a:rPr>
              <a:t>If children (c ) &gt;1, then the node is AP</a:t>
            </a:r>
            <a:endParaRPr lang="en-US" sz="2400" b="1" dirty="0">
              <a:latin typeface="Times New Roman" panose="02020603050405020304" pitchFamily="18" charset="0"/>
              <a:cs typeface="Times New Roman" panose="02020603050405020304" pitchFamily="18" charset="0"/>
            </a:endParaRPr>
          </a:p>
          <a:p>
            <a:pPr marL="12700">
              <a:lnSpc>
                <a:spcPct val="100000"/>
              </a:lnSpc>
              <a:spcBef>
                <a:spcPts val="434"/>
              </a:spcBef>
            </a:pPr>
            <a:endParaRP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26087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AB8BFD-5C1F-445C-8050-CE8F451E95B0}"/>
              </a:ext>
            </a:extLst>
          </p:cNvPr>
          <p:cNvSpPr txBox="1"/>
          <p:nvPr/>
        </p:nvSpPr>
        <p:spPr>
          <a:xfrm>
            <a:off x="635000" y="0"/>
            <a:ext cx="10515599" cy="730291"/>
          </a:xfrm>
          <a:prstGeom prst="rect">
            <a:avLst/>
          </a:prstGeom>
        </p:spPr>
        <p:txBody>
          <a:bodyPr vert="horz" lIns="91440" tIns="45720" rIns="91440" bIns="45720" rtlCol="0" anchor="b">
            <a:normAutofit fontScale="92500" lnSpcReduction="10000"/>
          </a:bodyPr>
          <a:lstStyle/>
          <a:p>
            <a:pPr lvl="0" algn="ctr"/>
            <a:r>
              <a:rPr lang="en-US" sz="4800" dirty="0">
                <a:solidFill>
                  <a:schemeClr val="bg1"/>
                </a:solidFill>
                <a:latin typeface="Times New Roman" panose="02020603050405020304" pitchFamily="18" charset="0"/>
                <a:cs typeface="Times New Roman" panose="02020603050405020304" pitchFamily="18" charset="0"/>
              </a:rPr>
              <a:t>Conditions of an AP</a:t>
            </a:r>
          </a:p>
        </p:txBody>
      </p:sp>
      <p:sp>
        <p:nvSpPr>
          <p:cNvPr id="2" name="object 3">
            <a:extLst>
              <a:ext uri="{FF2B5EF4-FFF2-40B4-BE49-F238E27FC236}">
                <a16:creationId xmlns:a16="http://schemas.microsoft.com/office/drawing/2014/main" id="{626A1CC7-97B9-8A20-FCF1-1457B10C4489}"/>
              </a:ext>
            </a:extLst>
          </p:cNvPr>
          <p:cNvSpPr txBox="1"/>
          <p:nvPr/>
        </p:nvSpPr>
        <p:spPr>
          <a:xfrm>
            <a:off x="508003" y="1242464"/>
            <a:ext cx="10515598" cy="1172116"/>
          </a:xfrm>
          <a:prstGeom prst="rect">
            <a:avLst/>
          </a:prstGeom>
        </p:spPr>
        <p:txBody>
          <a:bodyPr vert="horz" wrap="square" lIns="0" tIns="12700" rIns="0" bIns="0" rtlCol="0">
            <a:spAutoFit/>
          </a:bodyPr>
          <a:lstStyle/>
          <a:p>
            <a:pPr marL="12700">
              <a:lnSpc>
                <a:spcPct val="100000"/>
              </a:lnSpc>
              <a:spcBef>
                <a:spcPts val="100"/>
              </a:spcBef>
            </a:pPr>
            <a:r>
              <a:rPr lang="en-US" sz="2400" b="1" spc="-10" dirty="0">
                <a:latin typeface="Times New Roman" panose="02020603050405020304" pitchFamily="18" charset="0"/>
                <a:cs typeface="Times New Roman" panose="02020603050405020304" pitchFamily="18" charset="0"/>
              </a:rPr>
              <a:t>Case 1: If node U is root of DFS tree and has at least 2 Children (Subgraph) then Node U is an Articulation Point(AP) </a:t>
            </a:r>
            <a:endParaRPr lang="en-US" sz="2400" b="1" dirty="0">
              <a:latin typeface="Times New Roman" panose="02020603050405020304" pitchFamily="18" charset="0"/>
              <a:cs typeface="Times New Roman" panose="02020603050405020304" pitchFamily="18" charset="0"/>
            </a:endParaRPr>
          </a:p>
          <a:p>
            <a:pPr marL="12700">
              <a:lnSpc>
                <a:spcPct val="100000"/>
              </a:lnSpc>
              <a:spcBef>
                <a:spcPts val="434"/>
              </a:spcBef>
            </a:pPr>
            <a:endParaRPr sz="2400" dirty="0">
              <a:latin typeface="Times New Roman" panose="02020603050405020304" pitchFamily="18" charset="0"/>
              <a:cs typeface="Times New Roman" panose="02020603050405020304" pitchFamily="18" charset="0"/>
            </a:endParaRPr>
          </a:p>
        </p:txBody>
      </p:sp>
      <p:sp>
        <p:nvSpPr>
          <p:cNvPr id="32" name="Oval 31">
            <a:extLst>
              <a:ext uri="{FF2B5EF4-FFF2-40B4-BE49-F238E27FC236}">
                <a16:creationId xmlns:a16="http://schemas.microsoft.com/office/drawing/2014/main" id="{DABCCA8B-DABB-0E12-17C3-00CB13ABBC57}"/>
              </a:ext>
            </a:extLst>
          </p:cNvPr>
          <p:cNvSpPr/>
          <p:nvPr/>
        </p:nvSpPr>
        <p:spPr>
          <a:xfrm>
            <a:off x="702733" y="2071840"/>
            <a:ext cx="558800" cy="36982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U</a:t>
            </a:r>
          </a:p>
        </p:txBody>
      </p:sp>
      <p:sp>
        <p:nvSpPr>
          <p:cNvPr id="33" name="Oval 32">
            <a:extLst>
              <a:ext uri="{FF2B5EF4-FFF2-40B4-BE49-F238E27FC236}">
                <a16:creationId xmlns:a16="http://schemas.microsoft.com/office/drawing/2014/main" id="{3ABC92F9-B46D-4382-2FDC-B56253796A60}"/>
              </a:ext>
            </a:extLst>
          </p:cNvPr>
          <p:cNvSpPr/>
          <p:nvPr/>
        </p:nvSpPr>
        <p:spPr>
          <a:xfrm>
            <a:off x="1515532" y="3446155"/>
            <a:ext cx="846667" cy="51217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a:t>
            </a:r>
          </a:p>
        </p:txBody>
      </p:sp>
      <p:sp>
        <p:nvSpPr>
          <p:cNvPr id="34" name="Oval 33">
            <a:extLst>
              <a:ext uri="{FF2B5EF4-FFF2-40B4-BE49-F238E27FC236}">
                <a16:creationId xmlns:a16="http://schemas.microsoft.com/office/drawing/2014/main" id="{8821FE4A-100F-F21D-12B8-F0DBA6150482}"/>
              </a:ext>
            </a:extLst>
          </p:cNvPr>
          <p:cNvSpPr/>
          <p:nvPr/>
        </p:nvSpPr>
        <p:spPr>
          <a:xfrm>
            <a:off x="-143934" y="3446154"/>
            <a:ext cx="846667" cy="51217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a:t>
            </a:r>
          </a:p>
        </p:txBody>
      </p:sp>
      <p:cxnSp>
        <p:nvCxnSpPr>
          <p:cNvPr id="35" name="Straight Connector 34">
            <a:extLst>
              <a:ext uri="{FF2B5EF4-FFF2-40B4-BE49-F238E27FC236}">
                <a16:creationId xmlns:a16="http://schemas.microsoft.com/office/drawing/2014/main" id="{54D1502E-AF91-BE2C-2CCF-E5F62BDF396D}"/>
              </a:ext>
            </a:extLst>
          </p:cNvPr>
          <p:cNvCxnSpPr>
            <a:stCxn id="32" idx="4"/>
            <a:endCxn id="34" idx="0"/>
          </p:cNvCxnSpPr>
          <p:nvPr/>
        </p:nvCxnSpPr>
        <p:spPr>
          <a:xfrm flipH="1">
            <a:off x="279400" y="2441660"/>
            <a:ext cx="702733" cy="1004494"/>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30799A0-3909-401A-8B0C-3643023BA4CF}"/>
              </a:ext>
            </a:extLst>
          </p:cNvPr>
          <p:cNvCxnSpPr>
            <a:stCxn id="32" idx="5"/>
            <a:endCxn id="33" idx="0"/>
          </p:cNvCxnSpPr>
          <p:nvPr/>
        </p:nvCxnSpPr>
        <p:spPr>
          <a:xfrm>
            <a:off x="1179699" y="2387501"/>
            <a:ext cx="759167" cy="1058654"/>
          </a:xfrm>
          <a:prstGeom prst="line">
            <a:avLst/>
          </a:prstGeom>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8C00CEB2-75FC-82AE-2B77-9A39DB92D00B}"/>
              </a:ext>
            </a:extLst>
          </p:cNvPr>
          <p:cNvSpPr txBox="1"/>
          <p:nvPr/>
        </p:nvSpPr>
        <p:spPr>
          <a:xfrm>
            <a:off x="1305282" y="2018169"/>
            <a:ext cx="759167" cy="369332"/>
          </a:xfrm>
          <a:prstGeom prst="rect">
            <a:avLst/>
          </a:prstGeom>
          <a:noFill/>
        </p:spPr>
        <p:txBody>
          <a:bodyPr wrap="square" rtlCol="0">
            <a:spAutoFit/>
          </a:bodyPr>
          <a:lstStyle/>
          <a:p>
            <a:r>
              <a:rPr lang="en-IN" dirty="0"/>
              <a:t>C= 0</a:t>
            </a:r>
          </a:p>
        </p:txBody>
      </p:sp>
      <p:sp>
        <p:nvSpPr>
          <p:cNvPr id="11" name="Arrow: Right 10">
            <a:extLst>
              <a:ext uri="{FF2B5EF4-FFF2-40B4-BE49-F238E27FC236}">
                <a16:creationId xmlns:a16="http://schemas.microsoft.com/office/drawing/2014/main" id="{307D9696-5402-80D5-8AAB-386B65E73866}"/>
              </a:ext>
            </a:extLst>
          </p:cNvPr>
          <p:cNvSpPr/>
          <p:nvPr/>
        </p:nvSpPr>
        <p:spPr>
          <a:xfrm>
            <a:off x="2294466" y="2777067"/>
            <a:ext cx="1721564" cy="5121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DFS Call at U</a:t>
            </a:r>
          </a:p>
        </p:txBody>
      </p:sp>
      <p:sp>
        <p:nvSpPr>
          <p:cNvPr id="18" name="Oval 17">
            <a:extLst>
              <a:ext uri="{FF2B5EF4-FFF2-40B4-BE49-F238E27FC236}">
                <a16:creationId xmlns:a16="http://schemas.microsoft.com/office/drawing/2014/main" id="{1DA08E2D-B036-C2A2-B781-F1479E667B7A}"/>
              </a:ext>
            </a:extLst>
          </p:cNvPr>
          <p:cNvSpPr/>
          <p:nvPr/>
        </p:nvSpPr>
        <p:spPr>
          <a:xfrm>
            <a:off x="4550834" y="2018169"/>
            <a:ext cx="558800" cy="36982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U</a:t>
            </a:r>
          </a:p>
        </p:txBody>
      </p:sp>
      <p:sp>
        <p:nvSpPr>
          <p:cNvPr id="19" name="Oval 18">
            <a:extLst>
              <a:ext uri="{FF2B5EF4-FFF2-40B4-BE49-F238E27FC236}">
                <a16:creationId xmlns:a16="http://schemas.microsoft.com/office/drawing/2014/main" id="{625405E9-BC0C-5D40-BD58-D6DD15615AD3}"/>
              </a:ext>
            </a:extLst>
          </p:cNvPr>
          <p:cNvSpPr/>
          <p:nvPr/>
        </p:nvSpPr>
        <p:spPr>
          <a:xfrm>
            <a:off x="5363633" y="3392484"/>
            <a:ext cx="846667" cy="51217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a:t>
            </a:r>
          </a:p>
        </p:txBody>
      </p:sp>
      <p:sp>
        <p:nvSpPr>
          <p:cNvPr id="20" name="Oval 19">
            <a:extLst>
              <a:ext uri="{FF2B5EF4-FFF2-40B4-BE49-F238E27FC236}">
                <a16:creationId xmlns:a16="http://schemas.microsoft.com/office/drawing/2014/main" id="{F3F202D8-7F03-5113-A091-F13EC7D60957}"/>
              </a:ext>
            </a:extLst>
          </p:cNvPr>
          <p:cNvSpPr/>
          <p:nvPr/>
        </p:nvSpPr>
        <p:spPr>
          <a:xfrm>
            <a:off x="3704167" y="3392483"/>
            <a:ext cx="846667" cy="51217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a:t>
            </a:r>
          </a:p>
        </p:txBody>
      </p:sp>
      <p:cxnSp>
        <p:nvCxnSpPr>
          <p:cNvPr id="21" name="Straight Connector 20">
            <a:extLst>
              <a:ext uri="{FF2B5EF4-FFF2-40B4-BE49-F238E27FC236}">
                <a16:creationId xmlns:a16="http://schemas.microsoft.com/office/drawing/2014/main" id="{29A43410-18A1-8189-5A72-862B7B76C487}"/>
              </a:ext>
            </a:extLst>
          </p:cNvPr>
          <p:cNvCxnSpPr>
            <a:stCxn id="18" idx="4"/>
            <a:endCxn id="20" idx="0"/>
          </p:cNvCxnSpPr>
          <p:nvPr/>
        </p:nvCxnSpPr>
        <p:spPr>
          <a:xfrm flipH="1">
            <a:off x="4127501" y="2387989"/>
            <a:ext cx="702733" cy="1004494"/>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C8B7B9B-A578-9204-F0E1-BDEEC75DEA39}"/>
              </a:ext>
            </a:extLst>
          </p:cNvPr>
          <p:cNvCxnSpPr>
            <a:stCxn id="18" idx="5"/>
            <a:endCxn id="19" idx="0"/>
          </p:cNvCxnSpPr>
          <p:nvPr/>
        </p:nvCxnSpPr>
        <p:spPr>
          <a:xfrm>
            <a:off x="5027800" y="2333830"/>
            <a:ext cx="759167" cy="1058654"/>
          </a:xfrm>
          <a:prstGeom prst="line">
            <a:avLst/>
          </a:prstGeom>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E23275F-706D-A8C8-E0F1-4A8AEB0175D0}"/>
              </a:ext>
            </a:extLst>
          </p:cNvPr>
          <p:cNvSpPr txBox="1"/>
          <p:nvPr/>
        </p:nvSpPr>
        <p:spPr>
          <a:xfrm>
            <a:off x="5153383" y="1964498"/>
            <a:ext cx="759167" cy="369332"/>
          </a:xfrm>
          <a:prstGeom prst="rect">
            <a:avLst/>
          </a:prstGeom>
          <a:noFill/>
        </p:spPr>
        <p:txBody>
          <a:bodyPr wrap="square" rtlCol="0">
            <a:spAutoFit/>
          </a:bodyPr>
          <a:lstStyle/>
          <a:p>
            <a:r>
              <a:rPr lang="en-IN" dirty="0"/>
              <a:t>C= 1</a:t>
            </a:r>
          </a:p>
        </p:txBody>
      </p:sp>
      <p:sp>
        <p:nvSpPr>
          <p:cNvPr id="30" name="Arrow: Right 29">
            <a:extLst>
              <a:ext uri="{FF2B5EF4-FFF2-40B4-BE49-F238E27FC236}">
                <a16:creationId xmlns:a16="http://schemas.microsoft.com/office/drawing/2014/main" id="{4D408A21-A351-CC4B-8727-76B1EC60A30A}"/>
              </a:ext>
            </a:extLst>
          </p:cNvPr>
          <p:cNvSpPr/>
          <p:nvPr/>
        </p:nvSpPr>
        <p:spPr>
          <a:xfrm>
            <a:off x="6230776" y="2801044"/>
            <a:ext cx="1721564" cy="5121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DFS Call at U</a:t>
            </a:r>
          </a:p>
        </p:txBody>
      </p:sp>
      <p:sp>
        <p:nvSpPr>
          <p:cNvPr id="31" name="Oval 30">
            <a:extLst>
              <a:ext uri="{FF2B5EF4-FFF2-40B4-BE49-F238E27FC236}">
                <a16:creationId xmlns:a16="http://schemas.microsoft.com/office/drawing/2014/main" id="{1BBC0578-B034-619A-6EB9-58C1A8452979}"/>
              </a:ext>
            </a:extLst>
          </p:cNvPr>
          <p:cNvSpPr/>
          <p:nvPr/>
        </p:nvSpPr>
        <p:spPr>
          <a:xfrm>
            <a:off x="8487144" y="2042146"/>
            <a:ext cx="558800" cy="36982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U</a:t>
            </a:r>
          </a:p>
        </p:txBody>
      </p:sp>
      <p:sp>
        <p:nvSpPr>
          <p:cNvPr id="44" name="Oval 43">
            <a:extLst>
              <a:ext uri="{FF2B5EF4-FFF2-40B4-BE49-F238E27FC236}">
                <a16:creationId xmlns:a16="http://schemas.microsoft.com/office/drawing/2014/main" id="{369A60C1-8331-8B7A-2E67-AD3DBD6024EB}"/>
              </a:ext>
            </a:extLst>
          </p:cNvPr>
          <p:cNvSpPr/>
          <p:nvPr/>
        </p:nvSpPr>
        <p:spPr>
          <a:xfrm>
            <a:off x="9299943" y="3416461"/>
            <a:ext cx="846667" cy="51217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a:t>
            </a:r>
          </a:p>
        </p:txBody>
      </p:sp>
      <p:sp>
        <p:nvSpPr>
          <p:cNvPr id="53" name="Oval 52">
            <a:extLst>
              <a:ext uri="{FF2B5EF4-FFF2-40B4-BE49-F238E27FC236}">
                <a16:creationId xmlns:a16="http://schemas.microsoft.com/office/drawing/2014/main" id="{645F1F10-6EB4-3C50-57E2-E51BD72C67D1}"/>
              </a:ext>
            </a:extLst>
          </p:cNvPr>
          <p:cNvSpPr/>
          <p:nvPr/>
        </p:nvSpPr>
        <p:spPr>
          <a:xfrm>
            <a:off x="7640477" y="3416460"/>
            <a:ext cx="846667" cy="51217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a:t>
            </a:r>
          </a:p>
        </p:txBody>
      </p:sp>
      <p:cxnSp>
        <p:nvCxnSpPr>
          <p:cNvPr id="55" name="Straight Connector 54">
            <a:extLst>
              <a:ext uri="{FF2B5EF4-FFF2-40B4-BE49-F238E27FC236}">
                <a16:creationId xmlns:a16="http://schemas.microsoft.com/office/drawing/2014/main" id="{FE569F96-649F-2E63-CD7F-25AB6DCD4237}"/>
              </a:ext>
            </a:extLst>
          </p:cNvPr>
          <p:cNvCxnSpPr>
            <a:stCxn id="31" idx="4"/>
            <a:endCxn id="53" idx="0"/>
          </p:cNvCxnSpPr>
          <p:nvPr/>
        </p:nvCxnSpPr>
        <p:spPr>
          <a:xfrm flipH="1">
            <a:off x="8063811" y="2411966"/>
            <a:ext cx="702733" cy="1004494"/>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73FD75A1-ABA8-838A-8936-92B313B6997E}"/>
              </a:ext>
            </a:extLst>
          </p:cNvPr>
          <p:cNvCxnSpPr>
            <a:cxnSpLocks/>
            <a:stCxn id="31" idx="5"/>
          </p:cNvCxnSpPr>
          <p:nvPr/>
        </p:nvCxnSpPr>
        <p:spPr>
          <a:xfrm>
            <a:off x="8964110" y="2357807"/>
            <a:ext cx="569357" cy="1062726"/>
          </a:xfrm>
          <a:prstGeom prst="line">
            <a:avLst/>
          </a:prstGeom>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74E614F9-B3C3-216D-5B0A-2FAAD518BCC3}"/>
              </a:ext>
            </a:extLst>
          </p:cNvPr>
          <p:cNvSpPr txBox="1"/>
          <p:nvPr/>
        </p:nvSpPr>
        <p:spPr>
          <a:xfrm>
            <a:off x="9089693" y="1988475"/>
            <a:ext cx="759167" cy="369332"/>
          </a:xfrm>
          <a:prstGeom prst="rect">
            <a:avLst/>
          </a:prstGeom>
          <a:noFill/>
        </p:spPr>
        <p:txBody>
          <a:bodyPr wrap="square" rtlCol="0">
            <a:spAutoFit/>
          </a:bodyPr>
          <a:lstStyle/>
          <a:p>
            <a:r>
              <a:rPr lang="en-IN" dirty="0"/>
              <a:t>C= 2</a:t>
            </a:r>
          </a:p>
        </p:txBody>
      </p:sp>
      <p:cxnSp>
        <p:nvCxnSpPr>
          <p:cNvPr id="60" name="Straight Arrow Connector 59">
            <a:extLst>
              <a:ext uri="{FF2B5EF4-FFF2-40B4-BE49-F238E27FC236}">
                <a16:creationId xmlns:a16="http://schemas.microsoft.com/office/drawing/2014/main" id="{AB6734B3-A565-46FF-FDAA-3C0485E31352}"/>
              </a:ext>
            </a:extLst>
          </p:cNvPr>
          <p:cNvCxnSpPr>
            <a:cxnSpLocks/>
            <a:stCxn id="18" idx="5"/>
          </p:cNvCxnSpPr>
          <p:nvPr/>
        </p:nvCxnSpPr>
        <p:spPr>
          <a:xfrm flipH="1">
            <a:off x="4297188" y="2333830"/>
            <a:ext cx="730612" cy="105865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C9511893-FB47-E012-BF08-F58A6CF63855}"/>
              </a:ext>
            </a:extLst>
          </p:cNvPr>
          <p:cNvSpPr txBox="1"/>
          <p:nvPr/>
        </p:nvSpPr>
        <p:spPr>
          <a:xfrm>
            <a:off x="3816004" y="3911601"/>
            <a:ext cx="1547629" cy="369332"/>
          </a:xfrm>
          <a:prstGeom prst="rect">
            <a:avLst/>
          </a:prstGeom>
          <a:noFill/>
        </p:spPr>
        <p:txBody>
          <a:bodyPr wrap="square" rtlCol="0">
            <a:spAutoFit/>
          </a:bodyPr>
          <a:lstStyle/>
          <a:p>
            <a:r>
              <a:rPr lang="en-IN" dirty="0"/>
              <a:t>Visited = T</a:t>
            </a:r>
          </a:p>
        </p:txBody>
      </p:sp>
      <p:sp>
        <p:nvSpPr>
          <p:cNvPr id="63" name="TextBox 62">
            <a:extLst>
              <a:ext uri="{FF2B5EF4-FFF2-40B4-BE49-F238E27FC236}">
                <a16:creationId xmlns:a16="http://schemas.microsoft.com/office/drawing/2014/main" id="{76F906AC-C0ED-D8F7-64D6-9C7518FB98E7}"/>
              </a:ext>
            </a:extLst>
          </p:cNvPr>
          <p:cNvSpPr txBox="1"/>
          <p:nvPr/>
        </p:nvSpPr>
        <p:spPr>
          <a:xfrm>
            <a:off x="7709982" y="4046521"/>
            <a:ext cx="1254128" cy="369332"/>
          </a:xfrm>
          <a:prstGeom prst="rect">
            <a:avLst/>
          </a:prstGeom>
          <a:noFill/>
        </p:spPr>
        <p:txBody>
          <a:bodyPr wrap="square" rtlCol="0">
            <a:spAutoFit/>
          </a:bodyPr>
          <a:lstStyle/>
          <a:p>
            <a:r>
              <a:rPr lang="en-IN" dirty="0"/>
              <a:t>Visited = T</a:t>
            </a:r>
          </a:p>
        </p:txBody>
      </p:sp>
      <p:cxnSp>
        <p:nvCxnSpPr>
          <p:cNvPr id="64" name="Straight Arrow Connector 63">
            <a:extLst>
              <a:ext uri="{FF2B5EF4-FFF2-40B4-BE49-F238E27FC236}">
                <a16:creationId xmlns:a16="http://schemas.microsoft.com/office/drawing/2014/main" id="{ED2470AA-12E7-000C-FE30-E79D22C14FDE}"/>
              </a:ext>
            </a:extLst>
          </p:cNvPr>
          <p:cNvCxnSpPr>
            <a:cxnSpLocks/>
            <a:stCxn id="31" idx="6"/>
          </p:cNvCxnSpPr>
          <p:nvPr/>
        </p:nvCxnSpPr>
        <p:spPr>
          <a:xfrm>
            <a:off x="9045944" y="2227056"/>
            <a:ext cx="735360" cy="1182359"/>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34581E55-BDB9-D875-04D2-E301F5FEB53D}"/>
              </a:ext>
            </a:extLst>
          </p:cNvPr>
          <p:cNvSpPr txBox="1"/>
          <p:nvPr/>
        </p:nvSpPr>
        <p:spPr>
          <a:xfrm>
            <a:off x="9323253" y="4046521"/>
            <a:ext cx="1254128" cy="369332"/>
          </a:xfrm>
          <a:prstGeom prst="rect">
            <a:avLst/>
          </a:prstGeom>
          <a:noFill/>
        </p:spPr>
        <p:txBody>
          <a:bodyPr wrap="square" rtlCol="0">
            <a:spAutoFit/>
          </a:bodyPr>
          <a:lstStyle/>
          <a:p>
            <a:r>
              <a:rPr lang="en-IN" dirty="0"/>
              <a:t>Visited = T</a:t>
            </a:r>
          </a:p>
        </p:txBody>
      </p:sp>
      <p:sp>
        <p:nvSpPr>
          <p:cNvPr id="69" name="TextBox 68">
            <a:extLst>
              <a:ext uri="{FF2B5EF4-FFF2-40B4-BE49-F238E27FC236}">
                <a16:creationId xmlns:a16="http://schemas.microsoft.com/office/drawing/2014/main" id="{AC3B112E-CDA2-3A18-67B3-EDA981D1429F}"/>
              </a:ext>
            </a:extLst>
          </p:cNvPr>
          <p:cNvSpPr txBox="1"/>
          <p:nvPr/>
        </p:nvSpPr>
        <p:spPr>
          <a:xfrm>
            <a:off x="2362199" y="4995333"/>
            <a:ext cx="5701612" cy="461665"/>
          </a:xfrm>
          <a:prstGeom prst="rect">
            <a:avLst/>
          </a:prstGeom>
          <a:noFill/>
        </p:spPr>
        <p:txBody>
          <a:bodyPr wrap="square" rtlCol="0">
            <a:spAutoFit/>
          </a:bodyPr>
          <a:lstStyle/>
          <a:p>
            <a:r>
              <a:rPr lang="en-IN" sz="2400" b="1" dirty="0">
                <a:solidFill>
                  <a:srgbClr val="FF0000"/>
                </a:solidFill>
              </a:rPr>
              <a:t>Therefore U is  AP</a:t>
            </a:r>
          </a:p>
        </p:txBody>
      </p:sp>
    </p:spTree>
    <p:extLst>
      <p:ext uri="{BB962C8B-B14F-4D97-AF65-F5344CB8AC3E}">
        <p14:creationId xmlns:p14="http://schemas.microsoft.com/office/powerpoint/2010/main" val="766148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9"/>
                                        </p:tgtEl>
                                        <p:attrNameLst>
                                          <p:attrName>style.visibility</p:attrName>
                                        </p:attrNameLst>
                                      </p:cBhvr>
                                      <p:to>
                                        <p:strVal val="visible"/>
                                      </p:to>
                                    </p:set>
                                    <p:anim calcmode="lin" valueType="num">
                                      <p:cBhvr additive="base">
                                        <p:cTn id="7" dur="500" fill="hold"/>
                                        <p:tgtEl>
                                          <p:spTgt spid="69"/>
                                        </p:tgtEl>
                                        <p:attrNameLst>
                                          <p:attrName>ppt_x</p:attrName>
                                        </p:attrNameLst>
                                      </p:cBhvr>
                                      <p:tavLst>
                                        <p:tav tm="0">
                                          <p:val>
                                            <p:strVal val="#ppt_x"/>
                                          </p:val>
                                        </p:tav>
                                        <p:tav tm="100000">
                                          <p:val>
                                            <p:strVal val="#ppt_x"/>
                                          </p:val>
                                        </p:tav>
                                      </p:tavLst>
                                    </p:anim>
                                    <p:anim calcmode="lin" valueType="num">
                                      <p:cBhvr additive="base">
                                        <p:cTn id="8" dur="500" fill="hold"/>
                                        <p:tgtEl>
                                          <p:spTgt spid="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AB8BFD-5C1F-445C-8050-CE8F451E95B0}"/>
              </a:ext>
            </a:extLst>
          </p:cNvPr>
          <p:cNvSpPr txBox="1"/>
          <p:nvPr/>
        </p:nvSpPr>
        <p:spPr>
          <a:xfrm>
            <a:off x="635000" y="0"/>
            <a:ext cx="10515599" cy="730291"/>
          </a:xfrm>
          <a:prstGeom prst="rect">
            <a:avLst/>
          </a:prstGeom>
        </p:spPr>
        <p:txBody>
          <a:bodyPr vert="horz" lIns="91440" tIns="45720" rIns="91440" bIns="45720" rtlCol="0" anchor="b">
            <a:normAutofit fontScale="92500" lnSpcReduction="10000"/>
          </a:bodyPr>
          <a:lstStyle/>
          <a:p>
            <a:pPr lvl="0" algn="ctr"/>
            <a:r>
              <a:rPr lang="en-US" sz="4800" dirty="0">
                <a:solidFill>
                  <a:schemeClr val="bg1"/>
                </a:solidFill>
                <a:latin typeface="Times New Roman" panose="02020603050405020304" pitchFamily="18" charset="0"/>
                <a:cs typeface="Times New Roman" panose="02020603050405020304" pitchFamily="18" charset="0"/>
              </a:rPr>
              <a:t>Conditions of an AP</a:t>
            </a:r>
          </a:p>
        </p:txBody>
      </p:sp>
      <p:sp>
        <p:nvSpPr>
          <p:cNvPr id="2" name="object 3">
            <a:extLst>
              <a:ext uri="{FF2B5EF4-FFF2-40B4-BE49-F238E27FC236}">
                <a16:creationId xmlns:a16="http://schemas.microsoft.com/office/drawing/2014/main" id="{626A1CC7-97B9-8A20-FCF1-1457B10C4489}"/>
              </a:ext>
            </a:extLst>
          </p:cNvPr>
          <p:cNvSpPr txBox="1"/>
          <p:nvPr/>
        </p:nvSpPr>
        <p:spPr>
          <a:xfrm>
            <a:off x="508003" y="1242464"/>
            <a:ext cx="10515598" cy="1172116"/>
          </a:xfrm>
          <a:prstGeom prst="rect">
            <a:avLst/>
          </a:prstGeom>
        </p:spPr>
        <p:txBody>
          <a:bodyPr vert="horz" wrap="square" lIns="0" tIns="12700" rIns="0" bIns="0" rtlCol="0">
            <a:spAutoFit/>
          </a:bodyPr>
          <a:lstStyle/>
          <a:p>
            <a:pPr marL="12700">
              <a:lnSpc>
                <a:spcPct val="100000"/>
              </a:lnSpc>
              <a:spcBef>
                <a:spcPts val="100"/>
              </a:spcBef>
            </a:pPr>
            <a:r>
              <a:rPr lang="en-US" sz="2400" b="1" spc="-10" dirty="0">
                <a:latin typeface="Times New Roman" panose="02020603050405020304" pitchFamily="18" charset="0"/>
                <a:cs typeface="Times New Roman" panose="02020603050405020304" pitchFamily="18" charset="0"/>
              </a:rPr>
              <a:t>Case 1: If node U is root of DFS tree and has at least 2 Children (Subgraph) then Node U is an Articulation Point(AP) </a:t>
            </a:r>
            <a:endParaRPr lang="en-US" sz="2400" b="1" dirty="0">
              <a:latin typeface="Times New Roman" panose="02020603050405020304" pitchFamily="18" charset="0"/>
              <a:cs typeface="Times New Roman" panose="02020603050405020304" pitchFamily="18" charset="0"/>
            </a:endParaRPr>
          </a:p>
          <a:p>
            <a:pPr marL="12700">
              <a:lnSpc>
                <a:spcPct val="100000"/>
              </a:lnSpc>
              <a:spcBef>
                <a:spcPts val="434"/>
              </a:spcBef>
            </a:pPr>
            <a:endParaRPr sz="2400" dirty="0">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8C00CEB2-75FC-82AE-2B77-9A39DB92D00B}"/>
              </a:ext>
            </a:extLst>
          </p:cNvPr>
          <p:cNvSpPr txBox="1"/>
          <p:nvPr/>
        </p:nvSpPr>
        <p:spPr>
          <a:xfrm>
            <a:off x="1305282" y="2018169"/>
            <a:ext cx="759167" cy="369332"/>
          </a:xfrm>
          <a:prstGeom prst="rect">
            <a:avLst/>
          </a:prstGeom>
          <a:noFill/>
        </p:spPr>
        <p:txBody>
          <a:bodyPr wrap="square" rtlCol="0">
            <a:spAutoFit/>
          </a:bodyPr>
          <a:lstStyle/>
          <a:p>
            <a:r>
              <a:rPr lang="en-IN" dirty="0"/>
              <a:t>C= 0</a:t>
            </a:r>
          </a:p>
        </p:txBody>
      </p:sp>
      <p:sp>
        <p:nvSpPr>
          <p:cNvPr id="4" name="Oval 3">
            <a:extLst>
              <a:ext uri="{FF2B5EF4-FFF2-40B4-BE49-F238E27FC236}">
                <a16:creationId xmlns:a16="http://schemas.microsoft.com/office/drawing/2014/main" id="{9C3BCC44-7A45-0164-4B7C-0D350B8E1366}"/>
              </a:ext>
            </a:extLst>
          </p:cNvPr>
          <p:cNvSpPr/>
          <p:nvPr/>
        </p:nvSpPr>
        <p:spPr>
          <a:xfrm>
            <a:off x="770813" y="2227056"/>
            <a:ext cx="558800" cy="36982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U</a:t>
            </a:r>
          </a:p>
        </p:txBody>
      </p:sp>
      <p:sp>
        <p:nvSpPr>
          <p:cNvPr id="5" name="Oval 4">
            <a:extLst>
              <a:ext uri="{FF2B5EF4-FFF2-40B4-BE49-F238E27FC236}">
                <a16:creationId xmlns:a16="http://schemas.microsoft.com/office/drawing/2014/main" id="{D0788621-F6F9-5489-649F-7F0FEA7BD482}"/>
              </a:ext>
            </a:extLst>
          </p:cNvPr>
          <p:cNvSpPr/>
          <p:nvPr/>
        </p:nvSpPr>
        <p:spPr>
          <a:xfrm>
            <a:off x="1583612" y="3601371"/>
            <a:ext cx="846667" cy="51217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a:t>
            </a:r>
          </a:p>
        </p:txBody>
      </p:sp>
      <p:sp>
        <p:nvSpPr>
          <p:cNvPr id="6" name="Oval 5">
            <a:extLst>
              <a:ext uri="{FF2B5EF4-FFF2-40B4-BE49-F238E27FC236}">
                <a16:creationId xmlns:a16="http://schemas.microsoft.com/office/drawing/2014/main" id="{04B6938D-7681-351C-6339-353F7033762D}"/>
              </a:ext>
            </a:extLst>
          </p:cNvPr>
          <p:cNvSpPr/>
          <p:nvPr/>
        </p:nvSpPr>
        <p:spPr>
          <a:xfrm>
            <a:off x="-75854" y="3601370"/>
            <a:ext cx="846667" cy="51217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a:t>
            </a:r>
          </a:p>
        </p:txBody>
      </p:sp>
      <p:cxnSp>
        <p:nvCxnSpPr>
          <p:cNvPr id="7" name="Straight Connector 6">
            <a:extLst>
              <a:ext uri="{FF2B5EF4-FFF2-40B4-BE49-F238E27FC236}">
                <a16:creationId xmlns:a16="http://schemas.microsoft.com/office/drawing/2014/main" id="{022B5BE7-91A8-F54D-568E-6D24D8D5B1FE}"/>
              </a:ext>
            </a:extLst>
          </p:cNvPr>
          <p:cNvCxnSpPr>
            <a:stCxn id="4" idx="4"/>
            <a:endCxn id="6" idx="0"/>
          </p:cNvCxnSpPr>
          <p:nvPr/>
        </p:nvCxnSpPr>
        <p:spPr>
          <a:xfrm flipH="1">
            <a:off x="347480" y="2596876"/>
            <a:ext cx="702733" cy="1004494"/>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E3214AF-E448-85C5-1074-378B85E6C820}"/>
              </a:ext>
            </a:extLst>
          </p:cNvPr>
          <p:cNvCxnSpPr>
            <a:stCxn id="4" idx="5"/>
            <a:endCxn id="5" idx="0"/>
          </p:cNvCxnSpPr>
          <p:nvPr/>
        </p:nvCxnSpPr>
        <p:spPr>
          <a:xfrm>
            <a:off x="1247779" y="2542717"/>
            <a:ext cx="759167" cy="10586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C392199-5166-6216-0531-C40DDFBC45BB}"/>
              </a:ext>
            </a:extLst>
          </p:cNvPr>
          <p:cNvCxnSpPr>
            <a:stCxn id="6" idx="6"/>
            <a:endCxn id="5" idx="2"/>
          </p:cNvCxnSpPr>
          <p:nvPr/>
        </p:nvCxnSpPr>
        <p:spPr>
          <a:xfrm>
            <a:off x="770813" y="3857457"/>
            <a:ext cx="812799"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Arrow: Right 10">
            <a:extLst>
              <a:ext uri="{FF2B5EF4-FFF2-40B4-BE49-F238E27FC236}">
                <a16:creationId xmlns:a16="http://schemas.microsoft.com/office/drawing/2014/main" id="{307D9696-5402-80D5-8AAB-386B65E73866}"/>
              </a:ext>
            </a:extLst>
          </p:cNvPr>
          <p:cNvSpPr/>
          <p:nvPr/>
        </p:nvSpPr>
        <p:spPr>
          <a:xfrm>
            <a:off x="2294466" y="2777067"/>
            <a:ext cx="1721564" cy="5121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DFS Call at U</a:t>
            </a:r>
          </a:p>
        </p:txBody>
      </p:sp>
      <p:sp>
        <p:nvSpPr>
          <p:cNvPr id="18" name="Oval 17">
            <a:extLst>
              <a:ext uri="{FF2B5EF4-FFF2-40B4-BE49-F238E27FC236}">
                <a16:creationId xmlns:a16="http://schemas.microsoft.com/office/drawing/2014/main" id="{1DA08E2D-B036-C2A2-B781-F1479E667B7A}"/>
              </a:ext>
            </a:extLst>
          </p:cNvPr>
          <p:cNvSpPr/>
          <p:nvPr/>
        </p:nvSpPr>
        <p:spPr>
          <a:xfrm>
            <a:off x="4608007" y="2018169"/>
            <a:ext cx="558800" cy="36982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U</a:t>
            </a:r>
          </a:p>
        </p:txBody>
      </p:sp>
      <p:sp>
        <p:nvSpPr>
          <p:cNvPr id="19" name="Oval 18">
            <a:extLst>
              <a:ext uri="{FF2B5EF4-FFF2-40B4-BE49-F238E27FC236}">
                <a16:creationId xmlns:a16="http://schemas.microsoft.com/office/drawing/2014/main" id="{625405E9-BC0C-5D40-BD58-D6DD15615AD3}"/>
              </a:ext>
            </a:extLst>
          </p:cNvPr>
          <p:cNvSpPr/>
          <p:nvPr/>
        </p:nvSpPr>
        <p:spPr>
          <a:xfrm>
            <a:off x="5420806" y="3392484"/>
            <a:ext cx="846667" cy="51217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a:t>
            </a:r>
          </a:p>
        </p:txBody>
      </p:sp>
      <p:sp>
        <p:nvSpPr>
          <p:cNvPr id="20" name="Oval 19">
            <a:extLst>
              <a:ext uri="{FF2B5EF4-FFF2-40B4-BE49-F238E27FC236}">
                <a16:creationId xmlns:a16="http://schemas.microsoft.com/office/drawing/2014/main" id="{F3F202D8-7F03-5113-A091-F13EC7D60957}"/>
              </a:ext>
            </a:extLst>
          </p:cNvPr>
          <p:cNvSpPr/>
          <p:nvPr/>
        </p:nvSpPr>
        <p:spPr>
          <a:xfrm>
            <a:off x="3761340" y="3392483"/>
            <a:ext cx="846667" cy="51217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a:t>
            </a:r>
          </a:p>
        </p:txBody>
      </p:sp>
      <p:cxnSp>
        <p:nvCxnSpPr>
          <p:cNvPr id="21" name="Straight Connector 20">
            <a:extLst>
              <a:ext uri="{FF2B5EF4-FFF2-40B4-BE49-F238E27FC236}">
                <a16:creationId xmlns:a16="http://schemas.microsoft.com/office/drawing/2014/main" id="{29A43410-18A1-8189-5A72-862B7B76C487}"/>
              </a:ext>
            </a:extLst>
          </p:cNvPr>
          <p:cNvCxnSpPr>
            <a:cxnSpLocks/>
            <a:stCxn id="18" idx="4"/>
            <a:endCxn id="20" idx="0"/>
          </p:cNvCxnSpPr>
          <p:nvPr/>
        </p:nvCxnSpPr>
        <p:spPr>
          <a:xfrm flipH="1">
            <a:off x="4184674" y="2387989"/>
            <a:ext cx="702733" cy="1004494"/>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C8B7B9B-A578-9204-F0E1-BDEEC75DEA39}"/>
              </a:ext>
            </a:extLst>
          </p:cNvPr>
          <p:cNvCxnSpPr>
            <a:stCxn id="18" idx="5"/>
            <a:endCxn id="19" idx="0"/>
          </p:cNvCxnSpPr>
          <p:nvPr/>
        </p:nvCxnSpPr>
        <p:spPr>
          <a:xfrm>
            <a:off x="5084973" y="2333830"/>
            <a:ext cx="759167" cy="1058654"/>
          </a:xfrm>
          <a:prstGeom prst="line">
            <a:avLst/>
          </a:prstGeom>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E23275F-706D-A8C8-E0F1-4A8AEB0175D0}"/>
              </a:ext>
            </a:extLst>
          </p:cNvPr>
          <p:cNvSpPr txBox="1"/>
          <p:nvPr/>
        </p:nvSpPr>
        <p:spPr>
          <a:xfrm>
            <a:off x="5210556" y="1964498"/>
            <a:ext cx="759167" cy="369332"/>
          </a:xfrm>
          <a:prstGeom prst="rect">
            <a:avLst/>
          </a:prstGeom>
          <a:noFill/>
        </p:spPr>
        <p:txBody>
          <a:bodyPr wrap="square" rtlCol="0">
            <a:spAutoFit/>
          </a:bodyPr>
          <a:lstStyle/>
          <a:p>
            <a:r>
              <a:rPr lang="en-IN" dirty="0"/>
              <a:t>C= 1</a:t>
            </a:r>
          </a:p>
        </p:txBody>
      </p:sp>
      <p:sp>
        <p:nvSpPr>
          <p:cNvPr id="30" name="Arrow: Right 29">
            <a:extLst>
              <a:ext uri="{FF2B5EF4-FFF2-40B4-BE49-F238E27FC236}">
                <a16:creationId xmlns:a16="http://schemas.microsoft.com/office/drawing/2014/main" id="{4D408A21-A351-CC4B-8727-76B1EC60A30A}"/>
              </a:ext>
            </a:extLst>
          </p:cNvPr>
          <p:cNvSpPr/>
          <p:nvPr/>
        </p:nvSpPr>
        <p:spPr>
          <a:xfrm>
            <a:off x="6230776" y="2801044"/>
            <a:ext cx="1721564" cy="5121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DFS Call at U</a:t>
            </a:r>
          </a:p>
        </p:txBody>
      </p:sp>
      <p:cxnSp>
        <p:nvCxnSpPr>
          <p:cNvPr id="60" name="Straight Arrow Connector 59">
            <a:extLst>
              <a:ext uri="{FF2B5EF4-FFF2-40B4-BE49-F238E27FC236}">
                <a16:creationId xmlns:a16="http://schemas.microsoft.com/office/drawing/2014/main" id="{AB6734B3-A565-46FF-FDAA-3C0485E31352}"/>
              </a:ext>
            </a:extLst>
          </p:cNvPr>
          <p:cNvCxnSpPr>
            <a:cxnSpLocks/>
            <a:stCxn id="18" idx="5"/>
          </p:cNvCxnSpPr>
          <p:nvPr/>
        </p:nvCxnSpPr>
        <p:spPr>
          <a:xfrm flipH="1">
            <a:off x="4354361" y="2333830"/>
            <a:ext cx="730612" cy="105865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C9511893-FB47-E012-BF08-F58A6CF63855}"/>
              </a:ext>
            </a:extLst>
          </p:cNvPr>
          <p:cNvSpPr txBox="1"/>
          <p:nvPr/>
        </p:nvSpPr>
        <p:spPr>
          <a:xfrm>
            <a:off x="3873177" y="3911601"/>
            <a:ext cx="1547629" cy="369332"/>
          </a:xfrm>
          <a:prstGeom prst="rect">
            <a:avLst/>
          </a:prstGeom>
          <a:noFill/>
        </p:spPr>
        <p:txBody>
          <a:bodyPr wrap="square" rtlCol="0">
            <a:spAutoFit/>
          </a:bodyPr>
          <a:lstStyle/>
          <a:p>
            <a:r>
              <a:rPr lang="en-IN" dirty="0"/>
              <a:t>Visited = T</a:t>
            </a:r>
          </a:p>
        </p:txBody>
      </p:sp>
      <p:cxnSp>
        <p:nvCxnSpPr>
          <p:cNvPr id="13" name="Straight Connector 12">
            <a:extLst>
              <a:ext uri="{FF2B5EF4-FFF2-40B4-BE49-F238E27FC236}">
                <a16:creationId xmlns:a16="http://schemas.microsoft.com/office/drawing/2014/main" id="{2CB953CA-5E00-8D2E-4381-2EB7E733D4A8}"/>
              </a:ext>
            </a:extLst>
          </p:cNvPr>
          <p:cNvCxnSpPr>
            <a:stCxn id="20" idx="6"/>
            <a:endCxn id="19" idx="2"/>
          </p:cNvCxnSpPr>
          <p:nvPr/>
        </p:nvCxnSpPr>
        <p:spPr>
          <a:xfrm>
            <a:off x="4608007" y="3648570"/>
            <a:ext cx="81279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3761E66A-AD6A-D235-34C8-E43AD906A5FE}"/>
              </a:ext>
            </a:extLst>
          </p:cNvPr>
          <p:cNvCxnSpPr>
            <a:cxnSpLocks/>
            <a:stCxn id="20" idx="7"/>
            <a:endCxn id="19" idx="1"/>
          </p:cNvCxnSpPr>
          <p:nvPr/>
        </p:nvCxnSpPr>
        <p:spPr>
          <a:xfrm>
            <a:off x="4484015" y="3467489"/>
            <a:ext cx="1060783" cy="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EC66FF05-9344-B84B-EC95-F37C955FA17A}"/>
              </a:ext>
            </a:extLst>
          </p:cNvPr>
          <p:cNvSpPr txBox="1"/>
          <p:nvPr/>
        </p:nvSpPr>
        <p:spPr>
          <a:xfrm>
            <a:off x="5166807" y="3911601"/>
            <a:ext cx="1547629" cy="369332"/>
          </a:xfrm>
          <a:prstGeom prst="rect">
            <a:avLst/>
          </a:prstGeom>
          <a:noFill/>
        </p:spPr>
        <p:txBody>
          <a:bodyPr wrap="square" rtlCol="0">
            <a:spAutoFit/>
          </a:bodyPr>
          <a:lstStyle/>
          <a:p>
            <a:r>
              <a:rPr lang="en-IN" dirty="0"/>
              <a:t>Visited = T</a:t>
            </a:r>
          </a:p>
        </p:txBody>
      </p:sp>
      <p:sp>
        <p:nvSpPr>
          <p:cNvPr id="26" name="Oval 25">
            <a:extLst>
              <a:ext uri="{FF2B5EF4-FFF2-40B4-BE49-F238E27FC236}">
                <a16:creationId xmlns:a16="http://schemas.microsoft.com/office/drawing/2014/main" id="{EE695E06-B1EA-71AA-CF4C-1D438B6B5BF9}"/>
              </a:ext>
            </a:extLst>
          </p:cNvPr>
          <p:cNvSpPr/>
          <p:nvPr/>
        </p:nvSpPr>
        <p:spPr>
          <a:xfrm>
            <a:off x="9097857" y="2098919"/>
            <a:ext cx="558800" cy="36982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U</a:t>
            </a:r>
          </a:p>
        </p:txBody>
      </p:sp>
      <p:sp>
        <p:nvSpPr>
          <p:cNvPr id="27" name="Oval 26">
            <a:extLst>
              <a:ext uri="{FF2B5EF4-FFF2-40B4-BE49-F238E27FC236}">
                <a16:creationId xmlns:a16="http://schemas.microsoft.com/office/drawing/2014/main" id="{39699D2A-511C-5CC5-4D56-B4A826388A02}"/>
              </a:ext>
            </a:extLst>
          </p:cNvPr>
          <p:cNvSpPr/>
          <p:nvPr/>
        </p:nvSpPr>
        <p:spPr>
          <a:xfrm>
            <a:off x="9910656" y="3473234"/>
            <a:ext cx="846667" cy="51217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a:t>
            </a:r>
          </a:p>
        </p:txBody>
      </p:sp>
      <p:sp>
        <p:nvSpPr>
          <p:cNvPr id="38" name="Oval 37">
            <a:extLst>
              <a:ext uri="{FF2B5EF4-FFF2-40B4-BE49-F238E27FC236}">
                <a16:creationId xmlns:a16="http://schemas.microsoft.com/office/drawing/2014/main" id="{9344709E-64A6-D5BD-35AE-E845FF101023}"/>
              </a:ext>
            </a:extLst>
          </p:cNvPr>
          <p:cNvSpPr/>
          <p:nvPr/>
        </p:nvSpPr>
        <p:spPr>
          <a:xfrm>
            <a:off x="8251190" y="3473233"/>
            <a:ext cx="846667" cy="51217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a:t>
            </a:r>
          </a:p>
        </p:txBody>
      </p:sp>
      <p:cxnSp>
        <p:nvCxnSpPr>
          <p:cNvPr id="39" name="Straight Connector 38">
            <a:extLst>
              <a:ext uri="{FF2B5EF4-FFF2-40B4-BE49-F238E27FC236}">
                <a16:creationId xmlns:a16="http://schemas.microsoft.com/office/drawing/2014/main" id="{DE8F2133-68EF-2F20-C91C-F2CFCC888A83}"/>
              </a:ext>
            </a:extLst>
          </p:cNvPr>
          <p:cNvCxnSpPr>
            <a:cxnSpLocks/>
            <a:stCxn id="26" idx="4"/>
            <a:endCxn id="38" idx="0"/>
          </p:cNvCxnSpPr>
          <p:nvPr/>
        </p:nvCxnSpPr>
        <p:spPr>
          <a:xfrm flipH="1">
            <a:off x="8674524" y="2468739"/>
            <a:ext cx="702733" cy="1004494"/>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2158188F-DA51-2D5A-1BA1-DC0B6E60B5A8}"/>
              </a:ext>
            </a:extLst>
          </p:cNvPr>
          <p:cNvCxnSpPr>
            <a:stCxn id="26" idx="5"/>
            <a:endCxn id="27" idx="0"/>
          </p:cNvCxnSpPr>
          <p:nvPr/>
        </p:nvCxnSpPr>
        <p:spPr>
          <a:xfrm>
            <a:off x="9574823" y="2414580"/>
            <a:ext cx="759167" cy="1058654"/>
          </a:xfrm>
          <a:prstGeom prst="line">
            <a:avLst/>
          </a:prstGeom>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98621026-4816-553C-45DD-E7F1E305F837}"/>
              </a:ext>
            </a:extLst>
          </p:cNvPr>
          <p:cNvSpPr txBox="1"/>
          <p:nvPr/>
        </p:nvSpPr>
        <p:spPr>
          <a:xfrm>
            <a:off x="9700406" y="2045248"/>
            <a:ext cx="759167" cy="369332"/>
          </a:xfrm>
          <a:prstGeom prst="rect">
            <a:avLst/>
          </a:prstGeom>
          <a:noFill/>
        </p:spPr>
        <p:txBody>
          <a:bodyPr wrap="square" rtlCol="0">
            <a:spAutoFit/>
          </a:bodyPr>
          <a:lstStyle/>
          <a:p>
            <a:r>
              <a:rPr lang="en-IN" dirty="0"/>
              <a:t>C= 1</a:t>
            </a:r>
          </a:p>
        </p:txBody>
      </p:sp>
      <p:cxnSp>
        <p:nvCxnSpPr>
          <p:cNvPr id="42" name="Straight Arrow Connector 41">
            <a:extLst>
              <a:ext uri="{FF2B5EF4-FFF2-40B4-BE49-F238E27FC236}">
                <a16:creationId xmlns:a16="http://schemas.microsoft.com/office/drawing/2014/main" id="{AE64AF64-C982-FE0A-2CD0-4821F0067D0F}"/>
              </a:ext>
            </a:extLst>
          </p:cNvPr>
          <p:cNvCxnSpPr>
            <a:cxnSpLocks/>
            <a:stCxn id="26" idx="5"/>
          </p:cNvCxnSpPr>
          <p:nvPr/>
        </p:nvCxnSpPr>
        <p:spPr>
          <a:xfrm flipH="1">
            <a:off x="8844211" y="2414580"/>
            <a:ext cx="730612" cy="105865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369A7C32-6A83-5E8F-ADAE-611BCB5CE409}"/>
              </a:ext>
            </a:extLst>
          </p:cNvPr>
          <p:cNvSpPr txBox="1"/>
          <p:nvPr/>
        </p:nvSpPr>
        <p:spPr>
          <a:xfrm>
            <a:off x="8363027" y="3992351"/>
            <a:ext cx="1547629" cy="369332"/>
          </a:xfrm>
          <a:prstGeom prst="rect">
            <a:avLst/>
          </a:prstGeom>
          <a:noFill/>
        </p:spPr>
        <p:txBody>
          <a:bodyPr wrap="square" rtlCol="0">
            <a:spAutoFit/>
          </a:bodyPr>
          <a:lstStyle/>
          <a:p>
            <a:r>
              <a:rPr lang="en-IN" dirty="0"/>
              <a:t>Visited = T</a:t>
            </a:r>
          </a:p>
        </p:txBody>
      </p:sp>
      <p:cxnSp>
        <p:nvCxnSpPr>
          <p:cNvPr id="45" name="Straight Connector 44">
            <a:extLst>
              <a:ext uri="{FF2B5EF4-FFF2-40B4-BE49-F238E27FC236}">
                <a16:creationId xmlns:a16="http://schemas.microsoft.com/office/drawing/2014/main" id="{B8557BB6-847D-587B-6F6E-EE70EDB34EF4}"/>
              </a:ext>
            </a:extLst>
          </p:cNvPr>
          <p:cNvCxnSpPr>
            <a:stCxn id="38" idx="6"/>
            <a:endCxn id="27" idx="2"/>
          </p:cNvCxnSpPr>
          <p:nvPr/>
        </p:nvCxnSpPr>
        <p:spPr>
          <a:xfrm>
            <a:off x="9097857" y="3729320"/>
            <a:ext cx="81279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91ABE149-49AD-EFA4-F76C-F14633099440}"/>
              </a:ext>
            </a:extLst>
          </p:cNvPr>
          <p:cNvCxnSpPr>
            <a:cxnSpLocks/>
            <a:stCxn id="38" idx="7"/>
            <a:endCxn id="27" idx="1"/>
          </p:cNvCxnSpPr>
          <p:nvPr/>
        </p:nvCxnSpPr>
        <p:spPr>
          <a:xfrm>
            <a:off x="8973865" y="3548239"/>
            <a:ext cx="1060783" cy="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E3BF337E-8B89-D485-A8A2-90D362EA443F}"/>
              </a:ext>
            </a:extLst>
          </p:cNvPr>
          <p:cNvSpPr txBox="1"/>
          <p:nvPr/>
        </p:nvSpPr>
        <p:spPr>
          <a:xfrm>
            <a:off x="9860796" y="3996992"/>
            <a:ext cx="1547629" cy="369332"/>
          </a:xfrm>
          <a:prstGeom prst="rect">
            <a:avLst/>
          </a:prstGeom>
          <a:noFill/>
        </p:spPr>
        <p:txBody>
          <a:bodyPr wrap="square" rtlCol="0">
            <a:spAutoFit/>
          </a:bodyPr>
          <a:lstStyle/>
          <a:p>
            <a:r>
              <a:rPr lang="en-IN" dirty="0"/>
              <a:t>Visited = T</a:t>
            </a:r>
          </a:p>
        </p:txBody>
      </p:sp>
      <p:cxnSp>
        <p:nvCxnSpPr>
          <p:cNvPr id="50" name="Straight Connector 49">
            <a:extLst>
              <a:ext uri="{FF2B5EF4-FFF2-40B4-BE49-F238E27FC236}">
                <a16:creationId xmlns:a16="http://schemas.microsoft.com/office/drawing/2014/main" id="{73797F96-8C73-5A28-0129-581083C9890F}"/>
              </a:ext>
            </a:extLst>
          </p:cNvPr>
          <p:cNvCxnSpPr>
            <a:cxnSpLocks/>
          </p:cNvCxnSpPr>
          <p:nvPr/>
        </p:nvCxnSpPr>
        <p:spPr>
          <a:xfrm flipH="1">
            <a:off x="9806664" y="2848077"/>
            <a:ext cx="451565" cy="404091"/>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A425B7CC-3D68-7285-2240-82EF2AE63754}"/>
              </a:ext>
            </a:extLst>
          </p:cNvPr>
          <p:cNvCxnSpPr/>
          <p:nvPr/>
        </p:nvCxnSpPr>
        <p:spPr>
          <a:xfrm>
            <a:off x="9634321" y="2801044"/>
            <a:ext cx="722675" cy="451124"/>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56DE071E-1777-2EC6-8C12-9AA33BBE44B3}"/>
              </a:ext>
            </a:extLst>
          </p:cNvPr>
          <p:cNvSpPr txBox="1"/>
          <p:nvPr/>
        </p:nvSpPr>
        <p:spPr>
          <a:xfrm>
            <a:off x="2362199" y="4995333"/>
            <a:ext cx="5701612" cy="461665"/>
          </a:xfrm>
          <a:prstGeom prst="rect">
            <a:avLst/>
          </a:prstGeom>
          <a:noFill/>
        </p:spPr>
        <p:txBody>
          <a:bodyPr wrap="square" rtlCol="0">
            <a:spAutoFit/>
          </a:bodyPr>
          <a:lstStyle/>
          <a:p>
            <a:r>
              <a:rPr lang="en-IN" sz="2400" b="1" dirty="0">
                <a:solidFill>
                  <a:srgbClr val="FF0000"/>
                </a:solidFill>
              </a:rPr>
              <a:t>Therefore U is  not an AP</a:t>
            </a:r>
          </a:p>
        </p:txBody>
      </p:sp>
    </p:spTree>
    <p:extLst>
      <p:ext uri="{BB962C8B-B14F-4D97-AF65-F5344CB8AC3E}">
        <p14:creationId xmlns:p14="http://schemas.microsoft.com/office/powerpoint/2010/main" val="2091607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anim calcmode="lin" valueType="num">
                                      <p:cBhvr additive="base">
                                        <p:cTn id="7" dur="500" fill="hold"/>
                                        <p:tgtEl>
                                          <p:spTgt spid="61"/>
                                        </p:tgtEl>
                                        <p:attrNameLst>
                                          <p:attrName>ppt_x</p:attrName>
                                        </p:attrNameLst>
                                      </p:cBhvr>
                                      <p:tavLst>
                                        <p:tav tm="0">
                                          <p:val>
                                            <p:strVal val="#ppt_x"/>
                                          </p:val>
                                        </p:tav>
                                        <p:tav tm="100000">
                                          <p:val>
                                            <p:strVal val="#ppt_x"/>
                                          </p:val>
                                        </p:tav>
                                      </p:tavLst>
                                    </p:anim>
                                    <p:anim calcmode="lin" valueType="num">
                                      <p:cBhvr additive="base">
                                        <p:cTn id="8" dur="500" fill="hold"/>
                                        <p:tgtEl>
                                          <p:spTgt spid="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AB8BFD-5C1F-445C-8050-CE8F451E95B0}"/>
              </a:ext>
            </a:extLst>
          </p:cNvPr>
          <p:cNvSpPr txBox="1"/>
          <p:nvPr/>
        </p:nvSpPr>
        <p:spPr>
          <a:xfrm>
            <a:off x="635000" y="0"/>
            <a:ext cx="10515599" cy="730291"/>
          </a:xfrm>
          <a:prstGeom prst="rect">
            <a:avLst/>
          </a:prstGeom>
        </p:spPr>
        <p:txBody>
          <a:bodyPr vert="horz" lIns="91440" tIns="45720" rIns="91440" bIns="45720" rtlCol="0" anchor="b">
            <a:normAutofit fontScale="92500" lnSpcReduction="10000"/>
          </a:bodyPr>
          <a:lstStyle/>
          <a:p>
            <a:pPr lvl="0" algn="ctr"/>
            <a:r>
              <a:rPr lang="en-US" sz="4800" dirty="0">
                <a:solidFill>
                  <a:schemeClr val="bg1"/>
                </a:solidFill>
                <a:latin typeface="Times New Roman" panose="02020603050405020304" pitchFamily="18" charset="0"/>
                <a:cs typeface="Times New Roman" panose="02020603050405020304" pitchFamily="18" charset="0"/>
              </a:rPr>
              <a:t>Conditions of an AP</a:t>
            </a:r>
          </a:p>
        </p:txBody>
      </p:sp>
      <p:sp>
        <p:nvSpPr>
          <p:cNvPr id="2" name="object 3">
            <a:extLst>
              <a:ext uri="{FF2B5EF4-FFF2-40B4-BE49-F238E27FC236}">
                <a16:creationId xmlns:a16="http://schemas.microsoft.com/office/drawing/2014/main" id="{626A1CC7-97B9-8A20-FCF1-1457B10C4489}"/>
              </a:ext>
            </a:extLst>
          </p:cNvPr>
          <p:cNvSpPr txBox="1"/>
          <p:nvPr/>
        </p:nvSpPr>
        <p:spPr>
          <a:xfrm>
            <a:off x="508003" y="1242464"/>
            <a:ext cx="10515598" cy="1541448"/>
          </a:xfrm>
          <a:prstGeom prst="rect">
            <a:avLst/>
          </a:prstGeom>
        </p:spPr>
        <p:txBody>
          <a:bodyPr vert="horz" wrap="square" lIns="0" tIns="12700" rIns="0" bIns="0" rtlCol="0">
            <a:spAutoFit/>
          </a:bodyPr>
          <a:lstStyle/>
          <a:p>
            <a:pPr marL="12700">
              <a:lnSpc>
                <a:spcPct val="100000"/>
              </a:lnSpc>
              <a:spcBef>
                <a:spcPts val="100"/>
              </a:spcBef>
            </a:pPr>
            <a:r>
              <a:rPr lang="en-US" sz="2400" b="1" spc="-10" dirty="0">
                <a:latin typeface="Times New Roman" panose="02020603050405020304" pitchFamily="18" charset="0"/>
                <a:cs typeface="Times New Roman" panose="02020603050405020304" pitchFamily="18" charset="0"/>
              </a:rPr>
              <a:t>Case 2: If node U is  not root of DFS tree and it has a child V such that no vertex in subtree rooted with V has back edge to one of the ancestors of U then Node U is an Articulation Point(AP) </a:t>
            </a:r>
            <a:endParaRPr lang="en-US" sz="2400" b="1" dirty="0">
              <a:latin typeface="Times New Roman" panose="02020603050405020304" pitchFamily="18" charset="0"/>
              <a:cs typeface="Times New Roman" panose="02020603050405020304" pitchFamily="18" charset="0"/>
            </a:endParaRPr>
          </a:p>
          <a:p>
            <a:pPr marL="12700">
              <a:lnSpc>
                <a:spcPct val="100000"/>
              </a:lnSpc>
              <a:spcBef>
                <a:spcPts val="434"/>
              </a:spcBef>
            </a:pPr>
            <a:endParaRPr sz="2400" dirty="0">
              <a:latin typeface="Times New Roman" panose="02020603050405020304" pitchFamily="18" charset="0"/>
              <a:cs typeface="Times New Roman" panose="02020603050405020304" pitchFamily="18" charset="0"/>
            </a:endParaRPr>
          </a:p>
        </p:txBody>
      </p:sp>
      <p:sp>
        <p:nvSpPr>
          <p:cNvPr id="6" name="Oval 5">
            <a:extLst>
              <a:ext uri="{FF2B5EF4-FFF2-40B4-BE49-F238E27FC236}">
                <a16:creationId xmlns:a16="http://schemas.microsoft.com/office/drawing/2014/main" id="{8862598C-1781-33E4-4488-4E3F5809AB5D}"/>
              </a:ext>
            </a:extLst>
          </p:cNvPr>
          <p:cNvSpPr/>
          <p:nvPr/>
        </p:nvSpPr>
        <p:spPr>
          <a:xfrm>
            <a:off x="2174294" y="3143685"/>
            <a:ext cx="558800" cy="36982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a:t>
            </a:r>
          </a:p>
        </p:txBody>
      </p:sp>
      <p:sp>
        <p:nvSpPr>
          <p:cNvPr id="7" name="Oval 6">
            <a:extLst>
              <a:ext uri="{FF2B5EF4-FFF2-40B4-BE49-F238E27FC236}">
                <a16:creationId xmlns:a16="http://schemas.microsoft.com/office/drawing/2014/main" id="{99DF1F91-E332-73DC-0964-F6D51D9C1606}"/>
              </a:ext>
            </a:extLst>
          </p:cNvPr>
          <p:cNvSpPr/>
          <p:nvPr/>
        </p:nvSpPr>
        <p:spPr>
          <a:xfrm>
            <a:off x="2987093" y="4518000"/>
            <a:ext cx="846667" cy="51217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4</a:t>
            </a:r>
          </a:p>
        </p:txBody>
      </p:sp>
      <p:sp>
        <p:nvSpPr>
          <p:cNvPr id="8" name="Oval 7">
            <a:extLst>
              <a:ext uri="{FF2B5EF4-FFF2-40B4-BE49-F238E27FC236}">
                <a16:creationId xmlns:a16="http://schemas.microsoft.com/office/drawing/2014/main" id="{45EEBF51-C57F-8D98-663E-FD8542AF48A5}"/>
              </a:ext>
            </a:extLst>
          </p:cNvPr>
          <p:cNvSpPr/>
          <p:nvPr/>
        </p:nvSpPr>
        <p:spPr>
          <a:xfrm>
            <a:off x="1327627" y="4517999"/>
            <a:ext cx="846667" cy="51217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a:t>
            </a:r>
          </a:p>
        </p:txBody>
      </p:sp>
      <p:cxnSp>
        <p:nvCxnSpPr>
          <p:cNvPr id="9" name="Straight Connector 8">
            <a:extLst>
              <a:ext uri="{FF2B5EF4-FFF2-40B4-BE49-F238E27FC236}">
                <a16:creationId xmlns:a16="http://schemas.microsoft.com/office/drawing/2014/main" id="{B72C8685-A812-EABC-9B65-8838DA08A05A}"/>
              </a:ext>
            </a:extLst>
          </p:cNvPr>
          <p:cNvCxnSpPr>
            <a:cxnSpLocks/>
            <a:stCxn id="6" idx="4"/>
            <a:endCxn id="8" idx="0"/>
          </p:cNvCxnSpPr>
          <p:nvPr/>
        </p:nvCxnSpPr>
        <p:spPr>
          <a:xfrm flipH="1">
            <a:off x="1750961" y="3513505"/>
            <a:ext cx="702733" cy="100449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4ACAD80-A46D-9771-29B0-DEEA42ED1905}"/>
              </a:ext>
            </a:extLst>
          </p:cNvPr>
          <p:cNvCxnSpPr>
            <a:cxnSpLocks/>
            <a:stCxn id="6" idx="5"/>
            <a:endCxn id="7" idx="0"/>
          </p:cNvCxnSpPr>
          <p:nvPr/>
        </p:nvCxnSpPr>
        <p:spPr>
          <a:xfrm>
            <a:off x="2651260" y="3459346"/>
            <a:ext cx="759167" cy="1058654"/>
          </a:xfrm>
          <a:prstGeom prst="line">
            <a:avLst/>
          </a:prstGeom>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02BA4C28-BCAE-991F-BE95-05F5545E8AB9}"/>
              </a:ext>
            </a:extLst>
          </p:cNvPr>
          <p:cNvSpPr/>
          <p:nvPr/>
        </p:nvSpPr>
        <p:spPr>
          <a:xfrm>
            <a:off x="2302710" y="4533522"/>
            <a:ext cx="558800" cy="51217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3</a:t>
            </a:r>
          </a:p>
        </p:txBody>
      </p:sp>
      <p:cxnSp>
        <p:nvCxnSpPr>
          <p:cNvPr id="12" name="Straight Connector 11">
            <a:extLst>
              <a:ext uri="{FF2B5EF4-FFF2-40B4-BE49-F238E27FC236}">
                <a16:creationId xmlns:a16="http://schemas.microsoft.com/office/drawing/2014/main" id="{1F8AA1B6-9591-0D76-DCB7-59454735B7E5}"/>
              </a:ext>
            </a:extLst>
          </p:cNvPr>
          <p:cNvCxnSpPr>
            <a:cxnSpLocks/>
            <a:stCxn id="8" idx="6"/>
            <a:endCxn id="11" idx="2"/>
          </p:cNvCxnSpPr>
          <p:nvPr/>
        </p:nvCxnSpPr>
        <p:spPr>
          <a:xfrm>
            <a:off x="2174294" y="4774086"/>
            <a:ext cx="128416" cy="15522"/>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E89EE0A-CE7D-B281-C44D-F937C0A3373D}"/>
              </a:ext>
            </a:extLst>
          </p:cNvPr>
          <p:cNvCxnSpPr>
            <a:cxnSpLocks/>
            <a:stCxn id="6" idx="4"/>
            <a:endCxn id="11" idx="7"/>
          </p:cNvCxnSpPr>
          <p:nvPr/>
        </p:nvCxnSpPr>
        <p:spPr>
          <a:xfrm>
            <a:off x="2453694" y="3513505"/>
            <a:ext cx="325982" cy="1095023"/>
          </a:xfrm>
          <a:prstGeom prst="line">
            <a:avLst/>
          </a:prstGeom>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C9A69652-5543-E321-35EA-D9CA482C418A}"/>
              </a:ext>
            </a:extLst>
          </p:cNvPr>
          <p:cNvSpPr/>
          <p:nvPr/>
        </p:nvSpPr>
        <p:spPr>
          <a:xfrm>
            <a:off x="2174294" y="2315851"/>
            <a:ext cx="558800" cy="36982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0</a:t>
            </a:r>
          </a:p>
        </p:txBody>
      </p:sp>
      <p:cxnSp>
        <p:nvCxnSpPr>
          <p:cNvPr id="55" name="Straight Connector 54">
            <a:extLst>
              <a:ext uri="{FF2B5EF4-FFF2-40B4-BE49-F238E27FC236}">
                <a16:creationId xmlns:a16="http://schemas.microsoft.com/office/drawing/2014/main" id="{7AF180FF-3F5B-EE57-8B6F-BCF5C005C285}"/>
              </a:ext>
            </a:extLst>
          </p:cNvPr>
          <p:cNvCxnSpPr>
            <a:cxnSpLocks/>
            <a:stCxn id="14" idx="4"/>
            <a:endCxn id="6" idx="0"/>
          </p:cNvCxnSpPr>
          <p:nvPr/>
        </p:nvCxnSpPr>
        <p:spPr>
          <a:xfrm>
            <a:off x="2453694" y="2685671"/>
            <a:ext cx="0" cy="458014"/>
          </a:xfrm>
          <a:prstGeom prst="line">
            <a:avLst/>
          </a:prstGeom>
        </p:spPr>
        <p:style>
          <a:lnRef idx="1">
            <a:schemeClr val="accent1"/>
          </a:lnRef>
          <a:fillRef idx="0">
            <a:schemeClr val="accent1"/>
          </a:fillRef>
          <a:effectRef idx="0">
            <a:schemeClr val="accent1"/>
          </a:effectRef>
          <a:fontRef idx="minor">
            <a:schemeClr val="tx1"/>
          </a:fontRef>
        </p:style>
      </p:cxnSp>
      <p:sp>
        <p:nvSpPr>
          <p:cNvPr id="57" name="Freeform: Shape 56">
            <a:extLst>
              <a:ext uri="{FF2B5EF4-FFF2-40B4-BE49-F238E27FC236}">
                <a16:creationId xmlns:a16="http://schemas.microsoft.com/office/drawing/2014/main" id="{54402020-37AC-E47C-5108-E5DB4B98D344}"/>
              </a:ext>
            </a:extLst>
          </p:cNvPr>
          <p:cNvSpPr/>
          <p:nvPr/>
        </p:nvSpPr>
        <p:spPr>
          <a:xfrm>
            <a:off x="508004" y="2315851"/>
            <a:ext cx="1719924" cy="2473758"/>
          </a:xfrm>
          <a:custGeom>
            <a:avLst/>
            <a:gdLst>
              <a:gd name="connsiteX0" fmla="*/ 811155 w 1776355"/>
              <a:gd name="connsiteY0" fmla="*/ 1893979 h 1893979"/>
              <a:gd name="connsiteX1" fmla="*/ 32221 w 1776355"/>
              <a:gd name="connsiteY1" fmla="*/ 115979 h 1893979"/>
              <a:gd name="connsiteX2" fmla="*/ 1776355 w 1776355"/>
              <a:gd name="connsiteY2" fmla="*/ 166779 h 1893979"/>
              <a:gd name="connsiteX3" fmla="*/ 1776355 w 1776355"/>
              <a:gd name="connsiteY3" fmla="*/ 166779 h 1893979"/>
              <a:gd name="connsiteX4" fmla="*/ 1708621 w 1776355"/>
              <a:gd name="connsiteY4" fmla="*/ 200645 h 18939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6355" h="1893979">
                <a:moveTo>
                  <a:pt x="811155" y="1893979"/>
                </a:moveTo>
                <a:cubicBezTo>
                  <a:pt x="341254" y="1148912"/>
                  <a:pt x="-128646" y="403846"/>
                  <a:pt x="32221" y="115979"/>
                </a:cubicBezTo>
                <a:cubicBezTo>
                  <a:pt x="193088" y="-171888"/>
                  <a:pt x="1776355" y="166779"/>
                  <a:pt x="1776355" y="166779"/>
                </a:cubicBezTo>
                <a:lnTo>
                  <a:pt x="1776355" y="166779"/>
                </a:lnTo>
                <a:lnTo>
                  <a:pt x="1708621" y="200645"/>
                </a:lnTo>
              </a:path>
            </a:pathLst>
          </a:cu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3" name="TextBox 62">
            <a:extLst>
              <a:ext uri="{FF2B5EF4-FFF2-40B4-BE49-F238E27FC236}">
                <a16:creationId xmlns:a16="http://schemas.microsoft.com/office/drawing/2014/main" id="{CD4E904D-2FA8-9AAA-9EED-A304314483BF}"/>
              </a:ext>
            </a:extLst>
          </p:cNvPr>
          <p:cNvSpPr txBox="1"/>
          <p:nvPr/>
        </p:nvSpPr>
        <p:spPr>
          <a:xfrm>
            <a:off x="2757076" y="3116850"/>
            <a:ext cx="59269" cy="369332"/>
          </a:xfrm>
          <a:prstGeom prst="rect">
            <a:avLst/>
          </a:prstGeom>
          <a:noFill/>
        </p:spPr>
        <p:txBody>
          <a:bodyPr wrap="square" rtlCol="0">
            <a:spAutoFit/>
          </a:bodyPr>
          <a:lstStyle/>
          <a:p>
            <a:r>
              <a:rPr lang="en-IN" dirty="0"/>
              <a:t>U</a:t>
            </a:r>
          </a:p>
        </p:txBody>
      </p:sp>
      <p:sp>
        <p:nvSpPr>
          <p:cNvPr id="64" name="Oval 63">
            <a:extLst>
              <a:ext uri="{FF2B5EF4-FFF2-40B4-BE49-F238E27FC236}">
                <a16:creationId xmlns:a16="http://schemas.microsoft.com/office/drawing/2014/main" id="{4B72BCE7-AE7F-6303-3C36-FE2909EB70D9}"/>
              </a:ext>
            </a:extLst>
          </p:cNvPr>
          <p:cNvSpPr/>
          <p:nvPr/>
        </p:nvSpPr>
        <p:spPr>
          <a:xfrm>
            <a:off x="8331200" y="2801188"/>
            <a:ext cx="558800" cy="36982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a:t>
            </a:r>
          </a:p>
        </p:txBody>
      </p:sp>
      <p:sp>
        <p:nvSpPr>
          <p:cNvPr id="65" name="Oval 64">
            <a:extLst>
              <a:ext uri="{FF2B5EF4-FFF2-40B4-BE49-F238E27FC236}">
                <a16:creationId xmlns:a16="http://schemas.microsoft.com/office/drawing/2014/main" id="{A9B744F9-8C08-DF96-60AC-B6D805D57623}"/>
              </a:ext>
            </a:extLst>
          </p:cNvPr>
          <p:cNvSpPr/>
          <p:nvPr/>
        </p:nvSpPr>
        <p:spPr>
          <a:xfrm>
            <a:off x="9143999" y="4175503"/>
            <a:ext cx="846667" cy="51217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4</a:t>
            </a:r>
          </a:p>
        </p:txBody>
      </p:sp>
      <p:sp>
        <p:nvSpPr>
          <p:cNvPr id="66" name="Oval 65">
            <a:extLst>
              <a:ext uri="{FF2B5EF4-FFF2-40B4-BE49-F238E27FC236}">
                <a16:creationId xmlns:a16="http://schemas.microsoft.com/office/drawing/2014/main" id="{85E2BEB8-6278-F75D-9F6F-550D1F7D0D9F}"/>
              </a:ext>
            </a:extLst>
          </p:cNvPr>
          <p:cNvSpPr/>
          <p:nvPr/>
        </p:nvSpPr>
        <p:spPr>
          <a:xfrm>
            <a:off x="7484533" y="4175502"/>
            <a:ext cx="846667" cy="51217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a:t>
            </a:r>
          </a:p>
        </p:txBody>
      </p:sp>
      <p:cxnSp>
        <p:nvCxnSpPr>
          <p:cNvPr id="67" name="Straight Connector 66">
            <a:extLst>
              <a:ext uri="{FF2B5EF4-FFF2-40B4-BE49-F238E27FC236}">
                <a16:creationId xmlns:a16="http://schemas.microsoft.com/office/drawing/2014/main" id="{9C1438BC-4CF8-6D14-D618-A533EB114F39}"/>
              </a:ext>
            </a:extLst>
          </p:cNvPr>
          <p:cNvCxnSpPr>
            <a:cxnSpLocks/>
            <a:stCxn id="64" idx="4"/>
            <a:endCxn id="66" idx="0"/>
          </p:cNvCxnSpPr>
          <p:nvPr/>
        </p:nvCxnSpPr>
        <p:spPr>
          <a:xfrm flipH="1">
            <a:off x="7907867" y="3171008"/>
            <a:ext cx="702733" cy="1004494"/>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7EF1FE6F-4421-0030-1817-136CD585BF04}"/>
              </a:ext>
            </a:extLst>
          </p:cNvPr>
          <p:cNvCxnSpPr>
            <a:cxnSpLocks/>
            <a:stCxn id="64" idx="5"/>
            <a:endCxn id="65" idx="0"/>
          </p:cNvCxnSpPr>
          <p:nvPr/>
        </p:nvCxnSpPr>
        <p:spPr>
          <a:xfrm>
            <a:off x="8808166" y="3116849"/>
            <a:ext cx="759167" cy="1058654"/>
          </a:xfrm>
          <a:prstGeom prst="line">
            <a:avLst/>
          </a:prstGeom>
        </p:spPr>
        <p:style>
          <a:lnRef idx="1">
            <a:schemeClr val="accent1"/>
          </a:lnRef>
          <a:fillRef idx="0">
            <a:schemeClr val="accent1"/>
          </a:fillRef>
          <a:effectRef idx="0">
            <a:schemeClr val="accent1"/>
          </a:effectRef>
          <a:fontRef idx="minor">
            <a:schemeClr val="tx1"/>
          </a:fontRef>
        </p:style>
      </p:cxnSp>
      <p:sp>
        <p:nvSpPr>
          <p:cNvPr id="69" name="Oval 68">
            <a:extLst>
              <a:ext uri="{FF2B5EF4-FFF2-40B4-BE49-F238E27FC236}">
                <a16:creationId xmlns:a16="http://schemas.microsoft.com/office/drawing/2014/main" id="{1ED27E1E-DDFD-2641-50E8-24599ABC0144}"/>
              </a:ext>
            </a:extLst>
          </p:cNvPr>
          <p:cNvSpPr/>
          <p:nvPr/>
        </p:nvSpPr>
        <p:spPr>
          <a:xfrm>
            <a:off x="8459616" y="4191025"/>
            <a:ext cx="558800" cy="51217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3</a:t>
            </a:r>
          </a:p>
        </p:txBody>
      </p:sp>
      <p:cxnSp>
        <p:nvCxnSpPr>
          <p:cNvPr id="70" name="Straight Connector 69">
            <a:extLst>
              <a:ext uri="{FF2B5EF4-FFF2-40B4-BE49-F238E27FC236}">
                <a16:creationId xmlns:a16="http://schemas.microsoft.com/office/drawing/2014/main" id="{98D3A5A2-1A26-1F3A-669A-4DBA674867D4}"/>
              </a:ext>
            </a:extLst>
          </p:cNvPr>
          <p:cNvCxnSpPr>
            <a:cxnSpLocks/>
            <a:stCxn id="66" idx="6"/>
            <a:endCxn id="69" idx="2"/>
          </p:cNvCxnSpPr>
          <p:nvPr/>
        </p:nvCxnSpPr>
        <p:spPr>
          <a:xfrm>
            <a:off x="8331200" y="4431589"/>
            <a:ext cx="128416" cy="15522"/>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A7C3A7F7-C2BC-3A66-4873-3D3081DE258D}"/>
              </a:ext>
            </a:extLst>
          </p:cNvPr>
          <p:cNvCxnSpPr>
            <a:cxnSpLocks/>
            <a:endCxn id="64" idx="0"/>
          </p:cNvCxnSpPr>
          <p:nvPr/>
        </p:nvCxnSpPr>
        <p:spPr>
          <a:xfrm>
            <a:off x="8610600" y="2343174"/>
            <a:ext cx="0" cy="458014"/>
          </a:xfrm>
          <a:prstGeom prst="line">
            <a:avLst/>
          </a:prstGeom>
        </p:spPr>
        <p:style>
          <a:lnRef idx="1">
            <a:schemeClr val="accent1"/>
          </a:lnRef>
          <a:fillRef idx="0">
            <a:schemeClr val="accent1"/>
          </a:fillRef>
          <a:effectRef idx="0">
            <a:schemeClr val="accent1"/>
          </a:effectRef>
          <a:fontRef idx="minor">
            <a:schemeClr val="tx1"/>
          </a:fontRef>
        </p:style>
      </p:cxnSp>
      <p:sp>
        <p:nvSpPr>
          <p:cNvPr id="73" name="Freeform: Shape 72">
            <a:extLst>
              <a:ext uri="{FF2B5EF4-FFF2-40B4-BE49-F238E27FC236}">
                <a16:creationId xmlns:a16="http://schemas.microsoft.com/office/drawing/2014/main" id="{D3FBAEEE-B865-B4DE-64A3-D5356F8D079E}"/>
              </a:ext>
            </a:extLst>
          </p:cNvPr>
          <p:cNvSpPr/>
          <p:nvPr/>
        </p:nvSpPr>
        <p:spPr>
          <a:xfrm>
            <a:off x="6716308" y="1873650"/>
            <a:ext cx="1776355" cy="3304490"/>
          </a:xfrm>
          <a:custGeom>
            <a:avLst/>
            <a:gdLst>
              <a:gd name="connsiteX0" fmla="*/ 811155 w 1776355"/>
              <a:gd name="connsiteY0" fmla="*/ 1893979 h 1893979"/>
              <a:gd name="connsiteX1" fmla="*/ 32221 w 1776355"/>
              <a:gd name="connsiteY1" fmla="*/ 115979 h 1893979"/>
              <a:gd name="connsiteX2" fmla="*/ 1776355 w 1776355"/>
              <a:gd name="connsiteY2" fmla="*/ 166779 h 1893979"/>
              <a:gd name="connsiteX3" fmla="*/ 1776355 w 1776355"/>
              <a:gd name="connsiteY3" fmla="*/ 166779 h 1893979"/>
              <a:gd name="connsiteX4" fmla="*/ 1708621 w 1776355"/>
              <a:gd name="connsiteY4" fmla="*/ 200645 h 18939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6355" h="1893979">
                <a:moveTo>
                  <a:pt x="811155" y="1893979"/>
                </a:moveTo>
                <a:cubicBezTo>
                  <a:pt x="341254" y="1148912"/>
                  <a:pt x="-128646" y="403846"/>
                  <a:pt x="32221" y="115979"/>
                </a:cubicBezTo>
                <a:cubicBezTo>
                  <a:pt x="193088" y="-171888"/>
                  <a:pt x="1776355" y="166779"/>
                  <a:pt x="1776355" y="166779"/>
                </a:cubicBezTo>
                <a:lnTo>
                  <a:pt x="1776355" y="166779"/>
                </a:lnTo>
                <a:lnTo>
                  <a:pt x="1708621" y="200645"/>
                </a:lnTo>
              </a:path>
            </a:pathLst>
          </a:cu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4" name="TextBox 73">
            <a:extLst>
              <a:ext uri="{FF2B5EF4-FFF2-40B4-BE49-F238E27FC236}">
                <a16:creationId xmlns:a16="http://schemas.microsoft.com/office/drawing/2014/main" id="{74F4D279-B5F5-19AF-F0C5-4BF7B093A4C4}"/>
              </a:ext>
            </a:extLst>
          </p:cNvPr>
          <p:cNvSpPr txBox="1"/>
          <p:nvPr/>
        </p:nvSpPr>
        <p:spPr>
          <a:xfrm>
            <a:off x="8913982" y="2774353"/>
            <a:ext cx="59269" cy="369332"/>
          </a:xfrm>
          <a:prstGeom prst="rect">
            <a:avLst/>
          </a:prstGeom>
          <a:noFill/>
        </p:spPr>
        <p:txBody>
          <a:bodyPr wrap="square" rtlCol="0">
            <a:spAutoFit/>
          </a:bodyPr>
          <a:lstStyle/>
          <a:p>
            <a:r>
              <a:rPr lang="en-IN" dirty="0"/>
              <a:t>U</a:t>
            </a:r>
          </a:p>
        </p:txBody>
      </p:sp>
      <p:cxnSp>
        <p:nvCxnSpPr>
          <p:cNvPr id="75" name="Straight Connector 74">
            <a:extLst>
              <a:ext uri="{FF2B5EF4-FFF2-40B4-BE49-F238E27FC236}">
                <a16:creationId xmlns:a16="http://schemas.microsoft.com/office/drawing/2014/main" id="{AB661388-F704-314F-F81E-0E00EFFD4F5E}"/>
              </a:ext>
            </a:extLst>
          </p:cNvPr>
          <p:cNvCxnSpPr>
            <a:cxnSpLocks/>
            <a:stCxn id="69" idx="6"/>
            <a:endCxn id="65" idx="2"/>
          </p:cNvCxnSpPr>
          <p:nvPr/>
        </p:nvCxnSpPr>
        <p:spPr>
          <a:xfrm flipV="1">
            <a:off x="9018416" y="4431589"/>
            <a:ext cx="125583" cy="15522"/>
          </a:xfrm>
          <a:prstGeom prst="line">
            <a:avLst/>
          </a:prstGeom>
        </p:spPr>
        <p:style>
          <a:lnRef idx="1">
            <a:schemeClr val="accent1"/>
          </a:lnRef>
          <a:fillRef idx="0">
            <a:schemeClr val="accent1"/>
          </a:fillRef>
          <a:effectRef idx="0">
            <a:schemeClr val="accent1"/>
          </a:effectRef>
          <a:fontRef idx="minor">
            <a:schemeClr val="tx1"/>
          </a:fontRef>
        </p:style>
      </p:cxnSp>
      <p:sp>
        <p:nvSpPr>
          <p:cNvPr id="80" name="Oval 79">
            <a:extLst>
              <a:ext uri="{FF2B5EF4-FFF2-40B4-BE49-F238E27FC236}">
                <a16:creationId xmlns:a16="http://schemas.microsoft.com/office/drawing/2014/main" id="{A03788CE-AEA8-142E-FED8-4C4B934D6D1E}"/>
              </a:ext>
            </a:extLst>
          </p:cNvPr>
          <p:cNvSpPr/>
          <p:nvPr/>
        </p:nvSpPr>
        <p:spPr>
          <a:xfrm>
            <a:off x="7349066" y="5178140"/>
            <a:ext cx="558800" cy="51217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3</a:t>
            </a:r>
          </a:p>
        </p:txBody>
      </p:sp>
      <p:sp>
        <p:nvSpPr>
          <p:cNvPr id="81" name="Oval 80">
            <a:extLst>
              <a:ext uri="{FF2B5EF4-FFF2-40B4-BE49-F238E27FC236}">
                <a16:creationId xmlns:a16="http://schemas.microsoft.com/office/drawing/2014/main" id="{E8C35A9D-C879-343B-B9EE-164D417BF98B}"/>
              </a:ext>
            </a:extLst>
          </p:cNvPr>
          <p:cNvSpPr/>
          <p:nvPr/>
        </p:nvSpPr>
        <p:spPr>
          <a:xfrm>
            <a:off x="8384816" y="1866462"/>
            <a:ext cx="558800" cy="51217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0</a:t>
            </a:r>
          </a:p>
        </p:txBody>
      </p:sp>
      <p:cxnSp>
        <p:nvCxnSpPr>
          <p:cNvPr id="82" name="Straight Connector 81">
            <a:extLst>
              <a:ext uri="{FF2B5EF4-FFF2-40B4-BE49-F238E27FC236}">
                <a16:creationId xmlns:a16="http://schemas.microsoft.com/office/drawing/2014/main" id="{13572F46-BC11-E51A-0C57-A98722BB247C}"/>
              </a:ext>
            </a:extLst>
          </p:cNvPr>
          <p:cNvCxnSpPr>
            <a:cxnSpLocks/>
            <a:endCxn id="80" idx="7"/>
          </p:cNvCxnSpPr>
          <p:nvPr/>
        </p:nvCxnSpPr>
        <p:spPr>
          <a:xfrm flipH="1">
            <a:off x="7826032" y="4661306"/>
            <a:ext cx="81834" cy="591840"/>
          </a:xfrm>
          <a:prstGeom prst="line">
            <a:avLst/>
          </a:prstGeom>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54053290-F563-0E51-D21D-A4F931A7CCE6}"/>
              </a:ext>
            </a:extLst>
          </p:cNvPr>
          <p:cNvSpPr txBox="1"/>
          <p:nvPr/>
        </p:nvSpPr>
        <p:spPr>
          <a:xfrm>
            <a:off x="1268359" y="5353350"/>
            <a:ext cx="4284133" cy="461665"/>
          </a:xfrm>
          <a:prstGeom prst="rect">
            <a:avLst/>
          </a:prstGeom>
          <a:noFill/>
        </p:spPr>
        <p:txBody>
          <a:bodyPr wrap="square" rtlCol="0">
            <a:spAutoFit/>
          </a:bodyPr>
          <a:lstStyle/>
          <a:p>
            <a:r>
              <a:rPr lang="en-IN" sz="2400" b="1" dirty="0">
                <a:solidFill>
                  <a:srgbClr val="FF0000"/>
                </a:solidFill>
              </a:rPr>
              <a:t>Node  1 is AP</a:t>
            </a:r>
          </a:p>
        </p:txBody>
      </p:sp>
      <p:sp>
        <p:nvSpPr>
          <p:cNvPr id="86" name="TextBox 85">
            <a:extLst>
              <a:ext uri="{FF2B5EF4-FFF2-40B4-BE49-F238E27FC236}">
                <a16:creationId xmlns:a16="http://schemas.microsoft.com/office/drawing/2014/main" id="{577D70F3-9848-B34C-5165-94F7385BD53E}"/>
              </a:ext>
            </a:extLst>
          </p:cNvPr>
          <p:cNvSpPr txBox="1"/>
          <p:nvPr/>
        </p:nvSpPr>
        <p:spPr>
          <a:xfrm>
            <a:off x="8126360" y="5262968"/>
            <a:ext cx="3059526" cy="461665"/>
          </a:xfrm>
          <a:prstGeom prst="rect">
            <a:avLst/>
          </a:prstGeom>
          <a:noFill/>
        </p:spPr>
        <p:txBody>
          <a:bodyPr wrap="square" rtlCol="0">
            <a:spAutoFit/>
          </a:bodyPr>
          <a:lstStyle/>
          <a:p>
            <a:r>
              <a:rPr lang="en-IN" sz="2400" b="1" dirty="0">
                <a:solidFill>
                  <a:srgbClr val="FF0000"/>
                </a:solidFill>
              </a:rPr>
              <a:t>Node  1 is  not AP</a:t>
            </a:r>
          </a:p>
        </p:txBody>
      </p:sp>
    </p:spTree>
    <p:extLst>
      <p:ext uri="{BB962C8B-B14F-4D97-AF65-F5344CB8AC3E}">
        <p14:creationId xmlns:p14="http://schemas.microsoft.com/office/powerpoint/2010/main" val="15727409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AB8BFD-5C1F-445C-8050-CE8F451E95B0}"/>
              </a:ext>
            </a:extLst>
          </p:cNvPr>
          <p:cNvSpPr txBox="1"/>
          <p:nvPr/>
        </p:nvSpPr>
        <p:spPr>
          <a:xfrm>
            <a:off x="635000" y="0"/>
            <a:ext cx="10515599" cy="730291"/>
          </a:xfrm>
          <a:prstGeom prst="rect">
            <a:avLst/>
          </a:prstGeom>
        </p:spPr>
        <p:txBody>
          <a:bodyPr vert="horz" lIns="91440" tIns="45720" rIns="91440" bIns="45720" rtlCol="0" anchor="b">
            <a:normAutofit fontScale="92500" lnSpcReduction="10000"/>
          </a:bodyPr>
          <a:lstStyle/>
          <a:p>
            <a:pPr lvl="0" algn="ctr"/>
            <a:r>
              <a:rPr lang="en-US" sz="4800" dirty="0">
                <a:solidFill>
                  <a:schemeClr val="bg1"/>
                </a:solidFill>
                <a:latin typeface="Times New Roman" panose="02020603050405020304" pitchFamily="18" charset="0"/>
                <a:cs typeface="Times New Roman" panose="02020603050405020304" pitchFamily="18" charset="0"/>
              </a:rPr>
              <a:t>How to detect  AP for Case 2</a:t>
            </a:r>
          </a:p>
        </p:txBody>
      </p:sp>
      <p:sp>
        <p:nvSpPr>
          <p:cNvPr id="2" name="object 3">
            <a:extLst>
              <a:ext uri="{FF2B5EF4-FFF2-40B4-BE49-F238E27FC236}">
                <a16:creationId xmlns:a16="http://schemas.microsoft.com/office/drawing/2014/main" id="{626A1CC7-97B9-8A20-FCF1-1457B10C4489}"/>
              </a:ext>
            </a:extLst>
          </p:cNvPr>
          <p:cNvSpPr txBox="1"/>
          <p:nvPr/>
        </p:nvSpPr>
        <p:spPr>
          <a:xfrm>
            <a:off x="508004" y="1240387"/>
            <a:ext cx="10515598" cy="4190891"/>
          </a:xfrm>
          <a:prstGeom prst="rect">
            <a:avLst/>
          </a:prstGeom>
        </p:spPr>
        <p:txBody>
          <a:bodyPr vert="horz" wrap="square" lIns="0" tIns="12700" rIns="0" bIns="0" rtlCol="0">
            <a:spAutoFit/>
          </a:bodyPr>
          <a:lstStyle/>
          <a:p>
            <a:pPr marL="469900" indent="-457200">
              <a:lnSpc>
                <a:spcPct val="100000"/>
              </a:lnSpc>
              <a:spcBef>
                <a:spcPts val="100"/>
              </a:spcBef>
              <a:buFont typeface="+mj-lt"/>
              <a:buAutoNum type="arabicPeriod"/>
            </a:pPr>
            <a:r>
              <a:rPr lang="en-US" sz="2400" b="1" spc="-10" dirty="0">
                <a:latin typeface="Times New Roman" panose="02020603050405020304" pitchFamily="18" charset="0"/>
                <a:cs typeface="Times New Roman" panose="02020603050405020304" pitchFamily="18" charset="0"/>
              </a:rPr>
              <a:t>We need to find the order of vertices from earliest to latest to detect back-edges.</a:t>
            </a:r>
          </a:p>
          <a:p>
            <a:pPr marL="927100" lvl="2">
              <a:spcBef>
                <a:spcPts val="100"/>
              </a:spcBef>
            </a:pPr>
            <a:r>
              <a:rPr lang="en-US" sz="2400" b="1" spc="-10" dirty="0">
                <a:latin typeface="Times New Roman" panose="02020603050405020304" pitchFamily="18" charset="0"/>
                <a:cs typeface="Times New Roman" panose="02020603050405020304" pitchFamily="18" charset="0"/>
              </a:rPr>
              <a:t>We use timestamp to mark nodes with traversing values. We can do this by assigning discovery values.</a:t>
            </a:r>
          </a:p>
          <a:p>
            <a:pPr marL="469900" indent="-457200">
              <a:lnSpc>
                <a:spcPct val="100000"/>
              </a:lnSpc>
              <a:spcBef>
                <a:spcPts val="100"/>
              </a:spcBef>
              <a:buFont typeface="+mj-lt"/>
              <a:buAutoNum type="arabicPeriod"/>
            </a:pPr>
            <a:r>
              <a:rPr lang="en-US" sz="2400" b="1" spc="-10" dirty="0">
                <a:latin typeface="Times New Roman" panose="02020603050405020304" pitchFamily="18" charset="0"/>
                <a:cs typeface="Times New Roman" panose="02020603050405020304" pitchFamily="18" charset="0"/>
              </a:rPr>
              <a:t>We need to maintain the earliest possible node accessible for a given node which will indicate if we have any back edge. For that we will assign low value for each node.</a:t>
            </a:r>
          </a:p>
          <a:p>
            <a:pPr marL="469900" indent="-457200">
              <a:lnSpc>
                <a:spcPct val="100000"/>
              </a:lnSpc>
              <a:spcBef>
                <a:spcPts val="100"/>
              </a:spcBef>
              <a:buFont typeface="+mj-lt"/>
              <a:buAutoNum type="arabicPeriod"/>
            </a:pPr>
            <a:endParaRPr lang="en-US" sz="2400" b="1" spc="-10" dirty="0">
              <a:latin typeface="Times New Roman" panose="02020603050405020304" pitchFamily="18" charset="0"/>
              <a:cs typeface="Times New Roman" panose="02020603050405020304" pitchFamily="18" charset="0"/>
            </a:endParaRPr>
          </a:p>
          <a:p>
            <a:pPr marL="12700">
              <a:lnSpc>
                <a:spcPct val="100000"/>
              </a:lnSpc>
              <a:spcBef>
                <a:spcPts val="100"/>
              </a:spcBef>
            </a:pPr>
            <a:r>
              <a:rPr lang="en-US" sz="2400" b="1" dirty="0">
                <a:solidFill>
                  <a:srgbClr val="FF0000"/>
                </a:solidFill>
                <a:latin typeface="Times New Roman" panose="02020603050405020304" pitchFamily="18" charset="0"/>
                <a:cs typeface="Times New Roman" panose="02020603050405020304" pitchFamily="18" charset="0"/>
              </a:rPr>
              <a:t>Low[v] = min{discover[v], discover[w] : (u, w) is a back edge for some descendant u of v}</a:t>
            </a:r>
          </a:p>
          <a:p>
            <a:pPr marL="12700">
              <a:lnSpc>
                <a:spcPct val="100000"/>
              </a:lnSpc>
              <a:spcBef>
                <a:spcPts val="434"/>
              </a:spcBef>
            </a:pPr>
            <a:endParaRP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5758081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AB8BFD-5C1F-445C-8050-CE8F451E95B0}"/>
              </a:ext>
            </a:extLst>
          </p:cNvPr>
          <p:cNvSpPr txBox="1"/>
          <p:nvPr/>
        </p:nvSpPr>
        <p:spPr>
          <a:xfrm>
            <a:off x="635000" y="0"/>
            <a:ext cx="10515599" cy="730291"/>
          </a:xfrm>
          <a:prstGeom prst="rect">
            <a:avLst/>
          </a:prstGeom>
        </p:spPr>
        <p:txBody>
          <a:bodyPr vert="horz" lIns="91440" tIns="45720" rIns="91440" bIns="45720" rtlCol="0" anchor="b">
            <a:normAutofit fontScale="92500" lnSpcReduction="10000"/>
          </a:bodyPr>
          <a:lstStyle/>
          <a:p>
            <a:pPr lvl="0" algn="ctr"/>
            <a:r>
              <a:rPr lang="en-US" sz="4800" dirty="0">
                <a:solidFill>
                  <a:schemeClr val="bg1"/>
                </a:solidFill>
                <a:latin typeface="Times New Roman" panose="02020603050405020304" pitchFamily="18" charset="0"/>
                <a:cs typeface="Times New Roman" panose="02020603050405020304" pitchFamily="18" charset="0"/>
              </a:rPr>
              <a:t>Background</a:t>
            </a:r>
          </a:p>
        </p:txBody>
      </p:sp>
      <p:sp>
        <p:nvSpPr>
          <p:cNvPr id="2" name="object 3">
            <a:extLst>
              <a:ext uri="{FF2B5EF4-FFF2-40B4-BE49-F238E27FC236}">
                <a16:creationId xmlns:a16="http://schemas.microsoft.com/office/drawing/2014/main" id="{626A1CC7-97B9-8A20-FCF1-1457B10C4489}"/>
              </a:ext>
            </a:extLst>
          </p:cNvPr>
          <p:cNvSpPr txBox="1"/>
          <p:nvPr/>
        </p:nvSpPr>
        <p:spPr>
          <a:xfrm>
            <a:off x="1735667" y="867082"/>
            <a:ext cx="5994395" cy="802784"/>
          </a:xfrm>
          <a:prstGeom prst="rect">
            <a:avLst/>
          </a:prstGeom>
        </p:spPr>
        <p:txBody>
          <a:bodyPr vert="horz" wrap="square" lIns="0" tIns="12700" rIns="0" bIns="0" rtlCol="0">
            <a:spAutoFit/>
          </a:bodyPr>
          <a:lstStyle/>
          <a:p>
            <a:pPr marL="12700">
              <a:lnSpc>
                <a:spcPct val="100000"/>
              </a:lnSpc>
              <a:spcBef>
                <a:spcPts val="100"/>
              </a:spcBef>
            </a:pPr>
            <a:r>
              <a:rPr lang="en-US" sz="2400" b="1" spc="-10" dirty="0">
                <a:latin typeface="Times New Roman" panose="02020603050405020304" pitchFamily="18" charset="0"/>
                <a:cs typeface="Times New Roman" panose="02020603050405020304" pitchFamily="18" charset="0"/>
              </a:rPr>
              <a:t>Discovery Values and Low Values using DFS</a:t>
            </a:r>
            <a:endParaRPr lang="en-US" sz="2400" b="1" dirty="0">
              <a:latin typeface="Times New Roman" panose="02020603050405020304" pitchFamily="18" charset="0"/>
              <a:cs typeface="Times New Roman" panose="02020603050405020304" pitchFamily="18" charset="0"/>
            </a:endParaRPr>
          </a:p>
          <a:p>
            <a:pPr marL="12700">
              <a:lnSpc>
                <a:spcPct val="100000"/>
              </a:lnSpc>
              <a:spcBef>
                <a:spcPts val="434"/>
              </a:spcBef>
            </a:pPr>
            <a:endParaRPr sz="2400" dirty="0">
              <a:latin typeface="Times New Roman" panose="02020603050405020304" pitchFamily="18" charset="0"/>
              <a:cs typeface="Times New Roman" panose="02020603050405020304" pitchFamily="18" charset="0"/>
            </a:endParaRPr>
          </a:p>
        </p:txBody>
      </p:sp>
      <p:sp>
        <p:nvSpPr>
          <p:cNvPr id="6" name="Oval 5">
            <a:extLst>
              <a:ext uri="{FF2B5EF4-FFF2-40B4-BE49-F238E27FC236}">
                <a16:creationId xmlns:a16="http://schemas.microsoft.com/office/drawing/2014/main" id="{AF8F3EE9-4774-F40D-C1FD-852D23CF2A04}"/>
              </a:ext>
            </a:extLst>
          </p:cNvPr>
          <p:cNvSpPr/>
          <p:nvPr/>
        </p:nvSpPr>
        <p:spPr>
          <a:xfrm>
            <a:off x="1557867" y="2583432"/>
            <a:ext cx="491066" cy="40139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a:t>
            </a:r>
          </a:p>
        </p:txBody>
      </p:sp>
      <p:sp>
        <p:nvSpPr>
          <p:cNvPr id="8" name="Oval 7">
            <a:extLst>
              <a:ext uri="{FF2B5EF4-FFF2-40B4-BE49-F238E27FC236}">
                <a16:creationId xmlns:a16="http://schemas.microsoft.com/office/drawing/2014/main" id="{BD7B7054-23F3-1809-C83E-454DCF4505F4}"/>
              </a:ext>
            </a:extLst>
          </p:cNvPr>
          <p:cNvSpPr/>
          <p:nvPr/>
        </p:nvSpPr>
        <p:spPr>
          <a:xfrm>
            <a:off x="1608667" y="3994887"/>
            <a:ext cx="491066" cy="471389"/>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a:t>
            </a:r>
          </a:p>
        </p:txBody>
      </p:sp>
      <p:sp>
        <p:nvSpPr>
          <p:cNvPr id="10" name="Oval 9">
            <a:extLst>
              <a:ext uri="{FF2B5EF4-FFF2-40B4-BE49-F238E27FC236}">
                <a16:creationId xmlns:a16="http://schemas.microsoft.com/office/drawing/2014/main" id="{597F3E55-2307-9CE2-EDDC-E2E82A9903FB}"/>
              </a:ext>
            </a:extLst>
          </p:cNvPr>
          <p:cNvSpPr/>
          <p:nvPr/>
        </p:nvSpPr>
        <p:spPr>
          <a:xfrm>
            <a:off x="1557867" y="1503373"/>
            <a:ext cx="491066" cy="471389"/>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0</a:t>
            </a:r>
          </a:p>
        </p:txBody>
      </p:sp>
      <p:sp>
        <p:nvSpPr>
          <p:cNvPr id="13" name="Oval 12">
            <a:extLst>
              <a:ext uri="{FF2B5EF4-FFF2-40B4-BE49-F238E27FC236}">
                <a16:creationId xmlns:a16="http://schemas.microsoft.com/office/drawing/2014/main" id="{9F1E7846-9BBF-93B0-11DE-409E547E27E0}"/>
              </a:ext>
            </a:extLst>
          </p:cNvPr>
          <p:cNvSpPr/>
          <p:nvPr/>
        </p:nvSpPr>
        <p:spPr>
          <a:xfrm>
            <a:off x="1540934" y="5144147"/>
            <a:ext cx="491066" cy="471389"/>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3</a:t>
            </a:r>
          </a:p>
        </p:txBody>
      </p:sp>
      <p:sp>
        <p:nvSpPr>
          <p:cNvPr id="28" name="TextBox 27">
            <a:extLst>
              <a:ext uri="{FF2B5EF4-FFF2-40B4-BE49-F238E27FC236}">
                <a16:creationId xmlns:a16="http://schemas.microsoft.com/office/drawing/2014/main" id="{02250637-F3C6-5775-0930-AAE3437A7CA8}"/>
              </a:ext>
            </a:extLst>
          </p:cNvPr>
          <p:cNvSpPr txBox="1"/>
          <p:nvPr/>
        </p:nvSpPr>
        <p:spPr>
          <a:xfrm>
            <a:off x="4800602" y="1268316"/>
            <a:ext cx="6349994"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We will use (discovery value , low value) using DFS</a:t>
            </a:r>
          </a:p>
        </p:txBody>
      </p:sp>
      <p:graphicFrame>
        <p:nvGraphicFramePr>
          <p:cNvPr id="29" name="Table 29">
            <a:extLst>
              <a:ext uri="{FF2B5EF4-FFF2-40B4-BE49-F238E27FC236}">
                <a16:creationId xmlns:a16="http://schemas.microsoft.com/office/drawing/2014/main" id="{82CB7210-1934-E1C2-C3F3-40C36E91B24F}"/>
              </a:ext>
            </a:extLst>
          </p:cNvPr>
          <p:cNvGraphicFramePr>
            <a:graphicFrameLocks noGrp="1"/>
          </p:cNvGraphicFramePr>
          <p:nvPr>
            <p:extLst>
              <p:ext uri="{D42A27DB-BD31-4B8C-83A1-F6EECF244321}">
                <p14:modId xmlns:p14="http://schemas.microsoft.com/office/powerpoint/2010/main" val="784122509"/>
              </p:ext>
            </p:extLst>
          </p:nvPr>
        </p:nvGraphicFramePr>
        <p:xfrm>
          <a:off x="3200400" y="2184362"/>
          <a:ext cx="8128000" cy="74168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819316310"/>
                    </a:ext>
                  </a:extLst>
                </a:gridCol>
                <a:gridCol w="2032000">
                  <a:extLst>
                    <a:ext uri="{9D8B030D-6E8A-4147-A177-3AD203B41FA5}">
                      <a16:colId xmlns:a16="http://schemas.microsoft.com/office/drawing/2014/main" val="2083577748"/>
                    </a:ext>
                  </a:extLst>
                </a:gridCol>
                <a:gridCol w="2032000">
                  <a:extLst>
                    <a:ext uri="{9D8B030D-6E8A-4147-A177-3AD203B41FA5}">
                      <a16:colId xmlns:a16="http://schemas.microsoft.com/office/drawing/2014/main" val="264206310"/>
                    </a:ext>
                  </a:extLst>
                </a:gridCol>
                <a:gridCol w="2032000">
                  <a:extLst>
                    <a:ext uri="{9D8B030D-6E8A-4147-A177-3AD203B41FA5}">
                      <a16:colId xmlns:a16="http://schemas.microsoft.com/office/drawing/2014/main" val="3948825476"/>
                    </a:ext>
                  </a:extLst>
                </a:gridCol>
              </a:tblGrid>
              <a:tr h="370840">
                <a:tc>
                  <a:txBody>
                    <a:bodyPr/>
                    <a:lstStyle/>
                    <a:p>
                      <a:r>
                        <a:rPr lang="en-IN" dirty="0"/>
                        <a:t>0</a:t>
                      </a:r>
                    </a:p>
                  </a:txBody>
                  <a:tcPr/>
                </a:tc>
                <a:tc>
                  <a:txBody>
                    <a:bodyPr/>
                    <a:lstStyle/>
                    <a:p>
                      <a:r>
                        <a:rPr lang="en-IN" dirty="0"/>
                        <a:t>1</a:t>
                      </a:r>
                    </a:p>
                  </a:txBody>
                  <a:tcPr/>
                </a:tc>
                <a:tc>
                  <a:txBody>
                    <a:bodyPr/>
                    <a:lstStyle/>
                    <a:p>
                      <a:r>
                        <a:rPr lang="en-IN" dirty="0"/>
                        <a:t>2</a:t>
                      </a:r>
                    </a:p>
                  </a:txBody>
                  <a:tcPr/>
                </a:tc>
                <a:tc>
                  <a:txBody>
                    <a:bodyPr/>
                    <a:lstStyle/>
                    <a:p>
                      <a:r>
                        <a:rPr lang="en-IN" dirty="0"/>
                        <a:t>3</a:t>
                      </a:r>
                    </a:p>
                  </a:txBody>
                  <a:tcPr/>
                </a:tc>
                <a:extLst>
                  <a:ext uri="{0D108BD9-81ED-4DB2-BD59-A6C34878D82A}">
                    <a16:rowId xmlns:a16="http://schemas.microsoft.com/office/drawing/2014/main" val="4128562920"/>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extLst>
                  <a:ext uri="{0D108BD9-81ED-4DB2-BD59-A6C34878D82A}">
                    <a16:rowId xmlns:a16="http://schemas.microsoft.com/office/drawing/2014/main" val="4245881031"/>
                  </a:ext>
                </a:extLst>
              </a:tr>
            </a:tbl>
          </a:graphicData>
        </a:graphic>
      </p:graphicFrame>
      <p:sp>
        <p:nvSpPr>
          <p:cNvPr id="30" name="TextBox 29">
            <a:extLst>
              <a:ext uri="{FF2B5EF4-FFF2-40B4-BE49-F238E27FC236}">
                <a16:creationId xmlns:a16="http://schemas.microsoft.com/office/drawing/2014/main" id="{25149199-3FAA-046D-D8D9-000C0CD8C5C7}"/>
              </a:ext>
            </a:extLst>
          </p:cNvPr>
          <p:cNvSpPr txBox="1"/>
          <p:nvPr/>
        </p:nvSpPr>
        <p:spPr>
          <a:xfrm>
            <a:off x="3911600" y="3001758"/>
            <a:ext cx="2150533" cy="461665"/>
          </a:xfrm>
          <a:prstGeom prst="rect">
            <a:avLst/>
          </a:prstGeom>
          <a:noFill/>
        </p:spPr>
        <p:txBody>
          <a:bodyPr wrap="square" rtlCol="0">
            <a:spAutoFit/>
          </a:bodyPr>
          <a:lstStyle/>
          <a:p>
            <a:r>
              <a:rPr lang="en-IN" sz="2400" b="1" dirty="0"/>
              <a:t>Discovery Time</a:t>
            </a:r>
          </a:p>
        </p:txBody>
      </p:sp>
      <p:graphicFrame>
        <p:nvGraphicFramePr>
          <p:cNvPr id="31" name="Table 29">
            <a:extLst>
              <a:ext uri="{FF2B5EF4-FFF2-40B4-BE49-F238E27FC236}">
                <a16:creationId xmlns:a16="http://schemas.microsoft.com/office/drawing/2014/main" id="{ECA57F78-1E86-0445-AB5E-7C61D50395F2}"/>
              </a:ext>
            </a:extLst>
          </p:cNvPr>
          <p:cNvGraphicFramePr>
            <a:graphicFrameLocks noGrp="1"/>
          </p:cNvGraphicFramePr>
          <p:nvPr>
            <p:extLst>
              <p:ext uri="{D42A27DB-BD31-4B8C-83A1-F6EECF244321}">
                <p14:modId xmlns:p14="http://schemas.microsoft.com/office/powerpoint/2010/main" val="4181415487"/>
              </p:ext>
            </p:extLst>
          </p:nvPr>
        </p:nvGraphicFramePr>
        <p:xfrm>
          <a:off x="3200400" y="4009273"/>
          <a:ext cx="8128000" cy="74168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819316310"/>
                    </a:ext>
                  </a:extLst>
                </a:gridCol>
                <a:gridCol w="2032000">
                  <a:extLst>
                    <a:ext uri="{9D8B030D-6E8A-4147-A177-3AD203B41FA5}">
                      <a16:colId xmlns:a16="http://schemas.microsoft.com/office/drawing/2014/main" val="2083577748"/>
                    </a:ext>
                  </a:extLst>
                </a:gridCol>
                <a:gridCol w="2032000">
                  <a:extLst>
                    <a:ext uri="{9D8B030D-6E8A-4147-A177-3AD203B41FA5}">
                      <a16:colId xmlns:a16="http://schemas.microsoft.com/office/drawing/2014/main" val="264206310"/>
                    </a:ext>
                  </a:extLst>
                </a:gridCol>
                <a:gridCol w="2032000">
                  <a:extLst>
                    <a:ext uri="{9D8B030D-6E8A-4147-A177-3AD203B41FA5}">
                      <a16:colId xmlns:a16="http://schemas.microsoft.com/office/drawing/2014/main" val="3948825476"/>
                    </a:ext>
                  </a:extLst>
                </a:gridCol>
              </a:tblGrid>
              <a:tr h="370840">
                <a:tc>
                  <a:txBody>
                    <a:bodyPr/>
                    <a:lstStyle/>
                    <a:p>
                      <a:r>
                        <a:rPr lang="en-IN" dirty="0"/>
                        <a:t>0</a:t>
                      </a:r>
                    </a:p>
                  </a:txBody>
                  <a:tcPr/>
                </a:tc>
                <a:tc>
                  <a:txBody>
                    <a:bodyPr/>
                    <a:lstStyle/>
                    <a:p>
                      <a:r>
                        <a:rPr lang="en-IN" dirty="0"/>
                        <a:t>1</a:t>
                      </a:r>
                    </a:p>
                  </a:txBody>
                  <a:tcPr/>
                </a:tc>
                <a:tc>
                  <a:txBody>
                    <a:bodyPr/>
                    <a:lstStyle/>
                    <a:p>
                      <a:r>
                        <a:rPr lang="en-IN" dirty="0"/>
                        <a:t>2</a:t>
                      </a:r>
                    </a:p>
                  </a:txBody>
                  <a:tcPr/>
                </a:tc>
                <a:tc>
                  <a:txBody>
                    <a:bodyPr/>
                    <a:lstStyle/>
                    <a:p>
                      <a:r>
                        <a:rPr lang="en-IN" dirty="0"/>
                        <a:t>3</a:t>
                      </a:r>
                    </a:p>
                  </a:txBody>
                  <a:tcPr/>
                </a:tc>
                <a:extLst>
                  <a:ext uri="{0D108BD9-81ED-4DB2-BD59-A6C34878D82A}">
                    <a16:rowId xmlns:a16="http://schemas.microsoft.com/office/drawing/2014/main" val="4128562920"/>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extLst>
                  <a:ext uri="{0D108BD9-81ED-4DB2-BD59-A6C34878D82A}">
                    <a16:rowId xmlns:a16="http://schemas.microsoft.com/office/drawing/2014/main" val="4245881031"/>
                  </a:ext>
                </a:extLst>
              </a:tr>
            </a:tbl>
          </a:graphicData>
        </a:graphic>
      </p:graphicFrame>
      <p:sp>
        <p:nvSpPr>
          <p:cNvPr id="32" name="TextBox 31">
            <a:extLst>
              <a:ext uri="{FF2B5EF4-FFF2-40B4-BE49-F238E27FC236}">
                <a16:creationId xmlns:a16="http://schemas.microsoft.com/office/drawing/2014/main" id="{5A10D75F-01DD-6DCA-ED3B-2D0F51B97BB6}"/>
              </a:ext>
            </a:extLst>
          </p:cNvPr>
          <p:cNvSpPr txBox="1"/>
          <p:nvPr/>
        </p:nvSpPr>
        <p:spPr>
          <a:xfrm>
            <a:off x="3911600" y="4826669"/>
            <a:ext cx="6900436" cy="830997"/>
          </a:xfrm>
          <a:prstGeom prst="rect">
            <a:avLst/>
          </a:prstGeom>
          <a:noFill/>
        </p:spPr>
        <p:txBody>
          <a:bodyPr wrap="square" rtlCol="0">
            <a:spAutoFit/>
          </a:bodyPr>
          <a:lstStyle/>
          <a:p>
            <a:r>
              <a:rPr lang="en-IN" sz="2400" b="1" dirty="0"/>
              <a:t>Low Time = Lowest discovery node accessible</a:t>
            </a:r>
          </a:p>
          <a:p>
            <a:r>
              <a:rPr lang="en-IN" sz="2400" b="1" dirty="0"/>
              <a:t>                   </a:t>
            </a:r>
          </a:p>
        </p:txBody>
      </p:sp>
      <p:cxnSp>
        <p:nvCxnSpPr>
          <p:cNvPr id="34" name="Straight Arrow Connector 33">
            <a:extLst>
              <a:ext uri="{FF2B5EF4-FFF2-40B4-BE49-F238E27FC236}">
                <a16:creationId xmlns:a16="http://schemas.microsoft.com/office/drawing/2014/main" id="{5053E176-30E6-6D11-2750-66A937AAB532}"/>
              </a:ext>
            </a:extLst>
          </p:cNvPr>
          <p:cNvCxnSpPr>
            <a:stCxn id="10" idx="4"/>
            <a:endCxn id="6" idx="0"/>
          </p:cNvCxnSpPr>
          <p:nvPr/>
        </p:nvCxnSpPr>
        <p:spPr>
          <a:xfrm>
            <a:off x="1803400" y="1974762"/>
            <a:ext cx="0" cy="6086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CFB28C6A-0A6F-903F-7028-E977F60540C4}"/>
              </a:ext>
            </a:extLst>
          </p:cNvPr>
          <p:cNvCxnSpPr>
            <a:cxnSpLocks/>
            <a:stCxn id="6" idx="4"/>
          </p:cNvCxnSpPr>
          <p:nvPr/>
        </p:nvCxnSpPr>
        <p:spPr>
          <a:xfrm flipH="1">
            <a:off x="1786467" y="2984824"/>
            <a:ext cx="16933" cy="10100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2F295F40-92A2-E09C-06DE-798672F10F48}"/>
              </a:ext>
            </a:extLst>
          </p:cNvPr>
          <p:cNvCxnSpPr>
            <a:cxnSpLocks/>
            <a:endCxn id="13" idx="0"/>
          </p:cNvCxnSpPr>
          <p:nvPr/>
        </p:nvCxnSpPr>
        <p:spPr>
          <a:xfrm flipH="1">
            <a:off x="1786467" y="4394294"/>
            <a:ext cx="14842" cy="7498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Connector: Curved 51">
            <a:extLst>
              <a:ext uri="{FF2B5EF4-FFF2-40B4-BE49-F238E27FC236}">
                <a16:creationId xmlns:a16="http://schemas.microsoft.com/office/drawing/2014/main" id="{B37E27C5-6305-23D0-AB2A-3A3B0B6F6FC8}"/>
              </a:ext>
            </a:extLst>
          </p:cNvPr>
          <p:cNvCxnSpPr>
            <a:cxnSpLocks/>
            <a:stCxn id="13" idx="6"/>
            <a:endCxn id="6" idx="6"/>
          </p:cNvCxnSpPr>
          <p:nvPr/>
        </p:nvCxnSpPr>
        <p:spPr>
          <a:xfrm flipV="1">
            <a:off x="2032000" y="2784128"/>
            <a:ext cx="16933" cy="2595714"/>
          </a:xfrm>
          <a:prstGeom prst="curvedConnector3">
            <a:avLst>
              <a:gd name="adj1" fmla="val 1450027"/>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841477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AB8BFD-5C1F-445C-8050-CE8F451E95B0}"/>
              </a:ext>
            </a:extLst>
          </p:cNvPr>
          <p:cNvSpPr txBox="1"/>
          <p:nvPr/>
        </p:nvSpPr>
        <p:spPr>
          <a:xfrm>
            <a:off x="635000" y="0"/>
            <a:ext cx="10515599" cy="730291"/>
          </a:xfrm>
          <a:prstGeom prst="rect">
            <a:avLst/>
          </a:prstGeom>
        </p:spPr>
        <p:txBody>
          <a:bodyPr vert="horz" lIns="91440" tIns="45720" rIns="91440" bIns="45720" rtlCol="0" anchor="b">
            <a:normAutofit fontScale="92500" lnSpcReduction="10000"/>
          </a:bodyPr>
          <a:lstStyle/>
          <a:p>
            <a:pPr lvl="0" algn="ctr"/>
            <a:r>
              <a:rPr lang="en-US" sz="4800" dirty="0">
                <a:solidFill>
                  <a:schemeClr val="bg1"/>
                </a:solidFill>
                <a:latin typeface="Times New Roman" panose="02020603050405020304" pitchFamily="18" charset="0"/>
                <a:cs typeface="Times New Roman" panose="02020603050405020304" pitchFamily="18" charset="0"/>
              </a:rPr>
              <a:t>Algorithm on Example</a:t>
            </a:r>
          </a:p>
        </p:txBody>
      </p:sp>
      <p:sp>
        <p:nvSpPr>
          <p:cNvPr id="4" name="Oval 3">
            <a:extLst>
              <a:ext uri="{FF2B5EF4-FFF2-40B4-BE49-F238E27FC236}">
                <a16:creationId xmlns:a16="http://schemas.microsoft.com/office/drawing/2014/main" id="{D1821021-BB21-7736-5D44-28091022EDE7}"/>
              </a:ext>
            </a:extLst>
          </p:cNvPr>
          <p:cNvSpPr/>
          <p:nvPr/>
        </p:nvSpPr>
        <p:spPr>
          <a:xfrm>
            <a:off x="4148666" y="1135611"/>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a:t>
            </a:r>
          </a:p>
        </p:txBody>
      </p:sp>
      <p:sp>
        <p:nvSpPr>
          <p:cNvPr id="5" name="Oval 4">
            <a:extLst>
              <a:ext uri="{FF2B5EF4-FFF2-40B4-BE49-F238E27FC236}">
                <a16:creationId xmlns:a16="http://schemas.microsoft.com/office/drawing/2014/main" id="{BF0ECCAA-9F57-0EF8-1E73-52168BBDAB43}"/>
              </a:ext>
            </a:extLst>
          </p:cNvPr>
          <p:cNvSpPr/>
          <p:nvPr/>
        </p:nvSpPr>
        <p:spPr>
          <a:xfrm>
            <a:off x="2082800" y="1828800"/>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0</a:t>
            </a:r>
          </a:p>
        </p:txBody>
      </p:sp>
      <p:sp>
        <p:nvSpPr>
          <p:cNvPr id="6" name="Oval 5">
            <a:extLst>
              <a:ext uri="{FF2B5EF4-FFF2-40B4-BE49-F238E27FC236}">
                <a16:creationId xmlns:a16="http://schemas.microsoft.com/office/drawing/2014/main" id="{B7BD9409-61B6-7F00-716E-95869A641E27}"/>
              </a:ext>
            </a:extLst>
          </p:cNvPr>
          <p:cNvSpPr/>
          <p:nvPr/>
        </p:nvSpPr>
        <p:spPr>
          <a:xfrm>
            <a:off x="4148667" y="2404532"/>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a:t>
            </a:r>
          </a:p>
        </p:txBody>
      </p:sp>
      <p:sp>
        <p:nvSpPr>
          <p:cNvPr id="7" name="Oval 6">
            <a:extLst>
              <a:ext uri="{FF2B5EF4-FFF2-40B4-BE49-F238E27FC236}">
                <a16:creationId xmlns:a16="http://schemas.microsoft.com/office/drawing/2014/main" id="{3B7FFA91-A20C-C438-8454-E221600AB24C}"/>
              </a:ext>
            </a:extLst>
          </p:cNvPr>
          <p:cNvSpPr/>
          <p:nvPr/>
        </p:nvSpPr>
        <p:spPr>
          <a:xfrm>
            <a:off x="1286933" y="2692398"/>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3</a:t>
            </a:r>
          </a:p>
        </p:txBody>
      </p:sp>
      <p:sp>
        <p:nvSpPr>
          <p:cNvPr id="8" name="Oval 7">
            <a:extLst>
              <a:ext uri="{FF2B5EF4-FFF2-40B4-BE49-F238E27FC236}">
                <a16:creationId xmlns:a16="http://schemas.microsoft.com/office/drawing/2014/main" id="{222D97F3-E380-5D1E-C845-C32472FFA81E}"/>
              </a:ext>
            </a:extLst>
          </p:cNvPr>
          <p:cNvSpPr/>
          <p:nvPr/>
        </p:nvSpPr>
        <p:spPr>
          <a:xfrm>
            <a:off x="888999" y="3589869"/>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4</a:t>
            </a:r>
          </a:p>
        </p:txBody>
      </p:sp>
      <p:cxnSp>
        <p:nvCxnSpPr>
          <p:cNvPr id="10" name="Straight Connector 9">
            <a:extLst>
              <a:ext uri="{FF2B5EF4-FFF2-40B4-BE49-F238E27FC236}">
                <a16:creationId xmlns:a16="http://schemas.microsoft.com/office/drawing/2014/main" id="{09A58623-EF58-16E4-FFB5-09B3EA357A30}"/>
              </a:ext>
            </a:extLst>
          </p:cNvPr>
          <p:cNvCxnSpPr>
            <a:cxnSpLocks/>
            <a:stCxn id="5" idx="7"/>
            <a:endCxn id="4" idx="2"/>
          </p:cNvCxnSpPr>
          <p:nvPr/>
        </p:nvCxnSpPr>
        <p:spPr>
          <a:xfrm flipV="1">
            <a:off x="2762115" y="1423478"/>
            <a:ext cx="1386551" cy="489636"/>
          </a:xfrm>
          <a:prstGeom prst="line">
            <a:avLst/>
          </a:prstGeom>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20EA87AD-BE73-2BA4-79F7-884E66560162}"/>
              </a:ext>
            </a:extLst>
          </p:cNvPr>
          <p:cNvSpPr/>
          <p:nvPr/>
        </p:nvSpPr>
        <p:spPr>
          <a:xfrm>
            <a:off x="2480733" y="3589869"/>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5</a:t>
            </a:r>
          </a:p>
        </p:txBody>
      </p:sp>
      <p:cxnSp>
        <p:nvCxnSpPr>
          <p:cNvPr id="16" name="Straight Connector 15">
            <a:extLst>
              <a:ext uri="{FF2B5EF4-FFF2-40B4-BE49-F238E27FC236}">
                <a16:creationId xmlns:a16="http://schemas.microsoft.com/office/drawing/2014/main" id="{47DA8A62-16C5-7009-4647-4E916F109703}"/>
              </a:ext>
            </a:extLst>
          </p:cNvPr>
          <p:cNvCxnSpPr>
            <a:stCxn id="4" idx="4"/>
            <a:endCxn id="6" idx="0"/>
          </p:cNvCxnSpPr>
          <p:nvPr/>
        </p:nvCxnSpPr>
        <p:spPr>
          <a:xfrm>
            <a:off x="4546600" y="1711344"/>
            <a:ext cx="1" cy="6931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5A191AB-B741-5493-8A1B-31838AAC0A0E}"/>
              </a:ext>
            </a:extLst>
          </p:cNvPr>
          <p:cNvCxnSpPr>
            <a:cxnSpLocks/>
            <a:stCxn id="5" idx="5"/>
            <a:endCxn id="6" idx="1"/>
          </p:cNvCxnSpPr>
          <p:nvPr/>
        </p:nvCxnSpPr>
        <p:spPr>
          <a:xfrm>
            <a:off x="2762115" y="2320219"/>
            <a:ext cx="1503104" cy="1686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C221A88-AF58-32D1-12A8-E28053406E1C}"/>
              </a:ext>
            </a:extLst>
          </p:cNvPr>
          <p:cNvCxnSpPr>
            <a:stCxn id="5" idx="3"/>
          </p:cNvCxnSpPr>
          <p:nvPr/>
        </p:nvCxnSpPr>
        <p:spPr>
          <a:xfrm flipH="1">
            <a:off x="1828800" y="2320219"/>
            <a:ext cx="370552" cy="37217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51D4063-6D61-CAC3-AED3-5E9186548837}"/>
              </a:ext>
            </a:extLst>
          </p:cNvPr>
          <p:cNvCxnSpPr>
            <a:endCxn id="8" idx="0"/>
          </p:cNvCxnSpPr>
          <p:nvPr/>
        </p:nvCxnSpPr>
        <p:spPr>
          <a:xfrm flipH="1">
            <a:off x="1286933" y="3268131"/>
            <a:ext cx="254000" cy="321738"/>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F138662-0895-1814-1567-7A18FC0A2FDC}"/>
              </a:ext>
            </a:extLst>
          </p:cNvPr>
          <p:cNvCxnSpPr>
            <a:cxnSpLocks/>
            <a:stCxn id="7" idx="5"/>
            <a:endCxn id="14" idx="1"/>
          </p:cNvCxnSpPr>
          <p:nvPr/>
        </p:nvCxnSpPr>
        <p:spPr>
          <a:xfrm>
            <a:off x="1966248" y="3183817"/>
            <a:ext cx="631037" cy="490366"/>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0" name="Table 30">
            <a:extLst>
              <a:ext uri="{FF2B5EF4-FFF2-40B4-BE49-F238E27FC236}">
                <a16:creationId xmlns:a16="http://schemas.microsoft.com/office/drawing/2014/main" id="{4837F24E-408A-273C-474D-F810E5F92BBF}"/>
              </a:ext>
            </a:extLst>
          </p:cNvPr>
          <p:cNvGraphicFramePr>
            <a:graphicFrameLocks noGrp="1"/>
          </p:cNvGraphicFramePr>
          <p:nvPr>
            <p:extLst>
              <p:ext uri="{D42A27DB-BD31-4B8C-83A1-F6EECF244321}">
                <p14:modId xmlns:p14="http://schemas.microsoft.com/office/powerpoint/2010/main" val="3963724476"/>
              </p:ext>
            </p:extLst>
          </p:nvPr>
        </p:nvGraphicFramePr>
        <p:xfrm>
          <a:off x="6525811" y="1207458"/>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dirty="0"/>
                        <a:t>-1</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4" name="Table 30">
            <a:extLst>
              <a:ext uri="{FF2B5EF4-FFF2-40B4-BE49-F238E27FC236}">
                <a16:creationId xmlns:a16="http://schemas.microsoft.com/office/drawing/2014/main" id="{709B6A5F-F912-F803-2CEA-A779E035C599}"/>
              </a:ext>
            </a:extLst>
          </p:cNvPr>
          <p:cNvGraphicFramePr>
            <a:graphicFrameLocks noGrp="1"/>
          </p:cNvGraphicFramePr>
          <p:nvPr/>
        </p:nvGraphicFramePr>
        <p:xfrm>
          <a:off x="6525811" y="2692398"/>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dirty="0"/>
                        <a:t>-1</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5" name="Table 30">
            <a:extLst>
              <a:ext uri="{FF2B5EF4-FFF2-40B4-BE49-F238E27FC236}">
                <a16:creationId xmlns:a16="http://schemas.microsoft.com/office/drawing/2014/main" id="{DA5B8367-879C-BAC0-7627-684D5E3C8B0A}"/>
              </a:ext>
            </a:extLst>
          </p:cNvPr>
          <p:cNvGraphicFramePr>
            <a:graphicFrameLocks noGrp="1"/>
          </p:cNvGraphicFramePr>
          <p:nvPr/>
        </p:nvGraphicFramePr>
        <p:xfrm>
          <a:off x="6525811" y="3986050"/>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dirty="0"/>
                        <a:t>-1</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6" name="Table 30">
            <a:extLst>
              <a:ext uri="{FF2B5EF4-FFF2-40B4-BE49-F238E27FC236}">
                <a16:creationId xmlns:a16="http://schemas.microsoft.com/office/drawing/2014/main" id="{12A300B2-06C4-F89A-CAC6-F789C928860E}"/>
              </a:ext>
            </a:extLst>
          </p:cNvPr>
          <p:cNvGraphicFramePr>
            <a:graphicFrameLocks noGrp="1"/>
          </p:cNvGraphicFramePr>
          <p:nvPr/>
        </p:nvGraphicFramePr>
        <p:xfrm>
          <a:off x="6525811" y="5279702"/>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dirty="0"/>
                        <a:t>F</a:t>
                      </a:r>
                    </a:p>
                  </a:txBody>
                  <a:tcPr/>
                </a:tc>
                <a:tc>
                  <a:txBody>
                    <a:bodyPr/>
                    <a:lstStyle/>
                    <a:p>
                      <a:r>
                        <a:rPr lang="en-IN" dirty="0"/>
                        <a:t>F</a:t>
                      </a:r>
                    </a:p>
                  </a:txBody>
                  <a:tcPr/>
                </a:tc>
                <a:tc>
                  <a:txBody>
                    <a:bodyPr/>
                    <a:lstStyle/>
                    <a:p>
                      <a:r>
                        <a:rPr lang="en-IN" dirty="0"/>
                        <a:t>F</a:t>
                      </a:r>
                    </a:p>
                  </a:txBody>
                  <a:tcPr/>
                </a:tc>
                <a:tc>
                  <a:txBody>
                    <a:bodyPr/>
                    <a:lstStyle/>
                    <a:p>
                      <a:r>
                        <a:rPr lang="en-IN" dirty="0"/>
                        <a:t>F</a:t>
                      </a:r>
                    </a:p>
                  </a:txBody>
                  <a:tcPr/>
                </a:tc>
                <a:tc>
                  <a:txBody>
                    <a:bodyPr/>
                    <a:lstStyle/>
                    <a:p>
                      <a:r>
                        <a:rPr lang="en-IN" dirty="0"/>
                        <a:t>F</a:t>
                      </a:r>
                    </a:p>
                  </a:txBody>
                  <a:tcPr/>
                </a:tc>
                <a:tc>
                  <a:txBody>
                    <a:bodyPr/>
                    <a:lstStyle/>
                    <a:p>
                      <a:r>
                        <a:rPr lang="en-IN" dirty="0"/>
                        <a:t>F</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sp>
        <p:nvSpPr>
          <p:cNvPr id="37" name="TextBox 36">
            <a:extLst>
              <a:ext uri="{FF2B5EF4-FFF2-40B4-BE49-F238E27FC236}">
                <a16:creationId xmlns:a16="http://schemas.microsoft.com/office/drawing/2014/main" id="{A22D1001-7329-B480-6EC2-77C92471EDB6}"/>
              </a:ext>
            </a:extLst>
          </p:cNvPr>
          <p:cNvSpPr txBox="1"/>
          <p:nvPr/>
        </p:nvSpPr>
        <p:spPr>
          <a:xfrm>
            <a:off x="5892799" y="5215500"/>
            <a:ext cx="727144" cy="461665"/>
          </a:xfrm>
          <a:prstGeom prst="rect">
            <a:avLst/>
          </a:prstGeom>
          <a:noFill/>
        </p:spPr>
        <p:txBody>
          <a:bodyPr wrap="square" rtlCol="0">
            <a:spAutoFit/>
          </a:bodyPr>
          <a:lstStyle/>
          <a:p>
            <a:r>
              <a:rPr lang="en-IN" sz="2400" b="1" dirty="0">
                <a:solidFill>
                  <a:srgbClr val="FF0000"/>
                </a:solidFill>
              </a:rPr>
              <a:t>AP</a:t>
            </a:r>
          </a:p>
        </p:txBody>
      </p:sp>
      <p:sp>
        <p:nvSpPr>
          <p:cNvPr id="38" name="TextBox 37">
            <a:extLst>
              <a:ext uri="{FF2B5EF4-FFF2-40B4-BE49-F238E27FC236}">
                <a16:creationId xmlns:a16="http://schemas.microsoft.com/office/drawing/2014/main" id="{B2161F4F-8954-3216-799C-4739C2EC4E5A}"/>
              </a:ext>
            </a:extLst>
          </p:cNvPr>
          <p:cNvSpPr txBox="1"/>
          <p:nvPr/>
        </p:nvSpPr>
        <p:spPr>
          <a:xfrm>
            <a:off x="5926667" y="1184725"/>
            <a:ext cx="727144" cy="461665"/>
          </a:xfrm>
          <a:prstGeom prst="rect">
            <a:avLst/>
          </a:prstGeom>
          <a:noFill/>
        </p:spPr>
        <p:txBody>
          <a:bodyPr wrap="square" rtlCol="0">
            <a:spAutoFit/>
          </a:bodyPr>
          <a:lstStyle/>
          <a:p>
            <a:r>
              <a:rPr lang="en-IN" sz="2400" b="1" dirty="0">
                <a:solidFill>
                  <a:srgbClr val="FF0000"/>
                </a:solidFill>
              </a:rPr>
              <a:t>DT</a:t>
            </a:r>
          </a:p>
        </p:txBody>
      </p:sp>
      <p:sp>
        <p:nvSpPr>
          <p:cNvPr id="39" name="TextBox 38">
            <a:extLst>
              <a:ext uri="{FF2B5EF4-FFF2-40B4-BE49-F238E27FC236}">
                <a16:creationId xmlns:a16="http://schemas.microsoft.com/office/drawing/2014/main" id="{48DD2684-8A3A-5530-B0C3-8CCB9BE487F4}"/>
              </a:ext>
            </a:extLst>
          </p:cNvPr>
          <p:cNvSpPr txBox="1"/>
          <p:nvPr/>
        </p:nvSpPr>
        <p:spPr>
          <a:xfrm>
            <a:off x="5798667" y="2742063"/>
            <a:ext cx="727144" cy="461665"/>
          </a:xfrm>
          <a:prstGeom prst="rect">
            <a:avLst/>
          </a:prstGeom>
          <a:noFill/>
        </p:spPr>
        <p:txBody>
          <a:bodyPr wrap="square" rtlCol="0">
            <a:spAutoFit/>
          </a:bodyPr>
          <a:lstStyle/>
          <a:p>
            <a:r>
              <a:rPr lang="en-IN" sz="2400" b="1" dirty="0">
                <a:solidFill>
                  <a:srgbClr val="FF0000"/>
                </a:solidFill>
              </a:rPr>
              <a:t>LT</a:t>
            </a:r>
          </a:p>
        </p:txBody>
      </p:sp>
      <p:sp>
        <p:nvSpPr>
          <p:cNvPr id="40" name="TextBox 39">
            <a:extLst>
              <a:ext uri="{FF2B5EF4-FFF2-40B4-BE49-F238E27FC236}">
                <a16:creationId xmlns:a16="http://schemas.microsoft.com/office/drawing/2014/main" id="{68176EF7-B9ED-1B9A-33D2-0976CEABCF92}"/>
              </a:ext>
            </a:extLst>
          </p:cNvPr>
          <p:cNvSpPr txBox="1"/>
          <p:nvPr/>
        </p:nvSpPr>
        <p:spPr>
          <a:xfrm>
            <a:off x="5528733" y="4000183"/>
            <a:ext cx="1125078" cy="461665"/>
          </a:xfrm>
          <a:prstGeom prst="rect">
            <a:avLst/>
          </a:prstGeom>
          <a:noFill/>
        </p:spPr>
        <p:txBody>
          <a:bodyPr wrap="square" rtlCol="0">
            <a:spAutoFit/>
          </a:bodyPr>
          <a:lstStyle/>
          <a:p>
            <a:r>
              <a:rPr lang="en-IN" sz="2400" b="1" dirty="0">
                <a:solidFill>
                  <a:srgbClr val="FF0000"/>
                </a:solidFill>
              </a:rPr>
              <a:t>Parent</a:t>
            </a:r>
          </a:p>
        </p:txBody>
      </p:sp>
      <p:sp>
        <p:nvSpPr>
          <p:cNvPr id="41" name="TextBox 40">
            <a:extLst>
              <a:ext uri="{FF2B5EF4-FFF2-40B4-BE49-F238E27FC236}">
                <a16:creationId xmlns:a16="http://schemas.microsoft.com/office/drawing/2014/main" id="{0A66AA54-8571-A376-CDD0-C4AA8E2278FF}"/>
              </a:ext>
            </a:extLst>
          </p:cNvPr>
          <p:cNvSpPr txBox="1"/>
          <p:nvPr/>
        </p:nvSpPr>
        <p:spPr>
          <a:xfrm>
            <a:off x="806315" y="4754681"/>
            <a:ext cx="3911600" cy="830997"/>
          </a:xfrm>
          <a:prstGeom prst="rect">
            <a:avLst/>
          </a:prstGeom>
          <a:noFill/>
        </p:spPr>
        <p:txBody>
          <a:bodyPr wrap="square" rtlCol="0">
            <a:spAutoFit/>
          </a:bodyPr>
          <a:lstStyle/>
          <a:p>
            <a:r>
              <a:rPr lang="en-IN" sz="2400" b="1" dirty="0">
                <a:solidFill>
                  <a:srgbClr val="FF0000"/>
                </a:solidFill>
              </a:rPr>
              <a:t>Let us assume Time = 0 and starting vertex = 0</a:t>
            </a:r>
          </a:p>
        </p:txBody>
      </p:sp>
    </p:spTree>
    <p:extLst>
      <p:ext uri="{BB962C8B-B14F-4D97-AF65-F5344CB8AC3E}">
        <p14:creationId xmlns:p14="http://schemas.microsoft.com/office/powerpoint/2010/main" val="106478268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AB8BFD-5C1F-445C-8050-CE8F451E95B0}"/>
              </a:ext>
            </a:extLst>
          </p:cNvPr>
          <p:cNvSpPr txBox="1"/>
          <p:nvPr/>
        </p:nvSpPr>
        <p:spPr>
          <a:xfrm>
            <a:off x="635000" y="0"/>
            <a:ext cx="10515599" cy="730291"/>
          </a:xfrm>
          <a:prstGeom prst="rect">
            <a:avLst/>
          </a:prstGeom>
        </p:spPr>
        <p:txBody>
          <a:bodyPr vert="horz" lIns="91440" tIns="45720" rIns="91440" bIns="45720" rtlCol="0" anchor="b">
            <a:normAutofit fontScale="92500" lnSpcReduction="10000"/>
          </a:bodyPr>
          <a:lstStyle/>
          <a:p>
            <a:pPr lvl="0" algn="ctr"/>
            <a:r>
              <a:rPr lang="en-US" sz="4800" dirty="0">
                <a:solidFill>
                  <a:schemeClr val="bg1"/>
                </a:solidFill>
                <a:latin typeface="Times New Roman" panose="02020603050405020304" pitchFamily="18" charset="0"/>
                <a:cs typeface="Times New Roman" panose="02020603050405020304" pitchFamily="18" charset="0"/>
              </a:rPr>
              <a:t>Algorithm on Example</a:t>
            </a:r>
          </a:p>
        </p:txBody>
      </p:sp>
      <p:sp>
        <p:nvSpPr>
          <p:cNvPr id="4" name="Oval 3">
            <a:extLst>
              <a:ext uri="{FF2B5EF4-FFF2-40B4-BE49-F238E27FC236}">
                <a16:creationId xmlns:a16="http://schemas.microsoft.com/office/drawing/2014/main" id="{D1821021-BB21-7736-5D44-28091022EDE7}"/>
              </a:ext>
            </a:extLst>
          </p:cNvPr>
          <p:cNvSpPr/>
          <p:nvPr/>
        </p:nvSpPr>
        <p:spPr>
          <a:xfrm>
            <a:off x="4148666" y="1135611"/>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a:t>
            </a:r>
          </a:p>
        </p:txBody>
      </p:sp>
      <p:sp>
        <p:nvSpPr>
          <p:cNvPr id="5" name="Oval 4">
            <a:extLst>
              <a:ext uri="{FF2B5EF4-FFF2-40B4-BE49-F238E27FC236}">
                <a16:creationId xmlns:a16="http://schemas.microsoft.com/office/drawing/2014/main" id="{BF0ECCAA-9F57-0EF8-1E73-52168BBDAB43}"/>
              </a:ext>
            </a:extLst>
          </p:cNvPr>
          <p:cNvSpPr/>
          <p:nvPr/>
        </p:nvSpPr>
        <p:spPr>
          <a:xfrm>
            <a:off x="2082800" y="1828800"/>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0</a:t>
            </a:r>
          </a:p>
        </p:txBody>
      </p:sp>
      <p:sp>
        <p:nvSpPr>
          <p:cNvPr id="6" name="Oval 5">
            <a:extLst>
              <a:ext uri="{FF2B5EF4-FFF2-40B4-BE49-F238E27FC236}">
                <a16:creationId xmlns:a16="http://schemas.microsoft.com/office/drawing/2014/main" id="{B7BD9409-61B6-7F00-716E-95869A641E27}"/>
              </a:ext>
            </a:extLst>
          </p:cNvPr>
          <p:cNvSpPr/>
          <p:nvPr/>
        </p:nvSpPr>
        <p:spPr>
          <a:xfrm>
            <a:off x="4148667" y="2404532"/>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a:t>
            </a:r>
          </a:p>
        </p:txBody>
      </p:sp>
      <p:sp>
        <p:nvSpPr>
          <p:cNvPr id="7" name="Oval 6">
            <a:extLst>
              <a:ext uri="{FF2B5EF4-FFF2-40B4-BE49-F238E27FC236}">
                <a16:creationId xmlns:a16="http://schemas.microsoft.com/office/drawing/2014/main" id="{3B7FFA91-A20C-C438-8454-E221600AB24C}"/>
              </a:ext>
            </a:extLst>
          </p:cNvPr>
          <p:cNvSpPr/>
          <p:nvPr/>
        </p:nvSpPr>
        <p:spPr>
          <a:xfrm>
            <a:off x="1286933" y="2692398"/>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3</a:t>
            </a:r>
          </a:p>
        </p:txBody>
      </p:sp>
      <p:sp>
        <p:nvSpPr>
          <p:cNvPr id="8" name="Oval 7">
            <a:extLst>
              <a:ext uri="{FF2B5EF4-FFF2-40B4-BE49-F238E27FC236}">
                <a16:creationId xmlns:a16="http://schemas.microsoft.com/office/drawing/2014/main" id="{222D97F3-E380-5D1E-C845-C32472FFA81E}"/>
              </a:ext>
            </a:extLst>
          </p:cNvPr>
          <p:cNvSpPr/>
          <p:nvPr/>
        </p:nvSpPr>
        <p:spPr>
          <a:xfrm>
            <a:off x="888999" y="3589869"/>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4</a:t>
            </a:r>
          </a:p>
        </p:txBody>
      </p:sp>
      <p:cxnSp>
        <p:nvCxnSpPr>
          <p:cNvPr id="10" name="Straight Connector 9">
            <a:extLst>
              <a:ext uri="{FF2B5EF4-FFF2-40B4-BE49-F238E27FC236}">
                <a16:creationId xmlns:a16="http://schemas.microsoft.com/office/drawing/2014/main" id="{09A58623-EF58-16E4-FFB5-09B3EA357A30}"/>
              </a:ext>
            </a:extLst>
          </p:cNvPr>
          <p:cNvCxnSpPr>
            <a:cxnSpLocks/>
            <a:stCxn id="5" idx="7"/>
            <a:endCxn id="4" idx="2"/>
          </p:cNvCxnSpPr>
          <p:nvPr/>
        </p:nvCxnSpPr>
        <p:spPr>
          <a:xfrm flipV="1">
            <a:off x="2762115" y="1423478"/>
            <a:ext cx="1386551" cy="489636"/>
          </a:xfrm>
          <a:prstGeom prst="line">
            <a:avLst/>
          </a:prstGeom>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20EA87AD-BE73-2BA4-79F7-884E66560162}"/>
              </a:ext>
            </a:extLst>
          </p:cNvPr>
          <p:cNvSpPr/>
          <p:nvPr/>
        </p:nvSpPr>
        <p:spPr>
          <a:xfrm>
            <a:off x="2480733" y="3589869"/>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5</a:t>
            </a:r>
          </a:p>
        </p:txBody>
      </p:sp>
      <p:cxnSp>
        <p:nvCxnSpPr>
          <p:cNvPr id="16" name="Straight Connector 15">
            <a:extLst>
              <a:ext uri="{FF2B5EF4-FFF2-40B4-BE49-F238E27FC236}">
                <a16:creationId xmlns:a16="http://schemas.microsoft.com/office/drawing/2014/main" id="{47DA8A62-16C5-7009-4647-4E916F109703}"/>
              </a:ext>
            </a:extLst>
          </p:cNvPr>
          <p:cNvCxnSpPr>
            <a:stCxn id="4" idx="4"/>
            <a:endCxn id="6" idx="0"/>
          </p:cNvCxnSpPr>
          <p:nvPr/>
        </p:nvCxnSpPr>
        <p:spPr>
          <a:xfrm>
            <a:off x="4546600" y="1711344"/>
            <a:ext cx="1" cy="6931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5A191AB-B741-5493-8A1B-31838AAC0A0E}"/>
              </a:ext>
            </a:extLst>
          </p:cNvPr>
          <p:cNvCxnSpPr>
            <a:cxnSpLocks/>
            <a:stCxn id="5" idx="5"/>
            <a:endCxn id="6" idx="1"/>
          </p:cNvCxnSpPr>
          <p:nvPr/>
        </p:nvCxnSpPr>
        <p:spPr>
          <a:xfrm>
            <a:off x="2762115" y="2320219"/>
            <a:ext cx="1503104" cy="1686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C221A88-AF58-32D1-12A8-E28053406E1C}"/>
              </a:ext>
            </a:extLst>
          </p:cNvPr>
          <p:cNvCxnSpPr>
            <a:stCxn id="5" idx="3"/>
          </p:cNvCxnSpPr>
          <p:nvPr/>
        </p:nvCxnSpPr>
        <p:spPr>
          <a:xfrm flipH="1">
            <a:off x="1828800" y="2320219"/>
            <a:ext cx="370552" cy="37217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51D4063-6D61-CAC3-AED3-5E9186548837}"/>
              </a:ext>
            </a:extLst>
          </p:cNvPr>
          <p:cNvCxnSpPr>
            <a:endCxn id="8" idx="0"/>
          </p:cNvCxnSpPr>
          <p:nvPr/>
        </p:nvCxnSpPr>
        <p:spPr>
          <a:xfrm flipH="1">
            <a:off x="1286933" y="3268131"/>
            <a:ext cx="254000" cy="321738"/>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F138662-0895-1814-1567-7A18FC0A2FDC}"/>
              </a:ext>
            </a:extLst>
          </p:cNvPr>
          <p:cNvCxnSpPr>
            <a:cxnSpLocks/>
            <a:stCxn id="7" idx="5"/>
            <a:endCxn id="14" idx="1"/>
          </p:cNvCxnSpPr>
          <p:nvPr/>
        </p:nvCxnSpPr>
        <p:spPr>
          <a:xfrm>
            <a:off x="1966248" y="3183817"/>
            <a:ext cx="631037" cy="490366"/>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0" name="Table 30">
            <a:extLst>
              <a:ext uri="{FF2B5EF4-FFF2-40B4-BE49-F238E27FC236}">
                <a16:creationId xmlns:a16="http://schemas.microsoft.com/office/drawing/2014/main" id="{4837F24E-408A-273C-474D-F810E5F92BBF}"/>
              </a:ext>
            </a:extLst>
          </p:cNvPr>
          <p:cNvGraphicFramePr>
            <a:graphicFrameLocks noGrp="1"/>
          </p:cNvGraphicFramePr>
          <p:nvPr>
            <p:extLst>
              <p:ext uri="{D42A27DB-BD31-4B8C-83A1-F6EECF244321}">
                <p14:modId xmlns:p14="http://schemas.microsoft.com/office/powerpoint/2010/main" val="1710732356"/>
              </p:ext>
            </p:extLst>
          </p:nvPr>
        </p:nvGraphicFramePr>
        <p:xfrm>
          <a:off x="6525811" y="1207458"/>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b="0" dirty="0">
                          <a:solidFill>
                            <a:srgbClr val="FF0000"/>
                          </a:solidFill>
                        </a:rPr>
                        <a:t>0</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4" name="Table 30">
            <a:extLst>
              <a:ext uri="{FF2B5EF4-FFF2-40B4-BE49-F238E27FC236}">
                <a16:creationId xmlns:a16="http://schemas.microsoft.com/office/drawing/2014/main" id="{709B6A5F-F912-F803-2CEA-A779E035C599}"/>
              </a:ext>
            </a:extLst>
          </p:cNvPr>
          <p:cNvGraphicFramePr>
            <a:graphicFrameLocks noGrp="1"/>
          </p:cNvGraphicFramePr>
          <p:nvPr>
            <p:extLst>
              <p:ext uri="{D42A27DB-BD31-4B8C-83A1-F6EECF244321}">
                <p14:modId xmlns:p14="http://schemas.microsoft.com/office/powerpoint/2010/main" val="614133821"/>
              </p:ext>
            </p:extLst>
          </p:nvPr>
        </p:nvGraphicFramePr>
        <p:xfrm>
          <a:off x="6525811" y="2692398"/>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b="0" dirty="0">
                          <a:solidFill>
                            <a:srgbClr val="FF0000"/>
                          </a:solidFill>
                        </a:rPr>
                        <a:t>0</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5" name="Table 30">
            <a:extLst>
              <a:ext uri="{FF2B5EF4-FFF2-40B4-BE49-F238E27FC236}">
                <a16:creationId xmlns:a16="http://schemas.microsoft.com/office/drawing/2014/main" id="{DA5B8367-879C-BAC0-7627-684D5E3C8B0A}"/>
              </a:ext>
            </a:extLst>
          </p:cNvPr>
          <p:cNvGraphicFramePr>
            <a:graphicFrameLocks noGrp="1"/>
          </p:cNvGraphicFramePr>
          <p:nvPr>
            <p:extLst>
              <p:ext uri="{D42A27DB-BD31-4B8C-83A1-F6EECF244321}">
                <p14:modId xmlns:p14="http://schemas.microsoft.com/office/powerpoint/2010/main" val="1356598016"/>
              </p:ext>
            </p:extLst>
          </p:nvPr>
        </p:nvGraphicFramePr>
        <p:xfrm>
          <a:off x="6525811" y="3986050"/>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dirty="0"/>
                        <a:t>-1</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6" name="Table 30">
            <a:extLst>
              <a:ext uri="{FF2B5EF4-FFF2-40B4-BE49-F238E27FC236}">
                <a16:creationId xmlns:a16="http://schemas.microsoft.com/office/drawing/2014/main" id="{12A300B2-06C4-F89A-CAC6-F789C928860E}"/>
              </a:ext>
            </a:extLst>
          </p:cNvPr>
          <p:cNvGraphicFramePr>
            <a:graphicFrameLocks noGrp="1"/>
          </p:cNvGraphicFramePr>
          <p:nvPr>
            <p:extLst>
              <p:ext uri="{D42A27DB-BD31-4B8C-83A1-F6EECF244321}">
                <p14:modId xmlns:p14="http://schemas.microsoft.com/office/powerpoint/2010/main" val="1850571240"/>
              </p:ext>
            </p:extLst>
          </p:nvPr>
        </p:nvGraphicFramePr>
        <p:xfrm>
          <a:off x="6525811" y="5279702"/>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dirty="0"/>
                        <a:t>F</a:t>
                      </a:r>
                    </a:p>
                  </a:txBody>
                  <a:tcPr/>
                </a:tc>
                <a:tc>
                  <a:txBody>
                    <a:bodyPr/>
                    <a:lstStyle/>
                    <a:p>
                      <a:r>
                        <a:rPr lang="en-IN" dirty="0"/>
                        <a:t>F</a:t>
                      </a:r>
                    </a:p>
                  </a:txBody>
                  <a:tcPr/>
                </a:tc>
                <a:tc>
                  <a:txBody>
                    <a:bodyPr/>
                    <a:lstStyle/>
                    <a:p>
                      <a:r>
                        <a:rPr lang="en-IN" dirty="0"/>
                        <a:t>F</a:t>
                      </a:r>
                    </a:p>
                  </a:txBody>
                  <a:tcPr/>
                </a:tc>
                <a:tc>
                  <a:txBody>
                    <a:bodyPr/>
                    <a:lstStyle/>
                    <a:p>
                      <a:r>
                        <a:rPr lang="en-IN" dirty="0"/>
                        <a:t>F</a:t>
                      </a:r>
                    </a:p>
                  </a:txBody>
                  <a:tcPr/>
                </a:tc>
                <a:tc>
                  <a:txBody>
                    <a:bodyPr/>
                    <a:lstStyle/>
                    <a:p>
                      <a:r>
                        <a:rPr lang="en-IN" dirty="0"/>
                        <a:t>F</a:t>
                      </a:r>
                    </a:p>
                  </a:txBody>
                  <a:tcPr/>
                </a:tc>
                <a:tc>
                  <a:txBody>
                    <a:bodyPr/>
                    <a:lstStyle/>
                    <a:p>
                      <a:r>
                        <a:rPr lang="en-IN" dirty="0"/>
                        <a:t>F</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sp>
        <p:nvSpPr>
          <p:cNvPr id="37" name="TextBox 36">
            <a:extLst>
              <a:ext uri="{FF2B5EF4-FFF2-40B4-BE49-F238E27FC236}">
                <a16:creationId xmlns:a16="http://schemas.microsoft.com/office/drawing/2014/main" id="{A22D1001-7329-B480-6EC2-77C92471EDB6}"/>
              </a:ext>
            </a:extLst>
          </p:cNvPr>
          <p:cNvSpPr txBox="1"/>
          <p:nvPr/>
        </p:nvSpPr>
        <p:spPr>
          <a:xfrm>
            <a:off x="5892799" y="5215500"/>
            <a:ext cx="727144" cy="461665"/>
          </a:xfrm>
          <a:prstGeom prst="rect">
            <a:avLst/>
          </a:prstGeom>
          <a:noFill/>
        </p:spPr>
        <p:txBody>
          <a:bodyPr wrap="square" rtlCol="0">
            <a:spAutoFit/>
          </a:bodyPr>
          <a:lstStyle/>
          <a:p>
            <a:r>
              <a:rPr lang="en-IN" sz="2400" b="1" dirty="0">
                <a:solidFill>
                  <a:srgbClr val="FF0000"/>
                </a:solidFill>
              </a:rPr>
              <a:t>AP</a:t>
            </a:r>
          </a:p>
        </p:txBody>
      </p:sp>
      <p:sp>
        <p:nvSpPr>
          <p:cNvPr id="38" name="TextBox 37">
            <a:extLst>
              <a:ext uri="{FF2B5EF4-FFF2-40B4-BE49-F238E27FC236}">
                <a16:creationId xmlns:a16="http://schemas.microsoft.com/office/drawing/2014/main" id="{B2161F4F-8954-3216-799C-4739C2EC4E5A}"/>
              </a:ext>
            </a:extLst>
          </p:cNvPr>
          <p:cNvSpPr txBox="1"/>
          <p:nvPr/>
        </p:nvSpPr>
        <p:spPr>
          <a:xfrm>
            <a:off x="5926667" y="1184725"/>
            <a:ext cx="727144" cy="461665"/>
          </a:xfrm>
          <a:prstGeom prst="rect">
            <a:avLst/>
          </a:prstGeom>
          <a:noFill/>
        </p:spPr>
        <p:txBody>
          <a:bodyPr wrap="square" rtlCol="0">
            <a:spAutoFit/>
          </a:bodyPr>
          <a:lstStyle/>
          <a:p>
            <a:r>
              <a:rPr lang="en-IN" sz="2400" b="1" dirty="0">
                <a:solidFill>
                  <a:srgbClr val="FF0000"/>
                </a:solidFill>
              </a:rPr>
              <a:t>DT</a:t>
            </a:r>
          </a:p>
        </p:txBody>
      </p:sp>
      <p:sp>
        <p:nvSpPr>
          <p:cNvPr id="39" name="TextBox 38">
            <a:extLst>
              <a:ext uri="{FF2B5EF4-FFF2-40B4-BE49-F238E27FC236}">
                <a16:creationId xmlns:a16="http://schemas.microsoft.com/office/drawing/2014/main" id="{48DD2684-8A3A-5530-B0C3-8CCB9BE487F4}"/>
              </a:ext>
            </a:extLst>
          </p:cNvPr>
          <p:cNvSpPr txBox="1"/>
          <p:nvPr/>
        </p:nvSpPr>
        <p:spPr>
          <a:xfrm>
            <a:off x="5798667" y="2742063"/>
            <a:ext cx="727144" cy="461665"/>
          </a:xfrm>
          <a:prstGeom prst="rect">
            <a:avLst/>
          </a:prstGeom>
          <a:noFill/>
        </p:spPr>
        <p:txBody>
          <a:bodyPr wrap="square" rtlCol="0">
            <a:spAutoFit/>
          </a:bodyPr>
          <a:lstStyle/>
          <a:p>
            <a:r>
              <a:rPr lang="en-IN" sz="2400" b="1" dirty="0">
                <a:solidFill>
                  <a:srgbClr val="FF0000"/>
                </a:solidFill>
              </a:rPr>
              <a:t>LT</a:t>
            </a:r>
          </a:p>
        </p:txBody>
      </p:sp>
      <p:sp>
        <p:nvSpPr>
          <p:cNvPr id="40" name="TextBox 39">
            <a:extLst>
              <a:ext uri="{FF2B5EF4-FFF2-40B4-BE49-F238E27FC236}">
                <a16:creationId xmlns:a16="http://schemas.microsoft.com/office/drawing/2014/main" id="{68176EF7-B9ED-1B9A-33D2-0976CEABCF92}"/>
              </a:ext>
            </a:extLst>
          </p:cNvPr>
          <p:cNvSpPr txBox="1"/>
          <p:nvPr/>
        </p:nvSpPr>
        <p:spPr>
          <a:xfrm>
            <a:off x="5528733" y="4000183"/>
            <a:ext cx="1125078" cy="461665"/>
          </a:xfrm>
          <a:prstGeom prst="rect">
            <a:avLst/>
          </a:prstGeom>
          <a:noFill/>
        </p:spPr>
        <p:txBody>
          <a:bodyPr wrap="square" rtlCol="0">
            <a:spAutoFit/>
          </a:bodyPr>
          <a:lstStyle/>
          <a:p>
            <a:r>
              <a:rPr lang="en-IN" sz="2400" b="1" dirty="0">
                <a:solidFill>
                  <a:srgbClr val="FF0000"/>
                </a:solidFill>
              </a:rPr>
              <a:t>Parent</a:t>
            </a:r>
          </a:p>
        </p:txBody>
      </p:sp>
      <p:sp>
        <p:nvSpPr>
          <p:cNvPr id="45" name="TextBox 44">
            <a:extLst>
              <a:ext uri="{FF2B5EF4-FFF2-40B4-BE49-F238E27FC236}">
                <a16:creationId xmlns:a16="http://schemas.microsoft.com/office/drawing/2014/main" id="{4DE283F3-8016-93A3-B9C9-D68DF3D52C57}"/>
              </a:ext>
            </a:extLst>
          </p:cNvPr>
          <p:cNvSpPr txBox="1"/>
          <p:nvPr/>
        </p:nvSpPr>
        <p:spPr>
          <a:xfrm>
            <a:off x="888999" y="4753835"/>
            <a:ext cx="5003799" cy="1200329"/>
          </a:xfrm>
          <a:prstGeom prst="rect">
            <a:avLst/>
          </a:prstGeom>
          <a:noFill/>
        </p:spPr>
        <p:txBody>
          <a:bodyPr wrap="square" rtlCol="0">
            <a:spAutoFit/>
          </a:bodyPr>
          <a:lstStyle/>
          <a:p>
            <a:r>
              <a:rPr lang="en-IN" sz="2400" b="1" dirty="0">
                <a:solidFill>
                  <a:srgbClr val="FF0000"/>
                </a:solidFill>
              </a:rPr>
              <a:t>Start of Child count (c ) =0</a:t>
            </a:r>
          </a:p>
          <a:p>
            <a:r>
              <a:rPr lang="en-IN" sz="2400" b="1" dirty="0">
                <a:solidFill>
                  <a:srgbClr val="FF0000"/>
                </a:solidFill>
              </a:rPr>
              <a:t>DT for node 0 is as value of time and LT for node 0 is as value of time </a:t>
            </a:r>
          </a:p>
        </p:txBody>
      </p:sp>
      <p:sp>
        <p:nvSpPr>
          <p:cNvPr id="46" name="TextBox 45">
            <a:extLst>
              <a:ext uri="{FF2B5EF4-FFF2-40B4-BE49-F238E27FC236}">
                <a16:creationId xmlns:a16="http://schemas.microsoft.com/office/drawing/2014/main" id="{CF5433F2-9016-FF81-AC04-EE3757575E7C}"/>
              </a:ext>
            </a:extLst>
          </p:cNvPr>
          <p:cNvSpPr txBox="1"/>
          <p:nvPr/>
        </p:nvSpPr>
        <p:spPr>
          <a:xfrm>
            <a:off x="1670905" y="1411607"/>
            <a:ext cx="693275" cy="461665"/>
          </a:xfrm>
          <a:prstGeom prst="rect">
            <a:avLst/>
          </a:prstGeom>
          <a:noFill/>
        </p:spPr>
        <p:txBody>
          <a:bodyPr wrap="square" rtlCol="0">
            <a:spAutoFit/>
          </a:bodyPr>
          <a:lstStyle/>
          <a:p>
            <a:r>
              <a:rPr lang="en-IN" sz="2400" b="1" dirty="0"/>
              <a:t>C=0</a:t>
            </a:r>
          </a:p>
        </p:txBody>
      </p:sp>
      <p:sp>
        <p:nvSpPr>
          <p:cNvPr id="47" name="TextBox 46">
            <a:extLst>
              <a:ext uri="{FF2B5EF4-FFF2-40B4-BE49-F238E27FC236}">
                <a16:creationId xmlns:a16="http://schemas.microsoft.com/office/drawing/2014/main" id="{1346C774-A701-55B7-96B4-D9EEF71AEB88}"/>
              </a:ext>
            </a:extLst>
          </p:cNvPr>
          <p:cNvSpPr txBox="1"/>
          <p:nvPr/>
        </p:nvSpPr>
        <p:spPr>
          <a:xfrm>
            <a:off x="0" y="741345"/>
            <a:ext cx="5003799" cy="461665"/>
          </a:xfrm>
          <a:prstGeom prst="rect">
            <a:avLst/>
          </a:prstGeom>
          <a:noFill/>
        </p:spPr>
        <p:txBody>
          <a:bodyPr wrap="square" rtlCol="0">
            <a:spAutoFit/>
          </a:bodyPr>
          <a:lstStyle/>
          <a:p>
            <a:r>
              <a:rPr lang="en-IN" sz="2400" b="1" dirty="0">
                <a:solidFill>
                  <a:srgbClr val="FF0000"/>
                </a:solidFill>
              </a:rPr>
              <a:t>Time =0 </a:t>
            </a:r>
          </a:p>
        </p:txBody>
      </p:sp>
    </p:spTree>
    <p:extLst>
      <p:ext uri="{BB962C8B-B14F-4D97-AF65-F5344CB8AC3E}">
        <p14:creationId xmlns:p14="http://schemas.microsoft.com/office/powerpoint/2010/main" val="384446835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AB8BFD-5C1F-445C-8050-CE8F451E95B0}"/>
              </a:ext>
            </a:extLst>
          </p:cNvPr>
          <p:cNvSpPr txBox="1"/>
          <p:nvPr/>
        </p:nvSpPr>
        <p:spPr>
          <a:xfrm>
            <a:off x="635000" y="0"/>
            <a:ext cx="10515599" cy="730291"/>
          </a:xfrm>
          <a:prstGeom prst="rect">
            <a:avLst/>
          </a:prstGeom>
        </p:spPr>
        <p:txBody>
          <a:bodyPr vert="horz" lIns="91440" tIns="45720" rIns="91440" bIns="45720" rtlCol="0" anchor="b">
            <a:normAutofit fontScale="92500" lnSpcReduction="10000"/>
          </a:bodyPr>
          <a:lstStyle/>
          <a:p>
            <a:pPr lvl="0" algn="ctr"/>
            <a:r>
              <a:rPr lang="en-US" sz="4800" dirty="0">
                <a:solidFill>
                  <a:schemeClr val="bg1"/>
                </a:solidFill>
                <a:latin typeface="Times New Roman" panose="02020603050405020304" pitchFamily="18" charset="0"/>
                <a:cs typeface="Times New Roman" panose="02020603050405020304" pitchFamily="18" charset="0"/>
              </a:rPr>
              <a:t>Algorithm on Example</a:t>
            </a:r>
          </a:p>
        </p:txBody>
      </p:sp>
      <p:sp>
        <p:nvSpPr>
          <p:cNvPr id="4" name="Oval 3">
            <a:extLst>
              <a:ext uri="{FF2B5EF4-FFF2-40B4-BE49-F238E27FC236}">
                <a16:creationId xmlns:a16="http://schemas.microsoft.com/office/drawing/2014/main" id="{D1821021-BB21-7736-5D44-28091022EDE7}"/>
              </a:ext>
            </a:extLst>
          </p:cNvPr>
          <p:cNvSpPr/>
          <p:nvPr/>
        </p:nvSpPr>
        <p:spPr>
          <a:xfrm>
            <a:off x="4148666" y="1135611"/>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a:t>
            </a:r>
          </a:p>
        </p:txBody>
      </p:sp>
      <p:sp>
        <p:nvSpPr>
          <p:cNvPr id="5" name="Oval 4">
            <a:extLst>
              <a:ext uri="{FF2B5EF4-FFF2-40B4-BE49-F238E27FC236}">
                <a16:creationId xmlns:a16="http://schemas.microsoft.com/office/drawing/2014/main" id="{BF0ECCAA-9F57-0EF8-1E73-52168BBDAB43}"/>
              </a:ext>
            </a:extLst>
          </p:cNvPr>
          <p:cNvSpPr/>
          <p:nvPr/>
        </p:nvSpPr>
        <p:spPr>
          <a:xfrm>
            <a:off x="2082800" y="1828800"/>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0</a:t>
            </a:r>
          </a:p>
        </p:txBody>
      </p:sp>
      <p:sp>
        <p:nvSpPr>
          <p:cNvPr id="6" name="Oval 5">
            <a:extLst>
              <a:ext uri="{FF2B5EF4-FFF2-40B4-BE49-F238E27FC236}">
                <a16:creationId xmlns:a16="http://schemas.microsoft.com/office/drawing/2014/main" id="{B7BD9409-61B6-7F00-716E-95869A641E27}"/>
              </a:ext>
            </a:extLst>
          </p:cNvPr>
          <p:cNvSpPr/>
          <p:nvPr/>
        </p:nvSpPr>
        <p:spPr>
          <a:xfrm>
            <a:off x="4148667" y="2404532"/>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a:t>
            </a:r>
          </a:p>
        </p:txBody>
      </p:sp>
      <p:sp>
        <p:nvSpPr>
          <p:cNvPr id="7" name="Oval 6">
            <a:extLst>
              <a:ext uri="{FF2B5EF4-FFF2-40B4-BE49-F238E27FC236}">
                <a16:creationId xmlns:a16="http://schemas.microsoft.com/office/drawing/2014/main" id="{3B7FFA91-A20C-C438-8454-E221600AB24C}"/>
              </a:ext>
            </a:extLst>
          </p:cNvPr>
          <p:cNvSpPr/>
          <p:nvPr/>
        </p:nvSpPr>
        <p:spPr>
          <a:xfrm>
            <a:off x="1286933" y="2692398"/>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3</a:t>
            </a:r>
          </a:p>
        </p:txBody>
      </p:sp>
      <p:sp>
        <p:nvSpPr>
          <p:cNvPr id="8" name="Oval 7">
            <a:extLst>
              <a:ext uri="{FF2B5EF4-FFF2-40B4-BE49-F238E27FC236}">
                <a16:creationId xmlns:a16="http://schemas.microsoft.com/office/drawing/2014/main" id="{222D97F3-E380-5D1E-C845-C32472FFA81E}"/>
              </a:ext>
            </a:extLst>
          </p:cNvPr>
          <p:cNvSpPr/>
          <p:nvPr/>
        </p:nvSpPr>
        <p:spPr>
          <a:xfrm>
            <a:off x="888999" y="3589869"/>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4</a:t>
            </a:r>
          </a:p>
        </p:txBody>
      </p:sp>
      <p:cxnSp>
        <p:nvCxnSpPr>
          <p:cNvPr id="10" name="Straight Connector 9">
            <a:extLst>
              <a:ext uri="{FF2B5EF4-FFF2-40B4-BE49-F238E27FC236}">
                <a16:creationId xmlns:a16="http://schemas.microsoft.com/office/drawing/2014/main" id="{09A58623-EF58-16E4-FFB5-09B3EA357A30}"/>
              </a:ext>
            </a:extLst>
          </p:cNvPr>
          <p:cNvCxnSpPr>
            <a:cxnSpLocks/>
            <a:stCxn id="5" idx="7"/>
            <a:endCxn id="4" idx="2"/>
          </p:cNvCxnSpPr>
          <p:nvPr/>
        </p:nvCxnSpPr>
        <p:spPr>
          <a:xfrm flipV="1">
            <a:off x="2762115" y="1423478"/>
            <a:ext cx="1386551" cy="489636"/>
          </a:xfrm>
          <a:prstGeom prst="line">
            <a:avLst/>
          </a:prstGeom>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20EA87AD-BE73-2BA4-79F7-884E66560162}"/>
              </a:ext>
            </a:extLst>
          </p:cNvPr>
          <p:cNvSpPr/>
          <p:nvPr/>
        </p:nvSpPr>
        <p:spPr>
          <a:xfrm>
            <a:off x="2480733" y="3589869"/>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5</a:t>
            </a:r>
          </a:p>
        </p:txBody>
      </p:sp>
      <p:cxnSp>
        <p:nvCxnSpPr>
          <p:cNvPr id="16" name="Straight Connector 15">
            <a:extLst>
              <a:ext uri="{FF2B5EF4-FFF2-40B4-BE49-F238E27FC236}">
                <a16:creationId xmlns:a16="http://schemas.microsoft.com/office/drawing/2014/main" id="{47DA8A62-16C5-7009-4647-4E916F109703}"/>
              </a:ext>
            </a:extLst>
          </p:cNvPr>
          <p:cNvCxnSpPr>
            <a:stCxn id="4" idx="4"/>
            <a:endCxn id="6" idx="0"/>
          </p:cNvCxnSpPr>
          <p:nvPr/>
        </p:nvCxnSpPr>
        <p:spPr>
          <a:xfrm>
            <a:off x="4546600" y="1711344"/>
            <a:ext cx="1" cy="6931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5A191AB-B741-5493-8A1B-31838AAC0A0E}"/>
              </a:ext>
            </a:extLst>
          </p:cNvPr>
          <p:cNvCxnSpPr>
            <a:cxnSpLocks/>
            <a:stCxn id="5" idx="5"/>
            <a:endCxn id="6" idx="1"/>
          </p:cNvCxnSpPr>
          <p:nvPr/>
        </p:nvCxnSpPr>
        <p:spPr>
          <a:xfrm>
            <a:off x="2762115" y="2320219"/>
            <a:ext cx="1503104" cy="1686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C221A88-AF58-32D1-12A8-E28053406E1C}"/>
              </a:ext>
            </a:extLst>
          </p:cNvPr>
          <p:cNvCxnSpPr>
            <a:stCxn id="5" idx="3"/>
          </p:cNvCxnSpPr>
          <p:nvPr/>
        </p:nvCxnSpPr>
        <p:spPr>
          <a:xfrm flipH="1">
            <a:off x="1828800" y="2320219"/>
            <a:ext cx="370552" cy="37217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51D4063-6D61-CAC3-AED3-5E9186548837}"/>
              </a:ext>
            </a:extLst>
          </p:cNvPr>
          <p:cNvCxnSpPr>
            <a:endCxn id="8" idx="0"/>
          </p:cNvCxnSpPr>
          <p:nvPr/>
        </p:nvCxnSpPr>
        <p:spPr>
          <a:xfrm flipH="1">
            <a:off x="1286933" y="3268131"/>
            <a:ext cx="254000" cy="321738"/>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F138662-0895-1814-1567-7A18FC0A2FDC}"/>
              </a:ext>
            </a:extLst>
          </p:cNvPr>
          <p:cNvCxnSpPr>
            <a:cxnSpLocks/>
            <a:stCxn id="7" idx="5"/>
            <a:endCxn id="14" idx="1"/>
          </p:cNvCxnSpPr>
          <p:nvPr/>
        </p:nvCxnSpPr>
        <p:spPr>
          <a:xfrm>
            <a:off x="1966248" y="3183817"/>
            <a:ext cx="631037" cy="490366"/>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0" name="Table 30">
            <a:extLst>
              <a:ext uri="{FF2B5EF4-FFF2-40B4-BE49-F238E27FC236}">
                <a16:creationId xmlns:a16="http://schemas.microsoft.com/office/drawing/2014/main" id="{4837F24E-408A-273C-474D-F810E5F92BBF}"/>
              </a:ext>
            </a:extLst>
          </p:cNvPr>
          <p:cNvGraphicFramePr>
            <a:graphicFrameLocks noGrp="1"/>
          </p:cNvGraphicFramePr>
          <p:nvPr>
            <p:extLst>
              <p:ext uri="{D42A27DB-BD31-4B8C-83A1-F6EECF244321}">
                <p14:modId xmlns:p14="http://schemas.microsoft.com/office/powerpoint/2010/main" val="2574717256"/>
              </p:ext>
            </p:extLst>
          </p:nvPr>
        </p:nvGraphicFramePr>
        <p:xfrm>
          <a:off x="6525811" y="1207458"/>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b="0" dirty="0">
                          <a:solidFill>
                            <a:schemeClr val="tx1"/>
                          </a:solidFill>
                        </a:rPr>
                        <a:t>0</a:t>
                      </a:r>
                    </a:p>
                  </a:txBody>
                  <a:tcPr/>
                </a:tc>
                <a:tc>
                  <a:txBody>
                    <a:bodyPr/>
                    <a:lstStyle/>
                    <a:p>
                      <a:r>
                        <a:rPr lang="en-IN" dirty="0">
                          <a:solidFill>
                            <a:srgbClr val="FF0000"/>
                          </a:solidFill>
                        </a:rPr>
                        <a:t>1</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4" name="Table 30">
            <a:extLst>
              <a:ext uri="{FF2B5EF4-FFF2-40B4-BE49-F238E27FC236}">
                <a16:creationId xmlns:a16="http://schemas.microsoft.com/office/drawing/2014/main" id="{709B6A5F-F912-F803-2CEA-A779E035C599}"/>
              </a:ext>
            </a:extLst>
          </p:cNvPr>
          <p:cNvGraphicFramePr>
            <a:graphicFrameLocks noGrp="1"/>
          </p:cNvGraphicFramePr>
          <p:nvPr>
            <p:extLst>
              <p:ext uri="{D42A27DB-BD31-4B8C-83A1-F6EECF244321}">
                <p14:modId xmlns:p14="http://schemas.microsoft.com/office/powerpoint/2010/main" val="3248088051"/>
              </p:ext>
            </p:extLst>
          </p:nvPr>
        </p:nvGraphicFramePr>
        <p:xfrm>
          <a:off x="6525811" y="2692398"/>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b="0" dirty="0">
                          <a:solidFill>
                            <a:schemeClr val="tx1"/>
                          </a:solidFill>
                        </a:rPr>
                        <a:t>0</a:t>
                      </a:r>
                    </a:p>
                  </a:txBody>
                  <a:tcPr/>
                </a:tc>
                <a:tc>
                  <a:txBody>
                    <a:bodyPr/>
                    <a:lstStyle/>
                    <a:p>
                      <a:r>
                        <a:rPr lang="en-IN" dirty="0">
                          <a:solidFill>
                            <a:srgbClr val="FF0000"/>
                          </a:solidFill>
                        </a:rPr>
                        <a:t>1</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5" name="Table 30">
            <a:extLst>
              <a:ext uri="{FF2B5EF4-FFF2-40B4-BE49-F238E27FC236}">
                <a16:creationId xmlns:a16="http://schemas.microsoft.com/office/drawing/2014/main" id="{DA5B8367-879C-BAC0-7627-684D5E3C8B0A}"/>
              </a:ext>
            </a:extLst>
          </p:cNvPr>
          <p:cNvGraphicFramePr>
            <a:graphicFrameLocks noGrp="1"/>
          </p:cNvGraphicFramePr>
          <p:nvPr>
            <p:extLst>
              <p:ext uri="{D42A27DB-BD31-4B8C-83A1-F6EECF244321}">
                <p14:modId xmlns:p14="http://schemas.microsoft.com/office/powerpoint/2010/main" val="3015971013"/>
              </p:ext>
            </p:extLst>
          </p:nvPr>
        </p:nvGraphicFramePr>
        <p:xfrm>
          <a:off x="6525811" y="3986050"/>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dirty="0"/>
                        <a:t>-1</a:t>
                      </a:r>
                    </a:p>
                  </a:txBody>
                  <a:tcPr/>
                </a:tc>
                <a:tc>
                  <a:txBody>
                    <a:bodyPr/>
                    <a:lstStyle/>
                    <a:p>
                      <a:r>
                        <a:rPr lang="en-IN" dirty="0">
                          <a:solidFill>
                            <a:srgbClr val="FF0000"/>
                          </a:solidFill>
                        </a:rPr>
                        <a:t>0</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6" name="Table 30">
            <a:extLst>
              <a:ext uri="{FF2B5EF4-FFF2-40B4-BE49-F238E27FC236}">
                <a16:creationId xmlns:a16="http://schemas.microsoft.com/office/drawing/2014/main" id="{12A300B2-06C4-F89A-CAC6-F789C928860E}"/>
              </a:ext>
            </a:extLst>
          </p:cNvPr>
          <p:cNvGraphicFramePr>
            <a:graphicFrameLocks noGrp="1"/>
          </p:cNvGraphicFramePr>
          <p:nvPr/>
        </p:nvGraphicFramePr>
        <p:xfrm>
          <a:off x="6525811" y="5279702"/>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dirty="0"/>
                        <a:t>F</a:t>
                      </a:r>
                    </a:p>
                  </a:txBody>
                  <a:tcPr/>
                </a:tc>
                <a:tc>
                  <a:txBody>
                    <a:bodyPr/>
                    <a:lstStyle/>
                    <a:p>
                      <a:r>
                        <a:rPr lang="en-IN" dirty="0"/>
                        <a:t>F</a:t>
                      </a:r>
                    </a:p>
                  </a:txBody>
                  <a:tcPr/>
                </a:tc>
                <a:tc>
                  <a:txBody>
                    <a:bodyPr/>
                    <a:lstStyle/>
                    <a:p>
                      <a:r>
                        <a:rPr lang="en-IN" dirty="0"/>
                        <a:t>F</a:t>
                      </a:r>
                    </a:p>
                  </a:txBody>
                  <a:tcPr/>
                </a:tc>
                <a:tc>
                  <a:txBody>
                    <a:bodyPr/>
                    <a:lstStyle/>
                    <a:p>
                      <a:r>
                        <a:rPr lang="en-IN" dirty="0"/>
                        <a:t>F</a:t>
                      </a:r>
                    </a:p>
                  </a:txBody>
                  <a:tcPr/>
                </a:tc>
                <a:tc>
                  <a:txBody>
                    <a:bodyPr/>
                    <a:lstStyle/>
                    <a:p>
                      <a:r>
                        <a:rPr lang="en-IN" dirty="0"/>
                        <a:t>F</a:t>
                      </a:r>
                    </a:p>
                  </a:txBody>
                  <a:tcPr/>
                </a:tc>
                <a:tc>
                  <a:txBody>
                    <a:bodyPr/>
                    <a:lstStyle/>
                    <a:p>
                      <a:r>
                        <a:rPr lang="en-IN" dirty="0"/>
                        <a:t>F</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sp>
        <p:nvSpPr>
          <p:cNvPr id="37" name="TextBox 36">
            <a:extLst>
              <a:ext uri="{FF2B5EF4-FFF2-40B4-BE49-F238E27FC236}">
                <a16:creationId xmlns:a16="http://schemas.microsoft.com/office/drawing/2014/main" id="{A22D1001-7329-B480-6EC2-77C92471EDB6}"/>
              </a:ext>
            </a:extLst>
          </p:cNvPr>
          <p:cNvSpPr txBox="1"/>
          <p:nvPr/>
        </p:nvSpPr>
        <p:spPr>
          <a:xfrm>
            <a:off x="5892799" y="5215500"/>
            <a:ext cx="727144" cy="461665"/>
          </a:xfrm>
          <a:prstGeom prst="rect">
            <a:avLst/>
          </a:prstGeom>
          <a:noFill/>
        </p:spPr>
        <p:txBody>
          <a:bodyPr wrap="square" rtlCol="0">
            <a:spAutoFit/>
          </a:bodyPr>
          <a:lstStyle/>
          <a:p>
            <a:r>
              <a:rPr lang="en-IN" sz="2400" b="1" dirty="0">
                <a:solidFill>
                  <a:srgbClr val="FF0000"/>
                </a:solidFill>
              </a:rPr>
              <a:t>AP</a:t>
            </a:r>
          </a:p>
        </p:txBody>
      </p:sp>
      <p:sp>
        <p:nvSpPr>
          <p:cNvPr id="38" name="TextBox 37">
            <a:extLst>
              <a:ext uri="{FF2B5EF4-FFF2-40B4-BE49-F238E27FC236}">
                <a16:creationId xmlns:a16="http://schemas.microsoft.com/office/drawing/2014/main" id="{B2161F4F-8954-3216-799C-4739C2EC4E5A}"/>
              </a:ext>
            </a:extLst>
          </p:cNvPr>
          <p:cNvSpPr txBox="1"/>
          <p:nvPr/>
        </p:nvSpPr>
        <p:spPr>
          <a:xfrm>
            <a:off x="5926667" y="1184725"/>
            <a:ext cx="727144" cy="461665"/>
          </a:xfrm>
          <a:prstGeom prst="rect">
            <a:avLst/>
          </a:prstGeom>
          <a:noFill/>
        </p:spPr>
        <p:txBody>
          <a:bodyPr wrap="square" rtlCol="0">
            <a:spAutoFit/>
          </a:bodyPr>
          <a:lstStyle/>
          <a:p>
            <a:r>
              <a:rPr lang="en-IN" sz="2400" b="1" dirty="0">
                <a:solidFill>
                  <a:srgbClr val="FF0000"/>
                </a:solidFill>
              </a:rPr>
              <a:t>DT</a:t>
            </a:r>
          </a:p>
        </p:txBody>
      </p:sp>
      <p:sp>
        <p:nvSpPr>
          <p:cNvPr id="39" name="TextBox 38">
            <a:extLst>
              <a:ext uri="{FF2B5EF4-FFF2-40B4-BE49-F238E27FC236}">
                <a16:creationId xmlns:a16="http://schemas.microsoft.com/office/drawing/2014/main" id="{48DD2684-8A3A-5530-B0C3-8CCB9BE487F4}"/>
              </a:ext>
            </a:extLst>
          </p:cNvPr>
          <p:cNvSpPr txBox="1"/>
          <p:nvPr/>
        </p:nvSpPr>
        <p:spPr>
          <a:xfrm>
            <a:off x="5798667" y="2742063"/>
            <a:ext cx="727144" cy="461665"/>
          </a:xfrm>
          <a:prstGeom prst="rect">
            <a:avLst/>
          </a:prstGeom>
          <a:noFill/>
        </p:spPr>
        <p:txBody>
          <a:bodyPr wrap="square" rtlCol="0">
            <a:spAutoFit/>
          </a:bodyPr>
          <a:lstStyle/>
          <a:p>
            <a:r>
              <a:rPr lang="en-IN" sz="2400" b="1" dirty="0">
                <a:solidFill>
                  <a:srgbClr val="FF0000"/>
                </a:solidFill>
              </a:rPr>
              <a:t>LT</a:t>
            </a:r>
          </a:p>
        </p:txBody>
      </p:sp>
      <p:sp>
        <p:nvSpPr>
          <p:cNvPr id="40" name="TextBox 39">
            <a:extLst>
              <a:ext uri="{FF2B5EF4-FFF2-40B4-BE49-F238E27FC236}">
                <a16:creationId xmlns:a16="http://schemas.microsoft.com/office/drawing/2014/main" id="{68176EF7-B9ED-1B9A-33D2-0976CEABCF92}"/>
              </a:ext>
            </a:extLst>
          </p:cNvPr>
          <p:cNvSpPr txBox="1"/>
          <p:nvPr/>
        </p:nvSpPr>
        <p:spPr>
          <a:xfrm>
            <a:off x="5528733" y="4000183"/>
            <a:ext cx="1125078" cy="461665"/>
          </a:xfrm>
          <a:prstGeom prst="rect">
            <a:avLst/>
          </a:prstGeom>
          <a:noFill/>
        </p:spPr>
        <p:txBody>
          <a:bodyPr wrap="square" rtlCol="0">
            <a:spAutoFit/>
          </a:bodyPr>
          <a:lstStyle/>
          <a:p>
            <a:r>
              <a:rPr lang="en-IN" sz="2400" b="1" dirty="0">
                <a:solidFill>
                  <a:srgbClr val="FF0000"/>
                </a:solidFill>
              </a:rPr>
              <a:t>Parent</a:t>
            </a:r>
          </a:p>
        </p:txBody>
      </p:sp>
      <p:sp>
        <p:nvSpPr>
          <p:cNvPr id="45" name="TextBox 44">
            <a:extLst>
              <a:ext uri="{FF2B5EF4-FFF2-40B4-BE49-F238E27FC236}">
                <a16:creationId xmlns:a16="http://schemas.microsoft.com/office/drawing/2014/main" id="{4DE283F3-8016-93A3-B9C9-D68DF3D52C57}"/>
              </a:ext>
            </a:extLst>
          </p:cNvPr>
          <p:cNvSpPr txBox="1"/>
          <p:nvPr/>
        </p:nvSpPr>
        <p:spPr>
          <a:xfrm>
            <a:off x="888999" y="4731060"/>
            <a:ext cx="5003799" cy="1200329"/>
          </a:xfrm>
          <a:prstGeom prst="rect">
            <a:avLst/>
          </a:prstGeom>
          <a:noFill/>
        </p:spPr>
        <p:txBody>
          <a:bodyPr wrap="square" rtlCol="0">
            <a:spAutoFit/>
          </a:bodyPr>
          <a:lstStyle/>
          <a:p>
            <a:r>
              <a:rPr lang="en-IN" sz="2400" b="1" dirty="0">
                <a:solidFill>
                  <a:srgbClr val="FF0000"/>
                </a:solidFill>
              </a:rPr>
              <a:t>DT for node 1 = 1</a:t>
            </a:r>
          </a:p>
          <a:p>
            <a:r>
              <a:rPr lang="en-IN" sz="2400" b="1" dirty="0">
                <a:solidFill>
                  <a:srgbClr val="FF0000"/>
                </a:solidFill>
              </a:rPr>
              <a:t>And LT for node 1 = 1</a:t>
            </a:r>
          </a:p>
          <a:p>
            <a:r>
              <a:rPr lang="en-IN" sz="2400" b="1" dirty="0">
                <a:solidFill>
                  <a:srgbClr val="FF0000"/>
                </a:solidFill>
              </a:rPr>
              <a:t>Parent of Node 1 = 0 </a:t>
            </a:r>
          </a:p>
        </p:txBody>
      </p:sp>
      <p:sp>
        <p:nvSpPr>
          <p:cNvPr id="46" name="TextBox 45">
            <a:extLst>
              <a:ext uri="{FF2B5EF4-FFF2-40B4-BE49-F238E27FC236}">
                <a16:creationId xmlns:a16="http://schemas.microsoft.com/office/drawing/2014/main" id="{CF5433F2-9016-FF81-AC04-EE3757575E7C}"/>
              </a:ext>
            </a:extLst>
          </p:cNvPr>
          <p:cNvSpPr txBox="1"/>
          <p:nvPr/>
        </p:nvSpPr>
        <p:spPr>
          <a:xfrm>
            <a:off x="1670906" y="1423478"/>
            <a:ext cx="682828" cy="461665"/>
          </a:xfrm>
          <a:prstGeom prst="rect">
            <a:avLst/>
          </a:prstGeom>
          <a:noFill/>
        </p:spPr>
        <p:txBody>
          <a:bodyPr wrap="square" rtlCol="0">
            <a:spAutoFit/>
          </a:bodyPr>
          <a:lstStyle/>
          <a:p>
            <a:r>
              <a:rPr lang="en-IN" sz="2400" b="1" dirty="0"/>
              <a:t>C=1</a:t>
            </a:r>
          </a:p>
        </p:txBody>
      </p:sp>
      <p:sp>
        <p:nvSpPr>
          <p:cNvPr id="47" name="TextBox 46">
            <a:extLst>
              <a:ext uri="{FF2B5EF4-FFF2-40B4-BE49-F238E27FC236}">
                <a16:creationId xmlns:a16="http://schemas.microsoft.com/office/drawing/2014/main" id="{1346C774-A701-55B7-96B4-D9EEF71AEB88}"/>
              </a:ext>
            </a:extLst>
          </p:cNvPr>
          <p:cNvSpPr txBox="1"/>
          <p:nvPr/>
        </p:nvSpPr>
        <p:spPr>
          <a:xfrm>
            <a:off x="0" y="741345"/>
            <a:ext cx="5003799" cy="461665"/>
          </a:xfrm>
          <a:prstGeom prst="rect">
            <a:avLst/>
          </a:prstGeom>
          <a:noFill/>
        </p:spPr>
        <p:txBody>
          <a:bodyPr wrap="square" rtlCol="0">
            <a:spAutoFit/>
          </a:bodyPr>
          <a:lstStyle/>
          <a:p>
            <a:r>
              <a:rPr lang="en-IN" sz="2400" b="1" dirty="0">
                <a:solidFill>
                  <a:srgbClr val="FF0000"/>
                </a:solidFill>
              </a:rPr>
              <a:t>Time =1 </a:t>
            </a:r>
          </a:p>
        </p:txBody>
      </p:sp>
      <p:cxnSp>
        <p:nvCxnSpPr>
          <p:cNvPr id="9" name="Straight Connector 8">
            <a:extLst>
              <a:ext uri="{FF2B5EF4-FFF2-40B4-BE49-F238E27FC236}">
                <a16:creationId xmlns:a16="http://schemas.microsoft.com/office/drawing/2014/main" id="{79C7AB70-A857-53E7-167F-9B6ADACCAB62}"/>
              </a:ext>
            </a:extLst>
          </p:cNvPr>
          <p:cNvCxnSpPr>
            <a:cxnSpLocks/>
            <a:stCxn id="4" idx="3"/>
          </p:cNvCxnSpPr>
          <p:nvPr/>
        </p:nvCxnSpPr>
        <p:spPr>
          <a:xfrm flipH="1">
            <a:off x="2868218" y="1627030"/>
            <a:ext cx="1397000" cy="472173"/>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5F20C0F-AABC-77CA-3E7E-0F2524E7F2B8}"/>
              </a:ext>
            </a:extLst>
          </p:cNvPr>
          <p:cNvSpPr txBox="1"/>
          <p:nvPr/>
        </p:nvSpPr>
        <p:spPr>
          <a:xfrm>
            <a:off x="4708952" y="862622"/>
            <a:ext cx="682828" cy="461665"/>
          </a:xfrm>
          <a:prstGeom prst="rect">
            <a:avLst/>
          </a:prstGeom>
          <a:noFill/>
        </p:spPr>
        <p:txBody>
          <a:bodyPr wrap="square" rtlCol="0">
            <a:spAutoFit/>
          </a:bodyPr>
          <a:lstStyle/>
          <a:p>
            <a:r>
              <a:rPr lang="en-IN" sz="2400" b="1" dirty="0"/>
              <a:t>C=0</a:t>
            </a:r>
          </a:p>
        </p:txBody>
      </p:sp>
    </p:spTree>
    <p:extLst>
      <p:ext uri="{BB962C8B-B14F-4D97-AF65-F5344CB8AC3E}">
        <p14:creationId xmlns:p14="http://schemas.microsoft.com/office/powerpoint/2010/main" val="103267833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AB8BFD-5C1F-445C-8050-CE8F451E95B0}"/>
              </a:ext>
            </a:extLst>
          </p:cNvPr>
          <p:cNvSpPr txBox="1"/>
          <p:nvPr/>
        </p:nvSpPr>
        <p:spPr>
          <a:xfrm>
            <a:off x="635000" y="0"/>
            <a:ext cx="10515599" cy="730291"/>
          </a:xfrm>
          <a:prstGeom prst="rect">
            <a:avLst/>
          </a:prstGeom>
        </p:spPr>
        <p:txBody>
          <a:bodyPr vert="horz" lIns="91440" tIns="45720" rIns="91440" bIns="45720" rtlCol="0" anchor="b">
            <a:normAutofit fontScale="92500" lnSpcReduction="10000"/>
          </a:bodyPr>
          <a:lstStyle/>
          <a:p>
            <a:pPr lvl="0" algn="ctr"/>
            <a:r>
              <a:rPr lang="en-US" sz="4800" dirty="0">
                <a:solidFill>
                  <a:schemeClr val="bg1"/>
                </a:solidFill>
                <a:latin typeface="Times New Roman" panose="02020603050405020304" pitchFamily="18" charset="0"/>
                <a:cs typeface="Times New Roman" panose="02020603050405020304" pitchFamily="18" charset="0"/>
              </a:rPr>
              <a:t>Algorithm on Example</a:t>
            </a:r>
          </a:p>
        </p:txBody>
      </p:sp>
      <p:sp>
        <p:nvSpPr>
          <p:cNvPr id="4" name="Oval 3">
            <a:extLst>
              <a:ext uri="{FF2B5EF4-FFF2-40B4-BE49-F238E27FC236}">
                <a16:creationId xmlns:a16="http://schemas.microsoft.com/office/drawing/2014/main" id="{D1821021-BB21-7736-5D44-28091022EDE7}"/>
              </a:ext>
            </a:extLst>
          </p:cNvPr>
          <p:cNvSpPr/>
          <p:nvPr/>
        </p:nvSpPr>
        <p:spPr>
          <a:xfrm>
            <a:off x="4148666" y="1135611"/>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a:t>
            </a:r>
          </a:p>
        </p:txBody>
      </p:sp>
      <p:sp>
        <p:nvSpPr>
          <p:cNvPr id="5" name="Oval 4">
            <a:extLst>
              <a:ext uri="{FF2B5EF4-FFF2-40B4-BE49-F238E27FC236}">
                <a16:creationId xmlns:a16="http://schemas.microsoft.com/office/drawing/2014/main" id="{BF0ECCAA-9F57-0EF8-1E73-52168BBDAB43}"/>
              </a:ext>
            </a:extLst>
          </p:cNvPr>
          <p:cNvSpPr/>
          <p:nvPr/>
        </p:nvSpPr>
        <p:spPr>
          <a:xfrm>
            <a:off x="2082800" y="1828800"/>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0</a:t>
            </a:r>
          </a:p>
        </p:txBody>
      </p:sp>
      <p:sp>
        <p:nvSpPr>
          <p:cNvPr id="6" name="Oval 5">
            <a:extLst>
              <a:ext uri="{FF2B5EF4-FFF2-40B4-BE49-F238E27FC236}">
                <a16:creationId xmlns:a16="http://schemas.microsoft.com/office/drawing/2014/main" id="{B7BD9409-61B6-7F00-716E-95869A641E27}"/>
              </a:ext>
            </a:extLst>
          </p:cNvPr>
          <p:cNvSpPr/>
          <p:nvPr/>
        </p:nvSpPr>
        <p:spPr>
          <a:xfrm>
            <a:off x="4148666" y="2404532"/>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a:t>
            </a:r>
          </a:p>
        </p:txBody>
      </p:sp>
      <p:sp>
        <p:nvSpPr>
          <p:cNvPr id="7" name="Oval 6">
            <a:extLst>
              <a:ext uri="{FF2B5EF4-FFF2-40B4-BE49-F238E27FC236}">
                <a16:creationId xmlns:a16="http://schemas.microsoft.com/office/drawing/2014/main" id="{3B7FFA91-A20C-C438-8454-E221600AB24C}"/>
              </a:ext>
            </a:extLst>
          </p:cNvPr>
          <p:cNvSpPr/>
          <p:nvPr/>
        </p:nvSpPr>
        <p:spPr>
          <a:xfrm>
            <a:off x="1286933" y="2692398"/>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3</a:t>
            </a:r>
          </a:p>
        </p:txBody>
      </p:sp>
      <p:sp>
        <p:nvSpPr>
          <p:cNvPr id="8" name="Oval 7">
            <a:extLst>
              <a:ext uri="{FF2B5EF4-FFF2-40B4-BE49-F238E27FC236}">
                <a16:creationId xmlns:a16="http://schemas.microsoft.com/office/drawing/2014/main" id="{222D97F3-E380-5D1E-C845-C32472FFA81E}"/>
              </a:ext>
            </a:extLst>
          </p:cNvPr>
          <p:cNvSpPr/>
          <p:nvPr/>
        </p:nvSpPr>
        <p:spPr>
          <a:xfrm>
            <a:off x="888999" y="3589869"/>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4</a:t>
            </a:r>
          </a:p>
        </p:txBody>
      </p:sp>
      <p:cxnSp>
        <p:nvCxnSpPr>
          <p:cNvPr id="10" name="Straight Connector 9">
            <a:extLst>
              <a:ext uri="{FF2B5EF4-FFF2-40B4-BE49-F238E27FC236}">
                <a16:creationId xmlns:a16="http://schemas.microsoft.com/office/drawing/2014/main" id="{09A58623-EF58-16E4-FFB5-09B3EA357A30}"/>
              </a:ext>
            </a:extLst>
          </p:cNvPr>
          <p:cNvCxnSpPr>
            <a:cxnSpLocks/>
            <a:stCxn id="5" idx="7"/>
            <a:endCxn id="4" idx="2"/>
          </p:cNvCxnSpPr>
          <p:nvPr/>
        </p:nvCxnSpPr>
        <p:spPr>
          <a:xfrm flipV="1">
            <a:off x="2762115" y="1423478"/>
            <a:ext cx="1386551" cy="489636"/>
          </a:xfrm>
          <a:prstGeom prst="line">
            <a:avLst/>
          </a:prstGeom>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20EA87AD-BE73-2BA4-79F7-884E66560162}"/>
              </a:ext>
            </a:extLst>
          </p:cNvPr>
          <p:cNvSpPr/>
          <p:nvPr/>
        </p:nvSpPr>
        <p:spPr>
          <a:xfrm>
            <a:off x="2480733" y="3589869"/>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5</a:t>
            </a:r>
          </a:p>
        </p:txBody>
      </p:sp>
      <p:cxnSp>
        <p:nvCxnSpPr>
          <p:cNvPr id="16" name="Straight Connector 15">
            <a:extLst>
              <a:ext uri="{FF2B5EF4-FFF2-40B4-BE49-F238E27FC236}">
                <a16:creationId xmlns:a16="http://schemas.microsoft.com/office/drawing/2014/main" id="{47DA8A62-16C5-7009-4647-4E916F109703}"/>
              </a:ext>
            </a:extLst>
          </p:cNvPr>
          <p:cNvCxnSpPr>
            <a:stCxn id="4" idx="4"/>
            <a:endCxn id="6" idx="0"/>
          </p:cNvCxnSpPr>
          <p:nvPr/>
        </p:nvCxnSpPr>
        <p:spPr>
          <a:xfrm>
            <a:off x="4546600" y="1711344"/>
            <a:ext cx="0" cy="6931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5A191AB-B741-5493-8A1B-31838AAC0A0E}"/>
              </a:ext>
            </a:extLst>
          </p:cNvPr>
          <p:cNvCxnSpPr>
            <a:cxnSpLocks/>
            <a:stCxn id="5" idx="5"/>
            <a:endCxn id="6" idx="1"/>
          </p:cNvCxnSpPr>
          <p:nvPr/>
        </p:nvCxnSpPr>
        <p:spPr>
          <a:xfrm>
            <a:off x="2762115" y="2320219"/>
            <a:ext cx="1503103" cy="1686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C221A88-AF58-32D1-12A8-E28053406E1C}"/>
              </a:ext>
            </a:extLst>
          </p:cNvPr>
          <p:cNvCxnSpPr>
            <a:stCxn id="5" idx="3"/>
          </p:cNvCxnSpPr>
          <p:nvPr/>
        </p:nvCxnSpPr>
        <p:spPr>
          <a:xfrm flipH="1">
            <a:off x="1828800" y="2320219"/>
            <a:ext cx="370552" cy="37217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51D4063-6D61-CAC3-AED3-5E9186548837}"/>
              </a:ext>
            </a:extLst>
          </p:cNvPr>
          <p:cNvCxnSpPr>
            <a:endCxn id="8" idx="0"/>
          </p:cNvCxnSpPr>
          <p:nvPr/>
        </p:nvCxnSpPr>
        <p:spPr>
          <a:xfrm flipH="1">
            <a:off x="1286933" y="3268131"/>
            <a:ext cx="254000" cy="321738"/>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F138662-0895-1814-1567-7A18FC0A2FDC}"/>
              </a:ext>
            </a:extLst>
          </p:cNvPr>
          <p:cNvCxnSpPr>
            <a:cxnSpLocks/>
            <a:stCxn id="7" idx="5"/>
            <a:endCxn id="14" idx="1"/>
          </p:cNvCxnSpPr>
          <p:nvPr/>
        </p:nvCxnSpPr>
        <p:spPr>
          <a:xfrm>
            <a:off x="1966248" y="3183817"/>
            <a:ext cx="631037" cy="490366"/>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0" name="Table 30">
            <a:extLst>
              <a:ext uri="{FF2B5EF4-FFF2-40B4-BE49-F238E27FC236}">
                <a16:creationId xmlns:a16="http://schemas.microsoft.com/office/drawing/2014/main" id="{4837F24E-408A-273C-474D-F810E5F92BBF}"/>
              </a:ext>
            </a:extLst>
          </p:cNvPr>
          <p:cNvGraphicFramePr>
            <a:graphicFrameLocks noGrp="1"/>
          </p:cNvGraphicFramePr>
          <p:nvPr>
            <p:extLst>
              <p:ext uri="{D42A27DB-BD31-4B8C-83A1-F6EECF244321}">
                <p14:modId xmlns:p14="http://schemas.microsoft.com/office/powerpoint/2010/main" val="3398361543"/>
              </p:ext>
            </p:extLst>
          </p:nvPr>
        </p:nvGraphicFramePr>
        <p:xfrm>
          <a:off x="6525811" y="1207458"/>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b="0" dirty="0">
                          <a:solidFill>
                            <a:schemeClr val="tx1"/>
                          </a:solidFill>
                        </a:rPr>
                        <a:t>0</a:t>
                      </a:r>
                    </a:p>
                  </a:txBody>
                  <a:tcPr/>
                </a:tc>
                <a:tc>
                  <a:txBody>
                    <a:bodyPr/>
                    <a:lstStyle/>
                    <a:p>
                      <a:r>
                        <a:rPr lang="en-IN" dirty="0">
                          <a:solidFill>
                            <a:schemeClr val="tx1"/>
                          </a:solidFill>
                        </a:rPr>
                        <a:t>1</a:t>
                      </a:r>
                    </a:p>
                  </a:txBody>
                  <a:tcPr/>
                </a:tc>
                <a:tc>
                  <a:txBody>
                    <a:bodyPr/>
                    <a:lstStyle/>
                    <a:p>
                      <a:r>
                        <a:rPr lang="en-IN" dirty="0">
                          <a:solidFill>
                            <a:srgbClr val="FF0000"/>
                          </a:solidFill>
                        </a:rPr>
                        <a:t>2</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4" name="Table 30">
            <a:extLst>
              <a:ext uri="{FF2B5EF4-FFF2-40B4-BE49-F238E27FC236}">
                <a16:creationId xmlns:a16="http://schemas.microsoft.com/office/drawing/2014/main" id="{709B6A5F-F912-F803-2CEA-A779E035C599}"/>
              </a:ext>
            </a:extLst>
          </p:cNvPr>
          <p:cNvGraphicFramePr>
            <a:graphicFrameLocks noGrp="1"/>
          </p:cNvGraphicFramePr>
          <p:nvPr>
            <p:extLst>
              <p:ext uri="{D42A27DB-BD31-4B8C-83A1-F6EECF244321}">
                <p14:modId xmlns:p14="http://schemas.microsoft.com/office/powerpoint/2010/main" val="100146083"/>
              </p:ext>
            </p:extLst>
          </p:nvPr>
        </p:nvGraphicFramePr>
        <p:xfrm>
          <a:off x="6525811" y="2692398"/>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b="0" dirty="0">
                          <a:solidFill>
                            <a:schemeClr val="tx1"/>
                          </a:solidFill>
                        </a:rPr>
                        <a:t>0</a:t>
                      </a:r>
                    </a:p>
                  </a:txBody>
                  <a:tcPr/>
                </a:tc>
                <a:tc>
                  <a:txBody>
                    <a:bodyPr/>
                    <a:lstStyle/>
                    <a:p>
                      <a:r>
                        <a:rPr lang="en-IN" dirty="0">
                          <a:solidFill>
                            <a:schemeClr val="tx1"/>
                          </a:solidFill>
                        </a:rPr>
                        <a:t>1</a:t>
                      </a:r>
                    </a:p>
                  </a:txBody>
                  <a:tcPr/>
                </a:tc>
                <a:tc>
                  <a:txBody>
                    <a:bodyPr/>
                    <a:lstStyle/>
                    <a:p>
                      <a:r>
                        <a:rPr lang="en-IN" dirty="0">
                          <a:solidFill>
                            <a:srgbClr val="FF0000"/>
                          </a:solidFill>
                        </a:rPr>
                        <a:t>2</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5" name="Table 30">
            <a:extLst>
              <a:ext uri="{FF2B5EF4-FFF2-40B4-BE49-F238E27FC236}">
                <a16:creationId xmlns:a16="http://schemas.microsoft.com/office/drawing/2014/main" id="{DA5B8367-879C-BAC0-7627-684D5E3C8B0A}"/>
              </a:ext>
            </a:extLst>
          </p:cNvPr>
          <p:cNvGraphicFramePr>
            <a:graphicFrameLocks noGrp="1"/>
          </p:cNvGraphicFramePr>
          <p:nvPr>
            <p:extLst>
              <p:ext uri="{D42A27DB-BD31-4B8C-83A1-F6EECF244321}">
                <p14:modId xmlns:p14="http://schemas.microsoft.com/office/powerpoint/2010/main" val="3099448362"/>
              </p:ext>
            </p:extLst>
          </p:nvPr>
        </p:nvGraphicFramePr>
        <p:xfrm>
          <a:off x="6525811" y="3986050"/>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dirty="0">
                          <a:solidFill>
                            <a:schemeClr val="tx1"/>
                          </a:solidFill>
                        </a:rPr>
                        <a:t>-1</a:t>
                      </a:r>
                    </a:p>
                  </a:txBody>
                  <a:tcPr/>
                </a:tc>
                <a:tc>
                  <a:txBody>
                    <a:bodyPr/>
                    <a:lstStyle/>
                    <a:p>
                      <a:r>
                        <a:rPr lang="en-IN" dirty="0">
                          <a:solidFill>
                            <a:schemeClr val="tx1"/>
                          </a:solidFill>
                        </a:rPr>
                        <a:t>0</a:t>
                      </a:r>
                    </a:p>
                  </a:txBody>
                  <a:tcPr/>
                </a:tc>
                <a:tc>
                  <a:txBody>
                    <a:bodyPr/>
                    <a:lstStyle/>
                    <a:p>
                      <a:r>
                        <a:rPr lang="en-IN" dirty="0">
                          <a:solidFill>
                            <a:srgbClr val="FF0000"/>
                          </a:solidFill>
                        </a:rPr>
                        <a:t>1</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6" name="Table 30">
            <a:extLst>
              <a:ext uri="{FF2B5EF4-FFF2-40B4-BE49-F238E27FC236}">
                <a16:creationId xmlns:a16="http://schemas.microsoft.com/office/drawing/2014/main" id="{12A300B2-06C4-F89A-CAC6-F789C928860E}"/>
              </a:ext>
            </a:extLst>
          </p:cNvPr>
          <p:cNvGraphicFramePr>
            <a:graphicFrameLocks noGrp="1"/>
          </p:cNvGraphicFramePr>
          <p:nvPr/>
        </p:nvGraphicFramePr>
        <p:xfrm>
          <a:off x="6525811" y="5279702"/>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dirty="0"/>
                        <a:t>F</a:t>
                      </a:r>
                    </a:p>
                  </a:txBody>
                  <a:tcPr/>
                </a:tc>
                <a:tc>
                  <a:txBody>
                    <a:bodyPr/>
                    <a:lstStyle/>
                    <a:p>
                      <a:r>
                        <a:rPr lang="en-IN" dirty="0"/>
                        <a:t>F</a:t>
                      </a:r>
                    </a:p>
                  </a:txBody>
                  <a:tcPr/>
                </a:tc>
                <a:tc>
                  <a:txBody>
                    <a:bodyPr/>
                    <a:lstStyle/>
                    <a:p>
                      <a:r>
                        <a:rPr lang="en-IN" dirty="0"/>
                        <a:t>F</a:t>
                      </a:r>
                    </a:p>
                  </a:txBody>
                  <a:tcPr/>
                </a:tc>
                <a:tc>
                  <a:txBody>
                    <a:bodyPr/>
                    <a:lstStyle/>
                    <a:p>
                      <a:r>
                        <a:rPr lang="en-IN" dirty="0"/>
                        <a:t>F</a:t>
                      </a:r>
                    </a:p>
                  </a:txBody>
                  <a:tcPr/>
                </a:tc>
                <a:tc>
                  <a:txBody>
                    <a:bodyPr/>
                    <a:lstStyle/>
                    <a:p>
                      <a:r>
                        <a:rPr lang="en-IN" dirty="0"/>
                        <a:t>F</a:t>
                      </a:r>
                    </a:p>
                  </a:txBody>
                  <a:tcPr/>
                </a:tc>
                <a:tc>
                  <a:txBody>
                    <a:bodyPr/>
                    <a:lstStyle/>
                    <a:p>
                      <a:r>
                        <a:rPr lang="en-IN" dirty="0"/>
                        <a:t>F</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sp>
        <p:nvSpPr>
          <p:cNvPr id="37" name="TextBox 36">
            <a:extLst>
              <a:ext uri="{FF2B5EF4-FFF2-40B4-BE49-F238E27FC236}">
                <a16:creationId xmlns:a16="http://schemas.microsoft.com/office/drawing/2014/main" id="{A22D1001-7329-B480-6EC2-77C92471EDB6}"/>
              </a:ext>
            </a:extLst>
          </p:cNvPr>
          <p:cNvSpPr txBox="1"/>
          <p:nvPr/>
        </p:nvSpPr>
        <p:spPr>
          <a:xfrm>
            <a:off x="5892799" y="5215500"/>
            <a:ext cx="727144" cy="461665"/>
          </a:xfrm>
          <a:prstGeom prst="rect">
            <a:avLst/>
          </a:prstGeom>
          <a:noFill/>
        </p:spPr>
        <p:txBody>
          <a:bodyPr wrap="square" rtlCol="0">
            <a:spAutoFit/>
          </a:bodyPr>
          <a:lstStyle/>
          <a:p>
            <a:r>
              <a:rPr lang="en-IN" sz="2400" b="1" dirty="0">
                <a:solidFill>
                  <a:srgbClr val="FF0000"/>
                </a:solidFill>
              </a:rPr>
              <a:t>AP</a:t>
            </a:r>
          </a:p>
        </p:txBody>
      </p:sp>
      <p:sp>
        <p:nvSpPr>
          <p:cNvPr id="38" name="TextBox 37">
            <a:extLst>
              <a:ext uri="{FF2B5EF4-FFF2-40B4-BE49-F238E27FC236}">
                <a16:creationId xmlns:a16="http://schemas.microsoft.com/office/drawing/2014/main" id="{B2161F4F-8954-3216-799C-4739C2EC4E5A}"/>
              </a:ext>
            </a:extLst>
          </p:cNvPr>
          <p:cNvSpPr txBox="1"/>
          <p:nvPr/>
        </p:nvSpPr>
        <p:spPr>
          <a:xfrm>
            <a:off x="5926667" y="1184725"/>
            <a:ext cx="727144" cy="461665"/>
          </a:xfrm>
          <a:prstGeom prst="rect">
            <a:avLst/>
          </a:prstGeom>
          <a:noFill/>
        </p:spPr>
        <p:txBody>
          <a:bodyPr wrap="square" rtlCol="0">
            <a:spAutoFit/>
          </a:bodyPr>
          <a:lstStyle/>
          <a:p>
            <a:r>
              <a:rPr lang="en-IN" sz="2400" b="1" dirty="0">
                <a:solidFill>
                  <a:srgbClr val="FF0000"/>
                </a:solidFill>
              </a:rPr>
              <a:t>DT</a:t>
            </a:r>
          </a:p>
        </p:txBody>
      </p:sp>
      <p:sp>
        <p:nvSpPr>
          <p:cNvPr id="39" name="TextBox 38">
            <a:extLst>
              <a:ext uri="{FF2B5EF4-FFF2-40B4-BE49-F238E27FC236}">
                <a16:creationId xmlns:a16="http://schemas.microsoft.com/office/drawing/2014/main" id="{48DD2684-8A3A-5530-B0C3-8CCB9BE487F4}"/>
              </a:ext>
            </a:extLst>
          </p:cNvPr>
          <p:cNvSpPr txBox="1"/>
          <p:nvPr/>
        </p:nvSpPr>
        <p:spPr>
          <a:xfrm>
            <a:off x="5798667" y="2742063"/>
            <a:ext cx="727144" cy="461665"/>
          </a:xfrm>
          <a:prstGeom prst="rect">
            <a:avLst/>
          </a:prstGeom>
          <a:noFill/>
        </p:spPr>
        <p:txBody>
          <a:bodyPr wrap="square" rtlCol="0">
            <a:spAutoFit/>
          </a:bodyPr>
          <a:lstStyle/>
          <a:p>
            <a:r>
              <a:rPr lang="en-IN" sz="2400" b="1" dirty="0">
                <a:solidFill>
                  <a:srgbClr val="FF0000"/>
                </a:solidFill>
              </a:rPr>
              <a:t>LT</a:t>
            </a:r>
          </a:p>
        </p:txBody>
      </p:sp>
      <p:sp>
        <p:nvSpPr>
          <p:cNvPr id="40" name="TextBox 39">
            <a:extLst>
              <a:ext uri="{FF2B5EF4-FFF2-40B4-BE49-F238E27FC236}">
                <a16:creationId xmlns:a16="http://schemas.microsoft.com/office/drawing/2014/main" id="{68176EF7-B9ED-1B9A-33D2-0976CEABCF92}"/>
              </a:ext>
            </a:extLst>
          </p:cNvPr>
          <p:cNvSpPr txBox="1"/>
          <p:nvPr/>
        </p:nvSpPr>
        <p:spPr>
          <a:xfrm>
            <a:off x="5528733" y="4000183"/>
            <a:ext cx="1125078" cy="461665"/>
          </a:xfrm>
          <a:prstGeom prst="rect">
            <a:avLst/>
          </a:prstGeom>
          <a:noFill/>
        </p:spPr>
        <p:txBody>
          <a:bodyPr wrap="square" rtlCol="0">
            <a:spAutoFit/>
          </a:bodyPr>
          <a:lstStyle/>
          <a:p>
            <a:r>
              <a:rPr lang="en-IN" sz="2400" b="1" dirty="0">
                <a:solidFill>
                  <a:srgbClr val="FF0000"/>
                </a:solidFill>
              </a:rPr>
              <a:t>Parent</a:t>
            </a:r>
          </a:p>
        </p:txBody>
      </p:sp>
      <p:sp>
        <p:nvSpPr>
          <p:cNvPr id="46" name="TextBox 45">
            <a:extLst>
              <a:ext uri="{FF2B5EF4-FFF2-40B4-BE49-F238E27FC236}">
                <a16:creationId xmlns:a16="http://schemas.microsoft.com/office/drawing/2014/main" id="{CF5433F2-9016-FF81-AC04-EE3757575E7C}"/>
              </a:ext>
            </a:extLst>
          </p:cNvPr>
          <p:cNvSpPr txBox="1"/>
          <p:nvPr/>
        </p:nvSpPr>
        <p:spPr>
          <a:xfrm>
            <a:off x="1670906" y="1423478"/>
            <a:ext cx="682828" cy="461665"/>
          </a:xfrm>
          <a:prstGeom prst="rect">
            <a:avLst/>
          </a:prstGeom>
          <a:noFill/>
        </p:spPr>
        <p:txBody>
          <a:bodyPr wrap="square" rtlCol="0">
            <a:spAutoFit/>
          </a:bodyPr>
          <a:lstStyle/>
          <a:p>
            <a:r>
              <a:rPr lang="en-IN" sz="2400" b="1" dirty="0"/>
              <a:t>C=1</a:t>
            </a:r>
          </a:p>
        </p:txBody>
      </p:sp>
      <p:sp>
        <p:nvSpPr>
          <p:cNvPr id="47" name="TextBox 46">
            <a:extLst>
              <a:ext uri="{FF2B5EF4-FFF2-40B4-BE49-F238E27FC236}">
                <a16:creationId xmlns:a16="http://schemas.microsoft.com/office/drawing/2014/main" id="{1346C774-A701-55B7-96B4-D9EEF71AEB88}"/>
              </a:ext>
            </a:extLst>
          </p:cNvPr>
          <p:cNvSpPr txBox="1"/>
          <p:nvPr/>
        </p:nvSpPr>
        <p:spPr>
          <a:xfrm>
            <a:off x="0" y="741345"/>
            <a:ext cx="5003799" cy="461665"/>
          </a:xfrm>
          <a:prstGeom prst="rect">
            <a:avLst/>
          </a:prstGeom>
          <a:noFill/>
        </p:spPr>
        <p:txBody>
          <a:bodyPr wrap="square" rtlCol="0">
            <a:spAutoFit/>
          </a:bodyPr>
          <a:lstStyle/>
          <a:p>
            <a:r>
              <a:rPr lang="en-IN" sz="2400" b="1" dirty="0">
                <a:solidFill>
                  <a:srgbClr val="FF0000"/>
                </a:solidFill>
              </a:rPr>
              <a:t>Time =2 </a:t>
            </a:r>
          </a:p>
        </p:txBody>
      </p:sp>
      <p:cxnSp>
        <p:nvCxnSpPr>
          <p:cNvPr id="9" name="Straight Connector 8">
            <a:extLst>
              <a:ext uri="{FF2B5EF4-FFF2-40B4-BE49-F238E27FC236}">
                <a16:creationId xmlns:a16="http://schemas.microsoft.com/office/drawing/2014/main" id="{79C7AB70-A857-53E7-167F-9B6ADACCAB62}"/>
              </a:ext>
            </a:extLst>
          </p:cNvPr>
          <p:cNvCxnSpPr>
            <a:cxnSpLocks/>
            <a:stCxn id="4" idx="3"/>
          </p:cNvCxnSpPr>
          <p:nvPr/>
        </p:nvCxnSpPr>
        <p:spPr>
          <a:xfrm flipH="1">
            <a:off x="2868218" y="1627030"/>
            <a:ext cx="1397000" cy="472173"/>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5F20C0F-AABC-77CA-3E7E-0F2524E7F2B8}"/>
              </a:ext>
            </a:extLst>
          </p:cNvPr>
          <p:cNvSpPr txBox="1"/>
          <p:nvPr/>
        </p:nvSpPr>
        <p:spPr>
          <a:xfrm>
            <a:off x="4698494" y="929941"/>
            <a:ext cx="942817" cy="461665"/>
          </a:xfrm>
          <a:prstGeom prst="rect">
            <a:avLst/>
          </a:prstGeom>
          <a:noFill/>
        </p:spPr>
        <p:txBody>
          <a:bodyPr wrap="square" rtlCol="0">
            <a:spAutoFit/>
          </a:bodyPr>
          <a:lstStyle/>
          <a:p>
            <a:r>
              <a:rPr lang="en-IN" sz="2400" b="1" dirty="0"/>
              <a:t>C=1</a:t>
            </a:r>
          </a:p>
        </p:txBody>
      </p:sp>
      <p:sp>
        <p:nvSpPr>
          <p:cNvPr id="2" name="TextBox 1">
            <a:extLst>
              <a:ext uri="{FF2B5EF4-FFF2-40B4-BE49-F238E27FC236}">
                <a16:creationId xmlns:a16="http://schemas.microsoft.com/office/drawing/2014/main" id="{9D78BAFF-F49D-C5B0-1BC0-E4136F06EC3B}"/>
              </a:ext>
            </a:extLst>
          </p:cNvPr>
          <p:cNvSpPr txBox="1"/>
          <p:nvPr/>
        </p:nvSpPr>
        <p:spPr>
          <a:xfrm>
            <a:off x="888999" y="4727730"/>
            <a:ext cx="5003799" cy="1200329"/>
          </a:xfrm>
          <a:prstGeom prst="rect">
            <a:avLst/>
          </a:prstGeom>
          <a:noFill/>
        </p:spPr>
        <p:txBody>
          <a:bodyPr wrap="square" rtlCol="0">
            <a:spAutoFit/>
          </a:bodyPr>
          <a:lstStyle/>
          <a:p>
            <a:r>
              <a:rPr lang="en-IN" sz="2400" b="1" dirty="0">
                <a:solidFill>
                  <a:srgbClr val="FF0000"/>
                </a:solidFill>
              </a:rPr>
              <a:t>DT for node 2 = 2</a:t>
            </a:r>
          </a:p>
          <a:p>
            <a:r>
              <a:rPr lang="en-IN" sz="2400" b="1" dirty="0">
                <a:solidFill>
                  <a:srgbClr val="FF0000"/>
                </a:solidFill>
              </a:rPr>
              <a:t>And LT for node 2 = 2</a:t>
            </a:r>
          </a:p>
          <a:p>
            <a:r>
              <a:rPr lang="en-IN" sz="2400" b="1" dirty="0">
                <a:solidFill>
                  <a:srgbClr val="FF0000"/>
                </a:solidFill>
              </a:rPr>
              <a:t>Parent of Node 2 = 1 </a:t>
            </a:r>
          </a:p>
        </p:txBody>
      </p:sp>
      <p:cxnSp>
        <p:nvCxnSpPr>
          <p:cNvPr id="19" name="Straight Connector 18">
            <a:extLst>
              <a:ext uri="{FF2B5EF4-FFF2-40B4-BE49-F238E27FC236}">
                <a16:creationId xmlns:a16="http://schemas.microsoft.com/office/drawing/2014/main" id="{16190E2A-78A9-15E6-BAE9-FC39ECF51326}"/>
              </a:ext>
            </a:extLst>
          </p:cNvPr>
          <p:cNvCxnSpPr>
            <a:cxnSpLocks/>
          </p:cNvCxnSpPr>
          <p:nvPr/>
        </p:nvCxnSpPr>
        <p:spPr>
          <a:xfrm flipV="1">
            <a:off x="4630255" y="1701399"/>
            <a:ext cx="68239" cy="743754"/>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B05A58F2-1EEC-216F-2DAB-3FE9E60599E3}"/>
              </a:ext>
            </a:extLst>
          </p:cNvPr>
          <p:cNvSpPr txBox="1"/>
          <p:nvPr/>
        </p:nvSpPr>
        <p:spPr>
          <a:xfrm>
            <a:off x="4830492" y="2181261"/>
            <a:ext cx="942817" cy="461665"/>
          </a:xfrm>
          <a:prstGeom prst="rect">
            <a:avLst/>
          </a:prstGeom>
          <a:noFill/>
        </p:spPr>
        <p:txBody>
          <a:bodyPr wrap="square" rtlCol="0">
            <a:spAutoFit/>
          </a:bodyPr>
          <a:lstStyle/>
          <a:p>
            <a:r>
              <a:rPr lang="en-IN" sz="2400" b="1" dirty="0"/>
              <a:t>C=0</a:t>
            </a:r>
          </a:p>
        </p:txBody>
      </p:sp>
    </p:spTree>
    <p:extLst>
      <p:ext uri="{BB962C8B-B14F-4D97-AF65-F5344CB8AC3E}">
        <p14:creationId xmlns:p14="http://schemas.microsoft.com/office/powerpoint/2010/main" val="428615642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AB8BFD-5C1F-445C-8050-CE8F451E95B0}"/>
              </a:ext>
            </a:extLst>
          </p:cNvPr>
          <p:cNvSpPr txBox="1"/>
          <p:nvPr/>
        </p:nvSpPr>
        <p:spPr>
          <a:xfrm>
            <a:off x="635000" y="0"/>
            <a:ext cx="10515599" cy="730291"/>
          </a:xfrm>
          <a:prstGeom prst="rect">
            <a:avLst/>
          </a:prstGeom>
        </p:spPr>
        <p:txBody>
          <a:bodyPr vert="horz" lIns="91440" tIns="45720" rIns="91440" bIns="45720" rtlCol="0" anchor="b">
            <a:normAutofit fontScale="92500" lnSpcReduction="10000"/>
          </a:bodyPr>
          <a:lstStyle/>
          <a:p>
            <a:pPr lvl="0" algn="ctr"/>
            <a:r>
              <a:rPr lang="en-US" sz="4800" dirty="0">
                <a:solidFill>
                  <a:schemeClr val="bg1"/>
                </a:solidFill>
                <a:latin typeface="Times New Roman" panose="02020603050405020304" pitchFamily="18" charset="0"/>
                <a:cs typeface="Times New Roman" panose="02020603050405020304" pitchFamily="18" charset="0"/>
              </a:rPr>
              <a:t>Algorithm on Example</a:t>
            </a:r>
          </a:p>
        </p:txBody>
      </p:sp>
      <p:sp>
        <p:nvSpPr>
          <p:cNvPr id="4" name="Oval 3">
            <a:extLst>
              <a:ext uri="{FF2B5EF4-FFF2-40B4-BE49-F238E27FC236}">
                <a16:creationId xmlns:a16="http://schemas.microsoft.com/office/drawing/2014/main" id="{D1821021-BB21-7736-5D44-28091022EDE7}"/>
              </a:ext>
            </a:extLst>
          </p:cNvPr>
          <p:cNvSpPr/>
          <p:nvPr/>
        </p:nvSpPr>
        <p:spPr>
          <a:xfrm>
            <a:off x="4148666" y="1135611"/>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a:t>
            </a:r>
          </a:p>
        </p:txBody>
      </p:sp>
      <p:sp>
        <p:nvSpPr>
          <p:cNvPr id="5" name="Oval 4">
            <a:extLst>
              <a:ext uri="{FF2B5EF4-FFF2-40B4-BE49-F238E27FC236}">
                <a16:creationId xmlns:a16="http://schemas.microsoft.com/office/drawing/2014/main" id="{BF0ECCAA-9F57-0EF8-1E73-52168BBDAB43}"/>
              </a:ext>
            </a:extLst>
          </p:cNvPr>
          <p:cNvSpPr/>
          <p:nvPr/>
        </p:nvSpPr>
        <p:spPr>
          <a:xfrm>
            <a:off x="2082800" y="1828800"/>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0</a:t>
            </a:r>
          </a:p>
        </p:txBody>
      </p:sp>
      <p:sp>
        <p:nvSpPr>
          <p:cNvPr id="6" name="Oval 5">
            <a:extLst>
              <a:ext uri="{FF2B5EF4-FFF2-40B4-BE49-F238E27FC236}">
                <a16:creationId xmlns:a16="http://schemas.microsoft.com/office/drawing/2014/main" id="{B7BD9409-61B6-7F00-716E-95869A641E27}"/>
              </a:ext>
            </a:extLst>
          </p:cNvPr>
          <p:cNvSpPr/>
          <p:nvPr/>
        </p:nvSpPr>
        <p:spPr>
          <a:xfrm>
            <a:off x="4148667" y="2404532"/>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a:t>
            </a:r>
          </a:p>
        </p:txBody>
      </p:sp>
      <p:sp>
        <p:nvSpPr>
          <p:cNvPr id="7" name="Oval 6">
            <a:extLst>
              <a:ext uri="{FF2B5EF4-FFF2-40B4-BE49-F238E27FC236}">
                <a16:creationId xmlns:a16="http://schemas.microsoft.com/office/drawing/2014/main" id="{3B7FFA91-A20C-C438-8454-E221600AB24C}"/>
              </a:ext>
            </a:extLst>
          </p:cNvPr>
          <p:cNvSpPr/>
          <p:nvPr/>
        </p:nvSpPr>
        <p:spPr>
          <a:xfrm>
            <a:off x="1286933" y="2692398"/>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3</a:t>
            </a:r>
          </a:p>
        </p:txBody>
      </p:sp>
      <p:sp>
        <p:nvSpPr>
          <p:cNvPr id="8" name="Oval 7">
            <a:extLst>
              <a:ext uri="{FF2B5EF4-FFF2-40B4-BE49-F238E27FC236}">
                <a16:creationId xmlns:a16="http://schemas.microsoft.com/office/drawing/2014/main" id="{222D97F3-E380-5D1E-C845-C32472FFA81E}"/>
              </a:ext>
            </a:extLst>
          </p:cNvPr>
          <p:cNvSpPr/>
          <p:nvPr/>
        </p:nvSpPr>
        <p:spPr>
          <a:xfrm>
            <a:off x="888999" y="3589869"/>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4</a:t>
            </a:r>
          </a:p>
        </p:txBody>
      </p:sp>
      <p:cxnSp>
        <p:nvCxnSpPr>
          <p:cNvPr id="10" name="Straight Connector 9">
            <a:extLst>
              <a:ext uri="{FF2B5EF4-FFF2-40B4-BE49-F238E27FC236}">
                <a16:creationId xmlns:a16="http://schemas.microsoft.com/office/drawing/2014/main" id="{09A58623-EF58-16E4-FFB5-09B3EA357A30}"/>
              </a:ext>
            </a:extLst>
          </p:cNvPr>
          <p:cNvCxnSpPr>
            <a:cxnSpLocks/>
            <a:stCxn id="5" idx="7"/>
            <a:endCxn id="4" idx="2"/>
          </p:cNvCxnSpPr>
          <p:nvPr/>
        </p:nvCxnSpPr>
        <p:spPr>
          <a:xfrm flipV="1">
            <a:off x="2762115" y="1423478"/>
            <a:ext cx="1386551" cy="489636"/>
          </a:xfrm>
          <a:prstGeom prst="line">
            <a:avLst/>
          </a:prstGeom>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20EA87AD-BE73-2BA4-79F7-884E66560162}"/>
              </a:ext>
            </a:extLst>
          </p:cNvPr>
          <p:cNvSpPr/>
          <p:nvPr/>
        </p:nvSpPr>
        <p:spPr>
          <a:xfrm>
            <a:off x="2480733" y="3589869"/>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5</a:t>
            </a:r>
          </a:p>
        </p:txBody>
      </p:sp>
      <p:cxnSp>
        <p:nvCxnSpPr>
          <p:cNvPr id="16" name="Straight Connector 15">
            <a:extLst>
              <a:ext uri="{FF2B5EF4-FFF2-40B4-BE49-F238E27FC236}">
                <a16:creationId xmlns:a16="http://schemas.microsoft.com/office/drawing/2014/main" id="{47DA8A62-16C5-7009-4647-4E916F109703}"/>
              </a:ext>
            </a:extLst>
          </p:cNvPr>
          <p:cNvCxnSpPr>
            <a:stCxn id="4" idx="4"/>
            <a:endCxn id="6" idx="0"/>
          </p:cNvCxnSpPr>
          <p:nvPr/>
        </p:nvCxnSpPr>
        <p:spPr>
          <a:xfrm>
            <a:off x="4546600" y="1711344"/>
            <a:ext cx="1" cy="6931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5A191AB-B741-5493-8A1B-31838AAC0A0E}"/>
              </a:ext>
            </a:extLst>
          </p:cNvPr>
          <p:cNvCxnSpPr>
            <a:cxnSpLocks/>
            <a:stCxn id="5" idx="5"/>
            <a:endCxn id="6" idx="1"/>
          </p:cNvCxnSpPr>
          <p:nvPr/>
        </p:nvCxnSpPr>
        <p:spPr>
          <a:xfrm>
            <a:off x="2762115" y="2320219"/>
            <a:ext cx="1503104" cy="1686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C221A88-AF58-32D1-12A8-E28053406E1C}"/>
              </a:ext>
            </a:extLst>
          </p:cNvPr>
          <p:cNvCxnSpPr>
            <a:stCxn id="5" idx="3"/>
          </p:cNvCxnSpPr>
          <p:nvPr/>
        </p:nvCxnSpPr>
        <p:spPr>
          <a:xfrm flipH="1">
            <a:off x="1828800" y="2320219"/>
            <a:ext cx="370552" cy="37217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51D4063-6D61-CAC3-AED3-5E9186548837}"/>
              </a:ext>
            </a:extLst>
          </p:cNvPr>
          <p:cNvCxnSpPr>
            <a:endCxn id="8" idx="0"/>
          </p:cNvCxnSpPr>
          <p:nvPr/>
        </p:nvCxnSpPr>
        <p:spPr>
          <a:xfrm flipH="1">
            <a:off x="1286933" y="3268131"/>
            <a:ext cx="254000" cy="321738"/>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F138662-0895-1814-1567-7A18FC0A2FDC}"/>
              </a:ext>
            </a:extLst>
          </p:cNvPr>
          <p:cNvCxnSpPr>
            <a:cxnSpLocks/>
            <a:stCxn id="7" idx="5"/>
            <a:endCxn id="14" idx="1"/>
          </p:cNvCxnSpPr>
          <p:nvPr/>
        </p:nvCxnSpPr>
        <p:spPr>
          <a:xfrm>
            <a:off x="1966248" y="3183817"/>
            <a:ext cx="631037" cy="490366"/>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0" name="Table 30">
            <a:extLst>
              <a:ext uri="{FF2B5EF4-FFF2-40B4-BE49-F238E27FC236}">
                <a16:creationId xmlns:a16="http://schemas.microsoft.com/office/drawing/2014/main" id="{4837F24E-408A-273C-474D-F810E5F92BBF}"/>
              </a:ext>
            </a:extLst>
          </p:cNvPr>
          <p:cNvGraphicFramePr>
            <a:graphicFrameLocks noGrp="1"/>
          </p:cNvGraphicFramePr>
          <p:nvPr>
            <p:extLst>
              <p:ext uri="{D42A27DB-BD31-4B8C-83A1-F6EECF244321}">
                <p14:modId xmlns:p14="http://schemas.microsoft.com/office/powerpoint/2010/main" val="3161528726"/>
              </p:ext>
            </p:extLst>
          </p:nvPr>
        </p:nvGraphicFramePr>
        <p:xfrm>
          <a:off x="6525811" y="1388533"/>
          <a:ext cx="4624788" cy="73660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189765">
                <a:tc>
                  <a:txBody>
                    <a:bodyPr/>
                    <a:lstStyle/>
                    <a:p>
                      <a:r>
                        <a:rPr lang="en-IN" b="0" dirty="0">
                          <a:solidFill>
                            <a:schemeClr val="tx1"/>
                          </a:solidFill>
                        </a:rPr>
                        <a:t>0</a:t>
                      </a:r>
                    </a:p>
                  </a:txBody>
                  <a:tcPr/>
                </a:tc>
                <a:tc>
                  <a:txBody>
                    <a:bodyPr/>
                    <a:lstStyle/>
                    <a:p>
                      <a:r>
                        <a:rPr lang="en-IN" dirty="0">
                          <a:solidFill>
                            <a:schemeClr val="tx1"/>
                          </a:solidFill>
                        </a:rPr>
                        <a:t>1</a:t>
                      </a:r>
                    </a:p>
                  </a:txBody>
                  <a:tcPr/>
                </a:tc>
                <a:tc>
                  <a:txBody>
                    <a:bodyPr/>
                    <a:lstStyle/>
                    <a:p>
                      <a:r>
                        <a:rPr lang="en-IN" dirty="0">
                          <a:solidFill>
                            <a:schemeClr val="tx1"/>
                          </a:solidFill>
                        </a:rPr>
                        <a:t>2</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4" name="Table 30">
            <a:extLst>
              <a:ext uri="{FF2B5EF4-FFF2-40B4-BE49-F238E27FC236}">
                <a16:creationId xmlns:a16="http://schemas.microsoft.com/office/drawing/2014/main" id="{709B6A5F-F912-F803-2CEA-A779E035C599}"/>
              </a:ext>
            </a:extLst>
          </p:cNvPr>
          <p:cNvGraphicFramePr>
            <a:graphicFrameLocks noGrp="1"/>
          </p:cNvGraphicFramePr>
          <p:nvPr>
            <p:extLst>
              <p:ext uri="{D42A27DB-BD31-4B8C-83A1-F6EECF244321}">
                <p14:modId xmlns:p14="http://schemas.microsoft.com/office/powerpoint/2010/main" val="2867233559"/>
              </p:ext>
            </p:extLst>
          </p:nvPr>
        </p:nvGraphicFramePr>
        <p:xfrm>
          <a:off x="6525811" y="2692398"/>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b="0" dirty="0">
                          <a:solidFill>
                            <a:schemeClr val="tx1"/>
                          </a:solidFill>
                        </a:rPr>
                        <a:t>0</a:t>
                      </a:r>
                    </a:p>
                  </a:txBody>
                  <a:tcPr/>
                </a:tc>
                <a:tc>
                  <a:txBody>
                    <a:bodyPr/>
                    <a:lstStyle/>
                    <a:p>
                      <a:r>
                        <a:rPr lang="en-IN" dirty="0">
                          <a:solidFill>
                            <a:schemeClr val="tx1"/>
                          </a:solidFill>
                        </a:rPr>
                        <a:t>1</a:t>
                      </a:r>
                    </a:p>
                  </a:txBody>
                  <a:tcPr/>
                </a:tc>
                <a:tc>
                  <a:txBody>
                    <a:bodyPr/>
                    <a:lstStyle/>
                    <a:p>
                      <a:r>
                        <a:rPr lang="en-IN" dirty="0">
                          <a:solidFill>
                            <a:srgbClr val="FF0000"/>
                          </a:solidFill>
                        </a:rPr>
                        <a:t>0</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5" name="Table 30">
            <a:extLst>
              <a:ext uri="{FF2B5EF4-FFF2-40B4-BE49-F238E27FC236}">
                <a16:creationId xmlns:a16="http://schemas.microsoft.com/office/drawing/2014/main" id="{DA5B8367-879C-BAC0-7627-684D5E3C8B0A}"/>
              </a:ext>
            </a:extLst>
          </p:cNvPr>
          <p:cNvGraphicFramePr>
            <a:graphicFrameLocks noGrp="1"/>
          </p:cNvGraphicFramePr>
          <p:nvPr>
            <p:extLst>
              <p:ext uri="{D42A27DB-BD31-4B8C-83A1-F6EECF244321}">
                <p14:modId xmlns:p14="http://schemas.microsoft.com/office/powerpoint/2010/main" val="4119879817"/>
              </p:ext>
            </p:extLst>
          </p:nvPr>
        </p:nvGraphicFramePr>
        <p:xfrm>
          <a:off x="6525811" y="3986050"/>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dirty="0">
                          <a:solidFill>
                            <a:schemeClr val="tx1"/>
                          </a:solidFill>
                        </a:rPr>
                        <a:t>-1</a:t>
                      </a:r>
                    </a:p>
                  </a:txBody>
                  <a:tcPr/>
                </a:tc>
                <a:tc>
                  <a:txBody>
                    <a:bodyPr/>
                    <a:lstStyle/>
                    <a:p>
                      <a:r>
                        <a:rPr lang="en-IN" dirty="0">
                          <a:solidFill>
                            <a:schemeClr val="tx1"/>
                          </a:solidFill>
                        </a:rPr>
                        <a:t>0</a:t>
                      </a:r>
                    </a:p>
                  </a:txBody>
                  <a:tcPr/>
                </a:tc>
                <a:tc>
                  <a:txBody>
                    <a:bodyPr/>
                    <a:lstStyle/>
                    <a:p>
                      <a:r>
                        <a:rPr lang="en-IN" dirty="0">
                          <a:solidFill>
                            <a:schemeClr val="tx1"/>
                          </a:solidFill>
                        </a:rPr>
                        <a:t>1</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6" name="Table 30">
            <a:extLst>
              <a:ext uri="{FF2B5EF4-FFF2-40B4-BE49-F238E27FC236}">
                <a16:creationId xmlns:a16="http://schemas.microsoft.com/office/drawing/2014/main" id="{12A300B2-06C4-F89A-CAC6-F789C928860E}"/>
              </a:ext>
            </a:extLst>
          </p:cNvPr>
          <p:cNvGraphicFramePr>
            <a:graphicFrameLocks noGrp="1"/>
          </p:cNvGraphicFramePr>
          <p:nvPr/>
        </p:nvGraphicFramePr>
        <p:xfrm>
          <a:off x="6525811" y="5279702"/>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dirty="0"/>
                        <a:t>F</a:t>
                      </a:r>
                    </a:p>
                  </a:txBody>
                  <a:tcPr/>
                </a:tc>
                <a:tc>
                  <a:txBody>
                    <a:bodyPr/>
                    <a:lstStyle/>
                    <a:p>
                      <a:r>
                        <a:rPr lang="en-IN" dirty="0"/>
                        <a:t>F</a:t>
                      </a:r>
                    </a:p>
                  </a:txBody>
                  <a:tcPr/>
                </a:tc>
                <a:tc>
                  <a:txBody>
                    <a:bodyPr/>
                    <a:lstStyle/>
                    <a:p>
                      <a:r>
                        <a:rPr lang="en-IN" dirty="0"/>
                        <a:t>F</a:t>
                      </a:r>
                    </a:p>
                  </a:txBody>
                  <a:tcPr/>
                </a:tc>
                <a:tc>
                  <a:txBody>
                    <a:bodyPr/>
                    <a:lstStyle/>
                    <a:p>
                      <a:r>
                        <a:rPr lang="en-IN" dirty="0"/>
                        <a:t>F</a:t>
                      </a:r>
                    </a:p>
                  </a:txBody>
                  <a:tcPr/>
                </a:tc>
                <a:tc>
                  <a:txBody>
                    <a:bodyPr/>
                    <a:lstStyle/>
                    <a:p>
                      <a:r>
                        <a:rPr lang="en-IN" dirty="0"/>
                        <a:t>F</a:t>
                      </a:r>
                    </a:p>
                  </a:txBody>
                  <a:tcPr/>
                </a:tc>
                <a:tc>
                  <a:txBody>
                    <a:bodyPr/>
                    <a:lstStyle/>
                    <a:p>
                      <a:r>
                        <a:rPr lang="en-IN" dirty="0"/>
                        <a:t>F</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sp>
        <p:nvSpPr>
          <p:cNvPr id="37" name="TextBox 36">
            <a:extLst>
              <a:ext uri="{FF2B5EF4-FFF2-40B4-BE49-F238E27FC236}">
                <a16:creationId xmlns:a16="http://schemas.microsoft.com/office/drawing/2014/main" id="{A22D1001-7329-B480-6EC2-77C92471EDB6}"/>
              </a:ext>
            </a:extLst>
          </p:cNvPr>
          <p:cNvSpPr txBox="1"/>
          <p:nvPr/>
        </p:nvSpPr>
        <p:spPr>
          <a:xfrm>
            <a:off x="5892799" y="5215500"/>
            <a:ext cx="727144" cy="461665"/>
          </a:xfrm>
          <a:prstGeom prst="rect">
            <a:avLst/>
          </a:prstGeom>
          <a:noFill/>
        </p:spPr>
        <p:txBody>
          <a:bodyPr wrap="square" rtlCol="0">
            <a:spAutoFit/>
          </a:bodyPr>
          <a:lstStyle/>
          <a:p>
            <a:r>
              <a:rPr lang="en-IN" sz="2400" b="1" dirty="0">
                <a:solidFill>
                  <a:srgbClr val="FF0000"/>
                </a:solidFill>
              </a:rPr>
              <a:t>AP</a:t>
            </a:r>
          </a:p>
        </p:txBody>
      </p:sp>
      <p:sp>
        <p:nvSpPr>
          <p:cNvPr id="38" name="TextBox 37">
            <a:extLst>
              <a:ext uri="{FF2B5EF4-FFF2-40B4-BE49-F238E27FC236}">
                <a16:creationId xmlns:a16="http://schemas.microsoft.com/office/drawing/2014/main" id="{B2161F4F-8954-3216-799C-4739C2EC4E5A}"/>
              </a:ext>
            </a:extLst>
          </p:cNvPr>
          <p:cNvSpPr txBox="1"/>
          <p:nvPr/>
        </p:nvSpPr>
        <p:spPr>
          <a:xfrm>
            <a:off x="5926667" y="1184725"/>
            <a:ext cx="727144" cy="461665"/>
          </a:xfrm>
          <a:prstGeom prst="rect">
            <a:avLst/>
          </a:prstGeom>
          <a:noFill/>
        </p:spPr>
        <p:txBody>
          <a:bodyPr wrap="square" rtlCol="0">
            <a:spAutoFit/>
          </a:bodyPr>
          <a:lstStyle/>
          <a:p>
            <a:r>
              <a:rPr lang="en-IN" sz="2400" b="1" dirty="0">
                <a:solidFill>
                  <a:srgbClr val="FF0000"/>
                </a:solidFill>
              </a:rPr>
              <a:t>DT</a:t>
            </a:r>
          </a:p>
        </p:txBody>
      </p:sp>
      <p:sp>
        <p:nvSpPr>
          <p:cNvPr id="39" name="TextBox 38">
            <a:extLst>
              <a:ext uri="{FF2B5EF4-FFF2-40B4-BE49-F238E27FC236}">
                <a16:creationId xmlns:a16="http://schemas.microsoft.com/office/drawing/2014/main" id="{48DD2684-8A3A-5530-B0C3-8CCB9BE487F4}"/>
              </a:ext>
            </a:extLst>
          </p:cNvPr>
          <p:cNvSpPr txBox="1"/>
          <p:nvPr/>
        </p:nvSpPr>
        <p:spPr>
          <a:xfrm>
            <a:off x="5798667" y="2742063"/>
            <a:ext cx="727144" cy="461665"/>
          </a:xfrm>
          <a:prstGeom prst="rect">
            <a:avLst/>
          </a:prstGeom>
          <a:noFill/>
        </p:spPr>
        <p:txBody>
          <a:bodyPr wrap="square" rtlCol="0">
            <a:spAutoFit/>
          </a:bodyPr>
          <a:lstStyle/>
          <a:p>
            <a:r>
              <a:rPr lang="en-IN" sz="2400" b="1" dirty="0">
                <a:solidFill>
                  <a:srgbClr val="FF0000"/>
                </a:solidFill>
              </a:rPr>
              <a:t>LT</a:t>
            </a:r>
          </a:p>
        </p:txBody>
      </p:sp>
      <p:sp>
        <p:nvSpPr>
          <p:cNvPr id="40" name="TextBox 39">
            <a:extLst>
              <a:ext uri="{FF2B5EF4-FFF2-40B4-BE49-F238E27FC236}">
                <a16:creationId xmlns:a16="http://schemas.microsoft.com/office/drawing/2014/main" id="{68176EF7-B9ED-1B9A-33D2-0976CEABCF92}"/>
              </a:ext>
            </a:extLst>
          </p:cNvPr>
          <p:cNvSpPr txBox="1"/>
          <p:nvPr/>
        </p:nvSpPr>
        <p:spPr>
          <a:xfrm>
            <a:off x="5528733" y="4000183"/>
            <a:ext cx="1125078" cy="461665"/>
          </a:xfrm>
          <a:prstGeom prst="rect">
            <a:avLst/>
          </a:prstGeom>
          <a:noFill/>
        </p:spPr>
        <p:txBody>
          <a:bodyPr wrap="square" rtlCol="0">
            <a:spAutoFit/>
          </a:bodyPr>
          <a:lstStyle/>
          <a:p>
            <a:r>
              <a:rPr lang="en-IN" sz="2400" b="1" dirty="0">
                <a:solidFill>
                  <a:srgbClr val="FF0000"/>
                </a:solidFill>
              </a:rPr>
              <a:t>Parent</a:t>
            </a:r>
          </a:p>
        </p:txBody>
      </p:sp>
      <p:sp>
        <p:nvSpPr>
          <p:cNvPr id="46" name="TextBox 45">
            <a:extLst>
              <a:ext uri="{FF2B5EF4-FFF2-40B4-BE49-F238E27FC236}">
                <a16:creationId xmlns:a16="http://schemas.microsoft.com/office/drawing/2014/main" id="{CF5433F2-9016-FF81-AC04-EE3757575E7C}"/>
              </a:ext>
            </a:extLst>
          </p:cNvPr>
          <p:cNvSpPr txBox="1"/>
          <p:nvPr/>
        </p:nvSpPr>
        <p:spPr>
          <a:xfrm>
            <a:off x="1670906" y="1423478"/>
            <a:ext cx="682828" cy="461665"/>
          </a:xfrm>
          <a:prstGeom prst="rect">
            <a:avLst/>
          </a:prstGeom>
          <a:noFill/>
        </p:spPr>
        <p:txBody>
          <a:bodyPr wrap="square" rtlCol="0">
            <a:spAutoFit/>
          </a:bodyPr>
          <a:lstStyle/>
          <a:p>
            <a:r>
              <a:rPr lang="en-IN" sz="2400" b="1" dirty="0"/>
              <a:t>C=1</a:t>
            </a:r>
          </a:p>
        </p:txBody>
      </p:sp>
      <p:sp>
        <p:nvSpPr>
          <p:cNvPr id="47" name="TextBox 46">
            <a:extLst>
              <a:ext uri="{FF2B5EF4-FFF2-40B4-BE49-F238E27FC236}">
                <a16:creationId xmlns:a16="http://schemas.microsoft.com/office/drawing/2014/main" id="{1346C774-A701-55B7-96B4-D9EEF71AEB88}"/>
              </a:ext>
            </a:extLst>
          </p:cNvPr>
          <p:cNvSpPr txBox="1"/>
          <p:nvPr/>
        </p:nvSpPr>
        <p:spPr>
          <a:xfrm>
            <a:off x="0" y="741345"/>
            <a:ext cx="5003799" cy="461665"/>
          </a:xfrm>
          <a:prstGeom prst="rect">
            <a:avLst/>
          </a:prstGeom>
          <a:noFill/>
        </p:spPr>
        <p:txBody>
          <a:bodyPr wrap="square" rtlCol="0">
            <a:spAutoFit/>
          </a:bodyPr>
          <a:lstStyle/>
          <a:p>
            <a:r>
              <a:rPr lang="en-IN" sz="2400" b="1" dirty="0">
                <a:solidFill>
                  <a:srgbClr val="FF0000"/>
                </a:solidFill>
              </a:rPr>
              <a:t>Time =3 </a:t>
            </a:r>
          </a:p>
        </p:txBody>
      </p:sp>
      <p:cxnSp>
        <p:nvCxnSpPr>
          <p:cNvPr id="9" name="Straight Connector 8">
            <a:extLst>
              <a:ext uri="{FF2B5EF4-FFF2-40B4-BE49-F238E27FC236}">
                <a16:creationId xmlns:a16="http://schemas.microsoft.com/office/drawing/2014/main" id="{79C7AB70-A857-53E7-167F-9B6ADACCAB62}"/>
              </a:ext>
            </a:extLst>
          </p:cNvPr>
          <p:cNvCxnSpPr>
            <a:cxnSpLocks/>
          </p:cNvCxnSpPr>
          <p:nvPr/>
        </p:nvCxnSpPr>
        <p:spPr>
          <a:xfrm flipH="1">
            <a:off x="2868218" y="1627030"/>
            <a:ext cx="1397000" cy="472173"/>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5F20C0F-AABC-77CA-3E7E-0F2524E7F2B8}"/>
              </a:ext>
            </a:extLst>
          </p:cNvPr>
          <p:cNvSpPr txBox="1"/>
          <p:nvPr/>
        </p:nvSpPr>
        <p:spPr>
          <a:xfrm>
            <a:off x="4708952" y="862622"/>
            <a:ext cx="682828" cy="461665"/>
          </a:xfrm>
          <a:prstGeom prst="rect">
            <a:avLst/>
          </a:prstGeom>
          <a:noFill/>
        </p:spPr>
        <p:txBody>
          <a:bodyPr wrap="square" rtlCol="0">
            <a:spAutoFit/>
          </a:bodyPr>
          <a:lstStyle/>
          <a:p>
            <a:r>
              <a:rPr lang="en-IN" sz="2400" b="1" dirty="0"/>
              <a:t>C=1</a:t>
            </a:r>
          </a:p>
        </p:txBody>
      </p:sp>
      <p:sp>
        <p:nvSpPr>
          <p:cNvPr id="11" name="TextBox 10">
            <a:extLst>
              <a:ext uri="{FF2B5EF4-FFF2-40B4-BE49-F238E27FC236}">
                <a16:creationId xmlns:a16="http://schemas.microsoft.com/office/drawing/2014/main" id="{18516D89-DBFA-CF8E-CA28-822B60879054}"/>
              </a:ext>
            </a:extLst>
          </p:cNvPr>
          <p:cNvSpPr txBox="1"/>
          <p:nvPr/>
        </p:nvSpPr>
        <p:spPr>
          <a:xfrm>
            <a:off x="4603119" y="2044643"/>
            <a:ext cx="682828" cy="461665"/>
          </a:xfrm>
          <a:prstGeom prst="rect">
            <a:avLst/>
          </a:prstGeom>
          <a:noFill/>
        </p:spPr>
        <p:txBody>
          <a:bodyPr wrap="square" rtlCol="0">
            <a:spAutoFit/>
          </a:bodyPr>
          <a:lstStyle/>
          <a:p>
            <a:r>
              <a:rPr lang="en-IN" sz="2400" b="1" dirty="0"/>
              <a:t>C=1</a:t>
            </a:r>
          </a:p>
        </p:txBody>
      </p:sp>
      <p:cxnSp>
        <p:nvCxnSpPr>
          <p:cNvPr id="13" name="Straight Connector 12">
            <a:extLst>
              <a:ext uri="{FF2B5EF4-FFF2-40B4-BE49-F238E27FC236}">
                <a16:creationId xmlns:a16="http://schemas.microsoft.com/office/drawing/2014/main" id="{2345904B-FB1D-BF38-71CC-6D9164EB7614}"/>
              </a:ext>
            </a:extLst>
          </p:cNvPr>
          <p:cNvCxnSpPr>
            <a:cxnSpLocks/>
          </p:cNvCxnSpPr>
          <p:nvPr/>
        </p:nvCxnSpPr>
        <p:spPr>
          <a:xfrm flipV="1">
            <a:off x="4679571" y="1734002"/>
            <a:ext cx="68239" cy="743754"/>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852631E-B97C-1393-DA5F-5290321C617A}"/>
              </a:ext>
            </a:extLst>
          </p:cNvPr>
          <p:cNvCxnSpPr>
            <a:cxnSpLocks/>
            <a:endCxn id="6" idx="2"/>
          </p:cNvCxnSpPr>
          <p:nvPr/>
        </p:nvCxnSpPr>
        <p:spPr>
          <a:xfrm>
            <a:off x="2597285" y="2404532"/>
            <a:ext cx="1551382" cy="287867"/>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1C42F3B-4797-3358-96BA-A5DECE6AE73C}"/>
              </a:ext>
            </a:extLst>
          </p:cNvPr>
          <p:cNvSpPr txBox="1"/>
          <p:nvPr/>
        </p:nvSpPr>
        <p:spPr>
          <a:xfrm>
            <a:off x="2713837" y="2573509"/>
            <a:ext cx="1447800" cy="400110"/>
          </a:xfrm>
          <a:prstGeom prst="rect">
            <a:avLst/>
          </a:prstGeom>
          <a:noFill/>
        </p:spPr>
        <p:txBody>
          <a:bodyPr wrap="square" rtlCol="0">
            <a:spAutoFit/>
          </a:bodyPr>
          <a:lstStyle/>
          <a:p>
            <a:r>
              <a:rPr lang="en-IN" sz="2000" dirty="0"/>
              <a:t>Back Edge</a:t>
            </a:r>
          </a:p>
        </p:txBody>
      </p:sp>
      <p:sp>
        <p:nvSpPr>
          <p:cNvPr id="32" name="TextBox 31">
            <a:extLst>
              <a:ext uri="{FF2B5EF4-FFF2-40B4-BE49-F238E27FC236}">
                <a16:creationId xmlns:a16="http://schemas.microsoft.com/office/drawing/2014/main" id="{7E2A1696-3102-FB1B-0632-488A9E884CCD}"/>
              </a:ext>
            </a:extLst>
          </p:cNvPr>
          <p:cNvSpPr txBox="1"/>
          <p:nvPr/>
        </p:nvSpPr>
        <p:spPr>
          <a:xfrm>
            <a:off x="889000" y="4524951"/>
            <a:ext cx="5003799" cy="1938992"/>
          </a:xfrm>
          <a:prstGeom prst="rect">
            <a:avLst/>
          </a:prstGeom>
          <a:noFill/>
        </p:spPr>
        <p:txBody>
          <a:bodyPr wrap="square" rtlCol="0">
            <a:spAutoFit/>
          </a:bodyPr>
          <a:lstStyle/>
          <a:p>
            <a:r>
              <a:rPr lang="en-IN" sz="2400" b="1" dirty="0">
                <a:solidFill>
                  <a:srgbClr val="FF0000"/>
                </a:solidFill>
              </a:rPr>
              <a:t>2 to 0 is already visited (Back edge)</a:t>
            </a:r>
          </a:p>
          <a:p>
            <a:r>
              <a:rPr lang="en-IN" sz="2400" b="1" dirty="0">
                <a:solidFill>
                  <a:srgbClr val="FF0000"/>
                </a:solidFill>
              </a:rPr>
              <a:t>LT  of 2 updated </a:t>
            </a:r>
          </a:p>
          <a:p>
            <a:r>
              <a:rPr lang="en-IN" sz="2400" b="1" dirty="0">
                <a:solidFill>
                  <a:srgbClr val="FF0000"/>
                </a:solidFill>
              </a:rPr>
              <a:t>2 is not AP since no subgraph of 2</a:t>
            </a:r>
          </a:p>
          <a:p>
            <a:endParaRPr lang="en-IN" sz="2400" b="1" dirty="0">
              <a:solidFill>
                <a:srgbClr val="FF0000"/>
              </a:solidFill>
            </a:endParaRPr>
          </a:p>
          <a:p>
            <a:endParaRPr lang="en-IN" sz="2400" b="1" dirty="0">
              <a:solidFill>
                <a:srgbClr val="FF0000"/>
              </a:solidFill>
            </a:endParaRPr>
          </a:p>
        </p:txBody>
      </p:sp>
    </p:spTree>
    <p:extLst>
      <p:ext uri="{BB962C8B-B14F-4D97-AF65-F5344CB8AC3E}">
        <p14:creationId xmlns:p14="http://schemas.microsoft.com/office/powerpoint/2010/main" val="363220023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AB8BFD-5C1F-445C-8050-CE8F451E95B0}"/>
              </a:ext>
            </a:extLst>
          </p:cNvPr>
          <p:cNvSpPr txBox="1"/>
          <p:nvPr/>
        </p:nvSpPr>
        <p:spPr>
          <a:xfrm>
            <a:off x="635000" y="0"/>
            <a:ext cx="10515599" cy="730291"/>
          </a:xfrm>
          <a:prstGeom prst="rect">
            <a:avLst/>
          </a:prstGeom>
        </p:spPr>
        <p:txBody>
          <a:bodyPr vert="horz" lIns="91440" tIns="45720" rIns="91440" bIns="45720" rtlCol="0" anchor="b">
            <a:normAutofit fontScale="92500" lnSpcReduction="10000"/>
          </a:bodyPr>
          <a:lstStyle/>
          <a:p>
            <a:pPr lvl="0" algn="ctr"/>
            <a:r>
              <a:rPr lang="en-US" sz="4800" dirty="0">
                <a:solidFill>
                  <a:schemeClr val="bg1"/>
                </a:solidFill>
                <a:latin typeface="Times New Roman" panose="02020603050405020304" pitchFamily="18" charset="0"/>
                <a:cs typeface="Times New Roman" panose="02020603050405020304" pitchFamily="18" charset="0"/>
              </a:rPr>
              <a:t>Algorithm on Example</a:t>
            </a:r>
          </a:p>
        </p:txBody>
      </p:sp>
      <p:sp>
        <p:nvSpPr>
          <p:cNvPr id="4" name="Oval 3">
            <a:extLst>
              <a:ext uri="{FF2B5EF4-FFF2-40B4-BE49-F238E27FC236}">
                <a16:creationId xmlns:a16="http://schemas.microsoft.com/office/drawing/2014/main" id="{D1821021-BB21-7736-5D44-28091022EDE7}"/>
              </a:ext>
            </a:extLst>
          </p:cNvPr>
          <p:cNvSpPr/>
          <p:nvPr/>
        </p:nvSpPr>
        <p:spPr>
          <a:xfrm>
            <a:off x="4148666" y="1135611"/>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a:t>
            </a:r>
          </a:p>
        </p:txBody>
      </p:sp>
      <p:sp>
        <p:nvSpPr>
          <p:cNvPr id="5" name="Oval 4">
            <a:extLst>
              <a:ext uri="{FF2B5EF4-FFF2-40B4-BE49-F238E27FC236}">
                <a16:creationId xmlns:a16="http://schemas.microsoft.com/office/drawing/2014/main" id="{BF0ECCAA-9F57-0EF8-1E73-52168BBDAB43}"/>
              </a:ext>
            </a:extLst>
          </p:cNvPr>
          <p:cNvSpPr/>
          <p:nvPr/>
        </p:nvSpPr>
        <p:spPr>
          <a:xfrm>
            <a:off x="2082800" y="1828800"/>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0</a:t>
            </a:r>
          </a:p>
        </p:txBody>
      </p:sp>
      <p:sp>
        <p:nvSpPr>
          <p:cNvPr id="6" name="Oval 5">
            <a:extLst>
              <a:ext uri="{FF2B5EF4-FFF2-40B4-BE49-F238E27FC236}">
                <a16:creationId xmlns:a16="http://schemas.microsoft.com/office/drawing/2014/main" id="{B7BD9409-61B6-7F00-716E-95869A641E27}"/>
              </a:ext>
            </a:extLst>
          </p:cNvPr>
          <p:cNvSpPr/>
          <p:nvPr/>
        </p:nvSpPr>
        <p:spPr>
          <a:xfrm>
            <a:off x="4148667" y="2404532"/>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a:t>
            </a:r>
          </a:p>
        </p:txBody>
      </p:sp>
      <p:sp>
        <p:nvSpPr>
          <p:cNvPr id="7" name="Oval 6">
            <a:extLst>
              <a:ext uri="{FF2B5EF4-FFF2-40B4-BE49-F238E27FC236}">
                <a16:creationId xmlns:a16="http://schemas.microsoft.com/office/drawing/2014/main" id="{3B7FFA91-A20C-C438-8454-E221600AB24C}"/>
              </a:ext>
            </a:extLst>
          </p:cNvPr>
          <p:cNvSpPr/>
          <p:nvPr/>
        </p:nvSpPr>
        <p:spPr>
          <a:xfrm>
            <a:off x="1286933" y="2692398"/>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3</a:t>
            </a:r>
          </a:p>
        </p:txBody>
      </p:sp>
      <p:sp>
        <p:nvSpPr>
          <p:cNvPr id="8" name="Oval 7">
            <a:extLst>
              <a:ext uri="{FF2B5EF4-FFF2-40B4-BE49-F238E27FC236}">
                <a16:creationId xmlns:a16="http://schemas.microsoft.com/office/drawing/2014/main" id="{222D97F3-E380-5D1E-C845-C32472FFA81E}"/>
              </a:ext>
            </a:extLst>
          </p:cNvPr>
          <p:cNvSpPr/>
          <p:nvPr/>
        </p:nvSpPr>
        <p:spPr>
          <a:xfrm>
            <a:off x="888999" y="3589869"/>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4</a:t>
            </a:r>
          </a:p>
        </p:txBody>
      </p:sp>
      <p:cxnSp>
        <p:nvCxnSpPr>
          <p:cNvPr id="10" name="Straight Connector 9">
            <a:extLst>
              <a:ext uri="{FF2B5EF4-FFF2-40B4-BE49-F238E27FC236}">
                <a16:creationId xmlns:a16="http://schemas.microsoft.com/office/drawing/2014/main" id="{09A58623-EF58-16E4-FFB5-09B3EA357A30}"/>
              </a:ext>
            </a:extLst>
          </p:cNvPr>
          <p:cNvCxnSpPr>
            <a:cxnSpLocks/>
            <a:stCxn id="5" idx="7"/>
            <a:endCxn id="4" idx="2"/>
          </p:cNvCxnSpPr>
          <p:nvPr/>
        </p:nvCxnSpPr>
        <p:spPr>
          <a:xfrm flipV="1">
            <a:off x="2762115" y="1423478"/>
            <a:ext cx="1386551" cy="489636"/>
          </a:xfrm>
          <a:prstGeom prst="line">
            <a:avLst/>
          </a:prstGeom>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20EA87AD-BE73-2BA4-79F7-884E66560162}"/>
              </a:ext>
            </a:extLst>
          </p:cNvPr>
          <p:cNvSpPr/>
          <p:nvPr/>
        </p:nvSpPr>
        <p:spPr>
          <a:xfrm>
            <a:off x="2480733" y="3589869"/>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5</a:t>
            </a:r>
          </a:p>
        </p:txBody>
      </p:sp>
      <p:cxnSp>
        <p:nvCxnSpPr>
          <p:cNvPr id="16" name="Straight Connector 15">
            <a:extLst>
              <a:ext uri="{FF2B5EF4-FFF2-40B4-BE49-F238E27FC236}">
                <a16:creationId xmlns:a16="http://schemas.microsoft.com/office/drawing/2014/main" id="{47DA8A62-16C5-7009-4647-4E916F109703}"/>
              </a:ext>
            </a:extLst>
          </p:cNvPr>
          <p:cNvCxnSpPr>
            <a:stCxn id="4" idx="4"/>
            <a:endCxn id="6" idx="0"/>
          </p:cNvCxnSpPr>
          <p:nvPr/>
        </p:nvCxnSpPr>
        <p:spPr>
          <a:xfrm>
            <a:off x="4546600" y="1711344"/>
            <a:ext cx="1" cy="6931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5A191AB-B741-5493-8A1B-31838AAC0A0E}"/>
              </a:ext>
            </a:extLst>
          </p:cNvPr>
          <p:cNvCxnSpPr>
            <a:cxnSpLocks/>
            <a:stCxn id="5" idx="5"/>
            <a:endCxn id="6" idx="1"/>
          </p:cNvCxnSpPr>
          <p:nvPr/>
        </p:nvCxnSpPr>
        <p:spPr>
          <a:xfrm>
            <a:off x="2762115" y="2320219"/>
            <a:ext cx="1503104" cy="1686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C221A88-AF58-32D1-12A8-E28053406E1C}"/>
              </a:ext>
            </a:extLst>
          </p:cNvPr>
          <p:cNvCxnSpPr>
            <a:stCxn id="5" idx="3"/>
          </p:cNvCxnSpPr>
          <p:nvPr/>
        </p:nvCxnSpPr>
        <p:spPr>
          <a:xfrm flipH="1">
            <a:off x="1828800" y="2320219"/>
            <a:ext cx="370552" cy="37217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51D4063-6D61-CAC3-AED3-5E9186548837}"/>
              </a:ext>
            </a:extLst>
          </p:cNvPr>
          <p:cNvCxnSpPr>
            <a:endCxn id="8" idx="0"/>
          </p:cNvCxnSpPr>
          <p:nvPr/>
        </p:nvCxnSpPr>
        <p:spPr>
          <a:xfrm flipH="1">
            <a:off x="1286933" y="3268131"/>
            <a:ext cx="254000" cy="321738"/>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F138662-0895-1814-1567-7A18FC0A2FDC}"/>
              </a:ext>
            </a:extLst>
          </p:cNvPr>
          <p:cNvCxnSpPr>
            <a:cxnSpLocks/>
            <a:stCxn id="7" idx="5"/>
            <a:endCxn id="14" idx="1"/>
          </p:cNvCxnSpPr>
          <p:nvPr/>
        </p:nvCxnSpPr>
        <p:spPr>
          <a:xfrm>
            <a:off x="1966248" y="3183817"/>
            <a:ext cx="631037" cy="490366"/>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0" name="Table 30">
            <a:extLst>
              <a:ext uri="{FF2B5EF4-FFF2-40B4-BE49-F238E27FC236}">
                <a16:creationId xmlns:a16="http://schemas.microsoft.com/office/drawing/2014/main" id="{4837F24E-408A-273C-474D-F810E5F92BBF}"/>
              </a:ext>
            </a:extLst>
          </p:cNvPr>
          <p:cNvGraphicFramePr>
            <a:graphicFrameLocks noGrp="1"/>
          </p:cNvGraphicFramePr>
          <p:nvPr/>
        </p:nvGraphicFramePr>
        <p:xfrm>
          <a:off x="6525811" y="1388533"/>
          <a:ext cx="4624788" cy="73660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189765">
                <a:tc>
                  <a:txBody>
                    <a:bodyPr/>
                    <a:lstStyle/>
                    <a:p>
                      <a:r>
                        <a:rPr lang="en-IN" b="0" dirty="0">
                          <a:solidFill>
                            <a:schemeClr val="tx1"/>
                          </a:solidFill>
                        </a:rPr>
                        <a:t>0</a:t>
                      </a:r>
                    </a:p>
                  </a:txBody>
                  <a:tcPr/>
                </a:tc>
                <a:tc>
                  <a:txBody>
                    <a:bodyPr/>
                    <a:lstStyle/>
                    <a:p>
                      <a:r>
                        <a:rPr lang="en-IN" dirty="0">
                          <a:solidFill>
                            <a:schemeClr val="tx1"/>
                          </a:solidFill>
                        </a:rPr>
                        <a:t>1</a:t>
                      </a:r>
                    </a:p>
                  </a:txBody>
                  <a:tcPr/>
                </a:tc>
                <a:tc>
                  <a:txBody>
                    <a:bodyPr/>
                    <a:lstStyle/>
                    <a:p>
                      <a:r>
                        <a:rPr lang="en-IN" dirty="0">
                          <a:solidFill>
                            <a:schemeClr val="tx1"/>
                          </a:solidFill>
                        </a:rPr>
                        <a:t>2</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4" name="Table 30">
            <a:extLst>
              <a:ext uri="{FF2B5EF4-FFF2-40B4-BE49-F238E27FC236}">
                <a16:creationId xmlns:a16="http://schemas.microsoft.com/office/drawing/2014/main" id="{709B6A5F-F912-F803-2CEA-A779E035C599}"/>
              </a:ext>
            </a:extLst>
          </p:cNvPr>
          <p:cNvGraphicFramePr>
            <a:graphicFrameLocks noGrp="1"/>
          </p:cNvGraphicFramePr>
          <p:nvPr>
            <p:extLst>
              <p:ext uri="{D42A27DB-BD31-4B8C-83A1-F6EECF244321}">
                <p14:modId xmlns:p14="http://schemas.microsoft.com/office/powerpoint/2010/main" val="2654126847"/>
              </p:ext>
            </p:extLst>
          </p:nvPr>
        </p:nvGraphicFramePr>
        <p:xfrm>
          <a:off x="6525811" y="2692398"/>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b="0" dirty="0">
                          <a:solidFill>
                            <a:schemeClr val="tx1"/>
                          </a:solidFill>
                        </a:rPr>
                        <a:t>0</a:t>
                      </a:r>
                    </a:p>
                  </a:txBody>
                  <a:tcPr/>
                </a:tc>
                <a:tc>
                  <a:txBody>
                    <a:bodyPr/>
                    <a:lstStyle/>
                    <a:p>
                      <a:r>
                        <a:rPr lang="en-IN" dirty="0">
                          <a:solidFill>
                            <a:srgbClr val="FF0000"/>
                          </a:solidFill>
                        </a:rPr>
                        <a:t>0</a:t>
                      </a:r>
                    </a:p>
                  </a:txBody>
                  <a:tcPr/>
                </a:tc>
                <a:tc>
                  <a:txBody>
                    <a:bodyPr/>
                    <a:lstStyle/>
                    <a:p>
                      <a:r>
                        <a:rPr lang="en-IN" dirty="0">
                          <a:solidFill>
                            <a:schemeClr val="tx1"/>
                          </a:solidFill>
                        </a:rPr>
                        <a:t>0</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5" name="Table 30">
            <a:extLst>
              <a:ext uri="{FF2B5EF4-FFF2-40B4-BE49-F238E27FC236}">
                <a16:creationId xmlns:a16="http://schemas.microsoft.com/office/drawing/2014/main" id="{DA5B8367-879C-BAC0-7627-684D5E3C8B0A}"/>
              </a:ext>
            </a:extLst>
          </p:cNvPr>
          <p:cNvGraphicFramePr>
            <a:graphicFrameLocks noGrp="1"/>
          </p:cNvGraphicFramePr>
          <p:nvPr/>
        </p:nvGraphicFramePr>
        <p:xfrm>
          <a:off x="6525811" y="3986050"/>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dirty="0">
                          <a:solidFill>
                            <a:schemeClr val="tx1"/>
                          </a:solidFill>
                        </a:rPr>
                        <a:t>-1</a:t>
                      </a:r>
                    </a:p>
                  </a:txBody>
                  <a:tcPr/>
                </a:tc>
                <a:tc>
                  <a:txBody>
                    <a:bodyPr/>
                    <a:lstStyle/>
                    <a:p>
                      <a:r>
                        <a:rPr lang="en-IN" dirty="0">
                          <a:solidFill>
                            <a:schemeClr val="tx1"/>
                          </a:solidFill>
                        </a:rPr>
                        <a:t>0</a:t>
                      </a:r>
                    </a:p>
                  </a:txBody>
                  <a:tcPr/>
                </a:tc>
                <a:tc>
                  <a:txBody>
                    <a:bodyPr/>
                    <a:lstStyle/>
                    <a:p>
                      <a:r>
                        <a:rPr lang="en-IN" dirty="0">
                          <a:solidFill>
                            <a:schemeClr val="tx1"/>
                          </a:solidFill>
                        </a:rPr>
                        <a:t>1</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6" name="Table 30">
            <a:extLst>
              <a:ext uri="{FF2B5EF4-FFF2-40B4-BE49-F238E27FC236}">
                <a16:creationId xmlns:a16="http://schemas.microsoft.com/office/drawing/2014/main" id="{12A300B2-06C4-F89A-CAC6-F789C928860E}"/>
              </a:ext>
            </a:extLst>
          </p:cNvPr>
          <p:cNvGraphicFramePr>
            <a:graphicFrameLocks noGrp="1"/>
          </p:cNvGraphicFramePr>
          <p:nvPr/>
        </p:nvGraphicFramePr>
        <p:xfrm>
          <a:off x="6525811" y="5279702"/>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dirty="0"/>
                        <a:t>F</a:t>
                      </a:r>
                    </a:p>
                  </a:txBody>
                  <a:tcPr/>
                </a:tc>
                <a:tc>
                  <a:txBody>
                    <a:bodyPr/>
                    <a:lstStyle/>
                    <a:p>
                      <a:r>
                        <a:rPr lang="en-IN" dirty="0"/>
                        <a:t>F</a:t>
                      </a:r>
                    </a:p>
                  </a:txBody>
                  <a:tcPr/>
                </a:tc>
                <a:tc>
                  <a:txBody>
                    <a:bodyPr/>
                    <a:lstStyle/>
                    <a:p>
                      <a:r>
                        <a:rPr lang="en-IN" dirty="0"/>
                        <a:t>F</a:t>
                      </a:r>
                    </a:p>
                  </a:txBody>
                  <a:tcPr/>
                </a:tc>
                <a:tc>
                  <a:txBody>
                    <a:bodyPr/>
                    <a:lstStyle/>
                    <a:p>
                      <a:r>
                        <a:rPr lang="en-IN" dirty="0"/>
                        <a:t>F</a:t>
                      </a:r>
                    </a:p>
                  </a:txBody>
                  <a:tcPr/>
                </a:tc>
                <a:tc>
                  <a:txBody>
                    <a:bodyPr/>
                    <a:lstStyle/>
                    <a:p>
                      <a:r>
                        <a:rPr lang="en-IN" dirty="0"/>
                        <a:t>F</a:t>
                      </a:r>
                    </a:p>
                  </a:txBody>
                  <a:tcPr/>
                </a:tc>
                <a:tc>
                  <a:txBody>
                    <a:bodyPr/>
                    <a:lstStyle/>
                    <a:p>
                      <a:r>
                        <a:rPr lang="en-IN" dirty="0"/>
                        <a:t>F</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sp>
        <p:nvSpPr>
          <p:cNvPr id="37" name="TextBox 36">
            <a:extLst>
              <a:ext uri="{FF2B5EF4-FFF2-40B4-BE49-F238E27FC236}">
                <a16:creationId xmlns:a16="http://schemas.microsoft.com/office/drawing/2014/main" id="{A22D1001-7329-B480-6EC2-77C92471EDB6}"/>
              </a:ext>
            </a:extLst>
          </p:cNvPr>
          <p:cNvSpPr txBox="1"/>
          <p:nvPr/>
        </p:nvSpPr>
        <p:spPr>
          <a:xfrm>
            <a:off x="5892799" y="5215500"/>
            <a:ext cx="727144" cy="461665"/>
          </a:xfrm>
          <a:prstGeom prst="rect">
            <a:avLst/>
          </a:prstGeom>
          <a:noFill/>
        </p:spPr>
        <p:txBody>
          <a:bodyPr wrap="square" rtlCol="0">
            <a:spAutoFit/>
          </a:bodyPr>
          <a:lstStyle/>
          <a:p>
            <a:r>
              <a:rPr lang="en-IN" sz="2400" b="1" dirty="0">
                <a:solidFill>
                  <a:srgbClr val="FF0000"/>
                </a:solidFill>
              </a:rPr>
              <a:t>AP</a:t>
            </a:r>
          </a:p>
        </p:txBody>
      </p:sp>
      <p:sp>
        <p:nvSpPr>
          <p:cNvPr id="38" name="TextBox 37">
            <a:extLst>
              <a:ext uri="{FF2B5EF4-FFF2-40B4-BE49-F238E27FC236}">
                <a16:creationId xmlns:a16="http://schemas.microsoft.com/office/drawing/2014/main" id="{B2161F4F-8954-3216-799C-4739C2EC4E5A}"/>
              </a:ext>
            </a:extLst>
          </p:cNvPr>
          <p:cNvSpPr txBox="1"/>
          <p:nvPr/>
        </p:nvSpPr>
        <p:spPr>
          <a:xfrm>
            <a:off x="5926667" y="1184725"/>
            <a:ext cx="727144" cy="461665"/>
          </a:xfrm>
          <a:prstGeom prst="rect">
            <a:avLst/>
          </a:prstGeom>
          <a:noFill/>
        </p:spPr>
        <p:txBody>
          <a:bodyPr wrap="square" rtlCol="0">
            <a:spAutoFit/>
          </a:bodyPr>
          <a:lstStyle/>
          <a:p>
            <a:r>
              <a:rPr lang="en-IN" sz="2400" b="1" dirty="0">
                <a:solidFill>
                  <a:srgbClr val="FF0000"/>
                </a:solidFill>
              </a:rPr>
              <a:t>DT</a:t>
            </a:r>
          </a:p>
        </p:txBody>
      </p:sp>
      <p:sp>
        <p:nvSpPr>
          <p:cNvPr id="39" name="TextBox 38">
            <a:extLst>
              <a:ext uri="{FF2B5EF4-FFF2-40B4-BE49-F238E27FC236}">
                <a16:creationId xmlns:a16="http://schemas.microsoft.com/office/drawing/2014/main" id="{48DD2684-8A3A-5530-B0C3-8CCB9BE487F4}"/>
              </a:ext>
            </a:extLst>
          </p:cNvPr>
          <p:cNvSpPr txBox="1"/>
          <p:nvPr/>
        </p:nvSpPr>
        <p:spPr>
          <a:xfrm>
            <a:off x="5798667" y="2742063"/>
            <a:ext cx="727144" cy="461665"/>
          </a:xfrm>
          <a:prstGeom prst="rect">
            <a:avLst/>
          </a:prstGeom>
          <a:noFill/>
        </p:spPr>
        <p:txBody>
          <a:bodyPr wrap="square" rtlCol="0">
            <a:spAutoFit/>
          </a:bodyPr>
          <a:lstStyle/>
          <a:p>
            <a:r>
              <a:rPr lang="en-IN" sz="2400" b="1" dirty="0">
                <a:solidFill>
                  <a:srgbClr val="FF0000"/>
                </a:solidFill>
              </a:rPr>
              <a:t>LT</a:t>
            </a:r>
          </a:p>
        </p:txBody>
      </p:sp>
      <p:sp>
        <p:nvSpPr>
          <p:cNvPr id="40" name="TextBox 39">
            <a:extLst>
              <a:ext uri="{FF2B5EF4-FFF2-40B4-BE49-F238E27FC236}">
                <a16:creationId xmlns:a16="http://schemas.microsoft.com/office/drawing/2014/main" id="{68176EF7-B9ED-1B9A-33D2-0976CEABCF92}"/>
              </a:ext>
            </a:extLst>
          </p:cNvPr>
          <p:cNvSpPr txBox="1"/>
          <p:nvPr/>
        </p:nvSpPr>
        <p:spPr>
          <a:xfrm>
            <a:off x="5528733" y="4000183"/>
            <a:ext cx="1125078" cy="461665"/>
          </a:xfrm>
          <a:prstGeom prst="rect">
            <a:avLst/>
          </a:prstGeom>
          <a:noFill/>
        </p:spPr>
        <p:txBody>
          <a:bodyPr wrap="square" rtlCol="0">
            <a:spAutoFit/>
          </a:bodyPr>
          <a:lstStyle/>
          <a:p>
            <a:r>
              <a:rPr lang="en-IN" sz="2400" b="1" dirty="0">
                <a:solidFill>
                  <a:srgbClr val="FF0000"/>
                </a:solidFill>
              </a:rPr>
              <a:t>Parent</a:t>
            </a:r>
          </a:p>
        </p:txBody>
      </p:sp>
      <p:sp>
        <p:nvSpPr>
          <p:cNvPr id="46" name="TextBox 45">
            <a:extLst>
              <a:ext uri="{FF2B5EF4-FFF2-40B4-BE49-F238E27FC236}">
                <a16:creationId xmlns:a16="http://schemas.microsoft.com/office/drawing/2014/main" id="{CF5433F2-9016-FF81-AC04-EE3757575E7C}"/>
              </a:ext>
            </a:extLst>
          </p:cNvPr>
          <p:cNvSpPr txBox="1"/>
          <p:nvPr/>
        </p:nvSpPr>
        <p:spPr>
          <a:xfrm>
            <a:off x="1670906" y="1423478"/>
            <a:ext cx="682828" cy="461665"/>
          </a:xfrm>
          <a:prstGeom prst="rect">
            <a:avLst/>
          </a:prstGeom>
          <a:noFill/>
        </p:spPr>
        <p:txBody>
          <a:bodyPr wrap="square" rtlCol="0">
            <a:spAutoFit/>
          </a:bodyPr>
          <a:lstStyle/>
          <a:p>
            <a:r>
              <a:rPr lang="en-IN" sz="2400" b="1" dirty="0"/>
              <a:t>C=1</a:t>
            </a:r>
          </a:p>
        </p:txBody>
      </p:sp>
      <p:sp>
        <p:nvSpPr>
          <p:cNvPr id="47" name="TextBox 46">
            <a:extLst>
              <a:ext uri="{FF2B5EF4-FFF2-40B4-BE49-F238E27FC236}">
                <a16:creationId xmlns:a16="http://schemas.microsoft.com/office/drawing/2014/main" id="{1346C774-A701-55B7-96B4-D9EEF71AEB88}"/>
              </a:ext>
            </a:extLst>
          </p:cNvPr>
          <p:cNvSpPr txBox="1"/>
          <p:nvPr/>
        </p:nvSpPr>
        <p:spPr>
          <a:xfrm>
            <a:off x="0" y="741345"/>
            <a:ext cx="5003799" cy="461665"/>
          </a:xfrm>
          <a:prstGeom prst="rect">
            <a:avLst/>
          </a:prstGeom>
          <a:noFill/>
        </p:spPr>
        <p:txBody>
          <a:bodyPr wrap="square" rtlCol="0">
            <a:spAutoFit/>
          </a:bodyPr>
          <a:lstStyle/>
          <a:p>
            <a:r>
              <a:rPr lang="en-IN" sz="2400" b="1" dirty="0">
                <a:solidFill>
                  <a:srgbClr val="FF0000"/>
                </a:solidFill>
              </a:rPr>
              <a:t>Time =3 </a:t>
            </a:r>
          </a:p>
        </p:txBody>
      </p:sp>
      <p:cxnSp>
        <p:nvCxnSpPr>
          <p:cNvPr id="9" name="Straight Connector 8">
            <a:extLst>
              <a:ext uri="{FF2B5EF4-FFF2-40B4-BE49-F238E27FC236}">
                <a16:creationId xmlns:a16="http://schemas.microsoft.com/office/drawing/2014/main" id="{79C7AB70-A857-53E7-167F-9B6ADACCAB62}"/>
              </a:ext>
            </a:extLst>
          </p:cNvPr>
          <p:cNvCxnSpPr>
            <a:cxnSpLocks/>
          </p:cNvCxnSpPr>
          <p:nvPr/>
        </p:nvCxnSpPr>
        <p:spPr>
          <a:xfrm flipH="1">
            <a:off x="2868218" y="1627030"/>
            <a:ext cx="1397000" cy="472173"/>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5F20C0F-AABC-77CA-3E7E-0F2524E7F2B8}"/>
              </a:ext>
            </a:extLst>
          </p:cNvPr>
          <p:cNvSpPr txBox="1"/>
          <p:nvPr/>
        </p:nvSpPr>
        <p:spPr>
          <a:xfrm>
            <a:off x="4708952" y="862622"/>
            <a:ext cx="682828" cy="461665"/>
          </a:xfrm>
          <a:prstGeom prst="rect">
            <a:avLst/>
          </a:prstGeom>
          <a:noFill/>
        </p:spPr>
        <p:txBody>
          <a:bodyPr wrap="square" rtlCol="0">
            <a:spAutoFit/>
          </a:bodyPr>
          <a:lstStyle/>
          <a:p>
            <a:r>
              <a:rPr lang="en-IN" sz="2400" b="1" dirty="0"/>
              <a:t>C=1</a:t>
            </a:r>
          </a:p>
        </p:txBody>
      </p:sp>
      <p:sp>
        <p:nvSpPr>
          <p:cNvPr id="11" name="TextBox 10">
            <a:extLst>
              <a:ext uri="{FF2B5EF4-FFF2-40B4-BE49-F238E27FC236}">
                <a16:creationId xmlns:a16="http://schemas.microsoft.com/office/drawing/2014/main" id="{18516D89-DBFA-CF8E-CA28-822B60879054}"/>
              </a:ext>
            </a:extLst>
          </p:cNvPr>
          <p:cNvSpPr txBox="1"/>
          <p:nvPr/>
        </p:nvSpPr>
        <p:spPr>
          <a:xfrm>
            <a:off x="4603119" y="2044643"/>
            <a:ext cx="682828" cy="461665"/>
          </a:xfrm>
          <a:prstGeom prst="rect">
            <a:avLst/>
          </a:prstGeom>
          <a:noFill/>
        </p:spPr>
        <p:txBody>
          <a:bodyPr wrap="square" rtlCol="0">
            <a:spAutoFit/>
          </a:bodyPr>
          <a:lstStyle/>
          <a:p>
            <a:r>
              <a:rPr lang="en-IN" sz="2400" b="1" dirty="0"/>
              <a:t>C=1</a:t>
            </a:r>
          </a:p>
        </p:txBody>
      </p:sp>
      <p:cxnSp>
        <p:nvCxnSpPr>
          <p:cNvPr id="13" name="Straight Connector 12">
            <a:extLst>
              <a:ext uri="{FF2B5EF4-FFF2-40B4-BE49-F238E27FC236}">
                <a16:creationId xmlns:a16="http://schemas.microsoft.com/office/drawing/2014/main" id="{2345904B-FB1D-BF38-71CC-6D9164EB7614}"/>
              </a:ext>
            </a:extLst>
          </p:cNvPr>
          <p:cNvCxnSpPr>
            <a:cxnSpLocks/>
          </p:cNvCxnSpPr>
          <p:nvPr/>
        </p:nvCxnSpPr>
        <p:spPr>
          <a:xfrm flipV="1">
            <a:off x="4679571" y="1734002"/>
            <a:ext cx="68239" cy="743754"/>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852631E-B97C-1393-DA5F-5290321C617A}"/>
              </a:ext>
            </a:extLst>
          </p:cNvPr>
          <p:cNvCxnSpPr>
            <a:cxnSpLocks/>
            <a:endCxn id="6" idx="2"/>
          </p:cNvCxnSpPr>
          <p:nvPr/>
        </p:nvCxnSpPr>
        <p:spPr>
          <a:xfrm>
            <a:off x="2597285" y="2404532"/>
            <a:ext cx="1551382" cy="287867"/>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1C42F3B-4797-3358-96BA-A5DECE6AE73C}"/>
              </a:ext>
            </a:extLst>
          </p:cNvPr>
          <p:cNvSpPr txBox="1"/>
          <p:nvPr/>
        </p:nvSpPr>
        <p:spPr>
          <a:xfrm>
            <a:off x="2713837" y="2573509"/>
            <a:ext cx="1447800" cy="400110"/>
          </a:xfrm>
          <a:prstGeom prst="rect">
            <a:avLst/>
          </a:prstGeom>
          <a:noFill/>
        </p:spPr>
        <p:txBody>
          <a:bodyPr wrap="square" rtlCol="0">
            <a:spAutoFit/>
          </a:bodyPr>
          <a:lstStyle/>
          <a:p>
            <a:r>
              <a:rPr lang="en-IN" sz="2000" dirty="0"/>
              <a:t>Back Edge</a:t>
            </a:r>
          </a:p>
        </p:txBody>
      </p:sp>
      <p:sp>
        <p:nvSpPr>
          <p:cNvPr id="15" name="TextBox 14">
            <a:extLst>
              <a:ext uri="{FF2B5EF4-FFF2-40B4-BE49-F238E27FC236}">
                <a16:creationId xmlns:a16="http://schemas.microsoft.com/office/drawing/2014/main" id="{2E94CB1F-6F26-8172-762C-EFAEFFC0FA78}"/>
              </a:ext>
            </a:extLst>
          </p:cNvPr>
          <p:cNvSpPr txBox="1"/>
          <p:nvPr/>
        </p:nvSpPr>
        <p:spPr>
          <a:xfrm>
            <a:off x="889000" y="4546995"/>
            <a:ext cx="5003799" cy="1569660"/>
          </a:xfrm>
          <a:prstGeom prst="rect">
            <a:avLst/>
          </a:prstGeom>
          <a:noFill/>
        </p:spPr>
        <p:txBody>
          <a:bodyPr wrap="square" rtlCol="0">
            <a:spAutoFit/>
          </a:bodyPr>
          <a:lstStyle/>
          <a:p>
            <a:r>
              <a:rPr lang="en-IN" sz="2400" b="1" dirty="0">
                <a:solidFill>
                  <a:srgbClr val="FF0000"/>
                </a:solidFill>
              </a:rPr>
              <a:t>Backtrack of 2 to 1</a:t>
            </a:r>
          </a:p>
          <a:p>
            <a:r>
              <a:rPr lang="en-IN" sz="2400" b="1" dirty="0">
                <a:solidFill>
                  <a:srgbClr val="FF0000"/>
                </a:solidFill>
              </a:rPr>
              <a:t>Update LT of 1</a:t>
            </a:r>
          </a:p>
          <a:p>
            <a:endParaRPr lang="en-IN" sz="2400" b="1" dirty="0">
              <a:solidFill>
                <a:srgbClr val="FF0000"/>
              </a:solidFill>
            </a:endParaRPr>
          </a:p>
          <a:p>
            <a:endParaRPr lang="en-IN" sz="2400" b="1" dirty="0">
              <a:solidFill>
                <a:srgbClr val="FF0000"/>
              </a:solidFill>
            </a:endParaRPr>
          </a:p>
        </p:txBody>
      </p:sp>
    </p:spTree>
    <p:extLst>
      <p:ext uri="{BB962C8B-B14F-4D97-AF65-F5344CB8AC3E}">
        <p14:creationId xmlns:p14="http://schemas.microsoft.com/office/powerpoint/2010/main" val="248272364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AB8BFD-5C1F-445C-8050-CE8F451E95B0}"/>
              </a:ext>
            </a:extLst>
          </p:cNvPr>
          <p:cNvSpPr txBox="1"/>
          <p:nvPr/>
        </p:nvSpPr>
        <p:spPr>
          <a:xfrm>
            <a:off x="635000" y="0"/>
            <a:ext cx="10515599" cy="730291"/>
          </a:xfrm>
          <a:prstGeom prst="rect">
            <a:avLst/>
          </a:prstGeom>
        </p:spPr>
        <p:txBody>
          <a:bodyPr vert="horz" lIns="91440" tIns="45720" rIns="91440" bIns="45720" rtlCol="0" anchor="b">
            <a:normAutofit fontScale="92500" lnSpcReduction="10000"/>
          </a:bodyPr>
          <a:lstStyle/>
          <a:p>
            <a:pPr lvl="0" algn="ctr"/>
            <a:r>
              <a:rPr lang="en-US" sz="4800" dirty="0">
                <a:solidFill>
                  <a:schemeClr val="bg1"/>
                </a:solidFill>
                <a:latin typeface="Times New Roman" panose="02020603050405020304" pitchFamily="18" charset="0"/>
                <a:cs typeface="Times New Roman" panose="02020603050405020304" pitchFamily="18" charset="0"/>
              </a:rPr>
              <a:t>Algorithm on Example</a:t>
            </a:r>
          </a:p>
        </p:txBody>
      </p:sp>
      <p:sp>
        <p:nvSpPr>
          <p:cNvPr id="4" name="Oval 3">
            <a:extLst>
              <a:ext uri="{FF2B5EF4-FFF2-40B4-BE49-F238E27FC236}">
                <a16:creationId xmlns:a16="http://schemas.microsoft.com/office/drawing/2014/main" id="{D1821021-BB21-7736-5D44-28091022EDE7}"/>
              </a:ext>
            </a:extLst>
          </p:cNvPr>
          <p:cNvSpPr/>
          <p:nvPr/>
        </p:nvSpPr>
        <p:spPr>
          <a:xfrm>
            <a:off x="4148666" y="1135611"/>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a:t>
            </a:r>
          </a:p>
        </p:txBody>
      </p:sp>
      <p:sp>
        <p:nvSpPr>
          <p:cNvPr id="5" name="Oval 4">
            <a:extLst>
              <a:ext uri="{FF2B5EF4-FFF2-40B4-BE49-F238E27FC236}">
                <a16:creationId xmlns:a16="http://schemas.microsoft.com/office/drawing/2014/main" id="{BF0ECCAA-9F57-0EF8-1E73-52168BBDAB43}"/>
              </a:ext>
            </a:extLst>
          </p:cNvPr>
          <p:cNvSpPr/>
          <p:nvPr/>
        </p:nvSpPr>
        <p:spPr>
          <a:xfrm>
            <a:off x="2082800" y="1828800"/>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0</a:t>
            </a:r>
          </a:p>
        </p:txBody>
      </p:sp>
      <p:sp>
        <p:nvSpPr>
          <p:cNvPr id="6" name="Oval 5">
            <a:extLst>
              <a:ext uri="{FF2B5EF4-FFF2-40B4-BE49-F238E27FC236}">
                <a16:creationId xmlns:a16="http://schemas.microsoft.com/office/drawing/2014/main" id="{B7BD9409-61B6-7F00-716E-95869A641E27}"/>
              </a:ext>
            </a:extLst>
          </p:cNvPr>
          <p:cNvSpPr/>
          <p:nvPr/>
        </p:nvSpPr>
        <p:spPr>
          <a:xfrm>
            <a:off x="4148667" y="2404532"/>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a:t>
            </a:r>
          </a:p>
        </p:txBody>
      </p:sp>
      <p:sp>
        <p:nvSpPr>
          <p:cNvPr id="7" name="Oval 6">
            <a:extLst>
              <a:ext uri="{FF2B5EF4-FFF2-40B4-BE49-F238E27FC236}">
                <a16:creationId xmlns:a16="http://schemas.microsoft.com/office/drawing/2014/main" id="{3B7FFA91-A20C-C438-8454-E221600AB24C}"/>
              </a:ext>
            </a:extLst>
          </p:cNvPr>
          <p:cNvSpPr/>
          <p:nvPr/>
        </p:nvSpPr>
        <p:spPr>
          <a:xfrm>
            <a:off x="1286933" y="2692398"/>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3</a:t>
            </a:r>
          </a:p>
        </p:txBody>
      </p:sp>
      <p:sp>
        <p:nvSpPr>
          <p:cNvPr id="8" name="Oval 7">
            <a:extLst>
              <a:ext uri="{FF2B5EF4-FFF2-40B4-BE49-F238E27FC236}">
                <a16:creationId xmlns:a16="http://schemas.microsoft.com/office/drawing/2014/main" id="{222D97F3-E380-5D1E-C845-C32472FFA81E}"/>
              </a:ext>
            </a:extLst>
          </p:cNvPr>
          <p:cNvSpPr/>
          <p:nvPr/>
        </p:nvSpPr>
        <p:spPr>
          <a:xfrm>
            <a:off x="888999" y="3589869"/>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4</a:t>
            </a:r>
          </a:p>
        </p:txBody>
      </p:sp>
      <p:cxnSp>
        <p:nvCxnSpPr>
          <p:cNvPr id="10" name="Straight Connector 9">
            <a:extLst>
              <a:ext uri="{FF2B5EF4-FFF2-40B4-BE49-F238E27FC236}">
                <a16:creationId xmlns:a16="http://schemas.microsoft.com/office/drawing/2014/main" id="{09A58623-EF58-16E4-FFB5-09B3EA357A30}"/>
              </a:ext>
            </a:extLst>
          </p:cNvPr>
          <p:cNvCxnSpPr>
            <a:cxnSpLocks/>
            <a:stCxn id="5" idx="7"/>
            <a:endCxn id="4" idx="2"/>
          </p:cNvCxnSpPr>
          <p:nvPr/>
        </p:nvCxnSpPr>
        <p:spPr>
          <a:xfrm flipV="1">
            <a:off x="2762115" y="1423478"/>
            <a:ext cx="1386551" cy="489636"/>
          </a:xfrm>
          <a:prstGeom prst="line">
            <a:avLst/>
          </a:prstGeom>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20EA87AD-BE73-2BA4-79F7-884E66560162}"/>
              </a:ext>
            </a:extLst>
          </p:cNvPr>
          <p:cNvSpPr/>
          <p:nvPr/>
        </p:nvSpPr>
        <p:spPr>
          <a:xfrm>
            <a:off x="2480733" y="3589869"/>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5</a:t>
            </a:r>
          </a:p>
        </p:txBody>
      </p:sp>
      <p:cxnSp>
        <p:nvCxnSpPr>
          <p:cNvPr id="16" name="Straight Connector 15">
            <a:extLst>
              <a:ext uri="{FF2B5EF4-FFF2-40B4-BE49-F238E27FC236}">
                <a16:creationId xmlns:a16="http://schemas.microsoft.com/office/drawing/2014/main" id="{47DA8A62-16C5-7009-4647-4E916F109703}"/>
              </a:ext>
            </a:extLst>
          </p:cNvPr>
          <p:cNvCxnSpPr>
            <a:stCxn id="4" idx="4"/>
            <a:endCxn id="6" idx="0"/>
          </p:cNvCxnSpPr>
          <p:nvPr/>
        </p:nvCxnSpPr>
        <p:spPr>
          <a:xfrm>
            <a:off x="4546600" y="1711344"/>
            <a:ext cx="1" cy="6931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5A191AB-B741-5493-8A1B-31838AAC0A0E}"/>
              </a:ext>
            </a:extLst>
          </p:cNvPr>
          <p:cNvCxnSpPr>
            <a:cxnSpLocks/>
            <a:stCxn id="5" idx="5"/>
            <a:endCxn id="6" idx="1"/>
          </p:cNvCxnSpPr>
          <p:nvPr/>
        </p:nvCxnSpPr>
        <p:spPr>
          <a:xfrm>
            <a:off x="2762115" y="2320219"/>
            <a:ext cx="1503104" cy="1686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C221A88-AF58-32D1-12A8-E28053406E1C}"/>
              </a:ext>
            </a:extLst>
          </p:cNvPr>
          <p:cNvCxnSpPr>
            <a:stCxn id="5" idx="3"/>
          </p:cNvCxnSpPr>
          <p:nvPr/>
        </p:nvCxnSpPr>
        <p:spPr>
          <a:xfrm flipH="1">
            <a:off x="1828800" y="2320219"/>
            <a:ext cx="370552" cy="37217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51D4063-6D61-CAC3-AED3-5E9186548837}"/>
              </a:ext>
            </a:extLst>
          </p:cNvPr>
          <p:cNvCxnSpPr>
            <a:endCxn id="8" idx="0"/>
          </p:cNvCxnSpPr>
          <p:nvPr/>
        </p:nvCxnSpPr>
        <p:spPr>
          <a:xfrm flipH="1">
            <a:off x="1286933" y="3268131"/>
            <a:ext cx="254000" cy="321738"/>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F138662-0895-1814-1567-7A18FC0A2FDC}"/>
              </a:ext>
            </a:extLst>
          </p:cNvPr>
          <p:cNvCxnSpPr>
            <a:cxnSpLocks/>
            <a:stCxn id="7" idx="5"/>
            <a:endCxn id="14" idx="1"/>
          </p:cNvCxnSpPr>
          <p:nvPr/>
        </p:nvCxnSpPr>
        <p:spPr>
          <a:xfrm>
            <a:off x="1966248" y="3183817"/>
            <a:ext cx="631037" cy="490366"/>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0" name="Table 30">
            <a:extLst>
              <a:ext uri="{FF2B5EF4-FFF2-40B4-BE49-F238E27FC236}">
                <a16:creationId xmlns:a16="http://schemas.microsoft.com/office/drawing/2014/main" id="{4837F24E-408A-273C-474D-F810E5F92BBF}"/>
              </a:ext>
            </a:extLst>
          </p:cNvPr>
          <p:cNvGraphicFramePr>
            <a:graphicFrameLocks noGrp="1"/>
          </p:cNvGraphicFramePr>
          <p:nvPr/>
        </p:nvGraphicFramePr>
        <p:xfrm>
          <a:off x="6525811" y="1388533"/>
          <a:ext cx="4624788" cy="73660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189765">
                <a:tc>
                  <a:txBody>
                    <a:bodyPr/>
                    <a:lstStyle/>
                    <a:p>
                      <a:r>
                        <a:rPr lang="en-IN" b="0" dirty="0">
                          <a:solidFill>
                            <a:schemeClr val="tx1"/>
                          </a:solidFill>
                        </a:rPr>
                        <a:t>0</a:t>
                      </a:r>
                    </a:p>
                  </a:txBody>
                  <a:tcPr/>
                </a:tc>
                <a:tc>
                  <a:txBody>
                    <a:bodyPr/>
                    <a:lstStyle/>
                    <a:p>
                      <a:r>
                        <a:rPr lang="en-IN" dirty="0">
                          <a:solidFill>
                            <a:schemeClr val="tx1"/>
                          </a:solidFill>
                        </a:rPr>
                        <a:t>1</a:t>
                      </a:r>
                    </a:p>
                  </a:txBody>
                  <a:tcPr/>
                </a:tc>
                <a:tc>
                  <a:txBody>
                    <a:bodyPr/>
                    <a:lstStyle/>
                    <a:p>
                      <a:r>
                        <a:rPr lang="en-IN" dirty="0">
                          <a:solidFill>
                            <a:schemeClr val="tx1"/>
                          </a:solidFill>
                        </a:rPr>
                        <a:t>2</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4" name="Table 30">
            <a:extLst>
              <a:ext uri="{FF2B5EF4-FFF2-40B4-BE49-F238E27FC236}">
                <a16:creationId xmlns:a16="http://schemas.microsoft.com/office/drawing/2014/main" id="{709B6A5F-F912-F803-2CEA-A779E035C599}"/>
              </a:ext>
            </a:extLst>
          </p:cNvPr>
          <p:cNvGraphicFramePr>
            <a:graphicFrameLocks noGrp="1"/>
          </p:cNvGraphicFramePr>
          <p:nvPr/>
        </p:nvGraphicFramePr>
        <p:xfrm>
          <a:off x="6525811" y="2692398"/>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b="0" dirty="0">
                          <a:solidFill>
                            <a:schemeClr val="tx1"/>
                          </a:solidFill>
                        </a:rPr>
                        <a:t>0</a:t>
                      </a:r>
                    </a:p>
                  </a:txBody>
                  <a:tcPr/>
                </a:tc>
                <a:tc>
                  <a:txBody>
                    <a:bodyPr/>
                    <a:lstStyle/>
                    <a:p>
                      <a:r>
                        <a:rPr lang="en-IN" dirty="0">
                          <a:solidFill>
                            <a:srgbClr val="FF0000"/>
                          </a:solidFill>
                        </a:rPr>
                        <a:t>0</a:t>
                      </a:r>
                    </a:p>
                  </a:txBody>
                  <a:tcPr/>
                </a:tc>
                <a:tc>
                  <a:txBody>
                    <a:bodyPr/>
                    <a:lstStyle/>
                    <a:p>
                      <a:r>
                        <a:rPr lang="en-IN" dirty="0">
                          <a:solidFill>
                            <a:schemeClr val="tx1"/>
                          </a:solidFill>
                        </a:rPr>
                        <a:t>0</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5" name="Table 30">
            <a:extLst>
              <a:ext uri="{FF2B5EF4-FFF2-40B4-BE49-F238E27FC236}">
                <a16:creationId xmlns:a16="http://schemas.microsoft.com/office/drawing/2014/main" id="{DA5B8367-879C-BAC0-7627-684D5E3C8B0A}"/>
              </a:ext>
            </a:extLst>
          </p:cNvPr>
          <p:cNvGraphicFramePr>
            <a:graphicFrameLocks noGrp="1"/>
          </p:cNvGraphicFramePr>
          <p:nvPr/>
        </p:nvGraphicFramePr>
        <p:xfrm>
          <a:off x="6525811" y="3986050"/>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dirty="0">
                          <a:solidFill>
                            <a:schemeClr val="tx1"/>
                          </a:solidFill>
                        </a:rPr>
                        <a:t>-1</a:t>
                      </a:r>
                    </a:p>
                  </a:txBody>
                  <a:tcPr/>
                </a:tc>
                <a:tc>
                  <a:txBody>
                    <a:bodyPr/>
                    <a:lstStyle/>
                    <a:p>
                      <a:r>
                        <a:rPr lang="en-IN" dirty="0">
                          <a:solidFill>
                            <a:schemeClr val="tx1"/>
                          </a:solidFill>
                        </a:rPr>
                        <a:t>0</a:t>
                      </a:r>
                    </a:p>
                  </a:txBody>
                  <a:tcPr/>
                </a:tc>
                <a:tc>
                  <a:txBody>
                    <a:bodyPr/>
                    <a:lstStyle/>
                    <a:p>
                      <a:r>
                        <a:rPr lang="en-IN" dirty="0">
                          <a:solidFill>
                            <a:schemeClr val="tx1"/>
                          </a:solidFill>
                        </a:rPr>
                        <a:t>1</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6" name="Table 30">
            <a:extLst>
              <a:ext uri="{FF2B5EF4-FFF2-40B4-BE49-F238E27FC236}">
                <a16:creationId xmlns:a16="http://schemas.microsoft.com/office/drawing/2014/main" id="{12A300B2-06C4-F89A-CAC6-F789C928860E}"/>
              </a:ext>
            </a:extLst>
          </p:cNvPr>
          <p:cNvGraphicFramePr>
            <a:graphicFrameLocks noGrp="1"/>
          </p:cNvGraphicFramePr>
          <p:nvPr/>
        </p:nvGraphicFramePr>
        <p:xfrm>
          <a:off x="6525811" y="5279702"/>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dirty="0"/>
                        <a:t>F</a:t>
                      </a:r>
                    </a:p>
                  </a:txBody>
                  <a:tcPr/>
                </a:tc>
                <a:tc>
                  <a:txBody>
                    <a:bodyPr/>
                    <a:lstStyle/>
                    <a:p>
                      <a:r>
                        <a:rPr lang="en-IN" dirty="0"/>
                        <a:t>F</a:t>
                      </a:r>
                    </a:p>
                  </a:txBody>
                  <a:tcPr/>
                </a:tc>
                <a:tc>
                  <a:txBody>
                    <a:bodyPr/>
                    <a:lstStyle/>
                    <a:p>
                      <a:r>
                        <a:rPr lang="en-IN" dirty="0"/>
                        <a:t>F</a:t>
                      </a:r>
                    </a:p>
                  </a:txBody>
                  <a:tcPr/>
                </a:tc>
                <a:tc>
                  <a:txBody>
                    <a:bodyPr/>
                    <a:lstStyle/>
                    <a:p>
                      <a:r>
                        <a:rPr lang="en-IN" dirty="0"/>
                        <a:t>F</a:t>
                      </a:r>
                    </a:p>
                  </a:txBody>
                  <a:tcPr/>
                </a:tc>
                <a:tc>
                  <a:txBody>
                    <a:bodyPr/>
                    <a:lstStyle/>
                    <a:p>
                      <a:r>
                        <a:rPr lang="en-IN" dirty="0"/>
                        <a:t>F</a:t>
                      </a:r>
                    </a:p>
                  </a:txBody>
                  <a:tcPr/>
                </a:tc>
                <a:tc>
                  <a:txBody>
                    <a:bodyPr/>
                    <a:lstStyle/>
                    <a:p>
                      <a:r>
                        <a:rPr lang="en-IN" dirty="0"/>
                        <a:t>F</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sp>
        <p:nvSpPr>
          <p:cNvPr id="37" name="TextBox 36">
            <a:extLst>
              <a:ext uri="{FF2B5EF4-FFF2-40B4-BE49-F238E27FC236}">
                <a16:creationId xmlns:a16="http://schemas.microsoft.com/office/drawing/2014/main" id="{A22D1001-7329-B480-6EC2-77C92471EDB6}"/>
              </a:ext>
            </a:extLst>
          </p:cNvPr>
          <p:cNvSpPr txBox="1"/>
          <p:nvPr/>
        </p:nvSpPr>
        <p:spPr>
          <a:xfrm>
            <a:off x="5892799" y="5215500"/>
            <a:ext cx="727144" cy="461665"/>
          </a:xfrm>
          <a:prstGeom prst="rect">
            <a:avLst/>
          </a:prstGeom>
          <a:noFill/>
        </p:spPr>
        <p:txBody>
          <a:bodyPr wrap="square" rtlCol="0">
            <a:spAutoFit/>
          </a:bodyPr>
          <a:lstStyle/>
          <a:p>
            <a:r>
              <a:rPr lang="en-IN" sz="2400" b="1" dirty="0">
                <a:solidFill>
                  <a:srgbClr val="FF0000"/>
                </a:solidFill>
              </a:rPr>
              <a:t>AP</a:t>
            </a:r>
          </a:p>
        </p:txBody>
      </p:sp>
      <p:sp>
        <p:nvSpPr>
          <p:cNvPr id="38" name="TextBox 37">
            <a:extLst>
              <a:ext uri="{FF2B5EF4-FFF2-40B4-BE49-F238E27FC236}">
                <a16:creationId xmlns:a16="http://schemas.microsoft.com/office/drawing/2014/main" id="{B2161F4F-8954-3216-799C-4739C2EC4E5A}"/>
              </a:ext>
            </a:extLst>
          </p:cNvPr>
          <p:cNvSpPr txBox="1"/>
          <p:nvPr/>
        </p:nvSpPr>
        <p:spPr>
          <a:xfrm>
            <a:off x="5926667" y="1184725"/>
            <a:ext cx="727144" cy="461665"/>
          </a:xfrm>
          <a:prstGeom prst="rect">
            <a:avLst/>
          </a:prstGeom>
          <a:noFill/>
        </p:spPr>
        <p:txBody>
          <a:bodyPr wrap="square" rtlCol="0">
            <a:spAutoFit/>
          </a:bodyPr>
          <a:lstStyle/>
          <a:p>
            <a:r>
              <a:rPr lang="en-IN" sz="2400" b="1" dirty="0">
                <a:solidFill>
                  <a:srgbClr val="FF0000"/>
                </a:solidFill>
              </a:rPr>
              <a:t>DT</a:t>
            </a:r>
          </a:p>
        </p:txBody>
      </p:sp>
      <p:sp>
        <p:nvSpPr>
          <p:cNvPr id="39" name="TextBox 38">
            <a:extLst>
              <a:ext uri="{FF2B5EF4-FFF2-40B4-BE49-F238E27FC236}">
                <a16:creationId xmlns:a16="http://schemas.microsoft.com/office/drawing/2014/main" id="{48DD2684-8A3A-5530-B0C3-8CCB9BE487F4}"/>
              </a:ext>
            </a:extLst>
          </p:cNvPr>
          <p:cNvSpPr txBox="1"/>
          <p:nvPr/>
        </p:nvSpPr>
        <p:spPr>
          <a:xfrm>
            <a:off x="5798667" y="2742063"/>
            <a:ext cx="727144" cy="461665"/>
          </a:xfrm>
          <a:prstGeom prst="rect">
            <a:avLst/>
          </a:prstGeom>
          <a:noFill/>
        </p:spPr>
        <p:txBody>
          <a:bodyPr wrap="square" rtlCol="0">
            <a:spAutoFit/>
          </a:bodyPr>
          <a:lstStyle/>
          <a:p>
            <a:r>
              <a:rPr lang="en-IN" sz="2400" b="1" dirty="0">
                <a:solidFill>
                  <a:srgbClr val="FF0000"/>
                </a:solidFill>
              </a:rPr>
              <a:t>LT</a:t>
            </a:r>
          </a:p>
        </p:txBody>
      </p:sp>
      <p:sp>
        <p:nvSpPr>
          <p:cNvPr id="40" name="TextBox 39">
            <a:extLst>
              <a:ext uri="{FF2B5EF4-FFF2-40B4-BE49-F238E27FC236}">
                <a16:creationId xmlns:a16="http://schemas.microsoft.com/office/drawing/2014/main" id="{68176EF7-B9ED-1B9A-33D2-0976CEABCF92}"/>
              </a:ext>
            </a:extLst>
          </p:cNvPr>
          <p:cNvSpPr txBox="1"/>
          <p:nvPr/>
        </p:nvSpPr>
        <p:spPr>
          <a:xfrm>
            <a:off x="5528733" y="4000183"/>
            <a:ext cx="1125078" cy="461665"/>
          </a:xfrm>
          <a:prstGeom prst="rect">
            <a:avLst/>
          </a:prstGeom>
          <a:noFill/>
        </p:spPr>
        <p:txBody>
          <a:bodyPr wrap="square" rtlCol="0">
            <a:spAutoFit/>
          </a:bodyPr>
          <a:lstStyle/>
          <a:p>
            <a:r>
              <a:rPr lang="en-IN" sz="2400" b="1" dirty="0">
                <a:solidFill>
                  <a:srgbClr val="FF0000"/>
                </a:solidFill>
              </a:rPr>
              <a:t>Parent</a:t>
            </a:r>
          </a:p>
        </p:txBody>
      </p:sp>
      <p:sp>
        <p:nvSpPr>
          <p:cNvPr id="46" name="TextBox 45">
            <a:extLst>
              <a:ext uri="{FF2B5EF4-FFF2-40B4-BE49-F238E27FC236}">
                <a16:creationId xmlns:a16="http://schemas.microsoft.com/office/drawing/2014/main" id="{CF5433F2-9016-FF81-AC04-EE3757575E7C}"/>
              </a:ext>
            </a:extLst>
          </p:cNvPr>
          <p:cNvSpPr txBox="1"/>
          <p:nvPr/>
        </p:nvSpPr>
        <p:spPr>
          <a:xfrm>
            <a:off x="1670906" y="1423478"/>
            <a:ext cx="682828" cy="461665"/>
          </a:xfrm>
          <a:prstGeom prst="rect">
            <a:avLst/>
          </a:prstGeom>
          <a:noFill/>
        </p:spPr>
        <p:txBody>
          <a:bodyPr wrap="square" rtlCol="0">
            <a:spAutoFit/>
          </a:bodyPr>
          <a:lstStyle/>
          <a:p>
            <a:r>
              <a:rPr lang="en-IN" sz="2400" b="1" dirty="0"/>
              <a:t>C=1</a:t>
            </a:r>
          </a:p>
        </p:txBody>
      </p:sp>
      <p:sp>
        <p:nvSpPr>
          <p:cNvPr id="47" name="TextBox 46">
            <a:extLst>
              <a:ext uri="{FF2B5EF4-FFF2-40B4-BE49-F238E27FC236}">
                <a16:creationId xmlns:a16="http://schemas.microsoft.com/office/drawing/2014/main" id="{1346C774-A701-55B7-96B4-D9EEF71AEB88}"/>
              </a:ext>
            </a:extLst>
          </p:cNvPr>
          <p:cNvSpPr txBox="1"/>
          <p:nvPr/>
        </p:nvSpPr>
        <p:spPr>
          <a:xfrm>
            <a:off x="0" y="741345"/>
            <a:ext cx="5003799" cy="461665"/>
          </a:xfrm>
          <a:prstGeom prst="rect">
            <a:avLst/>
          </a:prstGeom>
          <a:noFill/>
        </p:spPr>
        <p:txBody>
          <a:bodyPr wrap="square" rtlCol="0">
            <a:spAutoFit/>
          </a:bodyPr>
          <a:lstStyle/>
          <a:p>
            <a:r>
              <a:rPr lang="en-IN" sz="2400" b="1" dirty="0">
                <a:solidFill>
                  <a:srgbClr val="FF0000"/>
                </a:solidFill>
              </a:rPr>
              <a:t>Time =3 </a:t>
            </a:r>
          </a:p>
        </p:txBody>
      </p:sp>
      <p:cxnSp>
        <p:nvCxnSpPr>
          <p:cNvPr id="9" name="Straight Connector 8">
            <a:extLst>
              <a:ext uri="{FF2B5EF4-FFF2-40B4-BE49-F238E27FC236}">
                <a16:creationId xmlns:a16="http://schemas.microsoft.com/office/drawing/2014/main" id="{79C7AB70-A857-53E7-167F-9B6ADACCAB62}"/>
              </a:ext>
            </a:extLst>
          </p:cNvPr>
          <p:cNvCxnSpPr>
            <a:cxnSpLocks/>
          </p:cNvCxnSpPr>
          <p:nvPr/>
        </p:nvCxnSpPr>
        <p:spPr>
          <a:xfrm flipH="1">
            <a:off x="2868218" y="1627030"/>
            <a:ext cx="1397000" cy="472173"/>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5F20C0F-AABC-77CA-3E7E-0F2524E7F2B8}"/>
              </a:ext>
            </a:extLst>
          </p:cNvPr>
          <p:cNvSpPr txBox="1"/>
          <p:nvPr/>
        </p:nvSpPr>
        <p:spPr>
          <a:xfrm>
            <a:off x="4708952" y="862622"/>
            <a:ext cx="682828" cy="461665"/>
          </a:xfrm>
          <a:prstGeom prst="rect">
            <a:avLst/>
          </a:prstGeom>
          <a:noFill/>
        </p:spPr>
        <p:txBody>
          <a:bodyPr wrap="square" rtlCol="0">
            <a:spAutoFit/>
          </a:bodyPr>
          <a:lstStyle/>
          <a:p>
            <a:r>
              <a:rPr lang="en-IN" sz="2400" b="1" dirty="0"/>
              <a:t>C=1</a:t>
            </a:r>
          </a:p>
        </p:txBody>
      </p:sp>
      <p:sp>
        <p:nvSpPr>
          <p:cNvPr id="11" name="TextBox 10">
            <a:extLst>
              <a:ext uri="{FF2B5EF4-FFF2-40B4-BE49-F238E27FC236}">
                <a16:creationId xmlns:a16="http://schemas.microsoft.com/office/drawing/2014/main" id="{18516D89-DBFA-CF8E-CA28-822B60879054}"/>
              </a:ext>
            </a:extLst>
          </p:cNvPr>
          <p:cNvSpPr txBox="1"/>
          <p:nvPr/>
        </p:nvSpPr>
        <p:spPr>
          <a:xfrm>
            <a:off x="4603119" y="2044643"/>
            <a:ext cx="682828" cy="461665"/>
          </a:xfrm>
          <a:prstGeom prst="rect">
            <a:avLst/>
          </a:prstGeom>
          <a:noFill/>
        </p:spPr>
        <p:txBody>
          <a:bodyPr wrap="square" rtlCol="0">
            <a:spAutoFit/>
          </a:bodyPr>
          <a:lstStyle/>
          <a:p>
            <a:r>
              <a:rPr lang="en-IN" sz="2400" b="1" dirty="0"/>
              <a:t>C=1</a:t>
            </a:r>
          </a:p>
        </p:txBody>
      </p:sp>
      <p:cxnSp>
        <p:nvCxnSpPr>
          <p:cNvPr id="13" name="Straight Connector 12">
            <a:extLst>
              <a:ext uri="{FF2B5EF4-FFF2-40B4-BE49-F238E27FC236}">
                <a16:creationId xmlns:a16="http://schemas.microsoft.com/office/drawing/2014/main" id="{2345904B-FB1D-BF38-71CC-6D9164EB7614}"/>
              </a:ext>
            </a:extLst>
          </p:cNvPr>
          <p:cNvCxnSpPr>
            <a:cxnSpLocks/>
          </p:cNvCxnSpPr>
          <p:nvPr/>
        </p:nvCxnSpPr>
        <p:spPr>
          <a:xfrm flipV="1">
            <a:off x="4679571" y="1734002"/>
            <a:ext cx="68239" cy="743754"/>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852631E-B97C-1393-DA5F-5290321C617A}"/>
              </a:ext>
            </a:extLst>
          </p:cNvPr>
          <p:cNvCxnSpPr>
            <a:cxnSpLocks/>
            <a:endCxn id="6" idx="2"/>
          </p:cNvCxnSpPr>
          <p:nvPr/>
        </p:nvCxnSpPr>
        <p:spPr>
          <a:xfrm>
            <a:off x="2597285" y="2404532"/>
            <a:ext cx="1551382" cy="287867"/>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1C42F3B-4797-3358-96BA-A5DECE6AE73C}"/>
              </a:ext>
            </a:extLst>
          </p:cNvPr>
          <p:cNvSpPr txBox="1"/>
          <p:nvPr/>
        </p:nvSpPr>
        <p:spPr>
          <a:xfrm>
            <a:off x="2713837" y="2573509"/>
            <a:ext cx="1447800" cy="400110"/>
          </a:xfrm>
          <a:prstGeom prst="rect">
            <a:avLst/>
          </a:prstGeom>
          <a:noFill/>
        </p:spPr>
        <p:txBody>
          <a:bodyPr wrap="square" rtlCol="0">
            <a:spAutoFit/>
          </a:bodyPr>
          <a:lstStyle/>
          <a:p>
            <a:r>
              <a:rPr lang="en-IN" sz="2000" dirty="0"/>
              <a:t>Back Edge</a:t>
            </a:r>
          </a:p>
        </p:txBody>
      </p:sp>
      <p:sp>
        <p:nvSpPr>
          <p:cNvPr id="15" name="TextBox 14">
            <a:extLst>
              <a:ext uri="{FF2B5EF4-FFF2-40B4-BE49-F238E27FC236}">
                <a16:creationId xmlns:a16="http://schemas.microsoft.com/office/drawing/2014/main" id="{2E94CB1F-6F26-8172-762C-EFAEFFC0FA78}"/>
              </a:ext>
            </a:extLst>
          </p:cNvPr>
          <p:cNvSpPr txBox="1"/>
          <p:nvPr/>
        </p:nvSpPr>
        <p:spPr>
          <a:xfrm>
            <a:off x="889000" y="4546995"/>
            <a:ext cx="5003799" cy="2677656"/>
          </a:xfrm>
          <a:prstGeom prst="rect">
            <a:avLst/>
          </a:prstGeom>
          <a:noFill/>
        </p:spPr>
        <p:txBody>
          <a:bodyPr wrap="square" rtlCol="0">
            <a:spAutoFit/>
          </a:bodyPr>
          <a:lstStyle/>
          <a:p>
            <a:r>
              <a:rPr lang="en-IN" sz="2400" b="1" dirty="0">
                <a:solidFill>
                  <a:srgbClr val="FF0000"/>
                </a:solidFill>
              </a:rPr>
              <a:t>Backtrack of 2 to 1</a:t>
            </a:r>
          </a:p>
          <a:p>
            <a:r>
              <a:rPr lang="en-IN" sz="2400" b="1" dirty="0">
                <a:solidFill>
                  <a:srgbClr val="FF0000"/>
                </a:solidFill>
              </a:rPr>
              <a:t>Update LT of 1</a:t>
            </a:r>
          </a:p>
          <a:p>
            <a:r>
              <a:rPr lang="en-IN" sz="2400" b="1" dirty="0">
                <a:solidFill>
                  <a:srgbClr val="FF0000"/>
                </a:solidFill>
              </a:rPr>
              <a:t>1 is not AP since  only 1 subgraph of 1 having back edge </a:t>
            </a:r>
          </a:p>
          <a:p>
            <a:endParaRPr lang="en-IN" sz="2400" b="1" dirty="0">
              <a:solidFill>
                <a:srgbClr val="FF0000"/>
              </a:solidFill>
            </a:endParaRPr>
          </a:p>
          <a:p>
            <a:endParaRPr lang="en-IN" sz="2400" b="1" dirty="0">
              <a:solidFill>
                <a:srgbClr val="FF0000"/>
              </a:solidFill>
            </a:endParaRPr>
          </a:p>
          <a:p>
            <a:endParaRPr lang="en-IN" sz="2400" b="1" dirty="0">
              <a:solidFill>
                <a:srgbClr val="FF0000"/>
              </a:solidFill>
            </a:endParaRPr>
          </a:p>
        </p:txBody>
      </p:sp>
    </p:spTree>
    <p:extLst>
      <p:ext uri="{BB962C8B-B14F-4D97-AF65-F5344CB8AC3E}">
        <p14:creationId xmlns:p14="http://schemas.microsoft.com/office/powerpoint/2010/main" val="334952880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AB8BFD-5C1F-445C-8050-CE8F451E95B0}"/>
              </a:ext>
            </a:extLst>
          </p:cNvPr>
          <p:cNvSpPr txBox="1"/>
          <p:nvPr/>
        </p:nvSpPr>
        <p:spPr>
          <a:xfrm>
            <a:off x="635000" y="0"/>
            <a:ext cx="10515599" cy="730291"/>
          </a:xfrm>
          <a:prstGeom prst="rect">
            <a:avLst/>
          </a:prstGeom>
        </p:spPr>
        <p:txBody>
          <a:bodyPr vert="horz" lIns="91440" tIns="45720" rIns="91440" bIns="45720" rtlCol="0" anchor="b">
            <a:normAutofit fontScale="92500" lnSpcReduction="10000"/>
          </a:bodyPr>
          <a:lstStyle/>
          <a:p>
            <a:pPr lvl="0" algn="ctr"/>
            <a:r>
              <a:rPr lang="en-US" sz="4800" dirty="0">
                <a:solidFill>
                  <a:schemeClr val="bg1"/>
                </a:solidFill>
                <a:latin typeface="Times New Roman" panose="02020603050405020304" pitchFamily="18" charset="0"/>
                <a:cs typeface="Times New Roman" panose="02020603050405020304" pitchFamily="18" charset="0"/>
              </a:rPr>
              <a:t>Algorithm on Example</a:t>
            </a:r>
          </a:p>
        </p:txBody>
      </p:sp>
      <p:sp>
        <p:nvSpPr>
          <p:cNvPr id="4" name="Oval 3">
            <a:extLst>
              <a:ext uri="{FF2B5EF4-FFF2-40B4-BE49-F238E27FC236}">
                <a16:creationId xmlns:a16="http://schemas.microsoft.com/office/drawing/2014/main" id="{D1821021-BB21-7736-5D44-28091022EDE7}"/>
              </a:ext>
            </a:extLst>
          </p:cNvPr>
          <p:cNvSpPr/>
          <p:nvPr/>
        </p:nvSpPr>
        <p:spPr>
          <a:xfrm>
            <a:off x="4148666" y="1135611"/>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a:t>
            </a:r>
          </a:p>
        </p:txBody>
      </p:sp>
      <p:sp>
        <p:nvSpPr>
          <p:cNvPr id="5" name="Oval 4">
            <a:extLst>
              <a:ext uri="{FF2B5EF4-FFF2-40B4-BE49-F238E27FC236}">
                <a16:creationId xmlns:a16="http://schemas.microsoft.com/office/drawing/2014/main" id="{BF0ECCAA-9F57-0EF8-1E73-52168BBDAB43}"/>
              </a:ext>
            </a:extLst>
          </p:cNvPr>
          <p:cNvSpPr/>
          <p:nvPr/>
        </p:nvSpPr>
        <p:spPr>
          <a:xfrm>
            <a:off x="2082800" y="1828800"/>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0</a:t>
            </a:r>
          </a:p>
        </p:txBody>
      </p:sp>
      <p:sp>
        <p:nvSpPr>
          <p:cNvPr id="6" name="Oval 5">
            <a:extLst>
              <a:ext uri="{FF2B5EF4-FFF2-40B4-BE49-F238E27FC236}">
                <a16:creationId xmlns:a16="http://schemas.microsoft.com/office/drawing/2014/main" id="{B7BD9409-61B6-7F00-716E-95869A641E27}"/>
              </a:ext>
            </a:extLst>
          </p:cNvPr>
          <p:cNvSpPr/>
          <p:nvPr/>
        </p:nvSpPr>
        <p:spPr>
          <a:xfrm>
            <a:off x="4148667" y="2404532"/>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a:t>
            </a:r>
          </a:p>
        </p:txBody>
      </p:sp>
      <p:sp>
        <p:nvSpPr>
          <p:cNvPr id="7" name="Oval 6">
            <a:extLst>
              <a:ext uri="{FF2B5EF4-FFF2-40B4-BE49-F238E27FC236}">
                <a16:creationId xmlns:a16="http://schemas.microsoft.com/office/drawing/2014/main" id="{3B7FFA91-A20C-C438-8454-E221600AB24C}"/>
              </a:ext>
            </a:extLst>
          </p:cNvPr>
          <p:cNvSpPr/>
          <p:nvPr/>
        </p:nvSpPr>
        <p:spPr>
          <a:xfrm>
            <a:off x="1286933" y="2692398"/>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3</a:t>
            </a:r>
          </a:p>
        </p:txBody>
      </p:sp>
      <p:sp>
        <p:nvSpPr>
          <p:cNvPr id="8" name="Oval 7">
            <a:extLst>
              <a:ext uri="{FF2B5EF4-FFF2-40B4-BE49-F238E27FC236}">
                <a16:creationId xmlns:a16="http://schemas.microsoft.com/office/drawing/2014/main" id="{222D97F3-E380-5D1E-C845-C32472FFA81E}"/>
              </a:ext>
            </a:extLst>
          </p:cNvPr>
          <p:cNvSpPr/>
          <p:nvPr/>
        </p:nvSpPr>
        <p:spPr>
          <a:xfrm>
            <a:off x="888999" y="3589869"/>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4</a:t>
            </a:r>
          </a:p>
        </p:txBody>
      </p:sp>
      <p:cxnSp>
        <p:nvCxnSpPr>
          <p:cNvPr id="10" name="Straight Connector 9">
            <a:extLst>
              <a:ext uri="{FF2B5EF4-FFF2-40B4-BE49-F238E27FC236}">
                <a16:creationId xmlns:a16="http://schemas.microsoft.com/office/drawing/2014/main" id="{09A58623-EF58-16E4-FFB5-09B3EA357A30}"/>
              </a:ext>
            </a:extLst>
          </p:cNvPr>
          <p:cNvCxnSpPr>
            <a:cxnSpLocks/>
            <a:stCxn id="5" idx="7"/>
            <a:endCxn id="4" idx="2"/>
          </p:cNvCxnSpPr>
          <p:nvPr/>
        </p:nvCxnSpPr>
        <p:spPr>
          <a:xfrm flipV="1">
            <a:off x="2762115" y="1423478"/>
            <a:ext cx="1386551" cy="489636"/>
          </a:xfrm>
          <a:prstGeom prst="line">
            <a:avLst/>
          </a:prstGeom>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20EA87AD-BE73-2BA4-79F7-884E66560162}"/>
              </a:ext>
            </a:extLst>
          </p:cNvPr>
          <p:cNvSpPr/>
          <p:nvPr/>
        </p:nvSpPr>
        <p:spPr>
          <a:xfrm>
            <a:off x="2480733" y="3589869"/>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5</a:t>
            </a:r>
          </a:p>
        </p:txBody>
      </p:sp>
      <p:cxnSp>
        <p:nvCxnSpPr>
          <p:cNvPr id="16" name="Straight Connector 15">
            <a:extLst>
              <a:ext uri="{FF2B5EF4-FFF2-40B4-BE49-F238E27FC236}">
                <a16:creationId xmlns:a16="http://schemas.microsoft.com/office/drawing/2014/main" id="{47DA8A62-16C5-7009-4647-4E916F109703}"/>
              </a:ext>
            </a:extLst>
          </p:cNvPr>
          <p:cNvCxnSpPr>
            <a:stCxn id="4" idx="4"/>
            <a:endCxn id="6" idx="0"/>
          </p:cNvCxnSpPr>
          <p:nvPr/>
        </p:nvCxnSpPr>
        <p:spPr>
          <a:xfrm>
            <a:off x="4546600" y="1711344"/>
            <a:ext cx="1" cy="6931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5A191AB-B741-5493-8A1B-31838AAC0A0E}"/>
              </a:ext>
            </a:extLst>
          </p:cNvPr>
          <p:cNvCxnSpPr>
            <a:cxnSpLocks/>
            <a:stCxn id="5" idx="5"/>
            <a:endCxn id="6" idx="1"/>
          </p:cNvCxnSpPr>
          <p:nvPr/>
        </p:nvCxnSpPr>
        <p:spPr>
          <a:xfrm>
            <a:off x="2762115" y="2320219"/>
            <a:ext cx="1503104" cy="1686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C221A88-AF58-32D1-12A8-E28053406E1C}"/>
              </a:ext>
            </a:extLst>
          </p:cNvPr>
          <p:cNvCxnSpPr>
            <a:stCxn id="5" idx="3"/>
          </p:cNvCxnSpPr>
          <p:nvPr/>
        </p:nvCxnSpPr>
        <p:spPr>
          <a:xfrm flipH="1">
            <a:off x="1828800" y="2320219"/>
            <a:ext cx="370552" cy="37217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51D4063-6D61-CAC3-AED3-5E9186548837}"/>
              </a:ext>
            </a:extLst>
          </p:cNvPr>
          <p:cNvCxnSpPr>
            <a:endCxn id="8" idx="0"/>
          </p:cNvCxnSpPr>
          <p:nvPr/>
        </p:nvCxnSpPr>
        <p:spPr>
          <a:xfrm flipH="1">
            <a:off x="1286933" y="3268131"/>
            <a:ext cx="254000" cy="321738"/>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F138662-0895-1814-1567-7A18FC0A2FDC}"/>
              </a:ext>
            </a:extLst>
          </p:cNvPr>
          <p:cNvCxnSpPr>
            <a:cxnSpLocks/>
            <a:stCxn id="7" idx="5"/>
            <a:endCxn id="14" idx="1"/>
          </p:cNvCxnSpPr>
          <p:nvPr/>
        </p:nvCxnSpPr>
        <p:spPr>
          <a:xfrm>
            <a:off x="1966248" y="3183817"/>
            <a:ext cx="631037" cy="490366"/>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0" name="Table 30">
            <a:extLst>
              <a:ext uri="{FF2B5EF4-FFF2-40B4-BE49-F238E27FC236}">
                <a16:creationId xmlns:a16="http://schemas.microsoft.com/office/drawing/2014/main" id="{4837F24E-408A-273C-474D-F810E5F92BBF}"/>
              </a:ext>
            </a:extLst>
          </p:cNvPr>
          <p:cNvGraphicFramePr>
            <a:graphicFrameLocks noGrp="1"/>
          </p:cNvGraphicFramePr>
          <p:nvPr/>
        </p:nvGraphicFramePr>
        <p:xfrm>
          <a:off x="6525811" y="1388533"/>
          <a:ext cx="4624788" cy="73660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189765">
                <a:tc>
                  <a:txBody>
                    <a:bodyPr/>
                    <a:lstStyle/>
                    <a:p>
                      <a:r>
                        <a:rPr lang="en-IN" b="0" dirty="0">
                          <a:solidFill>
                            <a:schemeClr val="tx1"/>
                          </a:solidFill>
                        </a:rPr>
                        <a:t>0</a:t>
                      </a:r>
                    </a:p>
                  </a:txBody>
                  <a:tcPr/>
                </a:tc>
                <a:tc>
                  <a:txBody>
                    <a:bodyPr/>
                    <a:lstStyle/>
                    <a:p>
                      <a:r>
                        <a:rPr lang="en-IN" dirty="0">
                          <a:solidFill>
                            <a:schemeClr val="tx1"/>
                          </a:solidFill>
                        </a:rPr>
                        <a:t>1</a:t>
                      </a:r>
                    </a:p>
                  </a:txBody>
                  <a:tcPr/>
                </a:tc>
                <a:tc>
                  <a:txBody>
                    <a:bodyPr/>
                    <a:lstStyle/>
                    <a:p>
                      <a:r>
                        <a:rPr lang="en-IN" dirty="0">
                          <a:solidFill>
                            <a:schemeClr val="tx1"/>
                          </a:solidFill>
                        </a:rPr>
                        <a:t>2</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4" name="Table 30">
            <a:extLst>
              <a:ext uri="{FF2B5EF4-FFF2-40B4-BE49-F238E27FC236}">
                <a16:creationId xmlns:a16="http://schemas.microsoft.com/office/drawing/2014/main" id="{709B6A5F-F912-F803-2CEA-A779E035C599}"/>
              </a:ext>
            </a:extLst>
          </p:cNvPr>
          <p:cNvGraphicFramePr>
            <a:graphicFrameLocks noGrp="1"/>
          </p:cNvGraphicFramePr>
          <p:nvPr>
            <p:extLst>
              <p:ext uri="{D42A27DB-BD31-4B8C-83A1-F6EECF244321}">
                <p14:modId xmlns:p14="http://schemas.microsoft.com/office/powerpoint/2010/main" val="1078483450"/>
              </p:ext>
            </p:extLst>
          </p:nvPr>
        </p:nvGraphicFramePr>
        <p:xfrm>
          <a:off x="6525811" y="2692398"/>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b="0" dirty="0">
                          <a:solidFill>
                            <a:schemeClr val="tx1"/>
                          </a:solidFill>
                        </a:rPr>
                        <a:t>0</a:t>
                      </a:r>
                    </a:p>
                  </a:txBody>
                  <a:tcPr/>
                </a:tc>
                <a:tc>
                  <a:txBody>
                    <a:bodyPr/>
                    <a:lstStyle/>
                    <a:p>
                      <a:r>
                        <a:rPr lang="en-IN" dirty="0">
                          <a:solidFill>
                            <a:schemeClr val="tx1"/>
                          </a:solidFill>
                        </a:rPr>
                        <a:t>0</a:t>
                      </a:r>
                    </a:p>
                  </a:txBody>
                  <a:tcPr/>
                </a:tc>
                <a:tc>
                  <a:txBody>
                    <a:bodyPr/>
                    <a:lstStyle/>
                    <a:p>
                      <a:r>
                        <a:rPr lang="en-IN" dirty="0">
                          <a:solidFill>
                            <a:schemeClr val="tx1"/>
                          </a:solidFill>
                        </a:rPr>
                        <a:t>0</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5" name="Table 30">
            <a:extLst>
              <a:ext uri="{FF2B5EF4-FFF2-40B4-BE49-F238E27FC236}">
                <a16:creationId xmlns:a16="http://schemas.microsoft.com/office/drawing/2014/main" id="{DA5B8367-879C-BAC0-7627-684D5E3C8B0A}"/>
              </a:ext>
            </a:extLst>
          </p:cNvPr>
          <p:cNvGraphicFramePr>
            <a:graphicFrameLocks noGrp="1"/>
          </p:cNvGraphicFramePr>
          <p:nvPr/>
        </p:nvGraphicFramePr>
        <p:xfrm>
          <a:off x="6525811" y="3986050"/>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dirty="0">
                          <a:solidFill>
                            <a:schemeClr val="tx1"/>
                          </a:solidFill>
                        </a:rPr>
                        <a:t>-1</a:t>
                      </a:r>
                    </a:p>
                  </a:txBody>
                  <a:tcPr/>
                </a:tc>
                <a:tc>
                  <a:txBody>
                    <a:bodyPr/>
                    <a:lstStyle/>
                    <a:p>
                      <a:r>
                        <a:rPr lang="en-IN" dirty="0">
                          <a:solidFill>
                            <a:schemeClr val="tx1"/>
                          </a:solidFill>
                        </a:rPr>
                        <a:t>0</a:t>
                      </a:r>
                    </a:p>
                  </a:txBody>
                  <a:tcPr/>
                </a:tc>
                <a:tc>
                  <a:txBody>
                    <a:bodyPr/>
                    <a:lstStyle/>
                    <a:p>
                      <a:r>
                        <a:rPr lang="en-IN" dirty="0">
                          <a:solidFill>
                            <a:schemeClr val="tx1"/>
                          </a:solidFill>
                        </a:rPr>
                        <a:t>1</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6" name="Table 30">
            <a:extLst>
              <a:ext uri="{FF2B5EF4-FFF2-40B4-BE49-F238E27FC236}">
                <a16:creationId xmlns:a16="http://schemas.microsoft.com/office/drawing/2014/main" id="{12A300B2-06C4-F89A-CAC6-F789C928860E}"/>
              </a:ext>
            </a:extLst>
          </p:cNvPr>
          <p:cNvGraphicFramePr>
            <a:graphicFrameLocks noGrp="1"/>
          </p:cNvGraphicFramePr>
          <p:nvPr/>
        </p:nvGraphicFramePr>
        <p:xfrm>
          <a:off x="6525811" y="5279702"/>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dirty="0"/>
                        <a:t>F</a:t>
                      </a:r>
                    </a:p>
                  </a:txBody>
                  <a:tcPr/>
                </a:tc>
                <a:tc>
                  <a:txBody>
                    <a:bodyPr/>
                    <a:lstStyle/>
                    <a:p>
                      <a:r>
                        <a:rPr lang="en-IN" dirty="0"/>
                        <a:t>F</a:t>
                      </a:r>
                    </a:p>
                  </a:txBody>
                  <a:tcPr/>
                </a:tc>
                <a:tc>
                  <a:txBody>
                    <a:bodyPr/>
                    <a:lstStyle/>
                    <a:p>
                      <a:r>
                        <a:rPr lang="en-IN" dirty="0"/>
                        <a:t>F</a:t>
                      </a:r>
                    </a:p>
                  </a:txBody>
                  <a:tcPr/>
                </a:tc>
                <a:tc>
                  <a:txBody>
                    <a:bodyPr/>
                    <a:lstStyle/>
                    <a:p>
                      <a:r>
                        <a:rPr lang="en-IN" dirty="0"/>
                        <a:t>F</a:t>
                      </a:r>
                    </a:p>
                  </a:txBody>
                  <a:tcPr/>
                </a:tc>
                <a:tc>
                  <a:txBody>
                    <a:bodyPr/>
                    <a:lstStyle/>
                    <a:p>
                      <a:r>
                        <a:rPr lang="en-IN" dirty="0"/>
                        <a:t>F</a:t>
                      </a:r>
                    </a:p>
                  </a:txBody>
                  <a:tcPr/>
                </a:tc>
                <a:tc>
                  <a:txBody>
                    <a:bodyPr/>
                    <a:lstStyle/>
                    <a:p>
                      <a:r>
                        <a:rPr lang="en-IN" dirty="0"/>
                        <a:t>F</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sp>
        <p:nvSpPr>
          <p:cNvPr id="37" name="TextBox 36">
            <a:extLst>
              <a:ext uri="{FF2B5EF4-FFF2-40B4-BE49-F238E27FC236}">
                <a16:creationId xmlns:a16="http://schemas.microsoft.com/office/drawing/2014/main" id="{A22D1001-7329-B480-6EC2-77C92471EDB6}"/>
              </a:ext>
            </a:extLst>
          </p:cNvPr>
          <p:cNvSpPr txBox="1"/>
          <p:nvPr/>
        </p:nvSpPr>
        <p:spPr>
          <a:xfrm>
            <a:off x="5892799" y="5215500"/>
            <a:ext cx="727144" cy="461665"/>
          </a:xfrm>
          <a:prstGeom prst="rect">
            <a:avLst/>
          </a:prstGeom>
          <a:noFill/>
        </p:spPr>
        <p:txBody>
          <a:bodyPr wrap="square" rtlCol="0">
            <a:spAutoFit/>
          </a:bodyPr>
          <a:lstStyle/>
          <a:p>
            <a:r>
              <a:rPr lang="en-IN" sz="2400" b="1" dirty="0">
                <a:solidFill>
                  <a:srgbClr val="FF0000"/>
                </a:solidFill>
              </a:rPr>
              <a:t>AP</a:t>
            </a:r>
          </a:p>
        </p:txBody>
      </p:sp>
      <p:sp>
        <p:nvSpPr>
          <p:cNvPr id="38" name="TextBox 37">
            <a:extLst>
              <a:ext uri="{FF2B5EF4-FFF2-40B4-BE49-F238E27FC236}">
                <a16:creationId xmlns:a16="http://schemas.microsoft.com/office/drawing/2014/main" id="{B2161F4F-8954-3216-799C-4739C2EC4E5A}"/>
              </a:ext>
            </a:extLst>
          </p:cNvPr>
          <p:cNvSpPr txBox="1"/>
          <p:nvPr/>
        </p:nvSpPr>
        <p:spPr>
          <a:xfrm>
            <a:off x="5926667" y="1184725"/>
            <a:ext cx="727144" cy="461665"/>
          </a:xfrm>
          <a:prstGeom prst="rect">
            <a:avLst/>
          </a:prstGeom>
          <a:noFill/>
        </p:spPr>
        <p:txBody>
          <a:bodyPr wrap="square" rtlCol="0">
            <a:spAutoFit/>
          </a:bodyPr>
          <a:lstStyle/>
          <a:p>
            <a:r>
              <a:rPr lang="en-IN" sz="2400" b="1" dirty="0">
                <a:solidFill>
                  <a:srgbClr val="FF0000"/>
                </a:solidFill>
              </a:rPr>
              <a:t>DT</a:t>
            </a:r>
          </a:p>
        </p:txBody>
      </p:sp>
      <p:sp>
        <p:nvSpPr>
          <p:cNvPr id="39" name="TextBox 38">
            <a:extLst>
              <a:ext uri="{FF2B5EF4-FFF2-40B4-BE49-F238E27FC236}">
                <a16:creationId xmlns:a16="http://schemas.microsoft.com/office/drawing/2014/main" id="{48DD2684-8A3A-5530-B0C3-8CCB9BE487F4}"/>
              </a:ext>
            </a:extLst>
          </p:cNvPr>
          <p:cNvSpPr txBox="1"/>
          <p:nvPr/>
        </p:nvSpPr>
        <p:spPr>
          <a:xfrm>
            <a:off x="5798667" y="2742063"/>
            <a:ext cx="727144" cy="461665"/>
          </a:xfrm>
          <a:prstGeom prst="rect">
            <a:avLst/>
          </a:prstGeom>
          <a:noFill/>
        </p:spPr>
        <p:txBody>
          <a:bodyPr wrap="square" rtlCol="0">
            <a:spAutoFit/>
          </a:bodyPr>
          <a:lstStyle/>
          <a:p>
            <a:r>
              <a:rPr lang="en-IN" sz="2400" b="1" dirty="0">
                <a:solidFill>
                  <a:srgbClr val="FF0000"/>
                </a:solidFill>
              </a:rPr>
              <a:t>LT</a:t>
            </a:r>
          </a:p>
        </p:txBody>
      </p:sp>
      <p:sp>
        <p:nvSpPr>
          <p:cNvPr id="40" name="TextBox 39">
            <a:extLst>
              <a:ext uri="{FF2B5EF4-FFF2-40B4-BE49-F238E27FC236}">
                <a16:creationId xmlns:a16="http://schemas.microsoft.com/office/drawing/2014/main" id="{68176EF7-B9ED-1B9A-33D2-0976CEABCF92}"/>
              </a:ext>
            </a:extLst>
          </p:cNvPr>
          <p:cNvSpPr txBox="1"/>
          <p:nvPr/>
        </p:nvSpPr>
        <p:spPr>
          <a:xfrm>
            <a:off x="5528733" y="4000183"/>
            <a:ext cx="1125078" cy="461665"/>
          </a:xfrm>
          <a:prstGeom prst="rect">
            <a:avLst/>
          </a:prstGeom>
          <a:noFill/>
        </p:spPr>
        <p:txBody>
          <a:bodyPr wrap="square" rtlCol="0">
            <a:spAutoFit/>
          </a:bodyPr>
          <a:lstStyle/>
          <a:p>
            <a:r>
              <a:rPr lang="en-IN" sz="2400" b="1" dirty="0">
                <a:solidFill>
                  <a:srgbClr val="FF0000"/>
                </a:solidFill>
              </a:rPr>
              <a:t>Parent</a:t>
            </a:r>
          </a:p>
        </p:txBody>
      </p:sp>
      <p:sp>
        <p:nvSpPr>
          <p:cNvPr id="46" name="TextBox 45">
            <a:extLst>
              <a:ext uri="{FF2B5EF4-FFF2-40B4-BE49-F238E27FC236}">
                <a16:creationId xmlns:a16="http://schemas.microsoft.com/office/drawing/2014/main" id="{CF5433F2-9016-FF81-AC04-EE3757575E7C}"/>
              </a:ext>
            </a:extLst>
          </p:cNvPr>
          <p:cNvSpPr txBox="1"/>
          <p:nvPr/>
        </p:nvSpPr>
        <p:spPr>
          <a:xfrm>
            <a:off x="1670906" y="1423478"/>
            <a:ext cx="682828" cy="461665"/>
          </a:xfrm>
          <a:prstGeom prst="rect">
            <a:avLst/>
          </a:prstGeom>
          <a:noFill/>
        </p:spPr>
        <p:txBody>
          <a:bodyPr wrap="square" rtlCol="0">
            <a:spAutoFit/>
          </a:bodyPr>
          <a:lstStyle/>
          <a:p>
            <a:r>
              <a:rPr lang="en-IN" sz="2400" b="1" dirty="0"/>
              <a:t>C=1</a:t>
            </a:r>
          </a:p>
        </p:txBody>
      </p:sp>
      <p:sp>
        <p:nvSpPr>
          <p:cNvPr id="47" name="TextBox 46">
            <a:extLst>
              <a:ext uri="{FF2B5EF4-FFF2-40B4-BE49-F238E27FC236}">
                <a16:creationId xmlns:a16="http://schemas.microsoft.com/office/drawing/2014/main" id="{1346C774-A701-55B7-96B4-D9EEF71AEB88}"/>
              </a:ext>
            </a:extLst>
          </p:cNvPr>
          <p:cNvSpPr txBox="1"/>
          <p:nvPr/>
        </p:nvSpPr>
        <p:spPr>
          <a:xfrm>
            <a:off x="0" y="741345"/>
            <a:ext cx="5003799" cy="461665"/>
          </a:xfrm>
          <a:prstGeom prst="rect">
            <a:avLst/>
          </a:prstGeom>
          <a:noFill/>
        </p:spPr>
        <p:txBody>
          <a:bodyPr wrap="square" rtlCol="0">
            <a:spAutoFit/>
          </a:bodyPr>
          <a:lstStyle/>
          <a:p>
            <a:r>
              <a:rPr lang="en-IN" sz="2400" b="1" dirty="0">
                <a:solidFill>
                  <a:srgbClr val="FF0000"/>
                </a:solidFill>
              </a:rPr>
              <a:t>Time =3 </a:t>
            </a:r>
          </a:p>
        </p:txBody>
      </p:sp>
      <p:cxnSp>
        <p:nvCxnSpPr>
          <p:cNvPr id="9" name="Straight Connector 8">
            <a:extLst>
              <a:ext uri="{FF2B5EF4-FFF2-40B4-BE49-F238E27FC236}">
                <a16:creationId xmlns:a16="http://schemas.microsoft.com/office/drawing/2014/main" id="{79C7AB70-A857-53E7-167F-9B6ADACCAB62}"/>
              </a:ext>
            </a:extLst>
          </p:cNvPr>
          <p:cNvCxnSpPr>
            <a:cxnSpLocks/>
          </p:cNvCxnSpPr>
          <p:nvPr/>
        </p:nvCxnSpPr>
        <p:spPr>
          <a:xfrm flipH="1">
            <a:off x="2868218" y="1627030"/>
            <a:ext cx="1397000" cy="472173"/>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5F20C0F-AABC-77CA-3E7E-0F2524E7F2B8}"/>
              </a:ext>
            </a:extLst>
          </p:cNvPr>
          <p:cNvSpPr txBox="1"/>
          <p:nvPr/>
        </p:nvSpPr>
        <p:spPr>
          <a:xfrm>
            <a:off x="4708952" y="862622"/>
            <a:ext cx="682828" cy="461665"/>
          </a:xfrm>
          <a:prstGeom prst="rect">
            <a:avLst/>
          </a:prstGeom>
          <a:noFill/>
        </p:spPr>
        <p:txBody>
          <a:bodyPr wrap="square" rtlCol="0">
            <a:spAutoFit/>
          </a:bodyPr>
          <a:lstStyle/>
          <a:p>
            <a:r>
              <a:rPr lang="en-IN" sz="2400" b="1" dirty="0"/>
              <a:t>C=1</a:t>
            </a:r>
          </a:p>
        </p:txBody>
      </p:sp>
      <p:sp>
        <p:nvSpPr>
          <p:cNvPr id="11" name="TextBox 10">
            <a:extLst>
              <a:ext uri="{FF2B5EF4-FFF2-40B4-BE49-F238E27FC236}">
                <a16:creationId xmlns:a16="http://schemas.microsoft.com/office/drawing/2014/main" id="{18516D89-DBFA-CF8E-CA28-822B60879054}"/>
              </a:ext>
            </a:extLst>
          </p:cNvPr>
          <p:cNvSpPr txBox="1"/>
          <p:nvPr/>
        </p:nvSpPr>
        <p:spPr>
          <a:xfrm>
            <a:off x="4603119" y="2044643"/>
            <a:ext cx="682828" cy="461665"/>
          </a:xfrm>
          <a:prstGeom prst="rect">
            <a:avLst/>
          </a:prstGeom>
          <a:noFill/>
        </p:spPr>
        <p:txBody>
          <a:bodyPr wrap="square" rtlCol="0">
            <a:spAutoFit/>
          </a:bodyPr>
          <a:lstStyle/>
          <a:p>
            <a:r>
              <a:rPr lang="en-IN" sz="2400" b="1" dirty="0"/>
              <a:t>C=1</a:t>
            </a:r>
          </a:p>
        </p:txBody>
      </p:sp>
      <p:cxnSp>
        <p:nvCxnSpPr>
          <p:cNvPr id="13" name="Straight Connector 12">
            <a:extLst>
              <a:ext uri="{FF2B5EF4-FFF2-40B4-BE49-F238E27FC236}">
                <a16:creationId xmlns:a16="http://schemas.microsoft.com/office/drawing/2014/main" id="{2345904B-FB1D-BF38-71CC-6D9164EB7614}"/>
              </a:ext>
            </a:extLst>
          </p:cNvPr>
          <p:cNvCxnSpPr>
            <a:cxnSpLocks/>
          </p:cNvCxnSpPr>
          <p:nvPr/>
        </p:nvCxnSpPr>
        <p:spPr>
          <a:xfrm flipV="1">
            <a:off x="4679571" y="1734002"/>
            <a:ext cx="68239" cy="743754"/>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852631E-B97C-1393-DA5F-5290321C617A}"/>
              </a:ext>
            </a:extLst>
          </p:cNvPr>
          <p:cNvCxnSpPr>
            <a:cxnSpLocks/>
            <a:endCxn id="6" idx="2"/>
          </p:cNvCxnSpPr>
          <p:nvPr/>
        </p:nvCxnSpPr>
        <p:spPr>
          <a:xfrm>
            <a:off x="2597285" y="2404532"/>
            <a:ext cx="1551382" cy="287867"/>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1C42F3B-4797-3358-96BA-A5DECE6AE73C}"/>
              </a:ext>
            </a:extLst>
          </p:cNvPr>
          <p:cNvSpPr txBox="1"/>
          <p:nvPr/>
        </p:nvSpPr>
        <p:spPr>
          <a:xfrm>
            <a:off x="2713837" y="2573509"/>
            <a:ext cx="1447800" cy="400110"/>
          </a:xfrm>
          <a:prstGeom prst="rect">
            <a:avLst/>
          </a:prstGeom>
          <a:noFill/>
        </p:spPr>
        <p:txBody>
          <a:bodyPr wrap="square" rtlCol="0">
            <a:spAutoFit/>
          </a:bodyPr>
          <a:lstStyle/>
          <a:p>
            <a:r>
              <a:rPr lang="en-IN" sz="2000" dirty="0"/>
              <a:t>Back Edge</a:t>
            </a:r>
          </a:p>
        </p:txBody>
      </p:sp>
      <p:sp>
        <p:nvSpPr>
          <p:cNvPr id="15" name="TextBox 14">
            <a:extLst>
              <a:ext uri="{FF2B5EF4-FFF2-40B4-BE49-F238E27FC236}">
                <a16:creationId xmlns:a16="http://schemas.microsoft.com/office/drawing/2014/main" id="{2E94CB1F-6F26-8172-762C-EFAEFFC0FA78}"/>
              </a:ext>
            </a:extLst>
          </p:cNvPr>
          <p:cNvSpPr txBox="1"/>
          <p:nvPr/>
        </p:nvSpPr>
        <p:spPr>
          <a:xfrm>
            <a:off x="0" y="4317828"/>
            <a:ext cx="6223000" cy="2677656"/>
          </a:xfrm>
          <a:prstGeom prst="rect">
            <a:avLst/>
          </a:prstGeom>
          <a:noFill/>
        </p:spPr>
        <p:txBody>
          <a:bodyPr wrap="square" rtlCol="0">
            <a:spAutoFit/>
          </a:bodyPr>
          <a:lstStyle/>
          <a:p>
            <a:r>
              <a:rPr lang="en-IN" sz="2400" b="1" dirty="0">
                <a:solidFill>
                  <a:srgbClr val="FF0000"/>
                </a:solidFill>
              </a:rPr>
              <a:t>Backtrack of 1 to 0</a:t>
            </a:r>
          </a:p>
          <a:p>
            <a:r>
              <a:rPr lang="en-IN" sz="2400" b="1" dirty="0">
                <a:solidFill>
                  <a:srgbClr val="FF0000"/>
                </a:solidFill>
              </a:rPr>
              <a:t>Update LT of 0</a:t>
            </a:r>
          </a:p>
          <a:p>
            <a:r>
              <a:rPr lang="en-IN" sz="2400" b="1" dirty="0">
                <a:solidFill>
                  <a:srgbClr val="FF0000"/>
                </a:solidFill>
              </a:rPr>
              <a:t>0 is root node ( parent of 0 is -1) and Child count (c ) = 1 so till now this is not AP</a:t>
            </a:r>
          </a:p>
          <a:p>
            <a:endParaRPr lang="en-IN" sz="2400" b="1" dirty="0">
              <a:solidFill>
                <a:srgbClr val="FF0000"/>
              </a:solidFill>
            </a:endParaRPr>
          </a:p>
          <a:p>
            <a:endParaRPr lang="en-IN" sz="2400" b="1" dirty="0">
              <a:solidFill>
                <a:srgbClr val="FF0000"/>
              </a:solidFill>
            </a:endParaRPr>
          </a:p>
          <a:p>
            <a:endParaRPr lang="en-IN" sz="2400" b="1" dirty="0">
              <a:solidFill>
                <a:srgbClr val="FF0000"/>
              </a:solidFill>
            </a:endParaRPr>
          </a:p>
        </p:txBody>
      </p:sp>
    </p:spTree>
    <p:extLst>
      <p:ext uri="{BB962C8B-B14F-4D97-AF65-F5344CB8AC3E}">
        <p14:creationId xmlns:p14="http://schemas.microsoft.com/office/powerpoint/2010/main" val="281353243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AB8BFD-5C1F-445C-8050-CE8F451E95B0}"/>
              </a:ext>
            </a:extLst>
          </p:cNvPr>
          <p:cNvSpPr txBox="1"/>
          <p:nvPr/>
        </p:nvSpPr>
        <p:spPr>
          <a:xfrm>
            <a:off x="635000" y="0"/>
            <a:ext cx="10515599" cy="730291"/>
          </a:xfrm>
          <a:prstGeom prst="rect">
            <a:avLst/>
          </a:prstGeom>
        </p:spPr>
        <p:txBody>
          <a:bodyPr vert="horz" lIns="91440" tIns="45720" rIns="91440" bIns="45720" rtlCol="0" anchor="b">
            <a:normAutofit fontScale="92500" lnSpcReduction="10000"/>
          </a:bodyPr>
          <a:lstStyle/>
          <a:p>
            <a:pPr lvl="0" algn="ctr"/>
            <a:r>
              <a:rPr lang="en-US" sz="4800" dirty="0">
                <a:solidFill>
                  <a:schemeClr val="bg1"/>
                </a:solidFill>
                <a:latin typeface="Times New Roman" panose="02020603050405020304" pitchFamily="18" charset="0"/>
                <a:cs typeface="Times New Roman" panose="02020603050405020304" pitchFamily="18" charset="0"/>
              </a:rPr>
              <a:t>Algorithm on Example</a:t>
            </a:r>
          </a:p>
        </p:txBody>
      </p:sp>
      <p:sp>
        <p:nvSpPr>
          <p:cNvPr id="4" name="Oval 3">
            <a:extLst>
              <a:ext uri="{FF2B5EF4-FFF2-40B4-BE49-F238E27FC236}">
                <a16:creationId xmlns:a16="http://schemas.microsoft.com/office/drawing/2014/main" id="{D1821021-BB21-7736-5D44-28091022EDE7}"/>
              </a:ext>
            </a:extLst>
          </p:cNvPr>
          <p:cNvSpPr/>
          <p:nvPr/>
        </p:nvSpPr>
        <p:spPr>
          <a:xfrm>
            <a:off x="4148666" y="1135611"/>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a:t>
            </a:r>
          </a:p>
        </p:txBody>
      </p:sp>
      <p:sp>
        <p:nvSpPr>
          <p:cNvPr id="5" name="Oval 4">
            <a:extLst>
              <a:ext uri="{FF2B5EF4-FFF2-40B4-BE49-F238E27FC236}">
                <a16:creationId xmlns:a16="http://schemas.microsoft.com/office/drawing/2014/main" id="{BF0ECCAA-9F57-0EF8-1E73-52168BBDAB43}"/>
              </a:ext>
            </a:extLst>
          </p:cNvPr>
          <p:cNvSpPr/>
          <p:nvPr/>
        </p:nvSpPr>
        <p:spPr>
          <a:xfrm>
            <a:off x="2082800" y="1828800"/>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0</a:t>
            </a:r>
          </a:p>
        </p:txBody>
      </p:sp>
      <p:sp>
        <p:nvSpPr>
          <p:cNvPr id="6" name="Oval 5">
            <a:extLst>
              <a:ext uri="{FF2B5EF4-FFF2-40B4-BE49-F238E27FC236}">
                <a16:creationId xmlns:a16="http://schemas.microsoft.com/office/drawing/2014/main" id="{B7BD9409-61B6-7F00-716E-95869A641E27}"/>
              </a:ext>
            </a:extLst>
          </p:cNvPr>
          <p:cNvSpPr/>
          <p:nvPr/>
        </p:nvSpPr>
        <p:spPr>
          <a:xfrm>
            <a:off x="4148667" y="2404532"/>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a:t>
            </a:r>
          </a:p>
        </p:txBody>
      </p:sp>
      <p:sp>
        <p:nvSpPr>
          <p:cNvPr id="7" name="Oval 6">
            <a:extLst>
              <a:ext uri="{FF2B5EF4-FFF2-40B4-BE49-F238E27FC236}">
                <a16:creationId xmlns:a16="http://schemas.microsoft.com/office/drawing/2014/main" id="{3B7FFA91-A20C-C438-8454-E221600AB24C}"/>
              </a:ext>
            </a:extLst>
          </p:cNvPr>
          <p:cNvSpPr/>
          <p:nvPr/>
        </p:nvSpPr>
        <p:spPr>
          <a:xfrm>
            <a:off x="1286933" y="2692398"/>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3</a:t>
            </a:r>
          </a:p>
        </p:txBody>
      </p:sp>
      <p:sp>
        <p:nvSpPr>
          <p:cNvPr id="8" name="Oval 7">
            <a:extLst>
              <a:ext uri="{FF2B5EF4-FFF2-40B4-BE49-F238E27FC236}">
                <a16:creationId xmlns:a16="http://schemas.microsoft.com/office/drawing/2014/main" id="{222D97F3-E380-5D1E-C845-C32472FFA81E}"/>
              </a:ext>
            </a:extLst>
          </p:cNvPr>
          <p:cNvSpPr/>
          <p:nvPr/>
        </p:nvSpPr>
        <p:spPr>
          <a:xfrm>
            <a:off x="888999" y="3589869"/>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4</a:t>
            </a:r>
          </a:p>
        </p:txBody>
      </p:sp>
      <p:cxnSp>
        <p:nvCxnSpPr>
          <p:cNvPr id="10" name="Straight Connector 9">
            <a:extLst>
              <a:ext uri="{FF2B5EF4-FFF2-40B4-BE49-F238E27FC236}">
                <a16:creationId xmlns:a16="http://schemas.microsoft.com/office/drawing/2014/main" id="{09A58623-EF58-16E4-FFB5-09B3EA357A30}"/>
              </a:ext>
            </a:extLst>
          </p:cNvPr>
          <p:cNvCxnSpPr>
            <a:cxnSpLocks/>
            <a:stCxn id="5" idx="7"/>
            <a:endCxn id="4" idx="2"/>
          </p:cNvCxnSpPr>
          <p:nvPr/>
        </p:nvCxnSpPr>
        <p:spPr>
          <a:xfrm flipV="1">
            <a:off x="2762115" y="1423478"/>
            <a:ext cx="1386551" cy="489636"/>
          </a:xfrm>
          <a:prstGeom prst="line">
            <a:avLst/>
          </a:prstGeom>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20EA87AD-BE73-2BA4-79F7-884E66560162}"/>
              </a:ext>
            </a:extLst>
          </p:cNvPr>
          <p:cNvSpPr/>
          <p:nvPr/>
        </p:nvSpPr>
        <p:spPr>
          <a:xfrm>
            <a:off x="2480733" y="3589869"/>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5</a:t>
            </a:r>
          </a:p>
        </p:txBody>
      </p:sp>
      <p:cxnSp>
        <p:nvCxnSpPr>
          <p:cNvPr id="16" name="Straight Connector 15">
            <a:extLst>
              <a:ext uri="{FF2B5EF4-FFF2-40B4-BE49-F238E27FC236}">
                <a16:creationId xmlns:a16="http://schemas.microsoft.com/office/drawing/2014/main" id="{47DA8A62-16C5-7009-4647-4E916F109703}"/>
              </a:ext>
            </a:extLst>
          </p:cNvPr>
          <p:cNvCxnSpPr>
            <a:stCxn id="4" idx="4"/>
            <a:endCxn id="6" idx="0"/>
          </p:cNvCxnSpPr>
          <p:nvPr/>
        </p:nvCxnSpPr>
        <p:spPr>
          <a:xfrm>
            <a:off x="4546600" y="1711344"/>
            <a:ext cx="1" cy="6931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5A191AB-B741-5493-8A1B-31838AAC0A0E}"/>
              </a:ext>
            </a:extLst>
          </p:cNvPr>
          <p:cNvCxnSpPr>
            <a:cxnSpLocks/>
            <a:stCxn id="5" idx="5"/>
            <a:endCxn id="6" idx="1"/>
          </p:cNvCxnSpPr>
          <p:nvPr/>
        </p:nvCxnSpPr>
        <p:spPr>
          <a:xfrm>
            <a:off x="2762115" y="2320219"/>
            <a:ext cx="1503104" cy="1686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C221A88-AF58-32D1-12A8-E28053406E1C}"/>
              </a:ext>
            </a:extLst>
          </p:cNvPr>
          <p:cNvCxnSpPr>
            <a:stCxn id="5" idx="3"/>
          </p:cNvCxnSpPr>
          <p:nvPr/>
        </p:nvCxnSpPr>
        <p:spPr>
          <a:xfrm flipH="1">
            <a:off x="1828800" y="2320219"/>
            <a:ext cx="370552" cy="37217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51D4063-6D61-CAC3-AED3-5E9186548837}"/>
              </a:ext>
            </a:extLst>
          </p:cNvPr>
          <p:cNvCxnSpPr>
            <a:endCxn id="8" idx="0"/>
          </p:cNvCxnSpPr>
          <p:nvPr/>
        </p:nvCxnSpPr>
        <p:spPr>
          <a:xfrm flipH="1">
            <a:off x="1286933" y="3268131"/>
            <a:ext cx="254000" cy="321738"/>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F138662-0895-1814-1567-7A18FC0A2FDC}"/>
              </a:ext>
            </a:extLst>
          </p:cNvPr>
          <p:cNvCxnSpPr>
            <a:cxnSpLocks/>
            <a:stCxn id="7" idx="5"/>
            <a:endCxn id="14" idx="1"/>
          </p:cNvCxnSpPr>
          <p:nvPr/>
        </p:nvCxnSpPr>
        <p:spPr>
          <a:xfrm>
            <a:off x="1966248" y="3183817"/>
            <a:ext cx="631037" cy="490366"/>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0" name="Table 30">
            <a:extLst>
              <a:ext uri="{FF2B5EF4-FFF2-40B4-BE49-F238E27FC236}">
                <a16:creationId xmlns:a16="http://schemas.microsoft.com/office/drawing/2014/main" id="{4837F24E-408A-273C-474D-F810E5F92BBF}"/>
              </a:ext>
            </a:extLst>
          </p:cNvPr>
          <p:cNvGraphicFramePr>
            <a:graphicFrameLocks noGrp="1"/>
          </p:cNvGraphicFramePr>
          <p:nvPr/>
        </p:nvGraphicFramePr>
        <p:xfrm>
          <a:off x="6525811" y="1388533"/>
          <a:ext cx="4624788" cy="73660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189765">
                <a:tc>
                  <a:txBody>
                    <a:bodyPr/>
                    <a:lstStyle/>
                    <a:p>
                      <a:r>
                        <a:rPr lang="en-IN" b="0" dirty="0">
                          <a:solidFill>
                            <a:schemeClr val="tx1"/>
                          </a:solidFill>
                        </a:rPr>
                        <a:t>0</a:t>
                      </a:r>
                    </a:p>
                  </a:txBody>
                  <a:tcPr/>
                </a:tc>
                <a:tc>
                  <a:txBody>
                    <a:bodyPr/>
                    <a:lstStyle/>
                    <a:p>
                      <a:r>
                        <a:rPr lang="en-IN" dirty="0">
                          <a:solidFill>
                            <a:schemeClr val="tx1"/>
                          </a:solidFill>
                        </a:rPr>
                        <a:t>1</a:t>
                      </a:r>
                    </a:p>
                  </a:txBody>
                  <a:tcPr/>
                </a:tc>
                <a:tc>
                  <a:txBody>
                    <a:bodyPr/>
                    <a:lstStyle/>
                    <a:p>
                      <a:r>
                        <a:rPr lang="en-IN" dirty="0">
                          <a:solidFill>
                            <a:schemeClr val="tx1"/>
                          </a:solidFill>
                        </a:rPr>
                        <a:t>2</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4" name="Table 30">
            <a:extLst>
              <a:ext uri="{FF2B5EF4-FFF2-40B4-BE49-F238E27FC236}">
                <a16:creationId xmlns:a16="http://schemas.microsoft.com/office/drawing/2014/main" id="{709B6A5F-F912-F803-2CEA-A779E035C599}"/>
              </a:ext>
            </a:extLst>
          </p:cNvPr>
          <p:cNvGraphicFramePr>
            <a:graphicFrameLocks noGrp="1"/>
          </p:cNvGraphicFramePr>
          <p:nvPr/>
        </p:nvGraphicFramePr>
        <p:xfrm>
          <a:off x="6525811" y="2692398"/>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b="0" dirty="0">
                          <a:solidFill>
                            <a:schemeClr val="tx1"/>
                          </a:solidFill>
                        </a:rPr>
                        <a:t>0</a:t>
                      </a:r>
                    </a:p>
                  </a:txBody>
                  <a:tcPr/>
                </a:tc>
                <a:tc>
                  <a:txBody>
                    <a:bodyPr/>
                    <a:lstStyle/>
                    <a:p>
                      <a:r>
                        <a:rPr lang="en-IN" dirty="0">
                          <a:solidFill>
                            <a:schemeClr val="tx1"/>
                          </a:solidFill>
                        </a:rPr>
                        <a:t>0</a:t>
                      </a:r>
                    </a:p>
                  </a:txBody>
                  <a:tcPr/>
                </a:tc>
                <a:tc>
                  <a:txBody>
                    <a:bodyPr/>
                    <a:lstStyle/>
                    <a:p>
                      <a:r>
                        <a:rPr lang="en-IN" dirty="0">
                          <a:solidFill>
                            <a:schemeClr val="tx1"/>
                          </a:solidFill>
                        </a:rPr>
                        <a:t>0</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5" name="Table 30">
            <a:extLst>
              <a:ext uri="{FF2B5EF4-FFF2-40B4-BE49-F238E27FC236}">
                <a16:creationId xmlns:a16="http://schemas.microsoft.com/office/drawing/2014/main" id="{DA5B8367-879C-BAC0-7627-684D5E3C8B0A}"/>
              </a:ext>
            </a:extLst>
          </p:cNvPr>
          <p:cNvGraphicFramePr>
            <a:graphicFrameLocks noGrp="1"/>
          </p:cNvGraphicFramePr>
          <p:nvPr/>
        </p:nvGraphicFramePr>
        <p:xfrm>
          <a:off x="6525811" y="3986050"/>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dirty="0">
                          <a:solidFill>
                            <a:schemeClr val="tx1"/>
                          </a:solidFill>
                        </a:rPr>
                        <a:t>-1</a:t>
                      </a:r>
                    </a:p>
                  </a:txBody>
                  <a:tcPr/>
                </a:tc>
                <a:tc>
                  <a:txBody>
                    <a:bodyPr/>
                    <a:lstStyle/>
                    <a:p>
                      <a:r>
                        <a:rPr lang="en-IN" dirty="0">
                          <a:solidFill>
                            <a:schemeClr val="tx1"/>
                          </a:solidFill>
                        </a:rPr>
                        <a:t>0</a:t>
                      </a:r>
                    </a:p>
                  </a:txBody>
                  <a:tcPr/>
                </a:tc>
                <a:tc>
                  <a:txBody>
                    <a:bodyPr/>
                    <a:lstStyle/>
                    <a:p>
                      <a:r>
                        <a:rPr lang="en-IN" dirty="0">
                          <a:solidFill>
                            <a:schemeClr val="tx1"/>
                          </a:solidFill>
                        </a:rPr>
                        <a:t>1</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6" name="Table 30">
            <a:extLst>
              <a:ext uri="{FF2B5EF4-FFF2-40B4-BE49-F238E27FC236}">
                <a16:creationId xmlns:a16="http://schemas.microsoft.com/office/drawing/2014/main" id="{12A300B2-06C4-F89A-CAC6-F789C928860E}"/>
              </a:ext>
            </a:extLst>
          </p:cNvPr>
          <p:cNvGraphicFramePr>
            <a:graphicFrameLocks noGrp="1"/>
          </p:cNvGraphicFramePr>
          <p:nvPr/>
        </p:nvGraphicFramePr>
        <p:xfrm>
          <a:off x="6525811" y="5279702"/>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dirty="0"/>
                        <a:t>F</a:t>
                      </a:r>
                    </a:p>
                  </a:txBody>
                  <a:tcPr/>
                </a:tc>
                <a:tc>
                  <a:txBody>
                    <a:bodyPr/>
                    <a:lstStyle/>
                    <a:p>
                      <a:r>
                        <a:rPr lang="en-IN" dirty="0"/>
                        <a:t>F</a:t>
                      </a:r>
                    </a:p>
                  </a:txBody>
                  <a:tcPr/>
                </a:tc>
                <a:tc>
                  <a:txBody>
                    <a:bodyPr/>
                    <a:lstStyle/>
                    <a:p>
                      <a:r>
                        <a:rPr lang="en-IN" dirty="0"/>
                        <a:t>F</a:t>
                      </a:r>
                    </a:p>
                  </a:txBody>
                  <a:tcPr/>
                </a:tc>
                <a:tc>
                  <a:txBody>
                    <a:bodyPr/>
                    <a:lstStyle/>
                    <a:p>
                      <a:r>
                        <a:rPr lang="en-IN" dirty="0"/>
                        <a:t>F</a:t>
                      </a:r>
                    </a:p>
                  </a:txBody>
                  <a:tcPr/>
                </a:tc>
                <a:tc>
                  <a:txBody>
                    <a:bodyPr/>
                    <a:lstStyle/>
                    <a:p>
                      <a:r>
                        <a:rPr lang="en-IN" dirty="0"/>
                        <a:t>F</a:t>
                      </a:r>
                    </a:p>
                  </a:txBody>
                  <a:tcPr/>
                </a:tc>
                <a:tc>
                  <a:txBody>
                    <a:bodyPr/>
                    <a:lstStyle/>
                    <a:p>
                      <a:r>
                        <a:rPr lang="en-IN" dirty="0"/>
                        <a:t>F</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sp>
        <p:nvSpPr>
          <p:cNvPr id="37" name="TextBox 36">
            <a:extLst>
              <a:ext uri="{FF2B5EF4-FFF2-40B4-BE49-F238E27FC236}">
                <a16:creationId xmlns:a16="http://schemas.microsoft.com/office/drawing/2014/main" id="{A22D1001-7329-B480-6EC2-77C92471EDB6}"/>
              </a:ext>
            </a:extLst>
          </p:cNvPr>
          <p:cNvSpPr txBox="1"/>
          <p:nvPr/>
        </p:nvSpPr>
        <p:spPr>
          <a:xfrm>
            <a:off x="5892799" y="5215500"/>
            <a:ext cx="727144" cy="461665"/>
          </a:xfrm>
          <a:prstGeom prst="rect">
            <a:avLst/>
          </a:prstGeom>
          <a:noFill/>
        </p:spPr>
        <p:txBody>
          <a:bodyPr wrap="square" rtlCol="0">
            <a:spAutoFit/>
          </a:bodyPr>
          <a:lstStyle/>
          <a:p>
            <a:r>
              <a:rPr lang="en-IN" sz="2400" b="1" dirty="0">
                <a:solidFill>
                  <a:srgbClr val="FF0000"/>
                </a:solidFill>
              </a:rPr>
              <a:t>AP</a:t>
            </a:r>
          </a:p>
        </p:txBody>
      </p:sp>
      <p:sp>
        <p:nvSpPr>
          <p:cNvPr id="38" name="TextBox 37">
            <a:extLst>
              <a:ext uri="{FF2B5EF4-FFF2-40B4-BE49-F238E27FC236}">
                <a16:creationId xmlns:a16="http://schemas.microsoft.com/office/drawing/2014/main" id="{B2161F4F-8954-3216-799C-4739C2EC4E5A}"/>
              </a:ext>
            </a:extLst>
          </p:cNvPr>
          <p:cNvSpPr txBox="1"/>
          <p:nvPr/>
        </p:nvSpPr>
        <p:spPr>
          <a:xfrm>
            <a:off x="5926667" y="1184725"/>
            <a:ext cx="727144" cy="461665"/>
          </a:xfrm>
          <a:prstGeom prst="rect">
            <a:avLst/>
          </a:prstGeom>
          <a:noFill/>
        </p:spPr>
        <p:txBody>
          <a:bodyPr wrap="square" rtlCol="0">
            <a:spAutoFit/>
          </a:bodyPr>
          <a:lstStyle/>
          <a:p>
            <a:r>
              <a:rPr lang="en-IN" sz="2400" b="1" dirty="0">
                <a:solidFill>
                  <a:srgbClr val="FF0000"/>
                </a:solidFill>
              </a:rPr>
              <a:t>DT</a:t>
            </a:r>
          </a:p>
        </p:txBody>
      </p:sp>
      <p:sp>
        <p:nvSpPr>
          <p:cNvPr id="39" name="TextBox 38">
            <a:extLst>
              <a:ext uri="{FF2B5EF4-FFF2-40B4-BE49-F238E27FC236}">
                <a16:creationId xmlns:a16="http://schemas.microsoft.com/office/drawing/2014/main" id="{48DD2684-8A3A-5530-B0C3-8CCB9BE487F4}"/>
              </a:ext>
            </a:extLst>
          </p:cNvPr>
          <p:cNvSpPr txBox="1"/>
          <p:nvPr/>
        </p:nvSpPr>
        <p:spPr>
          <a:xfrm>
            <a:off x="5798667" y="2742063"/>
            <a:ext cx="727144" cy="461665"/>
          </a:xfrm>
          <a:prstGeom prst="rect">
            <a:avLst/>
          </a:prstGeom>
          <a:noFill/>
        </p:spPr>
        <p:txBody>
          <a:bodyPr wrap="square" rtlCol="0">
            <a:spAutoFit/>
          </a:bodyPr>
          <a:lstStyle/>
          <a:p>
            <a:r>
              <a:rPr lang="en-IN" sz="2400" b="1" dirty="0">
                <a:solidFill>
                  <a:srgbClr val="FF0000"/>
                </a:solidFill>
              </a:rPr>
              <a:t>LT</a:t>
            </a:r>
          </a:p>
        </p:txBody>
      </p:sp>
      <p:sp>
        <p:nvSpPr>
          <p:cNvPr id="40" name="TextBox 39">
            <a:extLst>
              <a:ext uri="{FF2B5EF4-FFF2-40B4-BE49-F238E27FC236}">
                <a16:creationId xmlns:a16="http://schemas.microsoft.com/office/drawing/2014/main" id="{68176EF7-B9ED-1B9A-33D2-0976CEABCF92}"/>
              </a:ext>
            </a:extLst>
          </p:cNvPr>
          <p:cNvSpPr txBox="1"/>
          <p:nvPr/>
        </p:nvSpPr>
        <p:spPr>
          <a:xfrm>
            <a:off x="5528733" y="4000183"/>
            <a:ext cx="1125078" cy="461665"/>
          </a:xfrm>
          <a:prstGeom prst="rect">
            <a:avLst/>
          </a:prstGeom>
          <a:noFill/>
        </p:spPr>
        <p:txBody>
          <a:bodyPr wrap="square" rtlCol="0">
            <a:spAutoFit/>
          </a:bodyPr>
          <a:lstStyle/>
          <a:p>
            <a:r>
              <a:rPr lang="en-IN" sz="2400" b="1" dirty="0">
                <a:solidFill>
                  <a:srgbClr val="FF0000"/>
                </a:solidFill>
              </a:rPr>
              <a:t>Parent</a:t>
            </a:r>
          </a:p>
        </p:txBody>
      </p:sp>
      <p:sp>
        <p:nvSpPr>
          <p:cNvPr id="46" name="TextBox 45">
            <a:extLst>
              <a:ext uri="{FF2B5EF4-FFF2-40B4-BE49-F238E27FC236}">
                <a16:creationId xmlns:a16="http://schemas.microsoft.com/office/drawing/2014/main" id="{CF5433F2-9016-FF81-AC04-EE3757575E7C}"/>
              </a:ext>
            </a:extLst>
          </p:cNvPr>
          <p:cNvSpPr txBox="1"/>
          <p:nvPr/>
        </p:nvSpPr>
        <p:spPr>
          <a:xfrm>
            <a:off x="1670906" y="1423478"/>
            <a:ext cx="682828" cy="461665"/>
          </a:xfrm>
          <a:prstGeom prst="rect">
            <a:avLst/>
          </a:prstGeom>
          <a:noFill/>
        </p:spPr>
        <p:txBody>
          <a:bodyPr wrap="square" rtlCol="0">
            <a:spAutoFit/>
          </a:bodyPr>
          <a:lstStyle/>
          <a:p>
            <a:r>
              <a:rPr lang="en-IN" sz="2400" b="1" dirty="0"/>
              <a:t>C=1</a:t>
            </a:r>
          </a:p>
        </p:txBody>
      </p:sp>
      <p:sp>
        <p:nvSpPr>
          <p:cNvPr id="47" name="TextBox 46">
            <a:extLst>
              <a:ext uri="{FF2B5EF4-FFF2-40B4-BE49-F238E27FC236}">
                <a16:creationId xmlns:a16="http://schemas.microsoft.com/office/drawing/2014/main" id="{1346C774-A701-55B7-96B4-D9EEF71AEB88}"/>
              </a:ext>
            </a:extLst>
          </p:cNvPr>
          <p:cNvSpPr txBox="1"/>
          <p:nvPr/>
        </p:nvSpPr>
        <p:spPr>
          <a:xfrm>
            <a:off x="0" y="741345"/>
            <a:ext cx="5003799" cy="461665"/>
          </a:xfrm>
          <a:prstGeom prst="rect">
            <a:avLst/>
          </a:prstGeom>
          <a:noFill/>
        </p:spPr>
        <p:txBody>
          <a:bodyPr wrap="square" rtlCol="0">
            <a:spAutoFit/>
          </a:bodyPr>
          <a:lstStyle/>
          <a:p>
            <a:r>
              <a:rPr lang="en-IN" sz="2400" b="1" dirty="0">
                <a:solidFill>
                  <a:srgbClr val="FF0000"/>
                </a:solidFill>
              </a:rPr>
              <a:t>Time =3 </a:t>
            </a:r>
          </a:p>
        </p:txBody>
      </p:sp>
      <p:cxnSp>
        <p:nvCxnSpPr>
          <p:cNvPr id="9" name="Straight Connector 8">
            <a:extLst>
              <a:ext uri="{FF2B5EF4-FFF2-40B4-BE49-F238E27FC236}">
                <a16:creationId xmlns:a16="http://schemas.microsoft.com/office/drawing/2014/main" id="{79C7AB70-A857-53E7-167F-9B6ADACCAB62}"/>
              </a:ext>
            </a:extLst>
          </p:cNvPr>
          <p:cNvCxnSpPr>
            <a:cxnSpLocks/>
          </p:cNvCxnSpPr>
          <p:nvPr/>
        </p:nvCxnSpPr>
        <p:spPr>
          <a:xfrm flipH="1">
            <a:off x="2868218" y="1627030"/>
            <a:ext cx="1397000" cy="472173"/>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5F20C0F-AABC-77CA-3E7E-0F2524E7F2B8}"/>
              </a:ext>
            </a:extLst>
          </p:cNvPr>
          <p:cNvSpPr txBox="1"/>
          <p:nvPr/>
        </p:nvSpPr>
        <p:spPr>
          <a:xfrm>
            <a:off x="4708952" y="862622"/>
            <a:ext cx="682828" cy="461665"/>
          </a:xfrm>
          <a:prstGeom prst="rect">
            <a:avLst/>
          </a:prstGeom>
          <a:noFill/>
        </p:spPr>
        <p:txBody>
          <a:bodyPr wrap="square" rtlCol="0">
            <a:spAutoFit/>
          </a:bodyPr>
          <a:lstStyle/>
          <a:p>
            <a:r>
              <a:rPr lang="en-IN" sz="2400" b="1" dirty="0"/>
              <a:t>C=1</a:t>
            </a:r>
          </a:p>
        </p:txBody>
      </p:sp>
      <p:sp>
        <p:nvSpPr>
          <p:cNvPr id="11" name="TextBox 10">
            <a:extLst>
              <a:ext uri="{FF2B5EF4-FFF2-40B4-BE49-F238E27FC236}">
                <a16:creationId xmlns:a16="http://schemas.microsoft.com/office/drawing/2014/main" id="{18516D89-DBFA-CF8E-CA28-822B60879054}"/>
              </a:ext>
            </a:extLst>
          </p:cNvPr>
          <p:cNvSpPr txBox="1"/>
          <p:nvPr/>
        </p:nvSpPr>
        <p:spPr>
          <a:xfrm>
            <a:off x="4603119" y="2044643"/>
            <a:ext cx="682828" cy="461665"/>
          </a:xfrm>
          <a:prstGeom prst="rect">
            <a:avLst/>
          </a:prstGeom>
          <a:noFill/>
        </p:spPr>
        <p:txBody>
          <a:bodyPr wrap="square" rtlCol="0">
            <a:spAutoFit/>
          </a:bodyPr>
          <a:lstStyle/>
          <a:p>
            <a:r>
              <a:rPr lang="en-IN" sz="2400" b="1" dirty="0"/>
              <a:t>C=1</a:t>
            </a:r>
          </a:p>
        </p:txBody>
      </p:sp>
      <p:cxnSp>
        <p:nvCxnSpPr>
          <p:cNvPr id="13" name="Straight Connector 12">
            <a:extLst>
              <a:ext uri="{FF2B5EF4-FFF2-40B4-BE49-F238E27FC236}">
                <a16:creationId xmlns:a16="http://schemas.microsoft.com/office/drawing/2014/main" id="{2345904B-FB1D-BF38-71CC-6D9164EB7614}"/>
              </a:ext>
            </a:extLst>
          </p:cNvPr>
          <p:cNvCxnSpPr>
            <a:cxnSpLocks/>
          </p:cNvCxnSpPr>
          <p:nvPr/>
        </p:nvCxnSpPr>
        <p:spPr>
          <a:xfrm flipV="1">
            <a:off x="4679571" y="1734002"/>
            <a:ext cx="68239" cy="743754"/>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852631E-B97C-1393-DA5F-5290321C617A}"/>
              </a:ext>
            </a:extLst>
          </p:cNvPr>
          <p:cNvCxnSpPr>
            <a:cxnSpLocks/>
            <a:endCxn id="6" idx="2"/>
          </p:cNvCxnSpPr>
          <p:nvPr/>
        </p:nvCxnSpPr>
        <p:spPr>
          <a:xfrm>
            <a:off x="2597285" y="2404532"/>
            <a:ext cx="1551382" cy="287867"/>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1C42F3B-4797-3358-96BA-A5DECE6AE73C}"/>
              </a:ext>
            </a:extLst>
          </p:cNvPr>
          <p:cNvSpPr txBox="1"/>
          <p:nvPr/>
        </p:nvSpPr>
        <p:spPr>
          <a:xfrm>
            <a:off x="2713837" y="2573509"/>
            <a:ext cx="1447800" cy="400110"/>
          </a:xfrm>
          <a:prstGeom prst="rect">
            <a:avLst/>
          </a:prstGeom>
          <a:noFill/>
        </p:spPr>
        <p:txBody>
          <a:bodyPr wrap="square" rtlCol="0">
            <a:spAutoFit/>
          </a:bodyPr>
          <a:lstStyle/>
          <a:p>
            <a:r>
              <a:rPr lang="en-IN" sz="2000" dirty="0"/>
              <a:t>Back Edge</a:t>
            </a:r>
          </a:p>
        </p:txBody>
      </p:sp>
      <p:sp>
        <p:nvSpPr>
          <p:cNvPr id="15" name="TextBox 14">
            <a:extLst>
              <a:ext uri="{FF2B5EF4-FFF2-40B4-BE49-F238E27FC236}">
                <a16:creationId xmlns:a16="http://schemas.microsoft.com/office/drawing/2014/main" id="{2E94CB1F-6F26-8172-762C-EFAEFFC0FA78}"/>
              </a:ext>
            </a:extLst>
          </p:cNvPr>
          <p:cNvSpPr txBox="1"/>
          <p:nvPr/>
        </p:nvSpPr>
        <p:spPr>
          <a:xfrm>
            <a:off x="0" y="4351693"/>
            <a:ext cx="6223000" cy="1569660"/>
          </a:xfrm>
          <a:prstGeom prst="rect">
            <a:avLst/>
          </a:prstGeom>
          <a:noFill/>
        </p:spPr>
        <p:txBody>
          <a:bodyPr wrap="square" rtlCol="0">
            <a:spAutoFit/>
          </a:bodyPr>
          <a:lstStyle/>
          <a:p>
            <a:r>
              <a:rPr lang="en-IN" sz="2400" b="1" dirty="0">
                <a:solidFill>
                  <a:srgbClr val="FF0000"/>
                </a:solidFill>
              </a:rPr>
              <a:t>0 to 2 already visited</a:t>
            </a:r>
          </a:p>
          <a:p>
            <a:endParaRPr lang="en-IN" sz="2400" b="1" dirty="0">
              <a:solidFill>
                <a:srgbClr val="FF0000"/>
              </a:solidFill>
            </a:endParaRPr>
          </a:p>
          <a:p>
            <a:endParaRPr lang="en-IN" sz="2400" b="1" dirty="0">
              <a:solidFill>
                <a:srgbClr val="FF0000"/>
              </a:solidFill>
            </a:endParaRPr>
          </a:p>
          <a:p>
            <a:endParaRPr lang="en-IN" sz="2400" b="1" dirty="0">
              <a:solidFill>
                <a:srgbClr val="FF0000"/>
              </a:solidFill>
            </a:endParaRPr>
          </a:p>
        </p:txBody>
      </p:sp>
    </p:spTree>
    <p:extLst>
      <p:ext uri="{BB962C8B-B14F-4D97-AF65-F5344CB8AC3E}">
        <p14:creationId xmlns:p14="http://schemas.microsoft.com/office/powerpoint/2010/main" val="319154686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AB8BFD-5C1F-445C-8050-CE8F451E95B0}"/>
              </a:ext>
            </a:extLst>
          </p:cNvPr>
          <p:cNvSpPr txBox="1"/>
          <p:nvPr/>
        </p:nvSpPr>
        <p:spPr>
          <a:xfrm>
            <a:off x="635000" y="0"/>
            <a:ext cx="10515599" cy="730291"/>
          </a:xfrm>
          <a:prstGeom prst="rect">
            <a:avLst/>
          </a:prstGeom>
        </p:spPr>
        <p:txBody>
          <a:bodyPr vert="horz" lIns="91440" tIns="45720" rIns="91440" bIns="45720" rtlCol="0" anchor="b">
            <a:normAutofit fontScale="92500" lnSpcReduction="10000"/>
          </a:bodyPr>
          <a:lstStyle/>
          <a:p>
            <a:pPr lvl="0" algn="ctr"/>
            <a:r>
              <a:rPr lang="en-US" sz="4800" dirty="0">
                <a:solidFill>
                  <a:schemeClr val="bg1"/>
                </a:solidFill>
                <a:latin typeface="Times New Roman" panose="02020603050405020304" pitchFamily="18" charset="0"/>
                <a:cs typeface="Times New Roman" panose="02020603050405020304" pitchFamily="18" charset="0"/>
              </a:rPr>
              <a:t>Algorithm on Example</a:t>
            </a:r>
          </a:p>
        </p:txBody>
      </p:sp>
      <p:sp>
        <p:nvSpPr>
          <p:cNvPr id="4" name="Oval 3">
            <a:extLst>
              <a:ext uri="{FF2B5EF4-FFF2-40B4-BE49-F238E27FC236}">
                <a16:creationId xmlns:a16="http://schemas.microsoft.com/office/drawing/2014/main" id="{D1821021-BB21-7736-5D44-28091022EDE7}"/>
              </a:ext>
            </a:extLst>
          </p:cNvPr>
          <p:cNvSpPr/>
          <p:nvPr/>
        </p:nvSpPr>
        <p:spPr>
          <a:xfrm>
            <a:off x="4148666" y="1135611"/>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a:t>
            </a:r>
          </a:p>
        </p:txBody>
      </p:sp>
      <p:sp>
        <p:nvSpPr>
          <p:cNvPr id="5" name="Oval 4">
            <a:extLst>
              <a:ext uri="{FF2B5EF4-FFF2-40B4-BE49-F238E27FC236}">
                <a16:creationId xmlns:a16="http://schemas.microsoft.com/office/drawing/2014/main" id="{BF0ECCAA-9F57-0EF8-1E73-52168BBDAB43}"/>
              </a:ext>
            </a:extLst>
          </p:cNvPr>
          <p:cNvSpPr/>
          <p:nvPr/>
        </p:nvSpPr>
        <p:spPr>
          <a:xfrm>
            <a:off x="2082800" y="1828800"/>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0</a:t>
            </a:r>
          </a:p>
        </p:txBody>
      </p:sp>
      <p:sp>
        <p:nvSpPr>
          <p:cNvPr id="6" name="Oval 5">
            <a:extLst>
              <a:ext uri="{FF2B5EF4-FFF2-40B4-BE49-F238E27FC236}">
                <a16:creationId xmlns:a16="http://schemas.microsoft.com/office/drawing/2014/main" id="{B7BD9409-61B6-7F00-716E-95869A641E27}"/>
              </a:ext>
            </a:extLst>
          </p:cNvPr>
          <p:cNvSpPr/>
          <p:nvPr/>
        </p:nvSpPr>
        <p:spPr>
          <a:xfrm>
            <a:off x="4148667" y="2404532"/>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a:t>
            </a:r>
          </a:p>
        </p:txBody>
      </p:sp>
      <p:sp>
        <p:nvSpPr>
          <p:cNvPr id="7" name="Oval 6">
            <a:extLst>
              <a:ext uri="{FF2B5EF4-FFF2-40B4-BE49-F238E27FC236}">
                <a16:creationId xmlns:a16="http://schemas.microsoft.com/office/drawing/2014/main" id="{3B7FFA91-A20C-C438-8454-E221600AB24C}"/>
              </a:ext>
            </a:extLst>
          </p:cNvPr>
          <p:cNvSpPr/>
          <p:nvPr/>
        </p:nvSpPr>
        <p:spPr>
          <a:xfrm>
            <a:off x="1286933" y="2692398"/>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3</a:t>
            </a:r>
          </a:p>
        </p:txBody>
      </p:sp>
      <p:sp>
        <p:nvSpPr>
          <p:cNvPr id="8" name="Oval 7">
            <a:extLst>
              <a:ext uri="{FF2B5EF4-FFF2-40B4-BE49-F238E27FC236}">
                <a16:creationId xmlns:a16="http://schemas.microsoft.com/office/drawing/2014/main" id="{222D97F3-E380-5D1E-C845-C32472FFA81E}"/>
              </a:ext>
            </a:extLst>
          </p:cNvPr>
          <p:cNvSpPr/>
          <p:nvPr/>
        </p:nvSpPr>
        <p:spPr>
          <a:xfrm>
            <a:off x="888999" y="3589869"/>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4</a:t>
            </a:r>
          </a:p>
        </p:txBody>
      </p:sp>
      <p:cxnSp>
        <p:nvCxnSpPr>
          <p:cNvPr id="10" name="Straight Connector 9">
            <a:extLst>
              <a:ext uri="{FF2B5EF4-FFF2-40B4-BE49-F238E27FC236}">
                <a16:creationId xmlns:a16="http://schemas.microsoft.com/office/drawing/2014/main" id="{09A58623-EF58-16E4-FFB5-09B3EA357A30}"/>
              </a:ext>
            </a:extLst>
          </p:cNvPr>
          <p:cNvCxnSpPr>
            <a:cxnSpLocks/>
            <a:stCxn id="5" idx="7"/>
            <a:endCxn id="4" idx="2"/>
          </p:cNvCxnSpPr>
          <p:nvPr/>
        </p:nvCxnSpPr>
        <p:spPr>
          <a:xfrm flipV="1">
            <a:off x="2762115" y="1423478"/>
            <a:ext cx="1386551" cy="489636"/>
          </a:xfrm>
          <a:prstGeom prst="line">
            <a:avLst/>
          </a:prstGeom>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20EA87AD-BE73-2BA4-79F7-884E66560162}"/>
              </a:ext>
            </a:extLst>
          </p:cNvPr>
          <p:cNvSpPr/>
          <p:nvPr/>
        </p:nvSpPr>
        <p:spPr>
          <a:xfrm>
            <a:off x="2480733" y="3589869"/>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5</a:t>
            </a:r>
          </a:p>
        </p:txBody>
      </p:sp>
      <p:cxnSp>
        <p:nvCxnSpPr>
          <p:cNvPr id="16" name="Straight Connector 15">
            <a:extLst>
              <a:ext uri="{FF2B5EF4-FFF2-40B4-BE49-F238E27FC236}">
                <a16:creationId xmlns:a16="http://schemas.microsoft.com/office/drawing/2014/main" id="{47DA8A62-16C5-7009-4647-4E916F109703}"/>
              </a:ext>
            </a:extLst>
          </p:cNvPr>
          <p:cNvCxnSpPr>
            <a:stCxn id="4" idx="4"/>
            <a:endCxn id="6" idx="0"/>
          </p:cNvCxnSpPr>
          <p:nvPr/>
        </p:nvCxnSpPr>
        <p:spPr>
          <a:xfrm>
            <a:off x="4546600" y="1711344"/>
            <a:ext cx="1" cy="6931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5A191AB-B741-5493-8A1B-31838AAC0A0E}"/>
              </a:ext>
            </a:extLst>
          </p:cNvPr>
          <p:cNvCxnSpPr>
            <a:cxnSpLocks/>
            <a:stCxn id="5" idx="5"/>
            <a:endCxn id="6" idx="1"/>
          </p:cNvCxnSpPr>
          <p:nvPr/>
        </p:nvCxnSpPr>
        <p:spPr>
          <a:xfrm>
            <a:off x="2762115" y="2320219"/>
            <a:ext cx="1503104" cy="1686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C221A88-AF58-32D1-12A8-E28053406E1C}"/>
              </a:ext>
            </a:extLst>
          </p:cNvPr>
          <p:cNvCxnSpPr>
            <a:stCxn id="5" idx="3"/>
          </p:cNvCxnSpPr>
          <p:nvPr/>
        </p:nvCxnSpPr>
        <p:spPr>
          <a:xfrm flipH="1">
            <a:off x="1828800" y="2320219"/>
            <a:ext cx="370552" cy="37217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51D4063-6D61-CAC3-AED3-5E9186548837}"/>
              </a:ext>
            </a:extLst>
          </p:cNvPr>
          <p:cNvCxnSpPr>
            <a:endCxn id="8" idx="0"/>
          </p:cNvCxnSpPr>
          <p:nvPr/>
        </p:nvCxnSpPr>
        <p:spPr>
          <a:xfrm flipH="1">
            <a:off x="1286933" y="3268131"/>
            <a:ext cx="254000" cy="321738"/>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F138662-0895-1814-1567-7A18FC0A2FDC}"/>
              </a:ext>
            </a:extLst>
          </p:cNvPr>
          <p:cNvCxnSpPr>
            <a:cxnSpLocks/>
            <a:stCxn id="7" idx="5"/>
            <a:endCxn id="14" idx="1"/>
          </p:cNvCxnSpPr>
          <p:nvPr/>
        </p:nvCxnSpPr>
        <p:spPr>
          <a:xfrm>
            <a:off x="1966248" y="3183817"/>
            <a:ext cx="631037" cy="490366"/>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0" name="Table 30">
            <a:extLst>
              <a:ext uri="{FF2B5EF4-FFF2-40B4-BE49-F238E27FC236}">
                <a16:creationId xmlns:a16="http://schemas.microsoft.com/office/drawing/2014/main" id="{4837F24E-408A-273C-474D-F810E5F92BBF}"/>
              </a:ext>
            </a:extLst>
          </p:cNvPr>
          <p:cNvGraphicFramePr>
            <a:graphicFrameLocks noGrp="1"/>
          </p:cNvGraphicFramePr>
          <p:nvPr>
            <p:extLst>
              <p:ext uri="{D42A27DB-BD31-4B8C-83A1-F6EECF244321}">
                <p14:modId xmlns:p14="http://schemas.microsoft.com/office/powerpoint/2010/main" val="514615075"/>
              </p:ext>
            </p:extLst>
          </p:nvPr>
        </p:nvGraphicFramePr>
        <p:xfrm>
          <a:off x="6525811" y="1388533"/>
          <a:ext cx="4624788" cy="73660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189765">
                <a:tc>
                  <a:txBody>
                    <a:bodyPr/>
                    <a:lstStyle/>
                    <a:p>
                      <a:r>
                        <a:rPr lang="en-IN" b="0" dirty="0">
                          <a:solidFill>
                            <a:schemeClr val="tx1"/>
                          </a:solidFill>
                        </a:rPr>
                        <a:t>0</a:t>
                      </a:r>
                    </a:p>
                  </a:txBody>
                  <a:tcPr/>
                </a:tc>
                <a:tc>
                  <a:txBody>
                    <a:bodyPr/>
                    <a:lstStyle/>
                    <a:p>
                      <a:r>
                        <a:rPr lang="en-IN" dirty="0">
                          <a:solidFill>
                            <a:schemeClr val="tx1"/>
                          </a:solidFill>
                        </a:rPr>
                        <a:t>1</a:t>
                      </a:r>
                    </a:p>
                  </a:txBody>
                  <a:tcPr/>
                </a:tc>
                <a:tc>
                  <a:txBody>
                    <a:bodyPr/>
                    <a:lstStyle/>
                    <a:p>
                      <a:r>
                        <a:rPr lang="en-IN" dirty="0">
                          <a:solidFill>
                            <a:schemeClr val="tx1"/>
                          </a:solidFill>
                        </a:rPr>
                        <a:t>2</a:t>
                      </a:r>
                    </a:p>
                  </a:txBody>
                  <a:tcPr/>
                </a:tc>
                <a:tc>
                  <a:txBody>
                    <a:bodyPr/>
                    <a:lstStyle/>
                    <a:p>
                      <a:r>
                        <a:rPr lang="en-IN" dirty="0">
                          <a:solidFill>
                            <a:srgbClr val="FF0000"/>
                          </a:solidFill>
                        </a:rPr>
                        <a:t>3</a:t>
                      </a:r>
                    </a:p>
                  </a:txBody>
                  <a:tcPr/>
                </a:tc>
                <a:tc>
                  <a:txBody>
                    <a:bodyPr/>
                    <a:lstStyle/>
                    <a:p>
                      <a:r>
                        <a:rPr lang="en-IN" dirty="0"/>
                        <a:t>-1</a:t>
                      </a:r>
                    </a:p>
                  </a:txBody>
                  <a:tcPr/>
                </a:tc>
                <a:tc>
                  <a:txBody>
                    <a:bodyPr/>
                    <a:lstStyle/>
                    <a:p>
                      <a:r>
                        <a:rPr lang="en-IN" dirty="0"/>
                        <a:t>-1</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4" name="Table 30">
            <a:extLst>
              <a:ext uri="{FF2B5EF4-FFF2-40B4-BE49-F238E27FC236}">
                <a16:creationId xmlns:a16="http://schemas.microsoft.com/office/drawing/2014/main" id="{709B6A5F-F912-F803-2CEA-A779E035C599}"/>
              </a:ext>
            </a:extLst>
          </p:cNvPr>
          <p:cNvGraphicFramePr>
            <a:graphicFrameLocks noGrp="1"/>
          </p:cNvGraphicFramePr>
          <p:nvPr>
            <p:extLst>
              <p:ext uri="{D42A27DB-BD31-4B8C-83A1-F6EECF244321}">
                <p14:modId xmlns:p14="http://schemas.microsoft.com/office/powerpoint/2010/main" val="2245284101"/>
              </p:ext>
            </p:extLst>
          </p:nvPr>
        </p:nvGraphicFramePr>
        <p:xfrm>
          <a:off x="6525811" y="2692398"/>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b="0" dirty="0">
                          <a:solidFill>
                            <a:schemeClr val="tx1"/>
                          </a:solidFill>
                        </a:rPr>
                        <a:t>0</a:t>
                      </a:r>
                    </a:p>
                  </a:txBody>
                  <a:tcPr/>
                </a:tc>
                <a:tc>
                  <a:txBody>
                    <a:bodyPr/>
                    <a:lstStyle/>
                    <a:p>
                      <a:r>
                        <a:rPr lang="en-IN" dirty="0">
                          <a:solidFill>
                            <a:schemeClr val="tx1"/>
                          </a:solidFill>
                        </a:rPr>
                        <a:t>0</a:t>
                      </a:r>
                    </a:p>
                  </a:txBody>
                  <a:tcPr/>
                </a:tc>
                <a:tc>
                  <a:txBody>
                    <a:bodyPr/>
                    <a:lstStyle/>
                    <a:p>
                      <a:r>
                        <a:rPr lang="en-IN" dirty="0">
                          <a:solidFill>
                            <a:schemeClr val="tx1"/>
                          </a:solidFill>
                        </a:rPr>
                        <a:t>0</a:t>
                      </a:r>
                    </a:p>
                  </a:txBody>
                  <a:tcPr/>
                </a:tc>
                <a:tc>
                  <a:txBody>
                    <a:bodyPr/>
                    <a:lstStyle/>
                    <a:p>
                      <a:r>
                        <a:rPr lang="en-IN" dirty="0">
                          <a:solidFill>
                            <a:srgbClr val="FF0000"/>
                          </a:solidFill>
                        </a:rPr>
                        <a:t>3</a:t>
                      </a:r>
                    </a:p>
                  </a:txBody>
                  <a:tcPr/>
                </a:tc>
                <a:tc>
                  <a:txBody>
                    <a:bodyPr/>
                    <a:lstStyle/>
                    <a:p>
                      <a:r>
                        <a:rPr lang="en-IN" dirty="0"/>
                        <a:t>-1</a:t>
                      </a:r>
                    </a:p>
                  </a:txBody>
                  <a:tcPr/>
                </a:tc>
                <a:tc>
                  <a:txBody>
                    <a:bodyPr/>
                    <a:lstStyle/>
                    <a:p>
                      <a:r>
                        <a:rPr lang="en-IN" dirty="0"/>
                        <a:t>-1</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5" name="Table 30">
            <a:extLst>
              <a:ext uri="{FF2B5EF4-FFF2-40B4-BE49-F238E27FC236}">
                <a16:creationId xmlns:a16="http://schemas.microsoft.com/office/drawing/2014/main" id="{DA5B8367-879C-BAC0-7627-684D5E3C8B0A}"/>
              </a:ext>
            </a:extLst>
          </p:cNvPr>
          <p:cNvGraphicFramePr>
            <a:graphicFrameLocks noGrp="1"/>
          </p:cNvGraphicFramePr>
          <p:nvPr>
            <p:extLst>
              <p:ext uri="{D42A27DB-BD31-4B8C-83A1-F6EECF244321}">
                <p14:modId xmlns:p14="http://schemas.microsoft.com/office/powerpoint/2010/main" val="4253396285"/>
              </p:ext>
            </p:extLst>
          </p:nvPr>
        </p:nvGraphicFramePr>
        <p:xfrm>
          <a:off x="6525811" y="3986050"/>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dirty="0">
                          <a:solidFill>
                            <a:schemeClr val="tx1"/>
                          </a:solidFill>
                        </a:rPr>
                        <a:t>-1</a:t>
                      </a:r>
                    </a:p>
                  </a:txBody>
                  <a:tcPr/>
                </a:tc>
                <a:tc>
                  <a:txBody>
                    <a:bodyPr/>
                    <a:lstStyle/>
                    <a:p>
                      <a:r>
                        <a:rPr lang="en-IN" dirty="0">
                          <a:solidFill>
                            <a:schemeClr val="tx1"/>
                          </a:solidFill>
                        </a:rPr>
                        <a:t>0</a:t>
                      </a:r>
                    </a:p>
                  </a:txBody>
                  <a:tcPr/>
                </a:tc>
                <a:tc>
                  <a:txBody>
                    <a:bodyPr/>
                    <a:lstStyle/>
                    <a:p>
                      <a:r>
                        <a:rPr lang="en-IN" dirty="0">
                          <a:solidFill>
                            <a:schemeClr val="tx1"/>
                          </a:solidFill>
                        </a:rPr>
                        <a:t>1</a:t>
                      </a:r>
                    </a:p>
                  </a:txBody>
                  <a:tcPr/>
                </a:tc>
                <a:tc>
                  <a:txBody>
                    <a:bodyPr/>
                    <a:lstStyle/>
                    <a:p>
                      <a:r>
                        <a:rPr lang="en-IN" dirty="0">
                          <a:solidFill>
                            <a:srgbClr val="FF0000"/>
                          </a:solidFill>
                        </a:rPr>
                        <a:t>0</a:t>
                      </a:r>
                    </a:p>
                  </a:txBody>
                  <a:tcPr/>
                </a:tc>
                <a:tc>
                  <a:txBody>
                    <a:bodyPr/>
                    <a:lstStyle/>
                    <a:p>
                      <a:r>
                        <a:rPr lang="en-IN" dirty="0"/>
                        <a:t>-1</a:t>
                      </a:r>
                    </a:p>
                  </a:txBody>
                  <a:tcPr/>
                </a:tc>
                <a:tc>
                  <a:txBody>
                    <a:bodyPr/>
                    <a:lstStyle/>
                    <a:p>
                      <a:r>
                        <a:rPr lang="en-IN" dirty="0"/>
                        <a:t>-1</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6" name="Table 30">
            <a:extLst>
              <a:ext uri="{FF2B5EF4-FFF2-40B4-BE49-F238E27FC236}">
                <a16:creationId xmlns:a16="http://schemas.microsoft.com/office/drawing/2014/main" id="{12A300B2-06C4-F89A-CAC6-F789C928860E}"/>
              </a:ext>
            </a:extLst>
          </p:cNvPr>
          <p:cNvGraphicFramePr>
            <a:graphicFrameLocks noGrp="1"/>
          </p:cNvGraphicFramePr>
          <p:nvPr/>
        </p:nvGraphicFramePr>
        <p:xfrm>
          <a:off x="6525811" y="5279702"/>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dirty="0"/>
                        <a:t>F</a:t>
                      </a:r>
                    </a:p>
                  </a:txBody>
                  <a:tcPr/>
                </a:tc>
                <a:tc>
                  <a:txBody>
                    <a:bodyPr/>
                    <a:lstStyle/>
                    <a:p>
                      <a:r>
                        <a:rPr lang="en-IN" dirty="0"/>
                        <a:t>F</a:t>
                      </a:r>
                    </a:p>
                  </a:txBody>
                  <a:tcPr/>
                </a:tc>
                <a:tc>
                  <a:txBody>
                    <a:bodyPr/>
                    <a:lstStyle/>
                    <a:p>
                      <a:r>
                        <a:rPr lang="en-IN" dirty="0"/>
                        <a:t>F</a:t>
                      </a:r>
                    </a:p>
                  </a:txBody>
                  <a:tcPr/>
                </a:tc>
                <a:tc>
                  <a:txBody>
                    <a:bodyPr/>
                    <a:lstStyle/>
                    <a:p>
                      <a:r>
                        <a:rPr lang="en-IN" dirty="0"/>
                        <a:t>F</a:t>
                      </a:r>
                    </a:p>
                  </a:txBody>
                  <a:tcPr/>
                </a:tc>
                <a:tc>
                  <a:txBody>
                    <a:bodyPr/>
                    <a:lstStyle/>
                    <a:p>
                      <a:r>
                        <a:rPr lang="en-IN" dirty="0"/>
                        <a:t>F</a:t>
                      </a:r>
                    </a:p>
                  </a:txBody>
                  <a:tcPr/>
                </a:tc>
                <a:tc>
                  <a:txBody>
                    <a:bodyPr/>
                    <a:lstStyle/>
                    <a:p>
                      <a:r>
                        <a:rPr lang="en-IN" dirty="0"/>
                        <a:t>F</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sp>
        <p:nvSpPr>
          <p:cNvPr id="37" name="TextBox 36">
            <a:extLst>
              <a:ext uri="{FF2B5EF4-FFF2-40B4-BE49-F238E27FC236}">
                <a16:creationId xmlns:a16="http://schemas.microsoft.com/office/drawing/2014/main" id="{A22D1001-7329-B480-6EC2-77C92471EDB6}"/>
              </a:ext>
            </a:extLst>
          </p:cNvPr>
          <p:cNvSpPr txBox="1"/>
          <p:nvPr/>
        </p:nvSpPr>
        <p:spPr>
          <a:xfrm>
            <a:off x="5892799" y="5215500"/>
            <a:ext cx="727144" cy="461665"/>
          </a:xfrm>
          <a:prstGeom prst="rect">
            <a:avLst/>
          </a:prstGeom>
          <a:noFill/>
        </p:spPr>
        <p:txBody>
          <a:bodyPr wrap="square" rtlCol="0">
            <a:spAutoFit/>
          </a:bodyPr>
          <a:lstStyle/>
          <a:p>
            <a:r>
              <a:rPr lang="en-IN" sz="2400" b="1" dirty="0">
                <a:solidFill>
                  <a:srgbClr val="FF0000"/>
                </a:solidFill>
              </a:rPr>
              <a:t>AP</a:t>
            </a:r>
          </a:p>
        </p:txBody>
      </p:sp>
      <p:sp>
        <p:nvSpPr>
          <p:cNvPr id="38" name="TextBox 37">
            <a:extLst>
              <a:ext uri="{FF2B5EF4-FFF2-40B4-BE49-F238E27FC236}">
                <a16:creationId xmlns:a16="http://schemas.microsoft.com/office/drawing/2014/main" id="{B2161F4F-8954-3216-799C-4739C2EC4E5A}"/>
              </a:ext>
            </a:extLst>
          </p:cNvPr>
          <p:cNvSpPr txBox="1"/>
          <p:nvPr/>
        </p:nvSpPr>
        <p:spPr>
          <a:xfrm>
            <a:off x="5926667" y="1184725"/>
            <a:ext cx="727144" cy="461665"/>
          </a:xfrm>
          <a:prstGeom prst="rect">
            <a:avLst/>
          </a:prstGeom>
          <a:noFill/>
        </p:spPr>
        <p:txBody>
          <a:bodyPr wrap="square" rtlCol="0">
            <a:spAutoFit/>
          </a:bodyPr>
          <a:lstStyle/>
          <a:p>
            <a:r>
              <a:rPr lang="en-IN" sz="2400" b="1" dirty="0">
                <a:solidFill>
                  <a:srgbClr val="FF0000"/>
                </a:solidFill>
              </a:rPr>
              <a:t>DT</a:t>
            </a:r>
          </a:p>
        </p:txBody>
      </p:sp>
      <p:sp>
        <p:nvSpPr>
          <p:cNvPr id="39" name="TextBox 38">
            <a:extLst>
              <a:ext uri="{FF2B5EF4-FFF2-40B4-BE49-F238E27FC236}">
                <a16:creationId xmlns:a16="http://schemas.microsoft.com/office/drawing/2014/main" id="{48DD2684-8A3A-5530-B0C3-8CCB9BE487F4}"/>
              </a:ext>
            </a:extLst>
          </p:cNvPr>
          <p:cNvSpPr txBox="1"/>
          <p:nvPr/>
        </p:nvSpPr>
        <p:spPr>
          <a:xfrm>
            <a:off x="5798667" y="2742063"/>
            <a:ext cx="727144" cy="461665"/>
          </a:xfrm>
          <a:prstGeom prst="rect">
            <a:avLst/>
          </a:prstGeom>
          <a:noFill/>
        </p:spPr>
        <p:txBody>
          <a:bodyPr wrap="square" rtlCol="0">
            <a:spAutoFit/>
          </a:bodyPr>
          <a:lstStyle/>
          <a:p>
            <a:r>
              <a:rPr lang="en-IN" sz="2400" b="1" dirty="0">
                <a:solidFill>
                  <a:srgbClr val="FF0000"/>
                </a:solidFill>
              </a:rPr>
              <a:t>LT</a:t>
            </a:r>
          </a:p>
        </p:txBody>
      </p:sp>
      <p:sp>
        <p:nvSpPr>
          <p:cNvPr id="40" name="TextBox 39">
            <a:extLst>
              <a:ext uri="{FF2B5EF4-FFF2-40B4-BE49-F238E27FC236}">
                <a16:creationId xmlns:a16="http://schemas.microsoft.com/office/drawing/2014/main" id="{68176EF7-B9ED-1B9A-33D2-0976CEABCF92}"/>
              </a:ext>
            </a:extLst>
          </p:cNvPr>
          <p:cNvSpPr txBox="1"/>
          <p:nvPr/>
        </p:nvSpPr>
        <p:spPr>
          <a:xfrm>
            <a:off x="5528733" y="4000183"/>
            <a:ext cx="1125078" cy="461665"/>
          </a:xfrm>
          <a:prstGeom prst="rect">
            <a:avLst/>
          </a:prstGeom>
          <a:noFill/>
        </p:spPr>
        <p:txBody>
          <a:bodyPr wrap="square" rtlCol="0">
            <a:spAutoFit/>
          </a:bodyPr>
          <a:lstStyle/>
          <a:p>
            <a:r>
              <a:rPr lang="en-IN" sz="2400" b="1" dirty="0">
                <a:solidFill>
                  <a:srgbClr val="FF0000"/>
                </a:solidFill>
              </a:rPr>
              <a:t>Parent</a:t>
            </a:r>
          </a:p>
        </p:txBody>
      </p:sp>
      <p:sp>
        <p:nvSpPr>
          <p:cNvPr id="46" name="TextBox 45">
            <a:extLst>
              <a:ext uri="{FF2B5EF4-FFF2-40B4-BE49-F238E27FC236}">
                <a16:creationId xmlns:a16="http://schemas.microsoft.com/office/drawing/2014/main" id="{CF5433F2-9016-FF81-AC04-EE3757575E7C}"/>
              </a:ext>
            </a:extLst>
          </p:cNvPr>
          <p:cNvSpPr txBox="1"/>
          <p:nvPr/>
        </p:nvSpPr>
        <p:spPr>
          <a:xfrm>
            <a:off x="1670906" y="1423478"/>
            <a:ext cx="682828" cy="461665"/>
          </a:xfrm>
          <a:prstGeom prst="rect">
            <a:avLst/>
          </a:prstGeom>
          <a:noFill/>
        </p:spPr>
        <p:txBody>
          <a:bodyPr wrap="square" rtlCol="0">
            <a:spAutoFit/>
          </a:bodyPr>
          <a:lstStyle/>
          <a:p>
            <a:r>
              <a:rPr lang="en-IN" sz="2400" b="1" dirty="0"/>
              <a:t>C=2</a:t>
            </a:r>
          </a:p>
        </p:txBody>
      </p:sp>
      <p:sp>
        <p:nvSpPr>
          <p:cNvPr id="47" name="TextBox 46">
            <a:extLst>
              <a:ext uri="{FF2B5EF4-FFF2-40B4-BE49-F238E27FC236}">
                <a16:creationId xmlns:a16="http://schemas.microsoft.com/office/drawing/2014/main" id="{1346C774-A701-55B7-96B4-D9EEF71AEB88}"/>
              </a:ext>
            </a:extLst>
          </p:cNvPr>
          <p:cNvSpPr txBox="1"/>
          <p:nvPr/>
        </p:nvSpPr>
        <p:spPr>
          <a:xfrm>
            <a:off x="0" y="741345"/>
            <a:ext cx="5003799" cy="461665"/>
          </a:xfrm>
          <a:prstGeom prst="rect">
            <a:avLst/>
          </a:prstGeom>
          <a:noFill/>
        </p:spPr>
        <p:txBody>
          <a:bodyPr wrap="square" rtlCol="0">
            <a:spAutoFit/>
          </a:bodyPr>
          <a:lstStyle/>
          <a:p>
            <a:r>
              <a:rPr lang="en-IN" sz="2400" b="1" dirty="0">
                <a:solidFill>
                  <a:srgbClr val="FF0000"/>
                </a:solidFill>
              </a:rPr>
              <a:t>Time =3 </a:t>
            </a:r>
          </a:p>
        </p:txBody>
      </p:sp>
      <p:cxnSp>
        <p:nvCxnSpPr>
          <p:cNvPr id="9" name="Straight Connector 8">
            <a:extLst>
              <a:ext uri="{FF2B5EF4-FFF2-40B4-BE49-F238E27FC236}">
                <a16:creationId xmlns:a16="http://schemas.microsoft.com/office/drawing/2014/main" id="{79C7AB70-A857-53E7-167F-9B6ADACCAB62}"/>
              </a:ext>
            </a:extLst>
          </p:cNvPr>
          <p:cNvCxnSpPr>
            <a:cxnSpLocks/>
          </p:cNvCxnSpPr>
          <p:nvPr/>
        </p:nvCxnSpPr>
        <p:spPr>
          <a:xfrm flipH="1">
            <a:off x="2868218" y="1627030"/>
            <a:ext cx="1397000" cy="472173"/>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5F20C0F-AABC-77CA-3E7E-0F2524E7F2B8}"/>
              </a:ext>
            </a:extLst>
          </p:cNvPr>
          <p:cNvSpPr txBox="1"/>
          <p:nvPr/>
        </p:nvSpPr>
        <p:spPr>
          <a:xfrm>
            <a:off x="4708952" y="862622"/>
            <a:ext cx="682828" cy="461665"/>
          </a:xfrm>
          <a:prstGeom prst="rect">
            <a:avLst/>
          </a:prstGeom>
          <a:noFill/>
        </p:spPr>
        <p:txBody>
          <a:bodyPr wrap="square" rtlCol="0">
            <a:spAutoFit/>
          </a:bodyPr>
          <a:lstStyle/>
          <a:p>
            <a:r>
              <a:rPr lang="en-IN" sz="2400" b="1" dirty="0"/>
              <a:t>C=1</a:t>
            </a:r>
          </a:p>
        </p:txBody>
      </p:sp>
      <p:sp>
        <p:nvSpPr>
          <p:cNvPr id="11" name="TextBox 10">
            <a:extLst>
              <a:ext uri="{FF2B5EF4-FFF2-40B4-BE49-F238E27FC236}">
                <a16:creationId xmlns:a16="http://schemas.microsoft.com/office/drawing/2014/main" id="{18516D89-DBFA-CF8E-CA28-822B60879054}"/>
              </a:ext>
            </a:extLst>
          </p:cNvPr>
          <p:cNvSpPr txBox="1"/>
          <p:nvPr/>
        </p:nvSpPr>
        <p:spPr>
          <a:xfrm>
            <a:off x="4603119" y="2044643"/>
            <a:ext cx="682828" cy="461665"/>
          </a:xfrm>
          <a:prstGeom prst="rect">
            <a:avLst/>
          </a:prstGeom>
          <a:noFill/>
        </p:spPr>
        <p:txBody>
          <a:bodyPr wrap="square" rtlCol="0">
            <a:spAutoFit/>
          </a:bodyPr>
          <a:lstStyle/>
          <a:p>
            <a:r>
              <a:rPr lang="en-IN" sz="2400" b="1" dirty="0"/>
              <a:t>C=1</a:t>
            </a:r>
          </a:p>
        </p:txBody>
      </p:sp>
      <p:cxnSp>
        <p:nvCxnSpPr>
          <p:cNvPr id="13" name="Straight Connector 12">
            <a:extLst>
              <a:ext uri="{FF2B5EF4-FFF2-40B4-BE49-F238E27FC236}">
                <a16:creationId xmlns:a16="http://schemas.microsoft.com/office/drawing/2014/main" id="{2345904B-FB1D-BF38-71CC-6D9164EB7614}"/>
              </a:ext>
            </a:extLst>
          </p:cNvPr>
          <p:cNvCxnSpPr>
            <a:cxnSpLocks/>
          </p:cNvCxnSpPr>
          <p:nvPr/>
        </p:nvCxnSpPr>
        <p:spPr>
          <a:xfrm flipV="1">
            <a:off x="4679571" y="1734002"/>
            <a:ext cx="68239" cy="743754"/>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852631E-B97C-1393-DA5F-5290321C617A}"/>
              </a:ext>
            </a:extLst>
          </p:cNvPr>
          <p:cNvCxnSpPr>
            <a:cxnSpLocks/>
            <a:endCxn id="6" idx="2"/>
          </p:cNvCxnSpPr>
          <p:nvPr/>
        </p:nvCxnSpPr>
        <p:spPr>
          <a:xfrm>
            <a:off x="2597285" y="2404532"/>
            <a:ext cx="1551382" cy="287867"/>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1C42F3B-4797-3358-96BA-A5DECE6AE73C}"/>
              </a:ext>
            </a:extLst>
          </p:cNvPr>
          <p:cNvSpPr txBox="1"/>
          <p:nvPr/>
        </p:nvSpPr>
        <p:spPr>
          <a:xfrm>
            <a:off x="2713837" y="2573509"/>
            <a:ext cx="1447800" cy="400110"/>
          </a:xfrm>
          <a:prstGeom prst="rect">
            <a:avLst/>
          </a:prstGeom>
          <a:noFill/>
        </p:spPr>
        <p:txBody>
          <a:bodyPr wrap="square" rtlCol="0">
            <a:spAutoFit/>
          </a:bodyPr>
          <a:lstStyle/>
          <a:p>
            <a:r>
              <a:rPr lang="en-IN" sz="2000" dirty="0"/>
              <a:t>Back Edge</a:t>
            </a:r>
          </a:p>
        </p:txBody>
      </p:sp>
      <p:sp>
        <p:nvSpPr>
          <p:cNvPr id="15" name="TextBox 14">
            <a:extLst>
              <a:ext uri="{FF2B5EF4-FFF2-40B4-BE49-F238E27FC236}">
                <a16:creationId xmlns:a16="http://schemas.microsoft.com/office/drawing/2014/main" id="{2E94CB1F-6F26-8172-762C-EFAEFFC0FA78}"/>
              </a:ext>
            </a:extLst>
          </p:cNvPr>
          <p:cNvSpPr txBox="1"/>
          <p:nvPr/>
        </p:nvSpPr>
        <p:spPr>
          <a:xfrm>
            <a:off x="0" y="4351693"/>
            <a:ext cx="6223000" cy="2677656"/>
          </a:xfrm>
          <a:prstGeom prst="rect">
            <a:avLst/>
          </a:prstGeom>
          <a:noFill/>
        </p:spPr>
        <p:txBody>
          <a:bodyPr wrap="square" rtlCol="0">
            <a:spAutoFit/>
          </a:bodyPr>
          <a:lstStyle/>
          <a:p>
            <a:r>
              <a:rPr lang="en-IN" sz="2400" b="1" dirty="0">
                <a:solidFill>
                  <a:srgbClr val="FF0000"/>
                </a:solidFill>
              </a:rPr>
              <a:t>Now, for 0 to 3:</a:t>
            </a:r>
          </a:p>
          <a:p>
            <a:r>
              <a:rPr lang="en-IN" sz="2400" b="1" dirty="0">
                <a:solidFill>
                  <a:srgbClr val="FF0000"/>
                </a:solidFill>
              </a:rPr>
              <a:t>DT = 3</a:t>
            </a:r>
          </a:p>
          <a:p>
            <a:r>
              <a:rPr lang="en-IN" sz="2400" b="1" dirty="0">
                <a:solidFill>
                  <a:srgbClr val="FF0000"/>
                </a:solidFill>
              </a:rPr>
              <a:t>LT =3</a:t>
            </a:r>
          </a:p>
          <a:p>
            <a:r>
              <a:rPr lang="en-IN" sz="2400" b="1" dirty="0">
                <a:solidFill>
                  <a:srgbClr val="FF0000"/>
                </a:solidFill>
              </a:rPr>
              <a:t>Parent =0</a:t>
            </a:r>
          </a:p>
          <a:p>
            <a:endParaRPr lang="en-IN" sz="2400" b="1" dirty="0">
              <a:solidFill>
                <a:srgbClr val="FF0000"/>
              </a:solidFill>
            </a:endParaRPr>
          </a:p>
          <a:p>
            <a:endParaRPr lang="en-IN" sz="2400" b="1" dirty="0">
              <a:solidFill>
                <a:srgbClr val="FF0000"/>
              </a:solidFill>
            </a:endParaRPr>
          </a:p>
          <a:p>
            <a:endParaRPr lang="en-IN" sz="2400" b="1" dirty="0">
              <a:solidFill>
                <a:srgbClr val="FF0000"/>
              </a:solidFill>
            </a:endParaRPr>
          </a:p>
        </p:txBody>
      </p:sp>
      <p:sp>
        <p:nvSpPr>
          <p:cNvPr id="2" name="TextBox 1">
            <a:extLst>
              <a:ext uri="{FF2B5EF4-FFF2-40B4-BE49-F238E27FC236}">
                <a16:creationId xmlns:a16="http://schemas.microsoft.com/office/drawing/2014/main" id="{DB74FAF4-517C-8BB7-1C21-07FD442B6F53}"/>
              </a:ext>
            </a:extLst>
          </p:cNvPr>
          <p:cNvSpPr txBox="1"/>
          <p:nvPr/>
        </p:nvSpPr>
        <p:spPr>
          <a:xfrm>
            <a:off x="724395" y="2672605"/>
            <a:ext cx="682828" cy="461665"/>
          </a:xfrm>
          <a:prstGeom prst="rect">
            <a:avLst/>
          </a:prstGeom>
          <a:noFill/>
        </p:spPr>
        <p:txBody>
          <a:bodyPr wrap="square" rtlCol="0">
            <a:spAutoFit/>
          </a:bodyPr>
          <a:lstStyle/>
          <a:p>
            <a:r>
              <a:rPr lang="en-IN" sz="2400" b="1" dirty="0"/>
              <a:t>C=0</a:t>
            </a:r>
          </a:p>
        </p:txBody>
      </p:sp>
    </p:spTree>
    <p:extLst>
      <p:ext uri="{BB962C8B-B14F-4D97-AF65-F5344CB8AC3E}">
        <p14:creationId xmlns:p14="http://schemas.microsoft.com/office/powerpoint/2010/main" val="35876367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AB8BFD-5C1F-445C-8050-CE8F451E95B0}"/>
              </a:ext>
            </a:extLst>
          </p:cNvPr>
          <p:cNvSpPr txBox="1"/>
          <p:nvPr/>
        </p:nvSpPr>
        <p:spPr>
          <a:xfrm>
            <a:off x="635000" y="0"/>
            <a:ext cx="10515599" cy="730291"/>
          </a:xfrm>
          <a:prstGeom prst="rect">
            <a:avLst/>
          </a:prstGeom>
        </p:spPr>
        <p:txBody>
          <a:bodyPr vert="horz" lIns="91440" tIns="45720" rIns="91440" bIns="45720" rtlCol="0" anchor="b">
            <a:normAutofit fontScale="92500" lnSpcReduction="10000"/>
          </a:bodyPr>
          <a:lstStyle/>
          <a:p>
            <a:pPr lvl="0" algn="ctr"/>
            <a:r>
              <a:rPr lang="en-US" sz="4800" dirty="0">
                <a:solidFill>
                  <a:schemeClr val="bg1"/>
                </a:solidFill>
                <a:latin typeface="Times New Roman" panose="02020603050405020304" pitchFamily="18" charset="0"/>
                <a:cs typeface="Times New Roman" panose="02020603050405020304" pitchFamily="18" charset="0"/>
              </a:rPr>
              <a:t>Algorithm on Example</a:t>
            </a:r>
          </a:p>
        </p:txBody>
      </p:sp>
      <p:sp>
        <p:nvSpPr>
          <p:cNvPr id="4" name="Oval 3">
            <a:extLst>
              <a:ext uri="{FF2B5EF4-FFF2-40B4-BE49-F238E27FC236}">
                <a16:creationId xmlns:a16="http://schemas.microsoft.com/office/drawing/2014/main" id="{D1821021-BB21-7736-5D44-28091022EDE7}"/>
              </a:ext>
            </a:extLst>
          </p:cNvPr>
          <p:cNvSpPr/>
          <p:nvPr/>
        </p:nvSpPr>
        <p:spPr>
          <a:xfrm>
            <a:off x="4148666" y="1135611"/>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a:t>
            </a:r>
          </a:p>
        </p:txBody>
      </p:sp>
      <p:sp>
        <p:nvSpPr>
          <p:cNvPr id="5" name="Oval 4">
            <a:extLst>
              <a:ext uri="{FF2B5EF4-FFF2-40B4-BE49-F238E27FC236}">
                <a16:creationId xmlns:a16="http://schemas.microsoft.com/office/drawing/2014/main" id="{BF0ECCAA-9F57-0EF8-1E73-52168BBDAB43}"/>
              </a:ext>
            </a:extLst>
          </p:cNvPr>
          <p:cNvSpPr/>
          <p:nvPr/>
        </p:nvSpPr>
        <p:spPr>
          <a:xfrm>
            <a:off x="2082800" y="1828800"/>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0</a:t>
            </a:r>
          </a:p>
        </p:txBody>
      </p:sp>
      <p:sp>
        <p:nvSpPr>
          <p:cNvPr id="6" name="Oval 5">
            <a:extLst>
              <a:ext uri="{FF2B5EF4-FFF2-40B4-BE49-F238E27FC236}">
                <a16:creationId xmlns:a16="http://schemas.microsoft.com/office/drawing/2014/main" id="{B7BD9409-61B6-7F00-716E-95869A641E27}"/>
              </a:ext>
            </a:extLst>
          </p:cNvPr>
          <p:cNvSpPr/>
          <p:nvPr/>
        </p:nvSpPr>
        <p:spPr>
          <a:xfrm>
            <a:off x="4148667" y="2404532"/>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a:t>
            </a:r>
          </a:p>
        </p:txBody>
      </p:sp>
      <p:sp>
        <p:nvSpPr>
          <p:cNvPr id="7" name="Oval 6">
            <a:extLst>
              <a:ext uri="{FF2B5EF4-FFF2-40B4-BE49-F238E27FC236}">
                <a16:creationId xmlns:a16="http://schemas.microsoft.com/office/drawing/2014/main" id="{3B7FFA91-A20C-C438-8454-E221600AB24C}"/>
              </a:ext>
            </a:extLst>
          </p:cNvPr>
          <p:cNvSpPr/>
          <p:nvPr/>
        </p:nvSpPr>
        <p:spPr>
          <a:xfrm>
            <a:off x="1286933" y="2692398"/>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3</a:t>
            </a:r>
          </a:p>
        </p:txBody>
      </p:sp>
      <p:sp>
        <p:nvSpPr>
          <p:cNvPr id="8" name="Oval 7">
            <a:extLst>
              <a:ext uri="{FF2B5EF4-FFF2-40B4-BE49-F238E27FC236}">
                <a16:creationId xmlns:a16="http://schemas.microsoft.com/office/drawing/2014/main" id="{222D97F3-E380-5D1E-C845-C32472FFA81E}"/>
              </a:ext>
            </a:extLst>
          </p:cNvPr>
          <p:cNvSpPr/>
          <p:nvPr/>
        </p:nvSpPr>
        <p:spPr>
          <a:xfrm>
            <a:off x="888999" y="3589869"/>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4</a:t>
            </a:r>
          </a:p>
        </p:txBody>
      </p:sp>
      <p:cxnSp>
        <p:nvCxnSpPr>
          <p:cNvPr id="10" name="Straight Connector 9">
            <a:extLst>
              <a:ext uri="{FF2B5EF4-FFF2-40B4-BE49-F238E27FC236}">
                <a16:creationId xmlns:a16="http://schemas.microsoft.com/office/drawing/2014/main" id="{09A58623-EF58-16E4-FFB5-09B3EA357A30}"/>
              </a:ext>
            </a:extLst>
          </p:cNvPr>
          <p:cNvCxnSpPr>
            <a:cxnSpLocks/>
            <a:stCxn id="5" idx="7"/>
            <a:endCxn id="4" idx="2"/>
          </p:cNvCxnSpPr>
          <p:nvPr/>
        </p:nvCxnSpPr>
        <p:spPr>
          <a:xfrm flipV="1">
            <a:off x="2762115" y="1423478"/>
            <a:ext cx="1386551" cy="489636"/>
          </a:xfrm>
          <a:prstGeom prst="line">
            <a:avLst/>
          </a:prstGeom>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20EA87AD-BE73-2BA4-79F7-884E66560162}"/>
              </a:ext>
            </a:extLst>
          </p:cNvPr>
          <p:cNvSpPr/>
          <p:nvPr/>
        </p:nvSpPr>
        <p:spPr>
          <a:xfrm>
            <a:off x="2480733" y="3589869"/>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5</a:t>
            </a:r>
          </a:p>
        </p:txBody>
      </p:sp>
      <p:cxnSp>
        <p:nvCxnSpPr>
          <p:cNvPr id="16" name="Straight Connector 15">
            <a:extLst>
              <a:ext uri="{FF2B5EF4-FFF2-40B4-BE49-F238E27FC236}">
                <a16:creationId xmlns:a16="http://schemas.microsoft.com/office/drawing/2014/main" id="{47DA8A62-16C5-7009-4647-4E916F109703}"/>
              </a:ext>
            </a:extLst>
          </p:cNvPr>
          <p:cNvCxnSpPr>
            <a:stCxn id="4" idx="4"/>
            <a:endCxn id="6" idx="0"/>
          </p:cNvCxnSpPr>
          <p:nvPr/>
        </p:nvCxnSpPr>
        <p:spPr>
          <a:xfrm>
            <a:off x="4546600" y="1711344"/>
            <a:ext cx="1" cy="6931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5A191AB-B741-5493-8A1B-31838AAC0A0E}"/>
              </a:ext>
            </a:extLst>
          </p:cNvPr>
          <p:cNvCxnSpPr>
            <a:cxnSpLocks/>
            <a:stCxn id="5" idx="5"/>
            <a:endCxn id="6" idx="1"/>
          </p:cNvCxnSpPr>
          <p:nvPr/>
        </p:nvCxnSpPr>
        <p:spPr>
          <a:xfrm>
            <a:off x="2762115" y="2320219"/>
            <a:ext cx="1503104" cy="1686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C221A88-AF58-32D1-12A8-E28053406E1C}"/>
              </a:ext>
            </a:extLst>
          </p:cNvPr>
          <p:cNvCxnSpPr>
            <a:stCxn id="5" idx="3"/>
          </p:cNvCxnSpPr>
          <p:nvPr/>
        </p:nvCxnSpPr>
        <p:spPr>
          <a:xfrm flipH="1">
            <a:off x="1828800" y="2320219"/>
            <a:ext cx="370552" cy="37217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51D4063-6D61-CAC3-AED3-5E9186548837}"/>
              </a:ext>
            </a:extLst>
          </p:cNvPr>
          <p:cNvCxnSpPr>
            <a:endCxn id="8" idx="0"/>
          </p:cNvCxnSpPr>
          <p:nvPr/>
        </p:nvCxnSpPr>
        <p:spPr>
          <a:xfrm flipH="1">
            <a:off x="1286933" y="3268131"/>
            <a:ext cx="254000" cy="321738"/>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F138662-0895-1814-1567-7A18FC0A2FDC}"/>
              </a:ext>
            </a:extLst>
          </p:cNvPr>
          <p:cNvCxnSpPr>
            <a:cxnSpLocks/>
            <a:stCxn id="7" idx="5"/>
            <a:endCxn id="14" idx="1"/>
          </p:cNvCxnSpPr>
          <p:nvPr/>
        </p:nvCxnSpPr>
        <p:spPr>
          <a:xfrm>
            <a:off x="1966248" y="3183817"/>
            <a:ext cx="631037" cy="490366"/>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0" name="Table 30">
            <a:extLst>
              <a:ext uri="{FF2B5EF4-FFF2-40B4-BE49-F238E27FC236}">
                <a16:creationId xmlns:a16="http://schemas.microsoft.com/office/drawing/2014/main" id="{4837F24E-408A-273C-474D-F810E5F92BBF}"/>
              </a:ext>
            </a:extLst>
          </p:cNvPr>
          <p:cNvGraphicFramePr>
            <a:graphicFrameLocks noGrp="1"/>
          </p:cNvGraphicFramePr>
          <p:nvPr>
            <p:extLst>
              <p:ext uri="{D42A27DB-BD31-4B8C-83A1-F6EECF244321}">
                <p14:modId xmlns:p14="http://schemas.microsoft.com/office/powerpoint/2010/main" val="2976311288"/>
              </p:ext>
            </p:extLst>
          </p:nvPr>
        </p:nvGraphicFramePr>
        <p:xfrm>
          <a:off x="6525811" y="1388533"/>
          <a:ext cx="4624788" cy="73660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189765">
                <a:tc>
                  <a:txBody>
                    <a:bodyPr/>
                    <a:lstStyle/>
                    <a:p>
                      <a:r>
                        <a:rPr lang="en-IN" b="0" dirty="0">
                          <a:solidFill>
                            <a:schemeClr val="tx1"/>
                          </a:solidFill>
                        </a:rPr>
                        <a:t>0</a:t>
                      </a:r>
                    </a:p>
                  </a:txBody>
                  <a:tcPr/>
                </a:tc>
                <a:tc>
                  <a:txBody>
                    <a:bodyPr/>
                    <a:lstStyle/>
                    <a:p>
                      <a:r>
                        <a:rPr lang="en-IN" dirty="0">
                          <a:solidFill>
                            <a:schemeClr val="tx1"/>
                          </a:solidFill>
                        </a:rPr>
                        <a:t>1</a:t>
                      </a:r>
                    </a:p>
                  </a:txBody>
                  <a:tcPr/>
                </a:tc>
                <a:tc>
                  <a:txBody>
                    <a:bodyPr/>
                    <a:lstStyle/>
                    <a:p>
                      <a:r>
                        <a:rPr lang="en-IN" dirty="0">
                          <a:solidFill>
                            <a:schemeClr val="tx1"/>
                          </a:solidFill>
                        </a:rPr>
                        <a:t>2</a:t>
                      </a:r>
                    </a:p>
                  </a:txBody>
                  <a:tcPr/>
                </a:tc>
                <a:tc>
                  <a:txBody>
                    <a:bodyPr/>
                    <a:lstStyle/>
                    <a:p>
                      <a:r>
                        <a:rPr lang="en-IN" dirty="0">
                          <a:solidFill>
                            <a:schemeClr val="tx1"/>
                          </a:solidFill>
                        </a:rPr>
                        <a:t>3</a:t>
                      </a:r>
                    </a:p>
                  </a:txBody>
                  <a:tcPr/>
                </a:tc>
                <a:tc>
                  <a:txBody>
                    <a:bodyPr/>
                    <a:lstStyle/>
                    <a:p>
                      <a:r>
                        <a:rPr lang="en-IN" dirty="0">
                          <a:solidFill>
                            <a:srgbClr val="FF0000"/>
                          </a:solidFill>
                        </a:rPr>
                        <a:t>4</a:t>
                      </a:r>
                    </a:p>
                  </a:txBody>
                  <a:tcPr/>
                </a:tc>
                <a:tc>
                  <a:txBody>
                    <a:bodyPr/>
                    <a:lstStyle/>
                    <a:p>
                      <a:r>
                        <a:rPr lang="en-IN" dirty="0"/>
                        <a:t>-1</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4" name="Table 30">
            <a:extLst>
              <a:ext uri="{FF2B5EF4-FFF2-40B4-BE49-F238E27FC236}">
                <a16:creationId xmlns:a16="http://schemas.microsoft.com/office/drawing/2014/main" id="{709B6A5F-F912-F803-2CEA-A779E035C599}"/>
              </a:ext>
            </a:extLst>
          </p:cNvPr>
          <p:cNvGraphicFramePr>
            <a:graphicFrameLocks noGrp="1"/>
          </p:cNvGraphicFramePr>
          <p:nvPr>
            <p:extLst>
              <p:ext uri="{D42A27DB-BD31-4B8C-83A1-F6EECF244321}">
                <p14:modId xmlns:p14="http://schemas.microsoft.com/office/powerpoint/2010/main" val="660023475"/>
              </p:ext>
            </p:extLst>
          </p:nvPr>
        </p:nvGraphicFramePr>
        <p:xfrm>
          <a:off x="6525811" y="2692398"/>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b="0" dirty="0">
                          <a:solidFill>
                            <a:schemeClr val="tx1"/>
                          </a:solidFill>
                        </a:rPr>
                        <a:t>0</a:t>
                      </a:r>
                    </a:p>
                  </a:txBody>
                  <a:tcPr/>
                </a:tc>
                <a:tc>
                  <a:txBody>
                    <a:bodyPr/>
                    <a:lstStyle/>
                    <a:p>
                      <a:r>
                        <a:rPr lang="en-IN" dirty="0">
                          <a:solidFill>
                            <a:schemeClr val="tx1"/>
                          </a:solidFill>
                        </a:rPr>
                        <a:t>0</a:t>
                      </a:r>
                    </a:p>
                  </a:txBody>
                  <a:tcPr/>
                </a:tc>
                <a:tc>
                  <a:txBody>
                    <a:bodyPr/>
                    <a:lstStyle/>
                    <a:p>
                      <a:r>
                        <a:rPr lang="en-IN" dirty="0">
                          <a:solidFill>
                            <a:schemeClr val="tx1"/>
                          </a:solidFill>
                        </a:rPr>
                        <a:t>0</a:t>
                      </a:r>
                    </a:p>
                  </a:txBody>
                  <a:tcPr/>
                </a:tc>
                <a:tc>
                  <a:txBody>
                    <a:bodyPr/>
                    <a:lstStyle/>
                    <a:p>
                      <a:r>
                        <a:rPr lang="en-IN" b="0" dirty="0">
                          <a:solidFill>
                            <a:schemeClr val="tx1"/>
                          </a:solidFill>
                        </a:rPr>
                        <a:t>3</a:t>
                      </a:r>
                    </a:p>
                  </a:txBody>
                  <a:tcPr/>
                </a:tc>
                <a:tc>
                  <a:txBody>
                    <a:bodyPr/>
                    <a:lstStyle/>
                    <a:p>
                      <a:r>
                        <a:rPr lang="en-IN" dirty="0">
                          <a:solidFill>
                            <a:srgbClr val="FF0000"/>
                          </a:solidFill>
                        </a:rPr>
                        <a:t>4</a:t>
                      </a:r>
                    </a:p>
                  </a:txBody>
                  <a:tcPr/>
                </a:tc>
                <a:tc>
                  <a:txBody>
                    <a:bodyPr/>
                    <a:lstStyle/>
                    <a:p>
                      <a:r>
                        <a:rPr lang="en-IN" dirty="0"/>
                        <a:t>-1</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5" name="Table 30">
            <a:extLst>
              <a:ext uri="{FF2B5EF4-FFF2-40B4-BE49-F238E27FC236}">
                <a16:creationId xmlns:a16="http://schemas.microsoft.com/office/drawing/2014/main" id="{DA5B8367-879C-BAC0-7627-684D5E3C8B0A}"/>
              </a:ext>
            </a:extLst>
          </p:cNvPr>
          <p:cNvGraphicFramePr>
            <a:graphicFrameLocks noGrp="1"/>
          </p:cNvGraphicFramePr>
          <p:nvPr>
            <p:extLst>
              <p:ext uri="{D42A27DB-BD31-4B8C-83A1-F6EECF244321}">
                <p14:modId xmlns:p14="http://schemas.microsoft.com/office/powerpoint/2010/main" val="186612546"/>
              </p:ext>
            </p:extLst>
          </p:nvPr>
        </p:nvGraphicFramePr>
        <p:xfrm>
          <a:off x="6525811" y="3986050"/>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dirty="0">
                          <a:solidFill>
                            <a:schemeClr val="tx1"/>
                          </a:solidFill>
                        </a:rPr>
                        <a:t>-1</a:t>
                      </a:r>
                    </a:p>
                  </a:txBody>
                  <a:tcPr/>
                </a:tc>
                <a:tc>
                  <a:txBody>
                    <a:bodyPr/>
                    <a:lstStyle/>
                    <a:p>
                      <a:r>
                        <a:rPr lang="en-IN" dirty="0">
                          <a:solidFill>
                            <a:schemeClr val="tx1"/>
                          </a:solidFill>
                        </a:rPr>
                        <a:t>0</a:t>
                      </a:r>
                    </a:p>
                  </a:txBody>
                  <a:tcPr/>
                </a:tc>
                <a:tc>
                  <a:txBody>
                    <a:bodyPr/>
                    <a:lstStyle/>
                    <a:p>
                      <a:r>
                        <a:rPr lang="en-IN" dirty="0">
                          <a:solidFill>
                            <a:schemeClr val="tx1"/>
                          </a:solidFill>
                        </a:rPr>
                        <a:t>1</a:t>
                      </a:r>
                    </a:p>
                  </a:txBody>
                  <a:tcPr/>
                </a:tc>
                <a:tc>
                  <a:txBody>
                    <a:bodyPr/>
                    <a:lstStyle/>
                    <a:p>
                      <a:r>
                        <a:rPr lang="en-IN" b="0" dirty="0">
                          <a:solidFill>
                            <a:schemeClr val="tx1"/>
                          </a:solidFill>
                        </a:rPr>
                        <a:t>0</a:t>
                      </a:r>
                    </a:p>
                  </a:txBody>
                  <a:tcPr/>
                </a:tc>
                <a:tc>
                  <a:txBody>
                    <a:bodyPr/>
                    <a:lstStyle/>
                    <a:p>
                      <a:r>
                        <a:rPr lang="en-IN" dirty="0">
                          <a:solidFill>
                            <a:srgbClr val="FF0000"/>
                          </a:solidFill>
                        </a:rPr>
                        <a:t>3</a:t>
                      </a:r>
                    </a:p>
                  </a:txBody>
                  <a:tcPr/>
                </a:tc>
                <a:tc>
                  <a:txBody>
                    <a:bodyPr/>
                    <a:lstStyle/>
                    <a:p>
                      <a:r>
                        <a:rPr lang="en-IN" dirty="0"/>
                        <a:t>-1</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6" name="Table 30">
            <a:extLst>
              <a:ext uri="{FF2B5EF4-FFF2-40B4-BE49-F238E27FC236}">
                <a16:creationId xmlns:a16="http://schemas.microsoft.com/office/drawing/2014/main" id="{12A300B2-06C4-F89A-CAC6-F789C928860E}"/>
              </a:ext>
            </a:extLst>
          </p:cNvPr>
          <p:cNvGraphicFramePr>
            <a:graphicFrameLocks noGrp="1"/>
          </p:cNvGraphicFramePr>
          <p:nvPr/>
        </p:nvGraphicFramePr>
        <p:xfrm>
          <a:off x="6525811" y="5279702"/>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dirty="0"/>
                        <a:t>F</a:t>
                      </a:r>
                    </a:p>
                  </a:txBody>
                  <a:tcPr/>
                </a:tc>
                <a:tc>
                  <a:txBody>
                    <a:bodyPr/>
                    <a:lstStyle/>
                    <a:p>
                      <a:r>
                        <a:rPr lang="en-IN" dirty="0"/>
                        <a:t>F</a:t>
                      </a:r>
                    </a:p>
                  </a:txBody>
                  <a:tcPr/>
                </a:tc>
                <a:tc>
                  <a:txBody>
                    <a:bodyPr/>
                    <a:lstStyle/>
                    <a:p>
                      <a:r>
                        <a:rPr lang="en-IN" dirty="0"/>
                        <a:t>F</a:t>
                      </a:r>
                    </a:p>
                  </a:txBody>
                  <a:tcPr/>
                </a:tc>
                <a:tc>
                  <a:txBody>
                    <a:bodyPr/>
                    <a:lstStyle/>
                    <a:p>
                      <a:r>
                        <a:rPr lang="en-IN" dirty="0"/>
                        <a:t>F</a:t>
                      </a:r>
                    </a:p>
                  </a:txBody>
                  <a:tcPr/>
                </a:tc>
                <a:tc>
                  <a:txBody>
                    <a:bodyPr/>
                    <a:lstStyle/>
                    <a:p>
                      <a:r>
                        <a:rPr lang="en-IN" dirty="0"/>
                        <a:t>F</a:t>
                      </a:r>
                    </a:p>
                  </a:txBody>
                  <a:tcPr/>
                </a:tc>
                <a:tc>
                  <a:txBody>
                    <a:bodyPr/>
                    <a:lstStyle/>
                    <a:p>
                      <a:r>
                        <a:rPr lang="en-IN" dirty="0"/>
                        <a:t>F</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sp>
        <p:nvSpPr>
          <p:cNvPr id="37" name="TextBox 36">
            <a:extLst>
              <a:ext uri="{FF2B5EF4-FFF2-40B4-BE49-F238E27FC236}">
                <a16:creationId xmlns:a16="http://schemas.microsoft.com/office/drawing/2014/main" id="{A22D1001-7329-B480-6EC2-77C92471EDB6}"/>
              </a:ext>
            </a:extLst>
          </p:cNvPr>
          <p:cNvSpPr txBox="1"/>
          <p:nvPr/>
        </p:nvSpPr>
        <p:spPr>
          <a:xfrm>
            <a:off x="5892799" y="5215500"/>
            <a:ext cx="727144" cy="461665"/>
          </a:xfrm>
          <a:prstGeom prst="rect">
            <a:avLst/>
          </a:prstGeom>
          <a:noFill/>
        </p:spPr>
        <p:txBody>
          <a:bodyPr wrap="square" rtlCol="0">
            <a:spAutoFit/>
          </a:bodyPr>
          <a:lstStyle/>
          <a:p>
            <a:r>
              <a:rPr lang="en-IN" sz="2400" b="1" dirty="0">
                <a:solidFill>
                  <a:srgbClr val="FF0000"/>
                </a:solidFill>
              </a:rPr>
              <a:t>AP</a:t>
            </a:r>
          </a:p>
        </p:txBody>
      </p:sp>
      <p:sp>
        <p:nvSpPr>
          <p:cNvPr id="38" name="TextBox 37">
            <a:extLst>
              <a:ext uri="{FF2B5EF4-FFF2-40B4-BE49-F238E27FC236}">
                <a16:creationId xmlns:a16="http://schemas.microsoft.com/office/drawing/2014/main" id="{B2161F4F-8954-3216-799C-4739C2EC4E5A}"/>
              </a:ext>
            </a:extLst>
          </p:cNvPr>
          <p:cNvSpPr txBox="1"/>
          <p:nvPr/>
        </p:nvSpPr>
        <p:spPr>
          <a:xfrm>
            <a:off x="5926667" y="1184725"/>
            <a:ext cx="727144" cy="461665"/>
          </a:xfrm>
          <a:prstGeom prst="rect">
            <a:avLst/>
          </a:prstGeom>
          <a:noFill/>
        </p:spPr>
        <p:txBody>
          <a:bodyPr wrap="square" rtlCol="0">
            <a:spAutoFit/>
          </a:bodyPr>
          <a:lstStyle/>
          <a:p>
            <a:r>
              <a:rPr lang="en-IN" sz="2400" b="1" dirty="0">
                <a:solidFill>
                  <a:srgbClr val="FF0000"/>
                </a:solidFill>
              </a:rPr>
              <a:t>DT</a:t>
            </a:r>
          </a:p>
        </p:txBody>
      </p:sp>
      <p:sp>
        <p:nvSpPr>
          <p:cNvPr id="39" name="TextBox 38">
            <a:extLst>
              <a:ext uri="{FF2B5EF4-FFF2-40B4-BE49-F238E27FC236}">
                <a16:creationId xmlns:a16="http://schemas.microsoft.com/office/drawing/2014/main" id="{48DD2684-8A3A-5530-B0C3-8CCB9BE487F4}"/>
              </a:ext>
            </a:extLst>
          </p:cNvPr>
          <p:cNvSpPr txBox="1"/>
          <p:nvPr/>
        </p:nvSpPr>
        <p:spPr>
          <a:xfrm>
            <a:off x="5798667" y="2742063"/>
            <a:ext cx="727144" cy="461665"/>
          </a:xfrm>
          <a:prstGeom prst="rect">
            <a:avLst/>
          </a:prstGeom>
          <a:noFill/>
        </p:spPr>
        <p:txBody>
          <a:bodyPr wrap="square" rtlCol="0">
            <a:spAutoFit/>
          </a:bodyPr>
          <a:lstStyle/>
          <a:p>
            <a:r>
              <a:rPr lang="en-IN" sz="2400" b="1" dirty="0">
                <a:solidFill>
                  <a:srgbClr val="FF0000"/>
                </a:solidFill>
              </a:rPr>
              <a:t>LT</a:t>
            </a:r>
          </a:p>
        </p:txBody>
      </p:sp>
      <p:sp>
        <p:nvSpPr>
          <p:cNvPr id="40" name="TextBox 39">
            <a:extLst>
              <a:ext uri="{FF2B5EF4-FFF2-40B4-BE49-F238E27FC236}">
                <a16:creationId xmlns:a16="http://schemas.microsoft.com/office/drawing/2014/main" id="{68176EF7-B9ED-1B9A-33D2-0976CEABCF92}"/>
              </a:ext>
            </a:extLst>
          </p:cNvPr>
          <p:cNvSpPr txBox="1"/>
          <p:nvPr/>
        </p:nvSpPr>
        <p:spPr>
          <a:xfrm>
            <a:off x="5528733" y="4000183"/>
            <a:ext cx="1125078" cy="461665"/>
          </a:xfrm>
          <a:prstGeom prst="rect">
            <a:avLst/>
          </a:prstGeom>
          <a:noFill/>
        </p:spPr>
        <p:txBody>
          <a:bodyPr wrap="square" rtlCol="0">
            <a:spAutoFit/>
          </a:bodyPr>
          <a:lstStyle/>
          <a:p>
            <a:r>
              <a:rPr lang="en-IN" sz="2400" b="1" dirty="0">
                <a:solidFill>
                  <a:srgbClr val="FF0000"/>
                </a:solidFill>
              </a:rPr>
              <a:t>Parent</a:t>
            </a:r>
          </a:p>
        </p:txBody>
      </p:sp>
      <p:sp>
        <p:nvSpPr>
          <p:cNvPr id="46" name="TextBox 45">
            <a:extLst>
              <a:ext uri="{FF2B5EF4-FFF2-40B4-BE49-F238E27FC236}">
                <a16:creationId xmlns:a16="http://schemas.microsoft.com/office/drawing/2014/main" id="{CF5433F2-9016-FF81-AC04-EE3757575E7C}"/>
              </a:ext>
            </a:extLst>
          </p:cNvPr>
          <p:cNvSpPr txBox="1"/>
          <p:nvPr/>
        </p:nvSpPr>
        <p:spPr>
          <a:xfrm>
            <a:off x="1670906" y="1423478"/>
            <a:ext cx="682828" cy="461665"/>
          </a:xfrm>
          <a:prstGeom prst="rect">
            <a:avLst/>
          </a:prstGeom>
          <a:noFill/>
        </p:spPr>
        <p:txBody>
          <a:bodyPr wrap="square" rtlCol="0">
            <a:spAutoFit/>
          </a:bodyPr>
          <a:lstStyle/>
          <a:p>
            <a:r>
              <a:rPr lang="en-IN" sz="2400" b="1" dirty="0"/>
              <a:t>C=2</a:t>
            </a:r>
          </a:p>
        </p:txBody>
      </p:sp>
      <p:sp>
        <p:nvSpPr>
          <p:cNvPr id="47" name="TextBox 46">
            <a:extLst>
              <a:ext uri="{FF2B5EF4-FFF2-40B4-BE49-F238E27FC236}">
                <a16:creationId xmlns:a16="http://schemas.microsoft.com/office/drawing/2014/main" id="{1346C774-A701-55B7-96B4-D9EEF71AEB88}"/>
              </a:ext>
            </a:extLst>
          </p:cNvPr>
          <p:cNvSpPr txBox="1"/>
          <p:nvPr/>
        </p:nvSpPr>
        <p:spPr>
          <a:xfrm>
            <a:off x="0" y="741345"/>
            <a:ext cx="5003799" cy="461665"/>
          </a:xfrm>
          <a:prstGeom prst="rect">
            <a:avLst/>
          </a:prstGeom>
          <a:noFill/>
        </p:spPr>
        <p:txBody>
          <a:bodyPr wrap="square" rtlCol="0">
            <a:spAutoFit/>
          </a:bodyPr>
          <a:lstStyle/>
          <a:p>
            <a:r>
              <a:rPr lang="en-IN" sz="2400" b="1" dirty="0">
                <a:solidFill>
                  <a:srgbClr val="FF0000"/>
                </a:solidFill>
              </a:rPr>
              <a:t>Time =4 </a:t>
            </a:r>
          </a:p>
        </p:txBody>
      </p:sp>
      <p:cxnSp>
        <p:nvCxnSpPr>
          <p:cNvPr id="9" name="Straight Connector 8">
            <a:extLst>
              <a:ext uri="{FF2B5EF4-FFF2-40B4-BE49-F238E27FC236}">
                <a16:creationId xmlns:a16="http://schemas.microsoft.com/office/drawing/2014/main" id="{79C7AB70-A857-53E7-167F-9B6ADACCAB62}"/>
              </a:ext>
            </a:extLst>
          </p:cNvPr>
          <p:cNvCxnSpPr>
            <a:cxnSpLocks/>
          </p:cNvCxnSpPr>
          <p:nvPr/>
        </p:nvCxnSpPr>
        <p:spPr>
          <a:xfrm flipH="1">
            <a:off x="2868218" y="1627030"/>
            <a:ext cx="1397000" cy="472173"/>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5F20C0F-AABC-77CA-3E7E-0F2524E7F2B8}"/>
              </a:ext>
            </a:extLst>
          </p:cNvPr>
          <p:cNvSpPr txBox="1"/>
          <p:nvPr/>
        </p:nvSpPr>
        <p:spPr>
          <a:xfrm>
            <a:off x="4708952" y="862622"/>
            <a:ext cx="682828" cy="461665"/>
          </a:xfrm>
          <a:prstGeom prst="rect">
            <a:avLst/>
          </a:prstGeom>
          <a:noFill/>
        </p:spPr>
        <p:txBody>
          <a:bodyPr wrap="square" rtlCol="0">
            <a:spAutoFit/>
          </a:bodyPr>
          <a:lstStyle/>
          <a:p>
            <a:r>
              <a:rPr lang="en-IN" sz="2400" b="1" dirty="0"/>
              <a:t>C=1</a:t>
            </a:r>
          </a:p>
        </p:txBody>
      </p:sp>
      <p:sp>
        <p:nvSpPr>
          <p:cNvPr id="11" name="TextBox 10">
            <a:extLst>
              <a:ext uri="{FF2B5EF4-FFF2-40B4-BE49-F238E27FC236}">
                <a16:creationId xmlns:a16="http://schemas.microsoft.com/office/drawing/2014/main" id="{18516D89-DBFA-CF8E-CA28-822B60879054}"/>
              </a:ext>
            </a:extLst>
          </p:cNvPr>
          <p:cNvSpPr txBox="1"/>
          <p:nvPr/>
        </p:nvSpPr>
        <p:spPr>
          <a:xfrm>
            <a:off x="4603119" y="2044643"/>
            <a:ext cx="682828" cy="461665"/>
          </a:xfrm>
          <a:prstGeom prst="rect">
            <a:avLst/>
          </a:prstGeom>
          <a:noFill/>
        </p:spPr>
        <p:txBody>
          <a:bodyPr wrap="square" rtlCol="0">
            <a:spAutoFit/>
          </a:bodyPr>
          <a:lstStyle/>
          <a:p>
            <a:r>
              <a:rPr lang="en-IN" sz="2400" b="1" dirty="0"/>
              <a:t>C=1</a:t>
            </a:r>
          </a:p>
        </p:txBody>
      </p:sp>
      <p:cxnSp>
        <p:nvCxnSpPr>
          <p:cNvPr id="13" name="Straight Connector 12">
            <a:extLst>
              <a:ext uri="{FF2B5EF4-FFF2-40B4-BE49-F238E27FC236}">
                <a16:creationId xmlns:a16="http://schemas.microsoft.com/office/drawing/2014/main" id="{2345904B-FB1D-BF38-71CC-6D9164EB7614}"/>
              </a:ext>
            </a:extLst>
          </p:cNvPr>
          <p:cNvCxnSpPr>
            <a:cxnSpLocks/>
          </p:cNvCxnSpPr>
          <p:nvPr/>
        </p:nvCxnSpPr>
        <p:spPr>
          <a:xfrm flipV="1">
            <a:off x="4679571" y="1734002"/>
            <a:ext cx="68239" cy="743754"/>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852631E-B97C-1393-DA5F-5290321C617A}"/>
              </a:ext>
            </a:extLst>
          </p:cNvPr>
          <p:cNvCxnSpPr>
            <a:cxnSpLocks/>
            <a:endCxn id="6" idx="2"/>
          </p:cNvCxnSpPr>
          <p:nvPr/>
        </p:nvCxnSpPr>
        <p:spPr>
          <a:xfrm>
            <a:off x="2597285" y="2404532"/>
            <a:ext cx="1551382" cy="287867"/>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1C42F3B-4797-3358-96BA-A5DECE6AE73C}"/>
              </a:ext>
            </a:extLst>
          </p:cNvPr>
          <p:cNvSpPr txBox="1"/>
          <p:nvPr/>
        </p:nvSpPr>
        <p:spPr>
          <a:xfrm>
            <a:off x="2713837" y="2573509"/>
            <a:ext cx="1447800" cy="400110"/>
          </a:xfrm>
          <a:prstGeom prst="rect">
            <a:avLst/>
          </a:prstGeom>
          <a:noFill/>
        </p:spPr>
        <p:txBody>
          <a:bodyPr wrap="square" rtlCol="0">
            <a:spAutoFit/>
          </a:bodyPr>
          <a:lstStyle/>
          <a:p>
            <a:r>
              <a:rPr lang="en-IN" sz="2000" dirty="0"/>
              <a:t>Back Edge</a:t>
            </a:r>
          </a:p>
        </p:txBody>
      </p:sp>
      <p:sp>
        <p:nvSpPr>
          <p:cNvPr id="15" name="TextBox 14">
            <a:extLst>
              <a:ext uri="{FF2B5EF4-FFF2-40B4-BE49-F238E27FC236}">
                <a16:creationId xmlns:a16="http://schemas.microsoft.com/office/drawing/2014/main" id="{2E94CB1F-6F26-8172-762C-EFAEFFC0FA78}"/>
              </a:ext>
            </a:extLst>
          </p:cNvPr>
          <p:cNvSpPr txBox="1"/>
          <p:nvPr/>
        </p:nvSpPr>
        <p:spPr>
          <a:xfrm>
            <a:off x="0" y="4351693"/>
            <a:ext cx="6223000" cy="2677656"/>
          </a:xfrm>
          <a:prstGeom prst="rect">
            <a:avLst/>
          </a:prstGeom>
          <a:noFill/>
        </p:spPr>
        <p:txBody>
          <a:bodyPr wrap="square" rtlCol="0">
            <a:spAutoFit/>
          </a:bodyPr>
          <a:lstStyle/>
          <a:p>
            <a:r>
              <a:rPr lang="en-IN" sz="2400" b="1" dirty="0">
                <a:solidFill>
                  <a:srgbClr val="FF0000"/>
                </a:solidFill>
              </a:rPr>
              <a:t>Now, for  3 to 4:</a:t>
            </a:r>
          </a:p>
          <a:p>
            <a:r>
              <a:rPr lang="en-IN" sz="2400" b="1" dirty="0">
                <a:solidFill>
                  <a:srgbClr val="FF0000"/>
                </a:solidFill>
              </a:rPr>
              <a:t>DT = 4</a:t>
            </a:r>
          </a:p>
          <a:p>
            <a:r>
              <a:rPr lang="en-IN" sz="2400" b="1" dirty="0">
                <a:solidFill>
                  <a:srgbClr val="FF0000"/>
                </a:solidFill>
              </a:rPr>
              <a:t>LT =4</a:t>
            </a:r>
          </a:p>
          <a:p>
            <a:r>
              <a:rPr lang="en-IN" sz="2400" b="1" dirty="0">
                <a:solidFill>
                  <a:srgbClr val="FF0000"/>
                </a:solidFill>
              </a:rPr>
              <a:t>Parent =3</a:t>
            </a:r>
          </a:p>
          <a:p>
            <a:endParaRPr lang="en-IN" sz="2400" b="1" dirty="0">
              <a:solidFill>
                <a:srgbClr val="FF0000"/>
              </a:solidFill>
            </a:endParaRPr>
          </a:p>
          <a:p>
            <a:endParaRPr lang="en-IN" sz="2400" b="1" dirty="0">
              <a:solidFill>
                <a:srgbClr val="FF0000"/>
              </a:solidFill>
            </a:endParaRPr>
          </a:p>
          <a:p>
            <a:endParaRPr lang="en-IN" sz="2400" b="1" dirty="0">
              <a:solidFill>
                <a:srgbClr val="FF0000"/>
              </a:solidFill>
            </a:endParaRPr>
          </a:p>
        </p:txBody>
      </p:sp>
      <p:sp>
        <p:nvSpPr>
          <p:cNvPr id="2" name="TextBox 1">
            <a:extLst>
              <a:ext uri="{FF2B5EF4-FFF2-40B4-BE49-F238E27FC236}">
                <a16:creationId xmlns:a16="http://schemas.microsoft.com/office/drawing/2014/main" id="{DB74FAF4-517C-8BB7-1C21-07FD442B6F53}"/>
              </a:ext>
            </a:extLst>
          </p:cNvPr>
          <p:cNvSpPr txBox="1"/>
          <p:nvPr/>
        </p:nvSpPr>
        <p:spPr>
          <a:xfrm>
            <a:off x="724395" y="2624667"/>
            <a:ext cx="900440" cy="461665"/>
          </a:xfrm>
          <a:prstGeom prst="rect">
            <a:avLst/>
          </a:prstGeom>
          <a:noFill/>
        </p:spPr>
        <p:txBody>
          <a:bodyPr wrap="square" rtlCol="0">
            <a:spAutoFit/>
          </a:bodyPr>
          <a:lstStyle/>
          <a:p>
            <a:r>
              <a:rPr lang="en-IN" sz="2400" b="1" dirty="0"/>
              <a:t>C=1</a:t>
            </a:r>
          </a:p>
        </p:txBody>
      </p:sp>
      <p:sp>
        <p:nvSpPr>
          <p:cNvPr id="17" name="TextBox 16">
            <a:extLst>
              <a:ext uri="{FF2B5EF4-FFF2-40B4-BE49-F238E27FC236}">
                <a16:creationId xmlns:a16="http://schemas.microsoft.com/office/drawing/2014/main" id="{CEFE68F2-1344-CF83-CDA3-D00F755DA516}"/>
              </a:ext>
            </a:extLst>
          </p:cNvPr>
          <p:cNvSpPr txBox="1"/>
          <p:nvPr/>
        </p:nvSpPr>
        <p:spPr>
          <a:xfrm>
            <a:off x="383859" y="3656343"/>
            <a:ext cx="795867" cy="461665"/>
          </a:xfrm>
          <a:prstGeom prst="rect">
            <a:avLst/>
          </a:prstGeom>
          <a:noFill/>
        </p:spPr>
        <p:txBody>
          <a:bodyPr wrap="square" rtlCol="0">
            <a:spAutoFit/>
          </a:bodyPr>
          <a:lstStyle/>
          <a:p>
            <a:r>
              <a:rPr lang="en-IN" sz="2400" b="1" dirty="0"/>
              <a:t>C=0</a:t>
            </a:r>
          </a:p>
        </p:txBody>
      </p:sp>
    </p:spTree>
    <p:extLst>
      <p:ext uri="{BB962C8B-B14F-4D97-AF65-F5344CB8AC3E}">
        <p14:creationId xmlns:p14="http://schemas.microsoft.com/office/powerpoint/2010/main" val="408104041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AB8BFD-5C1F-445C-8050-CE8F451E95B0}"/>
              </a:ext>
            </a:extLst>
          </p:cNvPr>
          <p:cNvSpPr txBox="1"/>
          <p:nvPr/>
        </p:nvSpPr>
        <p:spPr>
          <a:xfrm>
            <a:off x="635000" y="0"/>
            <a:ext cx="10515599" cy="730291"/>
          </a:xfrm>
          <a:prstGeom prst="rect">
            <a:avLst/>
          </a:prstGeom>
        </p:spPr>
        <p:txBody>
          <a:bodyPr vert="horz" lIns="91440" tIns="45720" rIns="91440" bIns="45720" rtlCol="0" anchor="b">
            <a:normAutofit fontScale="92500" lnSpcReduction="10000"/>
          </a:bodyPr>
          <a:lstStyle/>
          <a:p>
            <a:pPr lvl="0" algn="ctr"/>
            <a:r>
              <a:rPr lang="en-US" sz="4800" dirty="0">
                <a:solidFill>
                  <a:schemeClr val="bg1"/>
                </a:solidFill>
                <a:latin typeface="Times New Roman" panose="02020603050405020304" pitchFamily="18" charset="0"/>
                <a:cs typeface="Times New Roman" panose="02020603050405020304" pitchFamily="18" charset="0"/>
              </a:rPr>
              <a:t>Algorithm on Example</a:t>
            </a:r>
          </a:p>
        </p:txBody>
      </p:sp>
      <p:sp>
        <p:nvSpPr>
          <p:cNvPr id="4" name="Oval 3">
            <a:extLst>
              <a:ext uri="{FF2B5EF4-FFF2-40B4-BE49-F238E27FC236}">
                <a16:creationId xmlns:a16="http://schemas.microsoft.com/office/drawing/2014/main" id="{D1821021-BB21-7736-5D44-28091022EDE7}"/>
              </a:ext>
            </a:extLst>
          </p:cNvPr>
          <p:cNvSpPr/>
          <p:nvPr/>
        </p:nvSpPr>
        <p:spPr>
          <a:xfrm>
            <a:off x="4148666" y="1135611"/>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a:t>
            </a:r>
          </a:p>
        </p:txBody>
      </p:sp>
      <p:sp>
        <p:nvSpPr>
          <p:cNvPr id="5" name="Oval 4">
            <a:extLst>
              <a:ext uri="{FF2B5EF4-FFF2-40B4-BE49-F238E27FC236}">
                <a16:creationId xmlns:a16="http://schemas.microsoft.com/office/drawing/2014/main" id="{BF0ECCAA-9F57-0EF8-1E73-52168BBDAB43}"/>
              </a:ext>
            </a:extLst>
          </p:cNvPr>
          <p:cNvSpPr/>
          <p:nvPr/>
        </p:nvSpPr>
        <p:spPr>
          <a:xfrm>
            <a:off x="2082800" y="1828800"/>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0</a:t>
            </a:r>
          </a:p>
        </p:txBody>
      </p:sp>
      <p:sp>
        <p:nvSpPr>
          <p:cNvPr id="6" name="Oval 5">
            <a:extLst>
              <a:ext uri="{FF2B5EF4-FFF2-40B4-BE49-F238E27FC236}">
                <a16:creationId xmlns:a16="http://schemas.microsoft.com/office/drawing/2014/main" id="{B7BD9409-61B6-7F00-716E-95869A641E27}"/>
              </a:ext>
            </a:extLst>
          </p:cNvPr>
          <p:cNvSpPr/>
          <p:nvPr/>
        </p:nvSpPr>
        <p:spPr>
          <a:xfrm>
            <a:off x="4148667" y="2404532"/>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a:t>
            </a:r>
          </a:p>
        </p:txBody>
      </p:sp>
      <p:sp>
        <p:nvSpPr>
          <p:cNvPr id="7" name="Oval 6">
            <a:extLst>
              <a:ext uri="{FF2B5EF4-FFF2-40B4-BE49-F238E27FC236}">
                <a16:creationId xmlns:a16="http://schemas.microsoft.com/office/drawing/2014/main" id="{3B7FFA91-A20C-C438-8454-E221600AB24C}"/>
              </a:ext>
            </a:extLst>
          </p:cNvPr>
          <p:cNvSpPr/>
          <p:nvPr/>
        </p:nvSpPr>
        <p:spPr>
          <a:xfrm>
            <a:off x="1286933" y="2692398"/>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3</a:t>
            </a:r>
          </a:p>
        </p:txBody>
      </p:sp>
      <p:sp>
        <p:nvSpPr>
          <p:cNvPr id="8" name="Oval 7">
            <a:extLst>
              <a:ext uri="{FF2B5EF4-FFF2-40B4-BE49-F238E27FC236}">
                <a16:creationId xmlns:a16="http://schemas.microsoft.com/office/drawing/2014/main" id="{222D97F3-E380-5D1E-C845-C32472FFA81E}"/>
              </a:ext>
            </a:extLst>
          </p:cNvPr>
          <p:cNvSpPr/>
          <p:nvPr/>
        </p:nvSpPr>
        <p:spPr>
          <a:xfrm>
            <a:off x="888999" y="3589869"/>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4</a:t>
            </a:r>
          </a:p>
        </p:txBody>
      </p:sp>
      <p:cxnSp>
        <p:nvCxnSpPr>
          <p:cNvPr id="10" name="Straight Connector 9">
            <a:extLst>
              <a:ext uri="{FF2B5EF4-FFF2-40B4-BE49-F238E27FC236}">
                <a16:creationId xmlns:a16="http://schemas.microsoft.com/office/drawing/2014/main" id="{09A58623-EF58-16E4-FFB5-09B3EA357A30}"/>
              </a:ext>
            </a:extLst>
          </p:cNvPr>
          <p:cNvCxnSpPr>
            <a:cxnSpLocks/>
            <a:stCxn id="5" idx="7"/>
            <a:endCxn id="4" idx="2"/>
          </p:cNvCxnSpPr>
          <p:nvPr/>
        </p:nvCxnSpPr>
        <p:spPr>
          <a:xfrm flipV="1">
            <a:off x="2762115" y="1423478"/>
            <a:ext cx="1386551" cy="489636"/>
          </a:xfrm>
          <a:prstGeom prst="line">
            <a:avLst/>
          </a:prstGeom>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20EA87AD-BE73-2BA4-79F7-884E66560162}"/>
              </a:ext>
            </a:extLst>
          </p:cNvPr>
          <p:cNvSpPr/>
          <p:nvPr/>
        </p:nvSpPr>
        <p:spPr>
          <a:xfrm>
            <a:off x="2480733" y="3589869"/>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5</a:t>
            </a:r>
          </a:p>
        </p:txBody>
      </p:sp>
      <p:cxnSp>
        <p:nvCxnSpPr>
          <p:cNvPr id="16" name="Straight Connector 15">
            <a:extLst>
              <a:ext uri="{FF2B5EF4-FFF2-40B4-BE49-F238E27FC236}">
                <a16:creationId xmlns:a16="http://schemas.microsoft.com/office/drawing/2014/main" id="{47DA8A62-16C5-7009-4647-4E916F109703}"/>
              </a:ext>
            </a:extLst>
          </p:cNvPr>
          <p:cNvCxnSpPr>
            <a:stCxn id="4" idx="4"/>
            <a:endCxn id="6" idx="0"/>
          </p:cNvCxnSpPr>
          <p:nvPr/>
        </p:nvCxnSpPr>
        <p:spPr>
          <a:xfrm>
            <a:off x="4546600" y="1711344"/>
            <a:ext cx="1" cy="6931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5A191AB-B741-5493-8A1B-31838AAC0A0E}"/>
              </a:ext>
            </a:extLst>
          </p:cNvPr>
          <p:cNvCxnSpPr>
            <a:cxnSpLocks/>
            <a:stCxn id="5" idx="5"/>
            <a:endCxn id="6" idx="1"/>
          </p:cNvCxnSpPr>
          <p:nvPr/>
        </p:nvCxnSpPr>
        <p:spPr>
          <a:xfrm>
            <a:off x="2762115" y="2320219"/>
            <a:ext cx="1503104" cy="1686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C221A88-AF58-32D1-12A8-E28053406E1C}"/>
              </a:ext>
            </a:extLst>
          </p:cNvPr>
          <p:cNvCxnSpPr>
            <a:stCxn id="5" idx="3"/>
          </p:cNvCxnSpPr>
          <p:nvPr/>
        </p:nvCxnSpPr>
        <p:spPr>
          <a:xfrm flipH="1">
            <a:off x="1828800" y="2320219"/>
            <a:ext cx="370552" cy="37217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51D4063-6D61-CAC3-AED3-5E9186548837}"/>
              </a:ext>
            </a:extLst>
          </p:cNvPr>
          <p:cNvCxnSpPr>
            <a:endCxn id="8" idx="0"/>
          </p:cNvCxnSpPr>
          <p:nvPr/>
        </p:nvCxnSpPr>
        <p:spPr>
          <a:xfrm flipH="1">
            <a:off x="1286933" y="3268131"/>
            <a:ext cx="254000" cy="321738"/>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F138662-0895-1814-1567-7A18FC0A2FDC}"/>
              </a:ext>
            </a:extLst>
          </p:cNvPr>
          <p:cNvCxnSpPr>
            <a:cxnSpLocks/>
            <a:stCxn id="7" idx="5"/>
            <a:endCxn id="14" idx="1"/>
          </p:cNvCxnSpPr>
          <p:nvPr/>
        </p:nvCxnSpPr>
        <p:spPr>
          <a:xfrm>
            <a:off x="1966248" y="3183817"/>
            <a:ext cx="631037" cy="490366"/>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0" name="Table 30">
            <a:extLst>
              <a:ext uri="{FF2B5EF4-FFF2-40B4-BE49-F238E27FC236}">
                <a16:creationId xmlns:a16="http://schemas.microsoft.com/office/drawing/2014/main" id="{4837F24E-408A-273C-474D-F810E5F92BBF}"/>
              </a:ext>
            </a:extLst>
          </p:cNvPr>
          <p:cNvGraphicFramePr>
            <a:graphicFrameLocks noGrp="1"/>
          </p:cNvGraphicFramePr>
          <p:nvPr/>
        </p:nvGraphicFramePr>
        <p:xfrm>
          <a:off x="6525811" y="1388533"/>
          <a:ext cx="4624788" cy="73660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189765">
                <a:tc>
                  <a:txBody>
                    <a:bodyPr/>
                    <a:lstStyle/>
                    <a:p>
                      <a:r>
                        <a:rPr lang="en-IN" b="0" dirty="0">
                          <a:solidFill>
                            <a:schemeClr val="tx1"/>
                          </a:solidFill>
                        </a:rPr>
                        <a:t>0</a:t>
                      </a:r>
                    </a:p>
                  </a:txBody>
                  <a:tcPr/>
                </a:tc>
                <a:tc>
                  <a:txBody>
                    <a:bodyPr/>
                    <a:lstStyle/>
                    <a:p>
                      <a:r>
                        <a:rPr lang="en-IN" dirty="0">
                          <a:solidFill>
                            <a:schemeClr val="tx1"/>
                          </a:solidFill>
                        </a:rPr>
                        <a:t>1</a:t>
                      </a:r>
                    </a:p>
                  </a:txBody>
                  <a:tcPr/>
                </a:tc>
                <a:tc>
                  <a:txBody>
                    <a:bodyPr/>
                    <a:lstStyle/>
                    <a:p>
                      <a:r>
                        <a:rPr lang="en-IN" dirty="0">
                          <a:solidFill>
                            <a:schemeClr val="tx1"/>
                          </a:solidFill>
                        </a:rPr>
                        <a:t>2</a:t>
                      </a:r>
                    </a:p>
                  </a:txBody>
                  <a:tcPr/>
                </a:tc>
                <a:tc>
                  <a:txBody>
                    <a:bodyPr/>
                    <a:lstStyle/>
                    <a:p>
                      <a:r>
                        <a:rPr lang="en-IN" dirty="0">
                          <a:solidFill>
                            <a:schemeClr val="tx1"/>
                          </a:solidFill>
                        </a:rPr>
                        <a:t>3</a:t>
                      </a:r>
                    </a:p>
                  </a:txBody>
                  <a:tcPr/>
                </a:tc>
                <a:tc>
                  <a:txBody>
                    <a:bodyPr/>
                    <a:lstStyle/>
                    <a:p>
                      <a:r>
                        <a:rPr lang="en-IN" dirty="0">
                          <a:solidFill>
                            <a:srgbClr val="FF0000"/>
                          </a:solidFill>
                        </a:rPr>
                        <a:t>4</a:t>
                      </a:r>
                    </a:p>
                  </a:txBody>
                  <a:tcPr/>
                </a:tc>
                <a:tc>
                  <a:txBody>
                    <a:bodyPr/>
                    <a:lstStyle/>
                    <a:p>
                      <a:r>
                        <a:rPr lang="en-IN" dirty="0"/>
                        <a:t>-1</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4" name="Table 30">
            <a:extLst>
              <a:ext uri="{FF2B5EF4-FFF2-40B4-BE49-F238E27FC236}">
                <a16:creationId xmlns:a16="http://schemas.microsoft.com/office/drawing/2014/main" id="{709B6A5F-F912-F803-2CEA-A779E035C599}"/>
              </a:ext>
            </a:extLst>
          </p:cNvPr>
          <p:cNvGraphicFramePr>
            <a:graphicFrameLocks noGrp="1"/>
          </p:cNvGraphicFramePr>
          <p:nvPr/>
        </p:nvGraphicFramePr>
        <p:xfrm>
          <a:off x="6525811" y="2692398"/>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b="0" dirty="0">
                          <a:solidFill>
                            <a:schemeClr val="tx1"/>
                          </a:solidFill>
                        </a:rPr>
                        <a:t>0</a:t>
                      </a:r>
                    </a:p>
                  </a:txBody>
                  <a:tcPr/>
                </a:tc>
                <a:tc>
                  <a:txBody>
                    <a:bodyPr/>
                    <a:lstStyle/>
                    <a:p>
                      <a:r>
                        <a:rPr lang="en-IN" dirty="0">
                          <a:solidFill>
                            <a:schemeClr val="tx1"/>
                          </a:solidFill>
                        </a:rPr>
                        <a:t>0</a:t>
                      </a:r>
                    </a:p>
                  </a:txBody>
                  <a:tcPr/>
                </a:tc>
                <a:tc>
                  <a:txBody>
                    <a:bodyPr/>
                    <a:lstStyle/>
                    <a:p>
                      <a:r>
                        <a:rPr lang="en-IN" dirty="0">
                          <a:solidFill>
                            <a:schemeClr val="tx1"/>
                          </a:solidFill>
                        </a:rPr>
                        <a:t>0</a:t>
                      </a:r>
                    </a:p>
                  </a:txBody>
                  <a:tcPr/>
                </a:tc>
                <a:tc>
                  <a:txBody>
                    <a:bodyPr/>
                    <a:lstStyle/>
                    <a:p>
                      <a:r>
                        <a:rPr lang="en-IN" b="0" dirty="0">
                          <a:solidFill>
                            <a:schemeClr val="tx1"/>
                          </a:solidFill>
                        </a:rPr>
                        <a:t>3</a:t>
                      </a:r>
                    </a:p>
                  </a:txBody>
                  <a:tcPr/>
                </a:tc>
                <a:tc>
                  <a:txBody>
                    <a:bodyPr/>
                    <a:lstStyle/>
                    <a:p>
                      <a:r>
                        <a:rPr lang="en-IN" dirty="0">
                          <a:solidFill>
                            <a:srgbClr val="FF0000"/>
                          </a:solidFill>
                        </a:rPr>
                        <a:t>4</a:t>
                      </a:r>
                    </a:p>
                  </a:txBody>
                  <a:tcPr/>
                </a:tc>
                <a:tc>
                  <a:txBody>
                    <a:bodyPr/>
                    <a:lstStyle/>
                    <a:p>
                      <a:r>
                        <a:rPr lang="en-IN" dirty="0"/>
                        <a:t>-1</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5" name="Table 30">
            <a:extLst>
              <a:ext uri="{FF2B5EF4-FFF2-40B4-BE49-F238E27FC236}">
                <a16:creationId xmlns:a16="http://schemas.microsoft.com/office/drawing/2014/main" id="{DA5B8367-879C-BAC0-7627-684D5E3C8B0A}"/>
              </a:ext>
            </a:extLst>
          </p:cNvPr>
          <p:cNvGraphicFramePr>
            <a:graphicFrameLocks noGrp="1"/>
          </p:cNvGraphicFramePr>
          <p:nvPr/>
        </p:nvGraphicFramePr>
        <p:xfrm>
          <a:off x="6525811" y="3986050"/>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dirty="0">
                          <a:solidFill>
                            <a:schemeClr val="tx1"/>
                          </a:solidFill>
                        </a:rPr>
                        <a:t>-1</a:t>
                      </a:r>
                    </a:p>
                  </a:txBody>
                  <a:tcPr/>
                </a:tc>
                <a:tc>
                  <a:txBody>
                    <a:bodyPr/>
                    <a:lstStyle/>
                    <a:p>
                      <a:r>
                        <a:rPr lang="en-IN" dirty="0">
                          <a:solidFill>
                            <a:schemeClr val="tx1"/>
                          </a:solidFill>
                        </a:rPr>
                        <a:t>0</a:t>
                      </a:r>
                    </a:p>
                  </a:txBody>
                  <a:tcPr/>
                </a:tc>
                <a:tc>
                  <a:txBody>
                    <a:bodyPr/>
                    <a:lstStyle/>
                    <a:p>
                      <a:r>
                        <a:rPr lang="en-IN" dirty="0">
                          <a:solidFill>
                            <a:schemeClr val="tx1"/>
                          </a:solidFill>
                        </a:rPr>
                        <a:t>1</a:t>
                      </a:r>
                    </a:p>
                  </a:txBody>
                  <a:tcPr/>
                </a:tc>
                <a:tc>
                  <a:txBody>
                    <a:bodyPr/>
                    <a:lstStyle/>
                    <a:p>
                      <a:r>
                        <a:rPr lang="en-IN" b="0" dirty="0">
                          <a:solidFill>
                            <a:schemeClr val="tx1"/>
                          </a:solidFill>
                        </a:rPr>
                        <a:t>0</a:t>
                      </a:r>
                    </a:p>
                  </a:txBody>
                  <a:tcPr/>
                </a:tc>
                <a:tc>
                  <a:txBody>
                    <a:bodyPr/>
                    <a:lstStyle/>
                    <a:p>
                      <a:r>
                        <a:rPr lang="en-IN" dirty="0">
                          <a:solidFill>
                            <a:srgbClr val="FF0000"/>
                          </a:solidFill>
                        </a:rPr>
                        <a:t>3</a:t>
                      </a:r>
                    </a:p>
                  </a:txBody>
                  <a:tcPr/>
                </a:tc>
                <a:tc>
                  <a:txBody>
                    <a:bodyPr/>
                    <a:lstStyle/>
                    <a:p>
                      <a:r>
                        <a:rPr lang="en-IN" dirty="0"/>
                        <a:t>-1</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6" name="Table 30">
            <a:extLst>
              <a:ext uri="{FF2B5EF4-FFF2-40B4-BE49-F238E27FC236}">
                <a16:creationId xmlns:a16="http://schemas.microsoft.com/office/drawing/2014/main" id="{12A300B2-06C4-F89A-CAC6-F789C928860E}"/>
              </a:ext>
            </a:extLst>
          </p:cNvPr>
          <p:cNvGraphicFramePr>
            <a:graphicFrameLocks noGrp="1"/>
          </p:cNvGraphicFramePr>
          <p:nvPr/>
        </p:nvGraphicFramePr>
        <p:xfrm>
          <a:off x="6525811" y="5279702"/>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dirty="0"/>
                        <a:t>F</a:t>
                      </a:r>
                    </a:p>
                  </a:txBody>
                  <a:tcPr/>
                </a:tc>
                <a:tc>
                  <a:txBody>
                    <a:bodyPr/>
                    <a:lstStyle/>
                    <a:p>
                      <a:r>
                        <a:rPr lang="en-IN" dirty="0"/>
                        <a:t>F</a:t>
                      </a:r>
                    </a:p>
                  </a:txBody>
                  <a:tcPr/>
                </a:tc>
                <a:tc>
                  <a:txBody>
                    <a:bodyPr/>
                    <a:lstStyle/>
                    <a:p>
                      <a:r>
                        <a:rPr lang="en-IN" dirty="0"/>
                        <a:t>F</a:t>
                      </a:r>
                    </a:p>
                  </a:txBody>
                  <a:tcPr/>
                </a:tc>
                <a:tc>
                  <a:txBody>
                    <a:bodyPr/>
                    <a:lstStyle/>
                    <a:p>
                      <a:r>
                        <a:rPr lang="en-IN" dirty="0"/>
                        <a:t>F</a:t>
                      </a:r>
                    </a:p>
                  </a:txBody>
                  <a:tcPr/>
                </a:tc>
                <a:tc>
                  <a:txBody>
                    <a:bodyPr/>
                    <a:lstStyle/>
                    <a:p>
                      <a:r>
                        <a:rPr lang="en-IN" dirty="0"/>
                        <a:t>F</a:t>
                      </a:r>
                    </a:p>
                  </a:txBody>
                  <a:tcPr/>
                </a:tc>
                <a:tc>
                  <a:txBody>
                    <a:bodyPr/>
                    <a:lstStyle/>
                    <a:p>
                      <a:r>
                        <a:rPr lang="en-IN" dirty="0"/>
                        <a:t>F</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sp>
        <p:nvSpPr>
          <p:cNvPr id="37" name="TextBox 36">
            <a:extLst>
              <a:ext uri="{FF2B5EF4-FFF2-40B4-BE49-F238E27FC236}">
                <a16:creationId xmlns:a16="http://schemas.microsoft.com/office/drawing/2014/main" id="{A22D1001-7329-B480-6EC2-77C92471EDB6}"/>
              </a:ext>
            </a:extLst>
          </p:cNvPr>
          <p:cNvSpPr txBox="1"/>
          <p:nvPr/>
        </p:nvSpPr>
        <p:spPr>
          <a:xfrm>
            <a:off x="5892799" y="5215500"/>
            <a:ext cx="727144" cy="461665"/>
          </a:xfrm>
          <a:prstGeom prst="rect">
            <a:avLst/>
          </a:prstGeom>
          <a:noFill/>
        </p:spPr>
        <p:txBody>
          <a:bodyPr wrap="square" rtlCol="0">
            <a:spAutoFit/>
          </a:bodyPr>
          <a:lstStyle/>
          <a:p>
            <a:r>
              <a:rPr lang="en-IN" sz="2400" b="1" dirty="0">
                <a:solidFill>
                  <a:srgbClr val="FF0000"/>
                </a:solidFill>
              </a:rPr>
              <a:t>AP</a:t>
            </a:r>
          </a:p>
        </p:txBody>
      </p:sp>
      <p:sp>
        <p:nvSpPr>
          <p:cNvPr id="38" name="TextBox 37">
            <a:extLst>
              <a:ext uri="{FF2B5EF4-FFF2-40B4-BE49-F238E27FC236}">
                <a16:creationId xmlns:a16="http://schemas.microsoft.com/office/drawing/2014/main" id="{B2161F4F-8954-3216-799C-4739C2EC4E5A}"/>
              </a:ext>
            </a:extLst>
          </p:cNvPr>
          <p:cNvSpPr txBox="1"/>
          <p:nvPr/>
        </p:nvSpPr>
        <p:spPr>
          <a:xfrm>
            <a:off x="5926667" y="1184725"/>
            <a:ext cx="727144" cy="461665"/>
          </a:xfrm>
          <a:prstGeom prst="rect">
            <a:avLst/>
          </a:prstGeom>
          <a:noFill/>
        </p:spPr>
        <p:txBody>
          <a:bodyPr wrap="square" rtlCol="0">
            <a:spAutoFit/>
          </a:bodyPr>
          <a:lstStyle/>
          <a:p>
            <a:r>
              <a:rPr lang="en-IN" sz="2400" b="1" dirty="0">
                <a:solidFill>
                  <a:srgbClr val="FF0000"/>
                </a:solidFill>
              </a:rPr>
              <a:t>DT</a:t>
            </a:r>
          </a:p>
        </p:txBody>
      </p:sp>
      <p:sp>
        <p:nvSpPr>
          <p:cNvPr id="39" name="TextBox 38">
            <a:extLst>
              <a:ext uri="{FF2B5EF4-FFF2-40B4-BE49-F238E27FC236}">
                <a16:creationId xmlns:a16="http://schemas.microsoft.com/office/drawing/2014/main" id="{48DD2684-8A3A-5530-B0C3-8CCB9BE487F4}"/>
              </a:ext>
            </a:extLst>
          </p:cNvPr>
          <p:cNvSpPr txBox="1"/>
          <p:nvPr/>
        </p:nvSpPr>
        <p:spPr>
          <a:xfrm>
            <a:off x="5798667" y="2742063"/>
            <a:ext cx="727144" cy="461665"/>
          </a:xfrm>
          <a:prstGeom prst="rect">
            <a:avLst/>
          </a:prstGeom>
          <a:noFill/>
        </p:spPr>
        <p:txBody>
          <a:bodyPr wrap="square" rtlCol="0">
            <a:spAutoFit/>
          </a:bodyPr>
          <a:lstStyle/>
          <a:p>
            <a:r>
              <a:rPr lang="en-IN" sz="2400" b="1" dirty="0">
                <a:solidFill>
                  <a:srgbClr val="FF0000"/>
                </a:solidFill>
              </a:rPr>
              <a:t>LT</a:t>
            </a:r>
          </a:p>
        </p:txBody>
      </p:sp>
      <p:sp>
        <p:nvSpPr>
          <p:cNvPr id="40" name="TextBox 39">
            <a:extLst>
              <a:ext uri="{FF2B5EF4-FFF2-40B4-BE49-F238E27FC236}">
                <a16:creationId xmlns:a16="http://schemas.microsoft.com/office/drawing/2014/main" id="{68176EF7-B9ED-1B9A-33D2-0976CEABCF92}"/>
              </a:ext>
            </a:extLst>
          </p:cNvPr>
          <p:cNvSpPr txBox="1"/>
          <p:nvPr/>
        </p:nvSpPr>
        <p:spPr>
          <a:xfrm>
            <a:off x="5528733" y="4000183"/>
            <a:ext cx="1125078" cy="461665"/>
          </a:xfrm>
          <a:prstGeom prst="rect">
            <a:avLst/>
          </a:prstGeom>
          <a:noFill/>
        </p:spPr>
        <p:txBody>
          <a:bodyPr wrap="square" rtlCol="0">
            <a:spAutoFit/>
          </a:bodyPr>
          <a:lstStyle/>
          <a:p>
            <a:r>
              <a:rPr lang="en-IN" sz="2400" b="1" dirty="0">
                <a:solidFill>
                  <a:srgbClr val="FF0000"/>
                </a:solidFill>
              </a:rPr>
              <a:t>Parent</a:t>
            </a:r>
          </a:p>
        </p:txBody>
      </p:sp>
      <p:sp>
        <p:nvSpPr>
          <p:cNvPr id="46" name="TextBox 45">
            <a:extLst>
              <a:ext uri="{FF2B5EF4-FFF2-40B4-BE49-F238E27FC236}">
                <a16:creationId xmlns:a16="http://schemas.microsoft.com/office/drawing/2014/main" id="{CF5433F2-9016-FF81-AC04-EE3757575E7C}"/>
              </a:ext>
            </a:extLst>
          </p:cNvPr>
          <p:cNvSpPr txBox="1"/>
          <p:nvPr/>
        </p:nvSpPr>
        <p:spPr>
          <a:xfrm>
            <a:off x="1670906" y="1423478"/>
            <a:ext cx="682828" cy="461665"/>
          </a:xfrm>
          <a:prstGeom prst="rect">
            <a:avLst/>
          </a:prstGeom>
          <a:noFill/>
        </p:spPr>
        <p:txBody>
          <a:bodyPr wrap="square" rtlCol="0">
            <a:spAutoFit/>
          </a:bodyPr>
          <a:lstStyle/>
          <a:p>
            <a:r>
              <a:rPr lang="en-IN" sz="2400" b="1" dirty="0"/>
              <a:t>C=2</a:t>
            </a:r>
          </a:p>
        </p:txBody>
      </p:sp>
      <p:sp>
        <p:nvSpPr>
          <p:cNvPr id="47" name="TextBox 46">
            <a:extLst>
              <a:ext uri="{FF2B5EF4-FFF2-40B4-BE49-F238E27FC236}">
                <a16:creationId xmlns:a16="http://schemas.microsoft.com/office/drawing/2014/main" id="{1346C774-A701-55B7-96B4-D9EEF71AEB88}"/>
              </a:ext>
            </a:extLst>
          </p:cNvPr>
          <p:cNvSpPr txBox="1"/>
          <p:nvPr/>
        </p:nvSpPr>
        <p:spPr>
          <a:xfrm>
            <a:off x="0" y="741345"/>
            <a:ext cx="5003799" cy="461665"/>
          </a:xfrm>
          <a:prstGeom prst="rect">
            <a:avLst/>
          </a:prstGeom>
          <a:noFill/>
        </p:spPr>
        <p:txBody>
          <a:bodyPr wrap="square" rtlCol="0">
            <a:spAutoFit/>
          </a:bodyPr>
          <a:lstStyle/>
          <a:p>
            <a:r>
              <a:rPr lang="en-IN" sz="2400" b="1" dirty="0">
                <a:solidFill>
                  <a:srgbClr val="FF0000"/>
                </a:solidFill>
              </a:rPr>
              <a:t>Time =4 </a:t>
            </a:r>
          </a:p>
        </p:txBody>
      </p:sp>
      <p:cxnSp>
        <p:nvCxnSpPr>
          <p:cNvPr id="9" name="Straight Connector 8">
            <a:extLst>
              <a:ext uri="{FF2B5EF4-FFF2-40B4-BE49-F238E27FC236}">
                <a16:creationId xmlns:a16="http://schemas.microsoft.com/office/drawing/2014/main" id="{79C7AB70-A857-53E7-167F-9B6ADACCAB62}"/>
              </a:ext>
            </a:extLst>
          </p:cNvPr>
          <p:cNvCxnSpPr>
            <a:cxnSpLocks/>
          </p:cNvCxnSpPr>
          <p:nvPr/>
        </p:nvCxnSpPr>
        <p:spPr>
          <a:xfrm flipH="1">
            <a:off x="2868218" y="1627030"/>
            <a:ext cx="1397000" cy="472173"/>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5F20C0F-AABC-77CA-3E7E-0F2524E7F2B8}"/>
              </a:ext>
            </a:extLst>
          </p:cNvPr>
          <p:cNvSpPr txBox="1"/>
          <p:nvPr/>
        </p:nvSpPr>
        <p:spPr>
          <a:xfrm>
            <a:off x="4708952" y="862622"/>
            <a:ext cx="682828" cy="461665"/>
          </a:xfrm>
          <a:prstGeom prst="rect">
            <a:avLst/>
          </a:prstGeom>
          <a:noFill/>
        </p:spPr>
        <p:txBody>
          <a:bodyPr wrap="square" rtlCol="0">
            <a:spAutoFit/>
          </a:bodyPr>
          <a:lstStyle/>
          <a:p>
            <a:r>
              <a:rPr lang="en-IN" sz="2400" b="1" dirty="0"/>
              <a:t>C=1</a:t>
            </a:r>
          </a:p>
        </p:txBody>
      </p:sp>
      <p:sp>
        <p:nvSpPr>
          <p:cNvPr id="11" name="TextBox 10">
            <a:extLst>
              <a:ext uri="{FF2B5EF4-FFF2-40B4-BE49-F238E27FC236}">
                <a16:creationId xmlns:a16="http://schemas.microsoft.com/office/drawing/2014/main" id="{18516D89-DBFA-CF8E-CA28-822B60879054}"/>
              </a:ext>
            </a:extLst>
          </p:cNvPr>
          <p:cNvSpPr txBox="1"/>
          <p:nvPr/>
        </p:nvSpPr>
        <p:spPr>
          <a:xfrm>
            <a:off x="4603119" y="2044643"/>
            <a:ext cx="682828" cy="461665"/>
          </a:xfrm>
          <a:prstGeom prst="rect">
            <a:avLst/>
          </a:prstGeom>
          <a:noFill/>
        </p:spPr>
        <p:txBody>
          <a:bodyPr wrap="square" rtlCol="0">
            <a:spAutoFit/>
          </a:bodyPr>
          <a:lstStyle/>
          <a:p>
            <a:r>
              <a:rPr lang="en-IN" sz="2400" b="1" dirty="0"/>
              <a:t>C=1</a:t>
            </a:r>
          </a:p>
        </p:txBody>
      </p:sp>
      <p:cxnSp>
        <p:nvCxnSpPr>
          <p:cNvPr id="13" name="Straight Connector 12">
            <a:extLst>
              <a:ext uri="{FF2B5EF4-FFF2-40B4-BE49-F238E27FC236}">
                <a16:creationId xmlns:a16="http://schemas.microsoft.com/office/drawing/2014/main" id="{2345904B-FB1D-BF38-71CC-6D9164EB7614}"/>
              </a:ext>
            </a:extLst>
          </p:cNvPr>
          <p:cNvCxnSpPr>
            <a:cxnSpLocks/>
          </p:cNvCxnSpPr>
          <p:nvPr/>
        </p:nvCxnSpPr>
        <p:spPr>
          <a:xfrm flipV="1">
            <a:off x="4679571" y="1734002"/>
            <a:ext cx="68239" cy="743754"/>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852631E-B97C-1393-DA5F-5290321C617A}"/>
              </a:ext>
            </a:extLst>
          </p:cNvPr>
          <p:cNvCxnSpPr>
            <a:cxnSpLocks/>
            <a:endCxn id="6" idx="2"/>
          </p:cNvCxnSpPr>
          <p:nvPr/>
        </p:nvCxnSpPr>
        <p:spPr>
          <a:xfrm>
            <a:off x="2597285" y="2404532"/>
            <a:ext cx="1551382" cy="287867"/>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1C42F3B-4797-3358-96BA-A5DECE6AE73C}"/>
              </a:ext>
            </a:extLst>
          </p:cNvPr>
          <p:cNvSpPr txBox="1"/>
          <p:nvPr/>
        </p:nvSpPr>
        <p:spPr>
          <a:xfrm>
            <a:off x="2713837" y="2573509"/>
            <a:ext cx="1447800" cy="400110"/>
          </a:xfrm>
          <a:prstGeom prst="rect">
            <a:avLst/>
          </a:prstGeom>
          <a:noFill/>
        </p:spPr>
        <p:txBody>
          <a:bodyPr wrap="square" rtlCol="0">
            <a:spAutoFit/>
          </a:bodyPr>
          <a:lstStyle/>
          <a:p>
            <a:r>
              <a:rPr lang="en-IN" sz="2000" dirty="0"/>
              <a:t>Back Edge</a:t>
            </a:r>
          </a:p>
        </p:txBody>
      </p:sp>
      <p:sp>
        <p:nvSpPr>
          <p:cNvPr id="15" name="TextBox 14">
            <a:extLst>
              <a:ext uri="{FF2B5EF4-FFF2-40B4-BE49-F238E27FC236}">
                <a16:creationId xmlns:a16="http://schemas.microsoft.com/office/drawing/2014/main" id="{2E94CB1F-6F26-8172-762C-EFAEFFC0FA78}"/>
              </a:ext>
            </a:extLst>
          </p:cNvPr>
          <p:cNvSpPr txBox="1"/>
          <p:nvPr/>
        </p:nvSpPr>
        <p:spPr>
          <a:xfrm>
            <a:off x="0" y="4351693"/>
            <a:ext cx="6223000" cy="2677656"/>
          </a:xfrm>
          <a:prstGeom prst="rect">
            <a:avLst/>
          </a:prstGeom>
          <a:noFill/>
        </p:spPr>
        <p:txBody>
          <a:bodyPr wrap="square" rtlCol="0">
            <a:spAutoFit/>
          </a:bodyPr>
          <a:lstStyle/>
          <a:p>
            <a:r>
              <a:rPr lang="en-IN" sz="2400" b="1" dirty="0">
                <a:solidFill>
                  <a:srgbClr val="FF0000"/>
                </a:solidFill>
              </a:rPr>
              <a:t>Now, for  3 to 4:</a:t>
            </a:r>
          </a:p>
          <a:p>
            <a:r>
              <a:rPr lang="en-IN" sz="2400" b="1" dirty="0">
                <a:solidFill>
                  <a:srgbClr val="FF0000"/>
                </a:solidFill>
              </a:rPr>
              <a:t>DT = 4</a:t>
            </a:r>
          </a:p>
          <a:p>
            <a:r>
              <a:rPr lang="en-IN" sz="2400" b="1" dirty="0">
                <a:solidFill>
                  <a:srgbClr val="FF0000"/>
                </a:solidFill>
              </a:rPr>
              <a:t>LT =4</a:t>
            </a:r>
          </a:p>
          <a:p>
            <a:r>
              <a:rPr lang="en-IN" sz="2400" b="1" dirty="0">
                <a:solidFill>
                  <a:srgbClr val="FF0000"/>
                </a:solidFill>
              </a:rPr>
              <a:t>Parent =3</a:t>
            </a:r>
          </a:p>
          <a:p>
            <a:endParaRPr lang="en-IN" sz="2400" b="1" dirty="0">
              <a:solidFill>
                <a:srgbClr val="FF0000"/>
              </a:solidFill>
            </a:endParaRPr>
          </a:p>
          <a:p>
            <a:endParaRPr lang="en-IN" sz="2400" b="1" dirty="0">
              <a:solidFill>
                <a:srgbClr val="FF0000"/>
              </a:solidFill>
            </a:endParaRPr>
          </a:p>
          <a:p>
            <a:endParaRPr lang="en-IN" sz="2400" b="1" dirty="0">
              <a:solidFill>
                <a:srgbClr val="FF0000"/>
              </a:solidFill>
            </a:endParaRPr>
          </a:p>
        </p:txBody>
      </p:sp>
      <p:sp>
        <p:nvSpPr>
          <p:cNvPr id="2" name="TextBox 1">
            <a:extLst>
              <a:ext uri="{FF2B5EF4-FFF2-40B4-BE49-F238E27FC236}">
                <a16:creationId xmlns:a16="http://schemas.microsoft.com/office/drawing/2014/main" id="{DB74FAF4-517C-8BB7-1C21-07FD442B6F53}"/>
              </a:ext>
            </a:extLst>
          </p:cNvPr>
          <p:cNvSpPr txBox="1"/>
          <p:nvPr/>
        </p:nvSpPr>
        <p:spPr>
          <a:xfrm>
            <a:off x="724395" y="2624667"/>
            <a:ext cx="900440" cy="461665"/>
          </a:xfrm>
          <a:prstGeom prst="rect">
            <a:avLst/>
          </a:prstGeom>
          <a:noFill/>
        </p:spPr>
        <p:txBody>
          <a:bodyPr wrap="square" rtlCol="0">
            <a:spAutoFit/>
          </a:bodyPr>
          <a:lstStyle/>
          <a:p>
            <a:r>
              <a:rPr lang="en-IN" sz="2400" b="1" dirty="0"/>
              <a:t>C=1</a:t>
            </a:r>
          </a:p>
        </p:txBody>
      </p:sp>
      <p:sp>
        <p:nvSpPr>
          <p:cNvPr id="17" name="TextBox 16">
            <a:extLst>
              <a:ext uri="{FF2B5EF4-FFF2-40B4-BE49-F238E27FC236}">
                <a16:creationId xmlns:a16="http://schemas.microsoft.com/office/drawing/2014/main" id="{CEFE68F2-1344-CF83-CDA3-D00F755DA516}"/>
              </a:ext>
            </a:extLst>
          </p:cNvPr>
          <p:cNvSpPr txBox="1"/>
          <p:nvPr/>
        </p:nvSpPr>
        <p:spPr>
          <a:xfrm>
            <a:off x="383859" y="3656343"/>
            <a:ext cx="795867" cy="461665"/>
          </a:xfrm>
          <a:prstGeom prst="rect">
            <a:avLst/>
          </a:prstGeom>
          <a:noFill/>
        </p:spPr>
        <p:txBody>
          <a:bodyPr wrap="square" rtlCol="0">
            <a:spAutoFit/>
          </a:bodyPr>
          <a:lstStyle/>
          <a:p>
            <a:r>
              <a:rPr lang="en-IN" sz="2400" b="1" dirty="0"/>
              <a:t>C=0</a:t>
            </a:r>
          </a:p>
        </p:txBody>
      </p:sp>
    </p:spTree>
    <p:extLst>
      <p:ext uri="{BB962C8B-B14F-4D97-AF65-F5344CB8AC3E}">
        <p14:creationId xmlns:p14="http://schemas.microsoft.com/office/powerpoint/2010/main" val="350939884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AB8BFD-5C1F-445C-8050-CE8F451E95B0}"/>
              </a:ext>
            </a:extLst>
          </p:cNvPr>
          <p:cNvSpPr txBox="1"/>
          <p:nvPr/>
        </p:nvSpPr>
        <p:spPr>
          <a:xfrm>
            <a:off x="635000" y="0"/>
            <a:ext cx="10515599" cy="730291"/>
          </a:xfrm>
          <a:prstGeom prst="rect">
            <a:avLst/>
          </a:prstGeom>
        </p:spPr>
        <p:txBody>
          <a:bodyPr vert="horz" lIns="91440" tIns="45720" rIns="91440" bIns="45720" rtlCol="0" anchor="b">
            <a:normAutofit fontScale="92500" lnSpcReduction="10000"/>
          </a:bodyPr>
          <a:lstStyle/>
          <a:p>
            <a:pPr lvl="0" algn="ctr"/>
            <a:r>
              <a:rPr lang="en-US" sz="4800" dirty="0">
                <a:solidFill>
                  <a:schemeClr val="bg1"/>
                </a:solidFill>
                <a:latin typeface="Times New Roman" panose="02020603050405020304" pitchFamily="18" charset="0"/>
                <a:cs typeface="Times New Roman" panose="02020603050405020304" pitchFamily="18" charset="0"/>
              </a:rPr>
              <a:t>Algorithm on Example</a:t>
            </a:r>
          </a:p>
        </p:txBody>
      </p:sp>
      <p:sp>
        <p:nvSpPr>
          <p:cNvPr id="4" name="Oval 3">
            <a:extLst>
              <a:ext uri="{FF2B5EF4-FFF2-40B4-BE49-F238E27FC236}">
                <a16:creationId xmlns:a16="http://schemas.microsoft.com/office/drawing/2014/main" id="{D1821021-BB21-7736-5D44-28091022EDE7}"/>
              </a:ext>
            </a:extLst>
          </p:cNvPr>
          <p:cNvSpPr/>
          <p:nvPr/>
        </p:nvSpPr>
        <p:spPr>
          <a:xfrm>
            <a:off x="4148666" y="1135611"/>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a:t>
            </a:r>
          </a:p>
        </p:txBody>
      </p:sp>
      <p:sp>
        <p:nvSpPr>
          <p:cNvPr id="5" name="Oval 4">
            <a:extLst>
              <a:ext uri="{FF2B5EF4-FFF2-40B4-BE49-F238E27FC236}">
                <a16:creationId xmlns:a16="http://schemas.microsoft.com/office/drawing/2014/main" id="{BF0ECCAA-9F57-0EF8-1E73-52168BBDAB43}"/>
              </a:ext>
            </a:extLst>
          </p:cNvPr>
          <p:cNvSpPr/>
          <p:nvPr/>
        </p:nvSpPr>
        <p:spPr>
          <a:xfrm>
            <a:off x="2082800" y="1828800"/>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0</a:t>
            </a:r>
          </a:p>
        </p:txBody>
      </p:sp>
      <p:sp>
        <p:nvSpPr>
          <p:cNvPr id="6" name="Oval 5">
            <a:extLst>
              <a:ext uri="{FF2B5EF4-FFF2-40B4-BE49-F238E27FC236}">
                <a16:creationId xmlns:a16="http://schemas.microsoft.com/office/drawing/2014/main" id="{B7BD9409-61B6-7F00-716E-95869A641E27}"/>
              </a:ext>
            </a:extLst>
          </p:cNvPr>
          <p:cNvSpPr/>
          <p:nvPr/>
        </p:nvSpPr>
        <p:spPr>
          <a:xfrm>
            <a:off x="4148667" y="2404532"/>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a:t>
            </a:r>
          </a:p>
        </p:txBody>
      </p:sp>
      <p:sp>
        <p:nvSpPr>
          <p:cNvPr id="7" name="Oval 6">
            <a:extLst>
              <a:ext uri="{FF2B5EF4-FFF2-40B4-BE49-F238E27FC236}">
                <a16:creationId xmlns:a16="http://schemas.microsoft.com/office/drawing/2014/main" id="{3B7FFA91-A20C-C438-8454-E221600AB24C}"/>
              </a:ext>
            </a:extLst>
          </p:cNvPr>
          <p:cNvSpPr/>
          <p:nvPr/>
        </p:nvSpPr>
        <p:spPr>
          <a:xfrm>
            <a:off x="1286933" y="2692398"/>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3</a:t>
            </a:r>
          </a:p>
        </p:txBody>
      </p:sp>
      <p:sp>
        <p:nvSpPr>
          <p:cNvPr id="8" name="Oval 7">
            <a:extLst>
              <a:ext uri="{FF2B5EF4-FFF2-40B4-BE49-F238E27FC236}">
                <a16:creationId xmlns:a16="http://schemas.microsoft.com/office/drawing/2014/main" id="{222D97F3-E380-5D1E-C845-C32472FFA81E}"/>
              </a:ext>
            </a:extLst>
          </p:cNvPr>
          <p:cNvSpPr/>
          <p:nvPr/>
        </p:nvSpPr>
        <p:spPr>
          <a:xfrm>
            <a:off x="888999" y="3589869"/>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4</a:t>
            </a:r>
          </a:p>
        </p:txBody>
      </p:sp>
      <p:cxnSp>
        <p:nvCxnSpPr>
          <p:cNvPr id="10" name="Straight Connector 9">
            <a:extLst>
              <a:ext uri="{FF2B5EF4-FFF2-40B4-BE49-F238E27FC236}">
                <a16:creationId xmlns:a16="http://schemas.microsoft.com/office/drawing/2014/main" id="{09A58623-EF58-16E4-FFB5-09B3EA357A30}"/>
              </a:ext>
            </a:extLst>
          </p:cNvPr>
          <p:cNvCxnSpPr>
            <a:cxnSpLocks/>
            <a:stCxn id="5" idx="7"/>
            <a:endCxn id="4" idx="2"/>
          </p:cNvCxnSpPr>
          <p:nvPr/>
        </p:nvCxnSpPr>
        <p:spPr>
          <a:xfrm flipV="1">
            <a:off x="2762115" y="1423478"/>
            <a:ext cx="1386551" cy="489636"/>
          </a:xfrm>
          <a:prstGeom prst="line">
            <a:avLst/>
          </a:prstGeom>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20EA87AD-BE73-2BA4-79F7-884E66560162}"/>
              </a:ext>
            </a:extLst>
          </p:cNvPr>
          <p:cNvSpPr/>
          <p:nvPr/>
        </p:nvSpPr>
        <p:spPr>
          <a:xfrm>
            <a:off x="2480733" y="3589869"/>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5</a:t>
            </a:r>
          </a:p>
        </p:txBody>
      </p:sp>
      <p:cxnSp>
        <p:nvCxnSpPr>
          <p:cNvPr id="16" name="Straight Connector 15">
            <a:extLst>
              <a:ext uri="{FF2B5EF4-FFF2-40B4-BE49-F238E27FC236}">
                <a16:creationId xmlns:a16="http://schemas.microsoft.com/office/drawing/2014/main" id="{47DA8A62-16C5-7009-4647-4E916F109703}"/>
              </a:ext>
            </a:extLst>
          </p:cNvPr>
          <p:cNvCxnSpPr>
            <a:stCxn id="4" idx="4"/>
            <a:endCxn id="6" idx="0"/>
          </p:cNvCxnSpPr>
          <p:nvPr/>
        </p:nvCxnSpPr>
        <p:spPr>
          <a:xfrm>
            <a:off x="4546600" y="1711344"/>
            <a:ext cx="1" cy="6931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5A191AB-B741-5493-8A1B-31838AAC0A0E}"/>
              </a:ext>
            </a:extLst>
          </p:cNvPr>
          <p:cNvCxnSpPr>
            <a:cxnSpLocks/>
            <a:stCxn id="5" idx="5"/>
            <a:endCxn id="6" idx="1"/>
          </p:cNvCxnSpPr>
          <p:nvPr/>
        </p:nvCxnSpPr>
        <p:spPr>
          <a:xfrm>
            <a:off x="2762115" y="2320219"/>
            <a:ext cx="1503104" cy="1686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C221A88-AF58-32D1-12A8-E28053406E1C}"/>
              </a:ext>
            </a:extLst>
          </p:cNvPr>
          <p:cNvCxnSpPr>
            <a:stCxn id="5" idx="3"/>
          </p:cNvCxnSpPr>
          <p:nvPr/>
        </p:nvCxnSpPr>
        <p:spPr>
          <a:xfrm flipH="1">
            <a:off x="1828800" y="2320219"/>
            <a:ext cx="370552" cy="37217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51D4063-6D61-CAC3-AED3-5E9186548837}"/>
              </a:ext>
            </a:extLst>
          </p:cNvPr>
          <p:cNvCxnSpPr>
            <a:endCxn id="8" idx="0"/>
          </p:cNvCxnSpPr>
          <p:nvPr/>
        </p:nvCxnSpPr>
        <p:spPr>
          <a:xfrm flipH="1">
            <a:off x="1286933" y="3268131"/>
            <a:ext cx="254000" cy="321738"/>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F138662-0895-1814-1567-7A18FC0A2FDC}"/>
              </a:ext>
            </a:extLst>
          </p:cNvPr>
          <p:cNvCxnSpPr>
            <a:cxnSpLocks/>
            <a:stCxn id="7" idx="5"/>
            <a:endCxn id="14" idx="1"/>
          </p:cNvCxnSpPr>
          <p:nvPr/>
        </p:nvCxnSpPr>
        <p:spPr>
          <a:xfrm>
            <a:off x="1966248" y="3183817"/>
            <a:ext cx="631037" cy="490366"/>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0" name="Table 30">
            <a:extLst>
              <a:ext uri="{FF2B5EF4-FFF2-40B4-BE49-F238E27FC236}">
                <a16:creationId xmlns:a16="http://schemas.microsoft.com/office/drawing/2014/main" id="{4837F24E-408A-273C-474D-F810E5F92BBF}"/>
              </a:ext>
            </a:extLst>
          </p:cNvPr>
          <p:cNvGraphicFramePr>
            <a:graphicFrameLocks noGrp="1"/>
          </p:cNvGraphicFramePr>
          <p:nvPr/>
        </p:nvGraphicFramePr>
        <p:xfrm>
          <a:off x="6525811" y="1388533"/>
          <a:ext cx="4624788" cy="73660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189765">
                <a:tc>
                  <a:txBody>
                    <a:bodyPr/>
                    <a:lstStyle/>
                    <a:p>
                      <a:r>
                        <a:rPr lang="en-IN" b="0" dirty="0">
                          <a:solidFill>
                            <a:schemeClr val="tx1"/>
                          </a:solidFill>
                        </a:rPr>
                        <a:t>0</a:t>
                      </a:r>
                    </a:p>
                  </a:txBody>
                  <a:tcPr/>
                </a:tc>
                <a:tc>
                  <a:txBody>
                    <a:bodyPr/>
                    <a:lstStyle/>
                    <a:p>
                      <a:r>
                        <a:rPr lang="en-IN" dirty="0">
                          <a:solidFill>
                            <a:schemeClr val="tx1"/>
                          </a:solidFill>
                        </a:rPr>
                        <a:t>1</a:t>
                      </a:r>
                    </a:p>
                  </a:txBody>
                  <a:tcPr/>
                </a:tc>
                <a:tc>
                  <a:txBody>
                    <a:bodyPr/>
                    <a:lstStyle/>
                    <a:p>
                      <a:r>
                        <a:rPr lang="en-IN" dirty="0">
                          <a:solidFill>
                            <a:schemeClr val="tx1"/>
                          </a:solidFill>
                        </a:rPr>
                        <a:t>2</a:t>
                      </a:r>
                    </a:p>
                  </a:txBody>
                  <a:tcPr/>
                </a:tc>
                <a:tc>
                  <a:txBody>
                    <a:bodyPr/>
                    <a:lstStyle/>
                    <a:p>
                      <a:r>
                        <a:rPr lang="en-IN" dirty="0">
                          <a:solidFill>
                            <a:schemeClr val="tx1"/>
                          </a:solidFill>
                        </a:rPr>
                        <a:t>3</a:t>
                      </a:r>
                    </a:p>
                  </a:txBody>
                  <a:tcPr/>
                </a:tc>
                <a:tc>
                  <a:txBody>
                    <a:bodyPr/>
                    <a:lstStyle/>
                    <a:p>
                      <a:r>
                        <a:rPr lang="en-IN" dirty="0">
                          <a:solidFill>
                            <a:srgbClr val="FF0000"/>
                          </a:solidFill>
                        </a:rPr>
                        <a:t>4</a:t>
                      </a:r>
                    </a:p>
                  </a:txBody>
                  <a:tcPr/>
                </a:tc>
                <a:tc>
                  <a:txBody>
                    <a:bodyPr/>
                    <a:lstStyle/>
                    <a:p>
                      <a:r>
                        <a:rPr lang="en-IN" dirty="0"/>
                        <a:t>-1</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4" name="Table 30">
            <a:extLst>
              <a:ext uri="{FF2B5EF4-FFF2-40B4-BE49-F238E27FC236}">
                <a16:creationId xmlns:a16="http://schemas.microsoft.com/office/drawing/2014/main" id="{709B6A5F-F912-F803-2CEA-A779E035C599}"/>
              </a:ext>
            </a:extLst>
          </p:cNvPr>
          <p:cNvGraphicFramePr>
            <a:graphicFrameLocks noGrp="1"/>
          </p:cNvGraphicFramePr>
          <p:nvPr/>
        </p:nvGraphicFramePr>
        <p:xfrm>
          <a:off x="6525811" y="2692398"/>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b="0" dirty="0">
                          <a:solidFill>
                            <a:schemeClr val="tx1"/>
                          </a:solidFill>
                        </a:rPr>
                        <a:t>0</a:t>
                      </a:r>
                    </a:p>
                  </a:txBody>
                  <a:tcPr/>
                </a:tc>
                <a:tc>
                  <a:txBody>
                    <a:bodyPr/>
                    <a:lstStyle/>
                    <a:p>
                      <a:r>
                        <a:rPr lang="en-IN" dirty="0">
                          <a:solidFill>
                            <a:schemeClr val="tx1"/>
                          </a:solidFill>
                        </a:rPr>
                        <a:t>0</a:t>
                      </a:r>
                    </a:p>
                  </a:txBody>
                  <a:tcPr/>
                </a:tc>
                <a:tc>
                  <a:txBody>
                    <a:bodyPr/>
                    <a:lstStyle/>
                    <a:p>
                      <a:r>
                        <a:rPr lang="en-IN" dirty="0">
                          <a:solidFill>
                            <a:schemeClr val="tx1"/>
                          </a:solidFill>
                        </a:rPr>
                        <a:t>0</a:t>
                      </a:r>
                    </a:p>
                  </a:txBody>
                  <a:tcPr/>
                </a:tc>
                <a:tc>
                  <a:txBody>
                    <a:bodyPr/>
                    <a:lstStyle/>
                    <a:p>
                      <a:r>
                        <a:rPr lang="en-IN" b="0" dirty="0">
                          <a:solidFill>
                            <a:schemeClr val="tx1"/>
                          </a:solidFill>
                        </a:rPr>
                        <a:t>3</a:t>
                      </a:r>
                    </a:p>
                  </a:txBody>
                  <a:tcPr/>
                </a:tc>
                <a:tc>
                  <a:txBody>
                    <a:bodyPr/>
                    <a:lstStyle/>
                    <a:p>
                      <a:r>
                        <a:rPr lang="en-IN" dirty="0">
                          <a:solidFill>
                            <a:srgbClr val="FF0000"/>
                          </a:solidFill>
                        </a:rPr>
                        <a:t>4</a:t>
                      </a:r>
                    </a:p>
                  </a:txBody>
                  <a:tcPr/>
                </a:tc>
                <a:tc>
                  <a:txBody>
                    <a:bodyPr/>
                    <a:lstStyle/>
                    <a:p>
                      <a:r>
                        <a:rPr lang="en-IN" dirty="0"/>
                        <a:t>-1</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5" name="Table 30">
            <a:extLst>
              <a:ext uri="{FF2B5EF4-FFF2-40B4-BE49-F238E27FC236}">
                <a16:creationId xmlns:a16="http://schemas.microsoft.com/office/drawing/2014/main" id="{DA5B8367-879C-BAC0-7627-684D5E3C8B0A}"/>
              </a:ext>
            </a:extLst>
          </p:cNvPr>
          <p:cNvGraphicFramePr>
            <a:graphicFrameLocks noGrp="1"/>
          </p:cNvGraphicFramePr>
          <p:nvPr/>
        </p:nvGraphicFramePr>
        <p:xfrm>
          <a:off x="6525811" y="3986050"/>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dirty="0">
                          <a:solidFill>
                            <a:schemeClr val="tx1"/>
                          </a:solidFill>
                        </a:rPr>
                        <a:t>-1</a:t>
                      </a:r>
                    </a:p>
                  </a:txBody>
                  <a:tcPr/>
                </a:tc>
                <a:tc>
                  <a:txBody>
                    <a:bodyPr/>
                    <a:lstStyle/>
                    <a:p>
                      <a:r>
                        <a:rPr lang="en-IN" dirty="0">
                          <a:solidFill>
                            <a:schemeClr val="tx1"/>
                          </a:solidFill>
                        </a:rPr>
                        <a:t>0</a:t>
                      </a:r>
                    </a:p>
                  </a:txBody>
                  <a:tcPr/>
                </a:tc>
                <a:tc>
                  <a:txBody>
                    <a:bodyPr/>
                    <a:lstStyle/>
                    <a:p>
                      <a:r>
                        <a:rPr lang="en-IN" dirty="0">
                          <a:solidFill>
                            <a:schemeClr val="tx1"/>
                          </a:solidFill>
                        </a:rPr>
                        <a:t>1</a:t>
                      </a:r>
                    </a:p>
                  </a:txBody>
                  <a:tcPr/>
                </a:tc>
                <a:tc>
                  <a:txBody>
                    <a:bodyPr/>
                    <a:lstStyle/>
                    <a:p>
                      <a:r>
                        <a:rPr lang="en-IN" b="0" dirty="0">
                          <a:solidFill>
                            <a:schemeClr val="tx1"/>
                          </a:solidFill>
                        </a:rPr>
                        <a:t>0</a:t>
                      </a:r>
                    </a:p>
                  </a:txBody>
                  <a:tcPr/>
                </a:tc>
                <a:tc>
                  <a:txBody>
                    <a:bodyPr/>
                    <a:lstStyle/>
                    <a:p>
                      <a:r>
                        <a:rPr lang="en-IN" dirty="0">
                          <a:solidFill>
                            <a:srgbClr val="FF0000"/>
                          </a:solidFill>
                        </a:rPr>
                        <a:t>3</a:t>
                      </a:r>
                    </a:p>
                  </a:txBody>
                  <a:tcPr/>
                </a:tc>
                <a:tc>
                  <a:txBody>
                    <a:bodyPr/>
                    <a:lstStyle/>
                    <a:p>
                      <a:r>
                        <a:rPr lang="en-IN" dirty="0"/>
                        <a:t>-1</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6" name="Table 30">
            <a:extLst>
              <a:ext uri="{FF2B5EF4-FFF2-40B4-BE49-F238E27FC236}">
                <a16:creationId xmlns:a16="http://schemas.microsoft.com/office/drawing/2014/main" id="{12A300B2-06C4-F89A-CAC6-F789C928860E}"/>
              </a:ext>
            </a:extLst>
          </p:cNvPr>
          <p:cNvGraphicFramePr>
            <a:graphicFrameLocks noGrp="1"/>
          </p:cNvGraphicFramePr>
          <p:nvPr/>
        </p:nvGraphicFramePr>
        <p:xfrm>
          <a:off x="6525811" y="5279702"/>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dirty="0"/>
                        <a:t>F</a:t>
                      </a:r>
                    </a:p>
                  </a:txBody>
                  <a:tcPr/>
                </a:tc>
                <a:tc>
                  <a:txBody>
                    <a:bodyPr/>
                    <a:lstStyle/>
                    <a:p>
                      <a:r>
                        <a:rPr lang="en-IN" dirty="0"/>
                        <a:t>F</a:t>
                      </a:r>
                    </a:p>
                  </a:txBody>
                  <a:tcPr/>
                </a:tc>
                <a:tc>
                  <a:txBody>
                    <a:bodyPr/>
                    <a:lstStyle/>
                    <a:p>
                      <a:r>
                        <a:rPr lang="en-IN" dirty="0"/>
                        <a:t>F</a:t>
                      </a:r>
                    </a:p>
                  </a:txBody>
                  <a:tcPr/>
                </a:tc>
                <a:tc>
                  <a:txBody>
                    <a:bodyPr/>
                    <a:lstStyle/>
                    <a:p>
                      <a:r>
                        <a:rPr lang="en-IN" dirty="0"/>
                        <a:t>F</a:t>
                      </a:r>
                    </a:p>
                  </a:txBody>
                  <a:tcPr/>
                </a:tc>
                <a:tc>
                  <a:txBody>
                    <a:bodyPr/>
                    <a:lstStyle/>
                    <a:p>
                      <a:r>
                        <a:rPr lang="en-IN" dirty="0"/>
                        <a:t>F</a:t>
                      </a:r>
                    </a:p>
                  </a:txBody>
                  <a:tcPr/>
                </a:tc>
                <a:tc>
                  <a:txBody>
                    <a:bodyPr/>
                    <a:lstStyle/>
                    <a:p>
                      <a:r>
                        <a:rPr lang="en-IN" dirty="0"/>
                        <a:t>F</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sp>
        <p:nvSpPr>
          <p:cNvPr id="37" name="TextBox 36">
            <a:extLst>
              <a:ext uri="{FF2B5EF4-FFF2-40B4-BE49-F238E27FC236}">
                <a16:creationId xmlns:a16="http://schemas.microsoft.com/office/drawing/2014/main" id="{A22D1001-7329-B480-6EC2-77C92471EDB6}"/>
              </a:ext>
            </a:extLst>
          </p:cNvPr>
          <p:cNvSpPr txBox="1"/>
          <p:nvPr/>
        </p:nvSpPr>
        <p:spPr>
          <a:xfrm>
            <a:off x="5892799" y="5215500"/>
            <a:ext cx="727144" cy="461665"/>
          </a:xfrm>
          <a:prstGeom prst="rect">
            <a:avLst/>
          </a:prstGeom>
          <a:noFill/>
        </p:spPr>
        <p:txBody>
          <a:bodyPr wrap="square" rtlCol="0">
            <a:spAutoFit/>
          </a:bodyPr>
          <a:lstStyle/>
          <a:p>
            <a:r>
              <a:rPr lang="en-IN" sz="2400" b="1" dirty="0">
                <a:solidFill>
                  <a:srgbClr val="FF0000"/>
                </a:solidFill>
              </a:rPr>
              <a:t>AP</a:t>
            </a:r>
          </a:p>
        </p:txBody>
      </p:sp>
      <p:sp>
        <p:nvSpPr>
          <p:cNvPr id="38" name="TextBox 37">
            <a:extLst>
              <a:ext uri="{FF2B5EF4-FFF2-40B4-BE49-F238E27FC236}">
                <a16:creationId xmlns:a16="http://schemas.microsoft.com/office/drawing/2014/main" id="{B2161F4F-8954-3216-799C-4739C2EC4E5A}"/>
              </a:ext>
            </a:extLst>
          </p:cNvPr>
          <p:cNvSpPr txBox="1"/>
          <p:nvPr/>
        </p:nvSpPr>
        <p:spPr>
          <a:xfrm>
            <a:off x="5926667" y="1184725"/>
            <a:ext cx="727144" cy="461665"/>
          </a:xfrm>
          <a:prstGeom prst="rect">
            <a:avLst/>
          </a:prstGeom>
          <a:noFill/>
        </p:spPr>
        <p:txBody>
          <a:bodyPr wrap="square" rtlCol="0">
            <a:spAutoFit/>
          </a:bodyPr>
          <a:lstStyle/>
          <a:p>
            <a:r>
              <a:rPr lang="en-IN" sz="2400" b="1" dirty="0">
                <a:solidFill>
                  <a:srgbClr val="FF0000"/>
                </a:solidFill>
              </a:rPr>
              <a:t>DT</a:t>
            </a:r>
          </a:p>
        </p:txBody>
      </p:sp>
      <p:sp>
        <p:nvSpPr>
          <p:cNvPr id="39" name="TextBox 38">
            <a:extLst>
              <a:ext uri="{FF2B5EF4-FFF2-40B4-BE49-F238E27FC236}">
                <a16:creationId xmlns:a16="http://schemas.microsoft.com/office/drawing/2014/main" id="{48DD2684-8A3A-5530-B0C3-8CCB9BE487F4}"/>
              </a:ext>
            </a:extLst>
          </p:cNvPr>
          <p:cNvSpPr txBox="1"/>
          <p:nvPr/>
        </p:nvSpPr>
        <p:spPr>
          <a:xfrm>
            <a:off x="5798667" y="2742063"/>
            <a:ext cx="727144" cy="461665"/>
          </a:xfrm>
          <a:prstGeom prst="rect">
            <a:avLst/>
          </a:prstGeom>
          <a:noFill/>
        </p:spPr>
        <p:txBody>
          <a:bodyPr wrap="square" rtlCol="0">
            <a:spAutoFit/>
          </a:bodyPr>
          <a:lstStyle/>
          <a:p>
            <a:r>
              <a:rPr lang="en-IN" sz="2400" b="1" dirty="0">
                <a:solidFill>
                  <a:srgbClr val="FF0000"/>
                </a:solidFill>
              </a:rPr>
              <a:t>LT</a:t>
            </a:r>
          </a:p>
        </p:txBody>
      </p:sp>
      <p:sp>
        <p:nvSpPr>
          <p:cNvPr id="40" name="TextBox 39">
            <a:extLst>
              <a:ext uri="{FF2B5EF4-FFF2-40B4-BE49-F238E27FC236}">
                <a16:creationId xmlns:a16="http://schemas.microsoft.com/office/drawing/2014/main" id="{68176EF7-B9ED-1B9A-33D2-0976CEABCF92}"/>
              </a:ext>
            </a:extLst>
          </p:cNvPr>
          <p:cNvSpPr txBox="1"/>
          <p:nvPr/>
        </p:nvSpPr>
        <p:spPr>
          <a:xfrm>
            <a:off x="5528733" y="4000183"/>
            <a:ext cx="1125078" cy="461665"/>
          </a:xfrm>
          <a:prstGeom prst="rect">
            <a:avLst/>
          </a:prstGeom>
          <a:noFill/>
        </p:spPr>
        <p:txBody>
          <a:bodyPr wrap="square" rtlCol="0">
            <a:spAutoFit/>
          </a:bodyPr>
          <a:lstStyle/>
          <a:p>
            <a:r>
              <a:rPr lang="en-IN" sz="2400" b="1" dirty="0">
                <a:solidFill>
                  <a:srgbClr val="FF0000"/>
                </a:solidFill>
              </a:rPr>
              <a:t>Parent</a:t>
            </a:r>
          </a:p>
        </p:txBody>
      </p:sp>
      <p:sp>
        <p:nvSpPr>
          <p:cNvPr id="46" name="TextBox 45">
            <a:extLst>
              <a:ext uri="{FF2B5EF4-FFF2-40B4-BE49-F238E27FC236}">
                <a16:creationId xmlns:a16="http://schemas.microsoft.com/office/drawing/2014/main" id="{CF5433F2-9016-FF81-AC04-EE3757575E7C}"/>
              </a:ext>
            </a:extLst>
          </p:cNvPr>
          <p:cNvSpPr txBox="1"/>
          <p:nvPr/>
        </p:nvSpPr>
        <p:spPr>
          <a:xfrm>
            <a:off x="1670906" y="1423478"/>
            <a:ext cx="682828" cy="461665"/>
          </a:xfrm>
          <a:prstGeom prst="rect">
            <a:avLst/>
          </a:prstGeom>
          <a:noFill/>
        </p:spPr>
        <p:txBody>
          <a:bodyPr wrap="square" rtlCol="0">
            <a:spAutoFit/>
          </a:bodyPr>
          <a:lstStyle/>
          <a:p>
            <a:r>
              <a:rPr lang="en-IN" sz="2400" b="1" dirty="0"/>
              <a:t>C=2</a:t>
            </a:r>
          </a:p>
        </p:txBody>
      </p:sp>
      <p:sp>
        <p:nvSpPr>
          <p:cNvPr id="47" name="TextBox 46">
            <a:extLst>
              <a:ext uri="{FF2B5EF4-FFF2-40B4-BE49-F238E27FC236}">
                <a16:creationId xmlns:a16="http://schemas.microsoft.com/office/drawing/2014/main" id="{1346C774-A701-55B7-96B4-D9EEF71AEB88}"/>
              </a:ext>
            </a:extLst>
          </p:cNvPr>
          <p:cNvSpPr txBox="1"/>
          <p:nvPr/>
        </p:nvSpPr>
        <p:spPr>
          <a:xfrm>
            <a:off x="0" y="741345"/>
            <a:ext cx="5003799" cy="461665"/>
          </a:xfrm>
          <a:prstGeom prst="rect">
            <a:avLst/>
          </a:prstGeom>
          <a:noFill/>
        </p:spPr>
        <p:txBody>
          <a:bodyPr wrap="square" rtlCol="0">
            <a:spAutoFit/>
          </a:bodyPr>
          <a:lstStyle/>
          <a:p>
            <a:r>
              <a:rPr lang="en-IN" sz="2400" b="1" dirty="0">
                <a:solidFill>
                  <a:srgbClr val="FF0000"/>
                </a:solidFill>
              </a:rPr>
              <a:t>Time =5 </a:t>
            </a:r>
          </a:p>
        </p:txBody>
      </p:sp>
      <p:cxnSp>
        <p:nvCxnSpPr>
          <p:cNvPr id="9" name="Straight Connector 8">
            <a:extLst>
              <a:ext uri="{FF2B5EF4-FFF2-40B4-BE49-F238E27FC236}">
                <a16:creationId xmlns:a16="http://schemas.microsoft.com/office/drawing/2014/main" id="{79C7AB70-A857-53E7-167F-9B6ADACCAB62}"/>
              </a:ext>
            </a:extLst>
          </p:cNvPr>
          <p:cNvCxnSpPr>
            <a:cxnSpLocks/>
          </p:cNvCxnSpPr>
          <p:nvPr/>
        </p:nvCxnSpPr>
        <p:spPr>
          <a:xfrm flipH="1">
            <a:off x="2868218" y="1627030"/>
            <a:ext cx="1397000" cy="472173"/>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5F20C0F-AABC-77CA-3E7E-0F2524E7F2B8}"/>
              </a:ext>
            </a:extLst>
          </p:cNvPr>
          <p:cNvSpPr txBox="1"/>
          <p:nvPr/>
        </p:nvSpPr>
        <p:spPr>
          <a:xfrm>
            <a:off x="4708952" y="862622"/>
            <a:ext cx="682828" cy="461665"/>
          </a:xfrm>
          <a:prstGeom prst="rect">
            <a:avLst/>
          </a:prstGeom>
          <a:noFill/>
        </p:spPr>
        <p:txBody>
          <a:bodyPr wrap="square" rtlCol="0">
            <a:spAutoFit/>
          </a:bodyPr>
          <a:lstStyle/>
          <a:p>
            <a:r>
              <a:rPr lang="en-IN" sz="2400" b="1" dirty="0"/>
              <a:t>C=1</a:t>
            </a:r>
          </a:p>
        </p:txBody>
      </p:sp>
      <p:sp>
        <p:nvSpPr>
          <p:cNvPr id="11" name="TextBox 10">
            <a:extLst>
              <a:ext uri="{FF2B5EF4-FFF2-40B4-BE49-F238E27FC236}">
                <a16:creationId xmlns:a16="http://schemas.microsoft.com/office/drawing/2014/main" id="{18516D89-DBFA-CF8E-CA28-822B60879054}"/>
              </a:ext>
            </a:extLst>
          </p:cNvPr>
          <p:cNvSpPr txBox="1"/>
          <p:nvPr/>
        </p:nvSpPr>
        <p:spPr>
          <a:xfrm>
            <a:off x="4603119" y="2044643"/>
            <a:ext cx="682828" cy="461665"/>
          </a:xfrm>
          <a:prstGeom prst="rect">
            <a:avLst/>
          </a:prstGeom>
          <a:noFill/>
        </p:spPr>
        <p:txBody>
          <a:bodyPr wrap="square" rtlCol="0">
            <a:spAutoFit/>
          </a:bodyPr>
          <a:lstStyle/>
          <a:p>
            <a:r>
              <a:rPr lang="en-IN" sz="2400" b="1" dirty="0"/>
              <a:t>C=1</a:t>
            </a:r>
          </a:p>
        </p:txBody>
      </p:sp>
      <p:cxnSp>
        <p:nvCxnSpPr>
          <p:cNvPr id="13" name="Straight Connector 12">
            <a:extLst>
              <a:ext uri="{FF2B5EF4-FFF2-40B4-BE49-F238E27FC236}">
                <a16:creationId xmlns:a16="http://schemas.microsoft.com/office/drawing/2014/main" id="{2345904B-FB1D-BF38-71CC-6D9164EB7614}"/>
              </a:ext>
            </a:extLst>
          </p:cNvPr>
          <p:cNvCxnSpPr>
            <a:cxnSpLocks/>
          </p:cNvCxnSpPr>
          <p:nvPr/>
        </p:nvCxnSpPr>
        <p:spPr>
          <a:xfrm flipV="1">
            <a:off x="4679571" y="1734002"/>
            <a:ext cx="68239" cy="743754"/>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852631E-B97C-1393-DA5F-5290321C617A}"/>
              </a:ext>
            </a:extLst>
          </p:cNvPr>
          <p:cNvCxnSpPr>
            <a:cxnSpLocks/>
            <a:endCxn id="6" idx="2"/>
          </p:cNvCxnSpPr>
          <p:nvPr/>
        </p:nvCxnSpPr>
        <p:spPr>
          <a:xfrm>
            <a:off x="2597285" y="2404532"/>
            <a:ext cx="1551382" cy="287867"/>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1C42F3B-4797-3358-96BA-A5DECE6AE73C}"/>
              </a:ext>
            </a:extLst>
          </p:cNvPr>
          <p:cNvSpPr txBox="1"/>
          <p:nvPr/>
        </p:nvSpPr>
        <p:spPr>
          <a:xfrm>
            <a:off x="2713837" y="2573509"/>
            <a:ext cx="1447800" cy="400110"/>
          </a:xfrm>
          <a:prstGeom prst="rect">
            <a:avLst/>
          </a:prstGeom>
          <a:noFill/>
        </p:spPr>
        <p:txBody>
          <a:bodyPr wrap="square" rtlCol="0">
            <a:spAutoFit/>
          </a:bodyPr>
          <a:lstStyle/>
          <a:p>
            <a:r>
              <a:rPr lang="en-IN" sz="2000" dirty="0"/>
              <a:t>Back Edge</a:t>
            </a:r>
          </a:p>
        </p:txBody>
      </p:sp>
      <p:sp>
        <p:nvSpPr>
          <p:cNvPr id="2" name="TextBox 1">
            <a:extLst>
              <a:ext uri="{FF2B5EF4-FFF2-40B4-BE49-F238E27FC236}">
                <a16:creationId xmlns:a16="http://schemas.microsoft.com/office/drawing/2014/main" id="{DB74FAF4-517C-8BB7-1C21-07FD442B6F53}"/>
              </a:ext>
            </a:extLst>
          </p:cNvPr>
          <p:cNvSpPr txBox="1"/>
          <p:nvPr/>
        </p:nvSpPr>
        <p:spPr>
          <a:xfrm>
            <a:off x="724395" y="2624667"/>
            <a:ext cx="900440" cy="461665"/>
          </a:xfrm>
          <a:prstGeom prst="rect">
            <a:avLst/>
          </a:prstGeom>
          <a:noFill/>
        </p:spPr>
        <p:txBody>
          <a:bodyPr wrap="square" rtlCol="0">
            <a:spAutoFit/>
          </a:bodyPr>
          <a:lstStyle/>
          <a:p>
            <a:r>
              <a:rPr lang="en-IN" sz="2400" b="1" dirty="0"/>
              <a:t>C=1</a:t>
            </a:r>
          </a:p>
        </p:txBody>
      </p:sp>
      <p:sp>
        <p:nvSpPr>
          <p:cNvPr id="17" name="TextBox 16">
            <a:extLst>
              <a:ext uri="{FF2B5EF4-FFF2-40B4-BE49-F238E27FC236}">
                <a16:creationId xmlns:a16="http://schemas.microsoft.com/office/drawing/2014/main" id="{CEFE68F2-1344-CF83-CDA3-D00F755DA516}"/>
              </a:ext>
            </a:extLst>
          </p:cNvPr>
          <p:cNvSpPr txBox="1"/>
          <p:nvPr/>
        </p:nvSpPr>
        <p:spPr>
          <a:xfrm>
            <a:off x="383859" y="3656343"/>
            <a:ext cx="795867" cy="461665"/>
          </a:xfrm>
          <a:prstGeom prst="rect">
            <a:avLst/>
          </a:prstGeom>
          <a:noFill/>
        </p:spPr>
        <p:txBody>
          <a:bodyPr wrap="square" rtlCol="0">
            <a:spAutoFit/>
          </a:bodyPr>
          <a:lstStyle/>
          <a:p>
            <a:r>
              <a:rPr lang="en-IN" sz="2400" b="1" dirty="0"/>
              <a:t>C=0</a:t>
            </a:r>
          </a:p>
        </p:txBody>
      </p:sp>
      <p:sp>
        <p:nvSpPr>
          <p:cNvPr id="19" name="TextBox 18">
            <a:extLst>
              <a:ext uri="{FF2B5EF4-FFF2-40B4-BE49-F238E27FC236}">
                <a16:creationId xmlns:a16="http://schemas.microsoft.com/office/drawing/2014/main" id="{FD47430A-2668-765D-D21C-ABD81DA91556}"/>
              </a:ext>
            </a:extLst>
          </p:cNvPr>
          <p:cNvSpPr txBox="1"/>
          <p:nvPr/>
        </p:nvSpPr>
        <p:spPr>
          <a:xfrm>
            <a:off x="889000" y="4546995"/>
            <a:ext cx="5003799" cy="1938992"/>
          </a:xfrm>
          <a:prstGeom prst="rect">
            <a:avLst/>
          </a:prstGeom>
          <a:noFill/>
        </p:spPr>
        <p:txBody>
          <a:bodyPr wrap="square" rtlCol="0">
            <a:spAutoFit/>
          </a:bodyPr>
          <a:lstStyle/>
          <a:p>
            <a:r>
              <a:rPr lang="en-IN" sz="2400" b="1" dirty="0">
                <a:solidFill>
                  <a:srgbClr val="FF0000"/>
                </a:solidFill>
              </a:rPr>
              <a:t>4 is not an AP</a:t>
            </a:r>
          </a:p>
          <a:p>
            <a:r>
              <a:rPr lang="en-IN" sz="2400" b="1" dirty="0">
                <a:solidFill>
                  <a:srgbClr val="FF0000"/>
                </a:solidFill>
              </a:rPr>
              <a:t>Backtrack of 4 to 3</a:t>
            </a:r>
          </a:p>
          <a:p>
            <a:endParaRPr lang="en-IN" sz="2400" b="1" dirty="0">
              <a:solidFill>
                <a:srgbClr val="FF0000"/>
              </a:solidFill>
            </a:endParaRPr>
          </a:p>
          <a:p>
            <a:endParaRPr lang="en-IN" sz="2400" b="1" dirty="0">
              <a:solidFill>
                <a:srgbClr val="FF0000"/>
              </a:solidFill>
            </a:endParaRPr>
          </a:p>
          <a:p>
            <a:endParaRPr lang="en-IN" sz="2400" b="1" dirty="0">
              <a:solidFill>
                <a:srgbClr val="FF0000"/>
              </a:solidFill>
            </a:endParaRPr>
          </a:p>
        </p:txBody>
      </p:sp>
    </p:spTree>
    <p:extLst>
      <p:ext uri="{BB962C8B-B14F-4D97-AF65-F5344CB8AC3E}">
        <p14:creationId xmlns:p14="http://schemas.microsoft.com/office/powerpoint/2010/main" val="211620217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AB8BFD-5C1F-445C-8050-CE8F451E95B0}"/>
              </a:ext>
            </a:extLst>
          </p:cNvPr>
          <p:cNvSpPr txBox="1"/>
          <p:nvPr/>
        </p:nvSpPr>
        <p:spPr>
          <a:xfrm>
            <a:off x="635000" y="0"/>
            <a:ext cx="10515599" cy="730291"/>
          </a:xfrm>
          <a:prstGeom prst="rect">
            <a:avLst/>
          </a:prstGeom>
        </p:spPr>
        <p:txBody>
          <a:bodyPr vert="horz" lIns="91440" tIns="45720" rIns="91440" bIns="45720" rtlCol="0" anchor="b">
            <a:normAutofit fontScale="92500" lnSpcReduction="10000"/>
          </a:bodyPr>
          <a:lstStyle/>
          <a:p>
            <a:pPr lvl="0" algn="ctr"/>
            <a:r>
              <a:rPr lang="en-US" sz="4800" dirty="0">
                <a:solidFill>
                  <a:schemeClr val="bg1"/>
                </a:solidFill>
                <a:latin typeface="Times New Roman" panose="02020603050405020304" pitchFamily="18" charset="0"/>
                <a:cs typeface="Times New Roman" panose="02020603050405020304" pitchFamily="18" charset="0"/>
              </a:rPr>
              <a:t>Algorithm on Example</a:t>
            </a:r>
          </a:p>
        </p:txBody>
      </p:sp>
      <p:sp>
        <p:nvSpPr>
          <p:cNvPr id="4" name="Oval 3">
            <a:extLst>
              <a:ext uri="{FF2B5EF4-FFF2-40B4-BE49-F238E27FC236}">
                <a16:creationId xmlns:a16="http://schemas.microsoft.com/office/drawing/2014/main" id="{D1821021-BB21-7736-5D44-28091022EDE7}"/>
              </a:ext>
            </a:extLst>
          </p:cNvPr>
          <p:cNvSpPr/>
          <p:nvPr/>
        </p:nvSpPr>
        <p:spPr>
          <a:xfrm>
            <a:off x="4148666" y="1135611"/>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a:t>
            </a:r>
          </a:p>
        </p:txBody>
      </p:sp>
      <p:sp>
        <p:nvSpPr>
          <p:cNvPr id="5" name="Oval 4">
            <a:extLst>
              <a:ext uri="{FF2B5EF4-FFF2-40B4-BE49-F238E27FC236}">
                <a16:creationId xmlns:a16="http://schemas.microsoft.com/office/drawing/2014/main" id="{BF0ECCAA-9F57-0EF8-1E73-52168BBDAB43}"/>
              </a:ext>
            </a:extLst>
          </p:cNvPr>
          <p:cNvSpPr/>
          <p:nvPr/>
        </p:nvSpPr>
        <p:spPr>
          <a:xfrm>
            <a:off x="2082800" y="1828800"/>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0</a:t>
            </a:r>
          </a:p>
        </p:txBody>
      </p:sp>
      <p:sp>
        <p:nvSpPr>
          <p:cNvPr id="6" name="Oval 5">
            <a:extLst>
              <a:ext uri="{FF2B5EF4-FFF2-40B4-BE49-F238E27FC236}">
                <a16:creationId xmlns:a16="http://schemas.microsoft.com/office/drawing/2014/main" id="{B7BD9409-61B6-7F00-716E-95869A641E27}"/>
              </a:ext>
            </a:extLst>
          </p:cNvPr>
          <p:cNvSpPr/>
          <p:nvPr/>
        </p:nvSpPr>
        <p:spPr>
          <a:xfrm>
            <a:off x="4148667" y="2404532"/>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a:t>
            </a:r>
          </a:p>
        </p:txBody>
      </p:sp>
      <p:sp>
        <p:nvSpPr>
          <p:cNvPr id="7" name="Oval 6">
            <a:extLst>
              <a:ext uri="{FF2B5EF4-FFF2-40B4-BE49-F238E27FC236}">
                <a16:creationId xmlns:a16="http://schemas.microsoft.com/office/drawing/2014/main" id="{3B7FFA91-A20C-C438-8454-E221600AB24C}"/>
              </a:ext>
            </a:extLst>
          </p:cNvPr>
          <p:cNvSpPr/>
          <p:nvPr/>
        </p:nvSpPr>
        <p:spPr>
          <a:xfrm>
            <a:off x="1286933" y="2692398"/>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3</a:t>
            </a:r>
          </a:p>
        </p:txBody>
      </p:sp>
      <p:sp>
        <p:nvSpPr>
          <p:cNvPr id="8" name="Oval 7">
            <a:extLst>
              <a:ext uri="{FF2B5EF4-FFF2-40B4-BE49-F238E27FC236}">
                <a16:creationId xmlns:a16="http://schemas.microsoft.com/office/drawing/2014/main" id="{222D97F3-E380-5D1E-C845-C32472FFA81E}"/>
              </a:ext>
            </a:extLst>
          </p:cNvPr>
          <p:cNvSpPr/>
          <p:nvPr/>
        </p:nvSpPr>
        <p:spPr>
          <a:xfrm>
            <a:off x="888999" y="3589869"/>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4</a:t>
            </a:r>
          </a:p>
        </p:txBody>
      </p:sp>
      <p:cxnSp>
        <p:nvCxnSpPr>
          <p:cNvPr id="10" name="Straight Connector 9">
            <a:extLst>
              <a:ext uri="{FF2B5EF4-FFF2-40B4-BE49-F238E27FC236}">
                <a16:creationId xmlns:a16="http://schemas.microsoft.com/office/drawing/2014/main" id="{09A58623-EF58-16E4-FFB5-09B3EA357A30}"/>
              </a:ext>
            </a:extLst>
          </p:cNvPr>
          <p:cNvCxnSpPr>
            <a:cxnSpLocks/>
            <a:stCxn id="5" idx="7"/>
            <a:endCxn id="4" idx="2"/>
          </p:cNvCxnSpPr>
          <p:nvPr/>
        </p:nvCxnSpPr>
        <p:spPr>
          <a:xfrm flipV="1">
            <a:off x="2762115" y="1423478"/>
            <a:ext cx="1386551" cy="489636"/>
          </a:xfrm>
          <a:prstGeom prst="line">
            <a:avLst/>
          </a:prstGeom>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20EA87AD-BE73-2BA4-79F7-884E66560162}"/>
              </a:ext>
            </a:extLst>
          </p:cNvPr>
          <p:cNvSpPr/>
          <p:nvPr/>
        </p:nvSpPr>
        <p:spPr>
          <a:xfrm>
            <a:off x="2480733" y="3589869"/>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5</a:t>
            </a:r>
          </a:p>
        </p:txBody>
      </p:sp>
      <p:cxnSp>
        <p:nvCxnSpPr>
          <p:cNvPr id="16" name="Straight Connector 15">
            <a:extLst>
              <a:ext uri="{FF2B5EF4-FFF2-40B4-BE49-F238E27FC236}">
                <a16:creationId xmlns:a16="http://schemas.microsoft.com/office/drawing/2014/main" id="{47DA8A62-16C5-7009-4647-4E916F109703}"/>
              </a:ext>
            </a:extLst>
          </p:cNvPr>
          <p:cNvCxnSpPr>
            <a:stCxn id="4" idx="4"/>
            <a:endCxn id="6" idx="0"/>
          </p:cNvCxnSpPr>
          <p:nvPr/>
        </p:nvCxnSpPr>
        <p:spPr>
          <a:xfrm>
            <a:off x="4546600" y="1711344"/>
            <a:ext cx="1" cy="6931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5A191AB-B741-5493-8A1B-31838AAC0A0E}"/>
              </a:ext>
            </a:extLst>
          </p:cNvPr>
          <p:cNvCxnSpPr>
            <a:cxnSpLocks/>
            <a:stCxn id="5" idx="5"/>
            <a:endCxn id="6" idx="1"/>
          </p:cNvCxnSpPr>
          <p:nvPr/>
        </p:nvCxnSpPr>
        <p:spPr>
          <a:xfrm>
            <a:off x="2762115" y="2320219"/>
            <a:ext cx="1503104" cy="1686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C221A88-AF58-32D1-12A8-E28053406E1C}"/>
              </a:ext>
            </a:extLst>
          </p:cNvPr>
          <p:cNvCxnSpPr>
            <a:stCxn id="5" idx="3"/>
          </p:cNvCxnSpPr>
          <p:nvPr/>
        </p:nvCxnSpPr>
        <p:spPr>
          <a:xfrm flipH="1">
            <a:off x="1828800" y="2320219"/>
            <a:ext cx="370552" cy="37217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51D4063-6D61-CAC3-AED3-5E9186548837}"/>
              </a:ext>
            </a:extLst>
          </p:cNvPr>
          <p:cNvCxnSpPr>
            <a:endCxn id="8" idx="0"/>
          </p:cNvCxnSpPr>
          <p:nvPr/>
        </p:nvCxnSpPr>
        <p:spPr>
          <a:xfrm flipH="1">
            <a:off x="1286933" y="3268131"/>
            <a:ext cx="254000" cy="321738"/>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F138662-0895-1814-1567-7A18FC0A2FDC}"/>
              </a:ext>
            </a:extLst>
          </p:cNvPr>
          <p:cNvCxnSpPr>
            <a:cxnSpLocks/>
            <a:stCxn id="7" idx="5"/>
            <a:endCxn id="14" idx="1"/>
          </p:cNvCxnSpPr>
          <p:nvPr/>
        </p:nvCxnSpPr>
        <p:spPr>
          <a:xfrm>
            <a:off x="1966248" y="3183817"/>
            <a:ext cx="631037" cy="490366"/>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0" name="Table 30">
            <a:extLst>
              <a:ext uri="{FF2B5EF4-FFF2-40B4-BE49-F238E27FC236}">
                <a16:creationId xmlns:a16="http://schemas.microsoft.com/office/drawing/2014/main" id="{4837F24E-408A-273C-474D-F810E5F92BBF}"/>
              </a:ext>
            </a:extLst>
          </p:cNvPr>
          <p:cNvGraphicFramePr>
            <a:graphicFrameLocks noGrp="1"/>
          </p:cNvGraphicFramePr>
          <p:nvPr/>
        </p:nvGraphicFramePr>
        <p:xfrm>
          <a:off x="6525811" y="1388533"/>
          <a:ext cx="4624788" cy="73660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189765">
                <a:tc>
                  <a:txBody>
                    <a:bodyPr/>
                    <a:lstStyle/>
                    <a:p>
                      <a:r>
                        <a:rPr lang="en-IN" b="0" dirty="0">
                          <a:solidFill>
                            <a:schemeClr val="tx1"/>
                          </a:solidFill>
                        </a:rPr>
                        <a:t>0</a:t>
                      </a:r>
                    </a:p>
                  </a:txBody>
                  <a:tcPr/>
                </a:tc>
                <a:tc>
                  <a:txBody>
                    <a:bodyPr/>
                    <a:lstStyle/>
                    <a:p>
                      <a:r>
                        <a:rPr lang="en-IN" dirty="0">
                          <a:solidFill>
                            <a:schemeClr val="tx1"/>
                          </a:solidFill>
                        </a:rPr>
                        <a:t>1</a:t>
                      </a:r>
                    </a:p>
                  </a:txBody>
                  <a:tcPr/>
                </a:tc>
                <a:tc>
                  <a:txBody>
                    <a:bodyPr/>
                    <a:lstStyle/>
                    <a:p>
                      <a:r>
                        <a:rPr lang="en-IN" dirty="0">
                          <a:solidFill>
                            <a:schemeClr val="tx1"/>
                          </a:solidFill>
                        </a:rPr>
                        <a:t>2</a:t>
                      </a:r>
                    </a:p>
                  </a:txBody>
                  <a:tcPr/>
                </a:tc>
                <a:tc>
                  <a:txBody>
                    <a:bodyPr/>
                    <a:lstStyle/>
                    <a:p>
                      <a:r>
                        <a:rPr lang="en-IN" dirty="0">
                          <a:solidFill>
                            <a:schemeClr val="tx1"/>
                          </a:solidFill>
                        </a:rPr>
                        <a:t>3</a:t>
                      </a:r>
                    </a:p>
                  </a:txBody>
                  <a:tcPr/>
                </a:tc>
                <a:tc>
                  <a:txBody>
                    <a:bodyPr/>
                    <a:lstStyle/>
                    <a:p>
                      <a:r>
                        <a:rPr lang="en-IN" dirty="0">
                          <a:solidFill>
                            <a:srgbClr val="FF0000"/>
                          </a:solidFill>
                        </a:rPr>
                        <a:t>4</a:t>
                      </a:r>
                    </a:p>
                  </a:txBody>
                  <a:tcPr/>
                </a:tc>
                <a:tc>
                  <a:txBody>
                    <a:bodyPr/>
                    <a:lstStyle/>
                    <a:p>
                      <a:r>
                        <a:rPr lang="en-IN" dirty="0"/>
                        <a:t>-1</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4" name="Table 30">
            <a:extLst>
              <a:ext uri="{FF2B5EF4-FFF2-40B4-BE49-F238E27FC236}">
                <a16:creationId xmlns:a16="http://schemas.microsoft.com/office/drawing/2014/main" id="{709B6A5F-F912-F803-2CEA-A779E035C599}"/>
              </a:ext>
            </a:extLst>
          </p:cNvPr>
          <p:cNvGraphicFramePr>
            <a:graphicFrameLocks noGrp="1"/>
          </p:cNvGraphicFramePr>
          <p:nvPr/>
        </p:nvGraphicFramePr>
        <p:xfrm>
          <a:off x="6525811" y="2692398"/>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b="0" dirty="0">
                          <a:solidFill>
                            <a:schemeClr val="tx1"/>
                          </a:solidFill>
                        </a:rPr>
                        <a:t>0</a:t>
                      </a:r>
                    </a:p>
                  </a:txBody>
                  <a:tcPr/>
                </a:tc>
                <a:tc>
                  <a:txBody>
                    <a:bodyPr/>
                    <a:lstStyle/>
                    <a:p>
                      <a:r>
                        <a:rPr lang="en-IN" dirty="0">
                          <a:solidFill>
                            <a:schemeClr val="tx1"/>
                          </a:solidFill>
                        </a:rPr>
                        <a:t>0</a:t>
                      </a:r>
                    </a:p>
                  </a:txBody>
                  <a:tcPr/>
                </a:tc>
                <a:tc>
                  <a:txBody>
                    <a:bodyPr/>
                    <a:lstStyle/>
                    <a:p>
                      <a:r>
                        <a:rPr lang="en-IN" dirty="0">
                          <a:solidFill>
                            <a:schemeClr val="tx1"/>
                          </a:solidFill>
                        </a:rPr>
                        <a:t>0</a:t>
                      </a:r>
                    </a:p>
                  </a:txBody>
                  <a:tcPr/>
                </a:tc>
                <a:tc>
                  <a:txBody>
                    <a:bodyPr/>
                    <a:lstStyle/>
                    <a:p>
                      <a:r>
                        <a:rPr lang="en-IN" b="0" dirty="0">
                          <a:solidFill>
                            <a:schemeClr val="tx1"/>
                          </a:solidFill>
                        </a:rPr>
                        <a:t>3</a:t>
                      </a:r>
                    </a:p>
                  </a:txBody>
                  <a:tcPr/>
                </a:tc>
                <a:tc>
                  <a:txBody>
                    <a:bodyPr/>
                    <a:lstStyle/>
                    <a:p>
                      <a:r>
                        <a:rPr lang="en-IN" dirty="0">
                          <a:solidFill>
                            <a:srgbClr val="FF0000"/>
                          </a:solidFill>
                        </a:rPr>
                        <a:t>4</a:t>
                      </a:r>
                    </a:p>
                  </a:txBody>
                  <a:tcPr/>
                </a:tc>
                <a:tc>
                  <a:txBody>
                    <a:bodyPr/>
                    <a:lstStyle/>
                    <a:p>
                      <a:r>
                        <a:rPr lang="en-IN" dirty="0"/>
                        <a:t>-1</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5" name="Table 30">
            <a:extLst>
              <a:ext uri="{FF2B5EF4-FFF2-40B4-BE49-F238E27FC236}">
                <a16:creationId xmlns:a16="http://schemas.microsoft.com/office/drawing/2014/main" id="{DA5B8367-879C-BAC0-7627-684D5E3C8B0A}"/>
              </a:ext>
            </a:extLst>
          </p:cNvPr>
          <p:cNvGraphicFramePr>
            <a:graphicFrameLocks noGrp="1"/>
          </p:cNvGraphicFramePr>
          <p:nvPr/>
        </p:nvGraphicFramePr>
        <p:xfrm>
          <a:off x="6525811" y="3986050"/>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dirty="0">
                          <a:solidFill>
                            <a:schemeClr val="tx1"/>
                          </a:solidFill>
                        </a:rPr>
                        <a:t>-1</a:t>
                      </a:r>
                    </a:p>
                  </a:txBody>
                  <a:tcPr/>
                </a:tc>
                <a:tc>
                  <a:txBody>
                    <a:bodyPr/>
                    <a:lstStyle/>
                    <a:p>
                      <a:r>
                        <a:rPr lang="en-IN" dirty="0">
                          <a:solidFill>
                            <a:schemeClr val="tx1"/>
                          </a:solidFill>
                        </a:rPr>
                        <a:t>0</a:t>
                      </a:r>
                    </a:p>
                  </a:txBody>
                  <a:tcPr/>
                </a:tc>
                <a:tc>
                  <a:txBody>
                    <a:bodyPr/>
                    <a:lstStyle/>
                    <a:p>
                      <a:r>
                        <a:rPr lang="en-IN" dirty="0">
                          <a:solidFill>
                            <a:schemeClr val="tx1"/>
                          </a:solidFill>
                        </a:rPr>
                        <a:t>1</a:t>
                      </a:r>
                    </a:p>
                  </a:txBody>
                  <a:tcPr/>
                </a:tc>
                <a:tc>
                  <a:txBody>
                    <a:bodyPr/>
                    <a:lstStyle/>
                    <a:p>
                      <a:r>
                        <a:rPr lang="en-IN" b="0" dirty="0">
                          <a:solidFill>
                            <a:schemeClr val="tx1"/>
                          </a:solidFill>
                        </a:rPr>
                        <a:t>0</a:t>
                      </a:r>
                    </a:p>
                  </a:txBody>
                  <a:tcPr/>
                </a:tc>
                <a:tc>
                  <a:txBody>
                    <a:bodyPr/>
                    <a:lstStyle/>
                    <a:p>
                      <a:r>
                        <a:rPr lang="en-IN" dirty="0">
                          <a:solidFill>
                            <a:srgbClr val="FF0000"/>
                          </a:solidFill>
                        </a:rPr>
                        <a:t>3</a:t>
                      </a:r>
                    </a:p>
                  </a:txBody>
                  <a:tcPr/>
                </a:tc>
                <a:tc>
                  <a:txBody>
                    <a:bodyPr/>
                    <a:lstStyle/>
                    <a:p>
                      <a:r>
                        <a:rPr lang="en-IN" dirty="0"/>
                        <a:t>-1</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6" name="Table 30">
            <a:extLst>
              <a:ext uri="{FF2B5EF4-FFF2-40B4-BE49-F238E27FC236}">
                <a16:creationId xmlns:a16="http://schemas.microsoft.com/office/drawing/2014/main" id="{12A300B2-06C4-F89A-CAC6-F789C928860E}"/>
              </a:ext>
            </a:extLst>
          </p:cNvPr>
          <p:cNvGraphicFramePr>
            <a:graphicFrameLocks noGrp="1"/>
          </p:cNvGraphicFramePr>
          <p:nvPr/>
        </p:nvGraphicFramePr>
        <p:xfrm>
          <a:off x="6525811" y="5279702"/>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dirty="0"/>
                        <a:t>F</a:t>
                      </a:r>
                    </a:p>
                  </a:txBody>
                  <a:tcPr/>
                </a:tc>
                <a:tc>
                  <a:txBody>
                    <a:bodyPr/>
                    <a:lstStyle/>
                    <a:p>
                      <a:r>
                        <a:rPr lang="en-IN" dirty="0"/>
                        <a:t>F</a:t>
                      </a:r>
                    </a:p>
                  </a:txBody>
                  <a:tcPr/>
                </a:tc>
                <a:tc>
                  <a:txBody>
                    <a:bodyPr/>
                    <a:lstStyle/>
                    <a:p>
                      <a:r>
                        <a:rPr lang="en-IN" dirty="0"/>
                        <a:t>F</a:t>
                      </a:r>
                    </a:p>
                  </a:txBody>
                  <a:tcPr/>
                </a:tc>
                <a:tc>
                  <a:txBody>
                    <a:bodyPr/>
                    <a:lstStyle/>
                    <a:p>
                      <a:r>
                        <a:rPr lang="en-IN" dirty="0"/>
                        <a:t>F</a:t>
                      </a:r>
                    </a:p>
                  </a:txBody>
                  <a:tcPr/>
                </a:tc>
                <a:tc>
                  <a:txBody>
                    <a:bodyPr/>
                    <a:lstStyle/>
                    <a:p>
                      <a:r>
                        <a:rPr lang="en-IN" dirty="0"/>
                        <a:t>F</a:t>
                      </a:r>
                    </a:p>
                  </a:txBody>
                  <a:tcPr/>
                </a:tc>
                <a:tc>
                  <a:txBody>
                    <a:bodyPr/>
                    <a:lstStyle/>
                    <a:p>
                      <a:r>
                        <a:rPr lang="en-IN" dirty="0"/>
                        <a:t>F</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sp>
        <p:nvSpPr>
          <p:cNvPr id="37" name="TextBox 36">
            <a:extLst>
              <a:ext uri="{FF2B5EF4-FFF2-40B4-BE49-F238E27FC236}">
                <a16:creationId xmlns:a16="http://schemas.microsoft.com/office/drawing/2014/main" id="{A22D1001-7329-B480-6EC2-77C92471EDB6}"/>
              </a:ext>
            </a:extLst>
          </p:cNvPr>
          <p:cNvSpPr txBox="1"/>
          <p:nvPr/>
        </p:nvSpPr>
        <p:spPr>
          <a:xfrm>
            <a:off x="5892799" y="5215500"/>
            <a:ext cx="727144" cy="461665"/>
          </a:xfrm>
          <a:prstGeom prst="rect">
            <a:avLst/>
          </a:prstGeom>
          <a:noFill/>
        </p:spPr>
        <p:txBody>
          <a:bodyPr wrap="square" rtlCol="0">
            <a:spAutoFit/>
          </a:bodyPr>
          <a:lstStyle/>
          <a:p>
            <a:r>
              <a:rPr lang="en-IN" sz="2400" b="1" dirty="0">
                <a:solidFill>
                  <a:srgbClr val="FF0000"/>
                </a:solidFill>
              </a:rPr>
              <a:t>AP</a:t>
            </a:r>
          </a:p>
        </p:txBody>
      </p:sp>
      <p:sp>
        <p:nvSpPr>
          <p:cNvPr id="38" name="TextBox 37">
            <a:extLst>
              <a:ext uri="{FF2B5EF4-FFF2-40B4-BE49-F238E27FC236}">
                <a16:creationId xmlns:a16="http://schemas.microsoft.com/office/drawing/2014/main" id="{B2161F4F-8954-3216-799C-4739C2EC4E5A}"/>
              </a:ext>
            </a:extLst>
          </p:cNvPr>
          <p:cNvSpPr txBox="1"/>
          <p:nvPr/>
        </p:nvSpPr>
        <p:spPr>
          <a:xfrm>
            <a:off x="5926667" y="1184725"/>
            <a:ext cx="727144" cy="461665"/>
          </a:xfrm>
          <a:prstGeom prst="rect">
            <a:avLst/>
          </a:prstGeom>
          <a:noFill/>
        </p:spPr>
        <p:txBody>
          <a:bodyPr wrap="square" rtlCol="0">
            <a:spAutoFit/>
          </a:bodyPr>
          <a:lstStyle/>
          <a:p>
            <a:r>
              <a:rPr lang="en-IN" sz="2400" b="1" dirty="0">
                <a:solidFill>
                  <a:srgbClr val="FF0000"/>
                </a:solidFill>
              </a:rPr>
              <a:t>DT</a:t>
            </a:r>
          </a:p>
        </p:txBody>
      </p:sp>
      <p:sp>
        <p:nvSpPr>
          <p:cNvPr id="39" name="TextBox 38">
            <a:extLst>
              <a:ext uri="{FF2B5EF4-FFF2-40B4-BE49-F238E27FC236}">
                <a16:creationId xmlns:a16="http://schemas.microsoft.com/office/drawing/2014/main" id="{48DD2684-8A3A-5530-B0C3-8CCB9BE487F4}"/>
              </a:ext>
            </a:extLst>
          </p:cNvPr>
          <p:cNvSpPr txBox="1"/>
          <p:nvPr/>
        </p:nvSpPr>
        <p:spPr>
          <a:xfrm>
            <a:off x="5798667" y="2742063"/>
            <a:ext cx="727144" cy="461665"/>
          </a:xfrm>
          <a:prstGeom prst="rect">
            <a:avLst/>
          </a:prstGeom>
          <a:noFill/>
        </p:spPr>
        <p:txBody>
          <a:bodyPr wrap="square" rtlCol="0">
            <a:spAutoFit/>
          </a:bodyPr>
          <a:lstStyle/>
          <a:p>
            <a:r>
              <a:rPr lang="en-IN" sz="2400" b="1" dirty="0">
                <a:solidFill>
                  <a:srgbClr val="FF0000"/>
                </a:solidFill>
              </a:rPr>
              <a:t>LT</a:t>
            </a:r>
          </a:p>
        </p:txBody>
      </p:sp>
      <p:sp>
        <p:nvSpPr>
          <p:cNvPr id="40" name="TextBox 39">
            <a:extLst>
              <a:ext uri="{FF2B5EF4-FFF2-40B4-BE49-F238E27FC236}">
                <a16:creationId xmlns:a16="http://schemas.microsoft.com/office/drawing/2014/main" id="{68176EF7-B9ED-1B9A-33D2-0976CEABCF92}"/>
              </a:ext>
            </a:extLst>
          </p:cNvPr>
          <p:cNvSpPr txBox="1"/>
          <p:nvPr/>
        </p:nvSpPr>
        <p:spPr>
          <a:xfrm>
            <a:off x="5528733" y="4000183"/>
            <a:ext cx="1125078" cy="461665"/>
          </a:xfrm>
          <a:prstGeom prst="rect">
            <a:avLst/>
          </a:prstGeom>
          <a:noFill/>
        </p:spPr>
        <p:txBody>
          <a:bodyPr wrap="square" rtlCol="0">
            <a:spAutoFit/>
          </a:bodyPr>
          <a:lstStyle/>
          <a:p>
            <a:r>
              <a:rPr lang="en-IN" sz="2400" b="1" dirty="0">
                <a:solidFill>
                  <a:srgbClr val="FF0000"/>
                </a:solidFill>
              </a:rPr>
              <a:t>Parent</a:t>
            </a:r>
          </a:p>
        </p:txBody>
      </p:sp>
      <p:sp>
        <p:nvSpPr>
          <p:cNvPr id="46" name="TextBox 45">
            <a:extLst>
              <a:ext uri="{FF2B5EF4-FFF2-40B4-BE49-F238E27FC236}">
                <a16:creationId xmlns:a16="http://schemas.microsoft.com/office/drawing/2014/main" id="{CF5433F2-9016-FF81-AC04-EE3757575E7C}"/>
              </a:ext>
            </a:extLst>
          </p:cNvPr>
          <p:cNvSpPr txBox="1"/>
          <p:nvPr/>
        </p:nvSpPr>
        <p:spPr>
          <a:xfrm>
            <a:off x="1670906" y="1423478"/>
            <a:ext cx="682828" cy="461665"/>
          </a:xfrm>
          <a:prstGeom prst="rect">
            <a:avLst/>
          </a:prstGeom>
          <a:noFill/>
        </p:spPr>
        <p:txBody>
          <a:bodyPr wrap="square" rtlCol="0">
            <a:spAutoFit/>
          </a:bodyPr>
          <a:lstStyle/>
          <a:p>
            <a:r>
              <a:rPr lang="en-IN" sz="2400" b="1" dirty="0"/>
              <a:t>C=2</a:t>
            </a:r>
          </a:p>
        </p:txBody>
      </p:sp>
      <p:sp>
        <p:nvSpPr>
          <p:cNvPr id="47" name="TextBox 46">
            <a:extLst>
              <a:ext uri="{FF2B5EF4-FFF2-40B4-BE49-F238E27FC236}">
                <a16:creationId xmlns:a16="http://schemas.microsoft.com/office/drawing/2014/main" id="{1346C774-A701-55B7-96B4-D9EEF71AEB88}"/>
              </a:ext>
            </a:extLst>
          </p:cNvPr>
          <p:cNvSpPr txBox="1"/>
          <p:nvPr/>
        </p:nvSpPr>
        <p:spPr>
          <a:xfrm>
            <a:off x="0" y="741345"/>
            <a:ext cx="5003799" cy="461665"/>
          </a:xfrm>
          <a:prstGeom prst="rect">
            <a:avLst/>
          </a:prstGeom>
          <a:noFill/>
        </p:spPr>
        <p:txBody>
          <a:bodyPr wrap="square" rtlCol="0">
            <a:spAutoFit/>
          </a:bodyPr>
          <a:lstStyle/>
          <a:p>
            <a:r>
              <a:rPr lang="en-IN" sz="2400" b="1" dirty="0">
                <a:solidFill>
                  <a:srgbClr val="FF0000"/>
                </a:solidFill>
              </a:rPr>
              <a:t>Time =5 </a:t>
            </a:r>
          </a:p>
        </p:txBody>
      </p:sp>
      <p:cxnSp>
        <p:nvCxnSpPr>
          <p:cNvPr id="9" name="Straight Connector 8">
            <a:extLst>
              <a:ext uri="{FF2B5EF4-FFF2-40B4-BE49-F238E27FC236}">
                <a16:creationId xmlns:a16="http://schemas.microsoft.com/office/drawing/2014/main" id="{79C7AB70-A857-53E7-167F-9B6ADACCAB62}"/>
              </a:ext>
            </a:extLst>
          </p:cNvPr>
          <p:cNvCxnSpPr>
            <a:cxnSpLocks/>
          </p:cNvCxnSpPr>
          <p:nvPr/>
        </p:nvCxnSpPr>
        <p:spPr>
          <a:xfrm flipH="1">
            <a:off x="2868218" y="1627030"/>
            <a:ext cx="1397000" cy="472173"/>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5F20C0F-AABC-77CA-3E7E-0F2524E7F2B8}"/>
              </a:ext>
            </a:extLst>
          </p:cNvPr>
          <p:cNvSpPr txBox="1"/>
          <p:nvPr/>
        </p:nvSpPr>
        <p:spPr>
          <a:xfrm>
            <a:off x="4708952" y="862622"/>
            <a:ext cx="682828" cy="461665"/>
          </a:xfrm>
          <a:prstGeom prst="rect">
            <a:avLst/>
          </a:prstGeom>
          <a:noFill/>
        </p:spPr>
        <p:txBody>
          <a:bodyPr wrap="square" rtlCol="0">
            <a:spAutoFit/>
          </a:bodyPr>
          <a:lstStyle/>
          <a:p>
            <a:r>
              <a:rPr lang="en-IN" sz="2400" b="1" dirty="0"/>
              <a:t>C=1</a:t>
            </a:r>
          </a:p>
        </p:txBody>
      </p:sp>
      <p:sp>
        <p:nvSpPr>
          <p:cNvPr id="11" name="TextBox 10">
            <a:extLst>
              <a:ext uri="{FF2B5EF4-FFF2-40B4-BE49-F238E27FC236}">
                <a16:creationId xmlns:a16="http://schemas.microsoft.com/office/drawing/2014/main" id="{18516D89-DBFA-CF8E-CA28-822B60879054}"/>
              </a:ext>
            </a:extLst>
          </p:cNvPr>
          <p:cNvSpPr txBox="1"/>
          <p:nvPr/>
        </p:nvSpPr>
        <p:spPr>
          <a:xfrm>
            <a:off x="4603119" y="2044643"/>
            <a:ext cx="682828" cy="461665"/>
          </a:xfrm>
          <a:prstGeom prst="rect">
            <a:avLst/>
          </a:prstGeom>
          <a:noFill/>
        </p:spPr>
        <p:txBody>
          <a:bodyPr wrap="square" rtlCol="0">
            <a:spAutoFit/>
          </a:bodyPr>
          <a:lstStyle/>
          <a:p>
            <a:r>
              <a:rPr lang="en-IN" sz="2400" b="1" dirty="0"/>
              <a:t>C=1</a:t>
            </a:r>
          </a:p>
        </p:txBody>
      </p:sp>
      <p:cxnSp>
        <p:nvCxnSpPr>
          <p:cNvPr id="13" name="Straight Connector 12">
            <a:extLst>
              <a:ext uri="{FF2B5EF4-FFF2-40B4-BE49-F238E27FC236}">
                <a16:creationId xmlns:a16="http://schemas.microsoft.com/office/drawing/2014/main" id="{2345904B-FB1D-BF38-71CC-6D9164EB7614}"/>
              </a:ext>
            </a:extLst>
          </p:cNvPr>
          <p:cNvCxnSpPr>
            <a:cxnSpLocks/>
          </p:cNvCxnSpPr>
          <p:nvPr/>
        </p:nvCxnSpPr>
        <p:spPr>
          <a:xfrm flipV="1">
            <a:off x="4679571" y="1734002"/>
            <a:ext cx="68239" cy="743754"/>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852631E-B97C-1393-DA5F-5290321C617A}"/>
              </a:ext>
            </a:extLst>
          </p:cNvPr>
          <p:cNvCxnSpPr>
            <a:cxnSpLocks/>
            <a:endCxn id="6" idx="2"/>
          </p:cNvCxnSpPr>
          <p:nvPr/>
        </p:nvCxnSpPr>
        <p:spPr>
          <a:xfrm>
            <a:off x="2597285" y="2404532"/>
            <a:ext cx="1551382" cy="287867"/>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1C42F3B-4797-3358-96BA-A5DECE6AE73C}"/>
              </a:ext>
            </a:extLst>
          </p:cNvPr>
          <p:cNvSpPr txBox="1"/>
          <p:nvPr/>
        </p:nvSpPr>
        <p:spPr>
          <a:xfrm>
            <a:off x="2713837" y="2573509"/>
            <a:ext cx="1447800" cy="400110"/>
          </a:xfrm>
          <a:prstGeom prst="rect">
            <a:avLst/>
          </a:prstGeom>
          <a:noFill/>
        </p:spPr>
        <p:txBody>
          <a:bodyPr wrap="square" rtlCol="0">
            <a:spAutoFit/>
          </a:bodyPr>
          <a:lstStyle/>
          <a:p>
            <a:r>
              <a:rPr lang="en-IN" sz="2000" dirty="0"/>
              <a:t>Back Edge</a:t>
            </a:r>
          </a:p>
        </p:txBody>
      </p:sp>
      <p:sp>
        <p:nvSpPr>
          <p:cNvPr id="2" name="TextBox 1">
            <a:extLst>
              <a:ext uri="{FF2B5EF4-FFF2-40B4-BE49-F238E27FC236}">
                <a16:creationId xmlns:a16="http://schemas.microsoft.com/office/drawing/2014/main" id="{DB74FAF4-517C-8BB7-1C21-07FD442B6F53}"/>
              </a:ext>
            </a:extLst>
          </p:cNvPr>
          <p:cNvSpPr txBox="1"/>
          <p:nvPr/>
        </p:nvSpPr>
        <p:spPr>
          <a:xfrm>
            <a:off x="724395" y="2624667"/>
            <a:ext cx="900440" cy="461665"/>
          </a:xfrm>
          <a:prstGeom prst="rect">
            <a:avLst/>
          </a:prstGeom>
          <a:noFill/>
        </p:spPr>
        <p:txBody>
          <a:bodyPr wrap="square" rtlCol="0">
            <a:spAutoFit/>
          </a:bodyPr>
          <a:lstStyle/>
          <a:p>
            <a:r>
              <a:rPr lang="en-IN" sz="2400" b="1" dirty="0"/>
              <a:t>C=1</a:t>
            </a:r>
          </a:p>
        </p:txBody>
      </p:sp>
      <p:sp>
        <p:nvSpPr>
          <p:cNvPr id="17" name="TextBox 16">
            <a:extLst>
              <a:ext uri="{FF2B5EF4-FFF2-40B4-BE49-F238E27FC236}">
                <a16:creationId xmlns:a16="http://schemas.microsoft.com/office/drawing/2014/main" id="{CEFE68F2-1344-CF83-CDA3-D00F755DA516}"/>
              </a:ext>
            </a:extLst>
          </p:cNvPr>
          <p:cNvSpPr txBox="1"/>
          <p:nvPr/>
        </p:nvSpPr>
        <p:spPr>
          <a:xfrm>
            <a:off x="383859" y="3656343"/>
            <a:ext cx="795867" cy="461665"/>
          </a:xfrm>
          <a:prstGeom prst="rect">
            <a:avLst/>
          </a:prstGeom>
          <a:noFill/>
        </p:spPr>
        <p:txBody>
          <a:bodyPr wrap="square" rtlCol="0">
            <a:spAutoFit/>
          </a:bodyPr>
          <a:lstStyle/>
          <a:p>
            <a:r>
              <a:rPr lang="en-IN" sz="2400" b="1" dirty="0"/>
              <a:t>C=0</a:t>
            </a:r>
          </a:p>
        </p:txBody>
      </p:sp>
      <p:sp>
        <p:nvSpPr>
          <p:cNvPr id="19" name="TextBox 18">
            <a:extLst>
              <a:ext uri="{FF2B5EF4-FFF2-40B4-BE49-F238E27FC236}">
                <a16:creationId xmlns:a16="http://schemas.microsoft.com/office/drawing/2014/main" id="{FD47430A-2668-765D-D21C-ABD81DA91556}"/>
              </a:ext>
            </a:extLst>
          </p:cNvPr>
          <p:cNvSpPr txBox="1"/>
          <p:nvPr/>
        </p:nvSpPr>
        <p:spPr>
          <a:xfrm>
            <a:off x="889000" y="4546995"/>
            <a:ext cx="5003799" cy="1938992"/>
          </a:xfrm>
          <a:prstGeom prst="rect">
            <a:avLst/>
          </a:prstGeom>
          <a:noFill/>
        </p:spPr>
        <p:txBody>
          <a:bodyPr wrap="square" rtlCol="0">
            <a:spAutoFit/>
          </a:bodyPr>
          <a:lstStyle/>
          <a:p>
            <a:r>
              <a:rPr lang="en-IN" sz="2400" b="1" dirty="0">
                <a:solidFill>
                  <a:srgbClr val="FF0000"/>
                </a:solidFill>
              </a:rPr>
              <a:t>4 is not an AP</a:t>
            </a:r>
          </a:p>
          <a:p>
            <a:r>
              <a:rPr lang="en-IN" sz="2400" b="1" dirty="0">
                <a:solidFill>
                  <a:srgbClr val="FF0000"/>
                </a:solidFill>
              </a:rPr>
              <a:t>Backtrack of 4 to 3</a:t>
            </a:r>
          </a:p>
          <a:p>
            <a:endParaRPr lang="en-IN" sz="2400" b="1" dirty="0">
              <a:solidFill>
                <a:srgbClr val="FF0000"/>
              </a:solidFill>
            </a:endParaRPr>
          </a:p>
          <a:p>
            <a:endParaRPr lang="en-IN" sz="2400" b="1" dirty="0">
              <a:solidFill>
                <a:srgbClr val="FF0000"/>
              </a:solidFill>
            </a:endParaRPr>
          </a:p>
          <a:p>
            <a:endParaRPr lang="en-IN" sz="2400" b="1" dirty="0">
              <a:solidFill>
                <a:srgbClr val="FF0000"/>
              </a:solidFill>
            </a:endParaRPr>
          </a:p>
        </p:txBody>
      </p:sp>
    </p:spTree>
    <p:extLst>
      <p:ext uri="{BB962C8B-B14F-4D97-AF65-F5344CB8AC3E}">
        <p14:creationId xmlns:p14="http://schemas.microsoft.com/office/powerpoint/2010/main" val="158129441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AB8BFD-5C1F-445C-8050-CE8F451E95B0}"/>
              </a:ext>
            </a:extLst>
          </p:cNvPr>
          <p:cNvSpPr txBox="1"/>
          <p:nvPr/>
        </p:nvSpPr>
        <p:spPr>
          <a:xfrm>
            <a:off x="635000" y="0"/>
            <a:ext cx="10515599" cy="730291"/>
          </a:xfrm>
          <a:prstGeom prst="rect">
            <a:avLst/>
          </a:prstGeom>
        </p:spPr>
        <p:txBody>
          <a:bodyPr vert="horz" lIns="91440" tIns="45720" rIns="91440" bIns="45720" rtlCol="0" anchor="b">
            <a:normAutofit fontScale="92500" lnSpcReduction="10000"/>
          </a:bodyPr>
          <a:lstStyle/>
          <a:p>
            <a:pPr lvl="0" algn="ctr"/>
            <a:r>
              <a:rPr lang="en-US" sz="4800" dirty="0">
                <a:solidFill>
                  <a:schemeClr val="bg1"/>
                </a:solidFill>
                <a:latin typeface="Times New Roman" panose="02020603050405020304" pitchFamily="18" charset="0"/>
                <a:cs typeface="Times New Roman" panose="02020603050405020304" pitchFamily="18" charset="0"/>
              </a:rPr>
              <a:t>Algorithm on Example</a:t>
            </a:r>
          </a:p>
        </p:txBody>
      </p:sp>
      <p:sp>
        <p:nvSpPr>
          <p:cNvPr id="4" name="Oval 3">
            <a:extLst>
              <a:ext uri="{FF2B5EF4-FFF2-40B4-BE49-F238E27FC236}">
                <a16:creationId xmlns:a16="http://schemas.microsoft.com/office/drawing/2014/main" id="{D1821021-BB21-7736-5D44-28091022EDE7}"/>
              </a:ext>
            </a:extLst>
          </p:cNvPr>
          <p:cNvSpPr/>
          <p:nvPr/>
        </p:nvSpPr>
        <p:spPr>
          <a:xfrm>
            <a:off x="4148666" y="1135611"/>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a:t>
            </a:r>
          </a:p>
        </p:txBody>
      </p:sp>
      <p:sp>
        <p:nvSpPr>
          <p:cNvPr id="5" name="Oval 4">
            <a:extLst>
              <a:ext uri="{FF2B5EF4-FFF2-40B4-BE49-F238E27FC236}">
                <a16:creationId xmlns:a16="http://schemas.microsoft.com/office/drawing/2014/main" id="{BF0ECCAA-9F57-0EF8-1E73-52168BBDAB43}"/>
              </a:ext>
            </a:extLst>
          </p:cNvPr>
          <p:cNvSpPr/>
          <p:nvPr/>
        </p:nvSpPr>
        <p:spPr>
          <a:xfrm>
            <a:off x="2082800" y="1828800"/>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0</a:t>
            </a:r>
          </a:p>
        </p:txBody>
      </p:sp>
      <p:sp>
        <p:nvSpPr>
          <p:cNvPr id="6" name="Oval 5">
            <a:extLst>
              <a:ext uri="{FF2B5EF4-FFF2-40B4-BE49-F238E27FC236}">
                <a16:creationId xmlns:a16="http://schemas.microsoft.com/office/drawing/2014/main" id="{B7BD9409-61B6-7F00-716E-95869A641E27}"/>
              </a:ext>
            </a:extLst>
          </p:cNvPr>
          <p:cNvSpPr/>
          <p:nvPr/>
        </p:nvSpPr>
        <p:spPr>
          <a:xfrm>
            <a:off x="4148667" y="2404532"/>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a:t>
            </a:r>
          </a:p>
        </p:txBody>
      </p:sp>
      <p:sp>
        <p:nvSpPr>
          <p:cNvPr id="7" name="Oval 6">
            <a:extLst>
              <a:ext uri="{FF2B5EF4-FFF2-40B4-BE49-F238E27FC236}">
                <a16:creationId xmlns:a16="http://schemas.microsoft.com/office/drawing/2014/main" id="{3B7FFA91-A20C-C438-8454-E221600AB24C}"/>
              </a:ext>
            </a:extLst>
          </p:cNvPr>
          <p:cNvSpPr/>
          <p:nvPr/>
        </p:nvSpPr>
        <p:spPr>
          <a:xfrm>
            <a:off x="1286933" y="2692398"/>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3</a:t>
            </a:r>
          </a:p>
        </p:txBody>
      </p:sp>
      <p:sp>
        <p:nvSpPr>
          <p:cNvPr id="8" name="Oval 7">
            <a:extLst>
              <a:ext uri="{FF2B5EF4-FFF2-40B4-BE49-F238E27FC236}">
                <a16:creationId xmlns:a16="http://schemas.microsoft.com/office/drawing/2014/main" id="{222D97F3-E380-5D1E-C845-C32472FFA81E}"/>
              </a:ext>
            </a:extLst>
          </p:cNvPr>
          <p:cNvSpPr/>
          <p:nvPr/>
        </p:nvSpPr>
        <p:spPr>
          <a:xfrm>
            <a:off x="888999" y="3589869"/>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4</a:t>
            </a:r>
          </a:p>
        </p:txBody>
      </p:sp>
      <p:cxnSp>
        <p:nvCxnSpPr>
          <p:cNvPr id="10" name="Straight Connector 9">
            <a:extLst>
              <a:ext uri="{FF2B5EF4-FFF2-40B4-BE49-F238E27FC236}">
                <a16:creationId xmlns:a16="http://schemas.microsoft.com/office/drawing/2014/main" id="{09A58623-EF58-16E4-FFB5-09B3EA357A30}"/>
              </a:ext>
            </a:extLst>
          </p:cNvPr>
          <p:cNvCxnSpPr>
            <a:cxnSpLocks/>
            <a:stCxn id="5" idx="7"/>
            <a:endCxn id="4" idx="2"/>
          </p:cNvCxnSpPr>
          <p:nvPr/>
        </p:nvCxnSpPr>
        <p:spPr>
          <a:xfrm flipV="1">
            <a:off x="2762115" y="1423478"/>
            <a:ext cx="1386551" cy="489636"/>
          </a:xfrm>
          <a:prstGeom prst="line">
            <a:avLst/>
          </a:prstGeom>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20EA87AD-BE73-2BA4-79F7-884E66560162}"/>
              </a:ext>
            </a:extLst>
          </p:cNvPr>
          <p:cNvSpPr/>
          <p:nvPr/>
        </p:nvSpPr>
        <p:spPr>
          <a:xfrm>
            <a:off x="2480733" y="3589869"/>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5</a:t>
            </a:r>
          </a:p>
        </p:txBody>
      </p:sp>
      <p:cxnSp>
        <p:nvCxnSpPr>
          <p:cNvPr id="16" name="Straight Connector 15">
            <a:extLst>
              <a:ext uri="{FF2B5EF4-FFF2-40B4-BE49-F238E27FC236}">
                <a16:creationId xmlns:a16="http://schemas.microsoft.com/office/drawing/2014/main" id="{47DA8A62-16C5-7009-4647-4E916F109703}"/>
              </a:ext>
            </a:extLst>
          </p:cNvPr>
          <p:cNvCxnSpPr>
            <a:stCxn id="4" idx="4"/>
            <a:endCxn id="6" idx="0"/>
          </p:cNvCxnSpPr>
          <p:nvPr/>
        </p:nvCxnSpPr>
        <p:spPr>
          <a:xfrm>
            <a:off x="4546600" y="1711344"/>
            <a:ext cx="1" cy="6931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5A191AB-B741-5493-8A1B-31838AAC0A0E}"/>
              </a:ext>
            </a:extLst>
          </p:cNvPr>
          <p:cNvCxnSpPr>
            <a:cxnSpLocks/>
            <a:stCxn id="5" idx="5"/>
            <a:endCxn id="6" idx="1"/>
          </p:cNvCxnSpPr>
          <p:nvPr/>
        </p:nvCxnSpPr>
        <p:spPr>
          <a:xfrm>
            <a:off x="2762115" y="2320219"/>
            <a:ext cx="1503104" cy="1686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C221A88-AF58-32D1-12A8-E28053406E1C}"/>
              </a:ext>
            </a:extLst>
          </p:cNvPr>
          <p:cNvCxnSpPr>
            <a:stCxn id="5" idx="3"/>
          </p:cNvCxnSpPr>
          <p:nvPr/>
        </p:nvCxnSpPr>
        <p:spPr>
          <a:xfrm flipH="1">
            <a:off x="1828800" y="2320219"/>
            <a:ext cx="370552" cy="37217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51D4063-6D61-CAC3-AED3-5E9186548837}"/>
              </a:ext>
            </a:extLst>
          </p:cNvPr>
          <p:cNvCxnSpPr>
            <a:endCxn id="8" idx="0"/>
          </p:cNvCxnSpPr>
          <p:nvPr/>
        </p:nvCxnSpPr>
        <p:spPr>
          <a:xfrm flipH="1">
            <a:off x="1286933" y="3268131"/>
            <a:ext cx="254000" cy="321738"/>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F138662-0895-1814-1567-7A18FC0A2FDC}"/>
              </a:ext>
            </a:extLst>
          </p:cNvPr>
          <p:cNvCxnSpPr>
            <a:cxnSpLocks/>
            <a:stCxn id="7" idx="5"/>
            <a:endCxn id="14" idx="1"/>
          </p:cNvCxnSpPr>
          <p:nvPr/>
        </p:nvCxnSpPr>
        <p:spPr>
          <a:xfrm>
            <a:off x="1966248" y="3183817"/>
            <a:ext cx="631037" cy="490366"/>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0" name="Table 30">
            <a:extLst>
              <a:ext uri="{FF2B5EF4-FFF2-40B4-BE49-F238E27FC236}">
                <a16:creationId xmlns:a16="http://schemas.microsoft.com/office/drawing/2014/main" id="{4837F24E-408A-273C-474D-F810E5F92BBF}"/>
              </a:ext>
            </a:extLst>
          </p:cNvPr>
          <p:cNvGraphicFramePr>
            <a:graphicFrameLocks noGrp="1"/>
          </p:cNvGraphicFramePr>
          <p:nvPr>
            <p:extLst>
              <p:ext uri="{D42A27DB-BD31-4B8C-83A1-F6EECF244321}">
                <p14:modId xmlns:p14="http://schemas.microsoft.com/office/powerpoint/2010/main" val="3499707237"/>
              </p:ext>
            </p:extLst>
          </p:nvPr>
        </p:nvGraphicFramePr>
        <p:xfrm>
          <a:off x="6525811" y="1388533"/>
          <a:ext cx="4624788" cy="73660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189765">
                <a:tc>
                  <a:txBody>
                    <a:bodyPr/>
                    <a:lstStyle/>
                    <a:p>
                      <a:r>
                        <a:rPr lang="en-IN" b="0" dirty="0">
                          <a:solidFill>
                            <a:schemeClr val="tx1"/>
                          </a:solidFill>
                        </a:rPr>
                        <a:t>0</a:t>
                      </a:r>
                    </a:p>
                  </a:txBody>
                  <a:tcPr/>
                </a:tc>
                <a:tc>
                  <a:txBody>
                    <a:bodyPr/>
                    <a:lstStyle/>
                    <a:p>
                      <a:r>
                        <a:rPr lang="en-IN" dirty="0">
                          <a:solidFill>
                            <a:schemeClr val="tx1"/>
                          </a:solidFill>
                        </a:rPr>
                        <a:t>1</a:t>
                      </a:r>
                    </a:p>
                  </a:txBody>
                  <a:tcPr/>
                </a:tc>
                <a:tc>
                  <a:txBody>
                    <a:bodyPr/>
                    <a:lstStyle/>
                    <a:p>
                      <a:r>
                        <a:rPr lang="en-IN" dirty="0">
                          <a:solidFill>
                            <a:schemeClr val="tx1"/>
                          </a:solidFill>
                        </a:rPr>
                        <a:t>2</a:t>
                      </a:r>
                    </a:p>
                  </a:txBody>
                  <a:tcPr/>
                </a:tc>
                <a:tc>
                  <a:txBody>
                    <a:bodyPr/>
                    <a:lstStyle/>
                    <a:p>
                      <a:r>
                        <a:rPr lang="en-IN" dirty="0">
                          <a:solidFill>
                            <a:schemeClr val="tx1"/>
                          </a:solidFill>
                        </a:rPr>
                        <a:t>3</a:t>
                      </a:r>
                    </a:p>
                  </a:txBody>
                  <a:tcPr/>
                </a:tc>
                <a:tc>
                  <a:txBody>
                    <a:bodyPr/>
                    <a:lstStyle/>
                    <a:p>
                      <a:r>
                        <a:rPr lang="en-IN" dirty="0">
                          <a:solidFill>
                            <a:schemeClr val="tx1"/>
                          </a:solidFill>
                        </a:rPr>
                        <a:t>4</a:t>
                      </a:r>
                    </a:p>
                  </a:txBody>
                  <a:tcPr/>
                </a:tc>
                <a:tc>
                  <a:txBody>
                    <a:bodyPr/>
                    <a:lstStyle/>
                    <a:p>
                      <a:r>
                        <a:rPr lang="en-IN" dirty="0"/>
                        <a:t>-1</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4" name="Table 30">
            <a:extLst>
              <a:ext uri="{FF2B5EF4-FFF2-40B4-BE49-F238E27FC236}">
                <a16:creationId xmlns:a16="http://schemas.microsoft.com/office/drawing/2014/main" id="{709B6A5F-F912-F803-2CEA-A779E035C599}"/>
              </a:ext>
            </a:extLst>
          </p:cNvPr>
          <p:cNvGraphicFramePr>
            <a:graphicFrameLocks noGrp="1"/>
          </p:cNvGraphicFramePr>
          <p:nvPr>
            <p:extLst>
              <p:ext uri="{D42A27DB-BD31-4B8C-83A1-F6EECF244321}">
                <p14:modId xmlns:p14="http://schemas.microsoft.com/office/powerpoint/2010/main" val="4084533124"/>
              </p:ext>
            </p:extLst>
          </p:nvPr>
        </p:nvGraphicFramePr>
        <p:xfrm>
          <a:off x="6525811" y="2692398"/>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b="0" dirty="0">
                          <a:solidFill>
                            <a:schemeClr val="tx1"/>
                          </a:solidFill>
                        </a:rPr>
                        <a:t>0</a:t>
                      </a:r>
                    </a:p>
                  </a:txBody>
                  <a:tcPr/>
                </a:tc>
                <a:tc>
                  <a:txBody>
                    <a:bodyPr/>
                    <a:lstStyle/>
                    <a:p>
                      <a:r>
                        <a:rPr lang="en-IN" dirty="0">
                          <a:solidFill>
                            <a:schemeClr val="tx1"/>
                          </a:solidFill>
                        </a:rPr>
                        <a:t>0</a:t>
                      </a:r>
                    </a:p>
                  </a:txBody>
                  <a:tcPr/>
                </a:tc>
                <a:tc>
                  <a:txBody>
                    <a:bodyPr/>
                    <a:lstStyle/>
                    <a:p>
                      <a:r>
                        <a:rPr lang="en-IN" dirty="0">
                          <a:solidFill>
                            <a:schemeClr val="tx1"/>
                          </a:solidFill>
                        </a:rPr>
                        <a:t>0</a:t>
                      </a:r>
                    </a:p>
                  </a:txBody>
                  <a:tcPr/>
                </a:tc>
                <a:tc>
                  <a:txBody>
                    <a:bodyPr/>
                    <a:lstStyle/>
                    <a:p>
                      <a:r>
                        <a:rPr lang="en-IN" b="0" dirty="0">
                          <a:solidFill>
                            <a:schemeClr val="tx1"/>
                          </a:solidFill>
                        </a:rPr>
                        <a:t>3</a:t>
                      </a:r>
                    </a:p>
                  </a:txBody>
                  <a:tcPr/>
                </a:tc>
                <a:tc>
                  <a:txBody>
                    <a:bodyPr/>
                    <a:lstStyle/>
                    <a:p>
                      <a:r>
                        <a:rPr lang="en-IN" dirty="0">
                          <a:solidFill>
                            <a:schemeClr val="tx1"/>
                          </a:solidFill>
                        </a:rPr>
                        <a:t>4</a:t>
                      </a:r>
                    </a:p>
                  </a:txBody>
                  <a:tcPr/>
                </a:tc>
                <a:tc>
                  <a:txBody>
                    <a:bodyPr/>
                    <a:lstStyle/>
                    <a:p>
                      <a:r>
                        <a:rPr lang="en-IN" dirty="0"/>
                        <a:t>-1</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5" name="Table 30">
            <a:extLst>
              <a:ext uri="{FF2B5EF4-FFF2-40B4-BE49-F238E27FC236}">
                <a16:creationId xmlns:a16="http://schemas.microsoft.com/office/drawing/2014/main" id="{DA5B8367-879C-BAC0-7627-684D5E3C8B0A}"/>
              </a:ext>
            </a:extLst>
          </p:cNvPr>
          <p:cNvGraphicFramePr>
            <a:graphicFrameLocks noGrp="1"/>
          </p:cNvGraphicFramePr>
          <p:nvPr>
            <p:extLst>
              <p:ext uri="{D42A27DB-BD31-4B8C-83A1-F6EECF244321}">
                <p14:modId xmlns:p14="http://schemas.microsoft.com/office/powerpoint/2010/main" val="2364294802"/>
              </p:ext>
            </p:extLst>
          </p:nvPr>
        </p:nvGraphicFramePr>
        <p:xfrm>
          <a:off x="6525811" y="3986050"/>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dirty="0">
                          <a:solidFill>
                            <a:schemeClr val="tx1"/>
                          </a:solidFill>
                        </a:rPr>
                        <a:t>-1</a:t>
                      </a:r>
                    </a:p>
                  </a:txBody>
                  <a:tcPr/>
                </a:tc>
                <a:tc>
                  <a:txBody>
                    <a:bodyPr/>
                    <a:lstStyle/>
                    <a:p>
                      <a:r>
                        <a:rPr lang="en-IN" dirty="0">
                          <a:solidFill>
                            <a:schemeClr val="tx1"/>
                          </a:solidFill>
                        </a:rPr>
                        <a:t>0</a:t>
                      </a:r>
                    </a:p>
                  </a:txBody>
                  <a:tcPr/>
                </a:tc>
                <a:tc>
                  <a:txBody>
                    <a:bodyPr/>
                    <a:lstStyle/>
                    <a:p>
                      <a:r>
                        <a:rPr lang="en-IN" dirty="0">
                          <a:solidFill>
                            <a:schemeClr val="tx1"/>
                          </a:solidFill>
                        </a:rPr>
                        <a:t>1</a:t>
                      </a:r>
                    </a:p>
                  </a:txBody>
                  <a:tcPr/>
                </a:tc>
                <a:tc>
                  <a:txBody>
                    <a:bodyPr/>
                    <a:lstStyle/>
                    <a:p>
                      <a:r>
                        <a:rPr lang="en-IN" b="0" dirty="0">
                          <a:solidFill>
                            <a:schemeClr val="tx1"/>
                          </a:solidFill>
                        </a:rPr>
                        <a:t>0</a:t>
                      </a:r>
                    </a:p>
                  </a:txBody>
                  <a:tcPr/>
                </a:tc>
                <a:tc>
                  <a:txBody>
                    <a:bodyPr/>
                    <a:lstStyle/>
                    <a:p>
                      <a:r>
                        <a:rPr lang="en-IN" b="0" dirty="0">
                          <a:solidFill>
                            <a:schemeClr val="tx1"/>
                          </a:solidFill>
                        </a:rPr>
                        <a:t>3</a:t>
                      </a:r>
                    </a:p>
                  </a:txBody>
                  <a:tcPr/>
                </a:tc>
                <a:tc>
                  <a:txBody>
                    <a:bodyPr/>
                    <a:lstStyle/>
                    <a:p>
                      <a:r>
                        <a:rPr lang="en-IN" dirty="0"/>
                        <a:t>-1</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6" name="Table 30">
            <a:extLst>
              <a:ext uri="{FF2B5EF4-FFF2-40B4-BE49-F238E27FC236}">
                <a16:creationId xmlns:a16="http://schemas.microsoft.com/office/drawing/2014/main" id="{12A300B2-06C4-F89A-CAC6-F789C928860E}"/>
              </a:ext>
            </a:extLst>
          </p:cNvPr>
          <p:cNvGraphicFramePr>
            <a:graphicFrameLocks noGrp="1"/>
          </p:cNvGraphicFramePr>
          <p:nvPr>
            <p:extLst>
              <p:ext uri="{D42A27DB-BD31-4B8C-83A1-F6EECF244321}">
                <p14:modId xmlns:p14="http://schemas.microsoft.com/office/powerpoint/2010/main" val="4240149673"/>
              </p:ext>
            </p:extLst>
          </p:nvPr>
        </p:nvGraphicFramePr>
        <p:xfrm>
          <a:off x="6525811" y="5279702"/>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839526">
                  <a:extLst>
                    <a:ext uri="{9D8B030D-6E8A-4147-A177-3AD203B41FA5}">
                      <a16:colId xmlns:a16="http://schemas.microsoft.com/office/drawing/2014/main" val="3228269669"/>
                    </a:ext>
                  </a:extLst>
                </a:gridCol>
                <a:gridCol w="702070">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dirty="0"/>
                        <a:t>F</a:t>
                      </a:r>
                    </a:p>
                  </a:txBody>
                  <a:tcPr/>
                </a:tc>
                <a:tc>
                  <a:txBody>
                    <a:bodyPr/>
                    <a:lstStyle/>
                    <a:p>
                      <a:r>
                        <a:rPr lang="en-IN" dirty="0"/>
                        <a:t>F</a:t>
                      </a:r>
                    </a:p>
                  </a:txBody>
                  <a:tcPr/>
                </a:tc>
                <a:tc>
                  <a:txBody>
                    <a:bodyPr/>
                    <a:lstStyle/>
                    <a:p>
                      <a:r>
                        <a:rPr lang="en-IN" dirty="0"/>
                        <a:t>F</a:t>
                      </a:r>
                    </a:p>
                  </a:txBody>
                  <a:tcPr/>
                </a:tc>
                <a:tc>
                  <a:txBody>
                    <a:bodyPr/>
                    <a:lstStyle/>
                    <a:p>
                      <a:r>
                        <a:rPr lang="en-IN" dirty="0">
                          <a:solidFill>
                            <a:srgbClr val="FF0000"/>
                          </a:solidFill>
                        </a:rPr>
                        <a:t>T</a:t>
                      </a:r>
                    </a:p>
                  </a:txBody>
                  <a:tcPr/>
                </a:tc>
                <a:tc>
                  <a:txBody>
                    <a:bodyPr/>
                    <a:lstStyle/>
                    <a:p>
                      <a:r>
                        <a:rPr lang="en-IN" dirty="0"/>
                        <a:t>F</a:t>
                      </a:r>
                    </a:p>
                  </a:txBody>
                  <a:tcPr/>
                </a:tc>
                <a:tc>
                  <a:txBody>
                    <a:bodyPr/>
                    <a:lstStyle/>
                    <a:p>
                      <a:r>
                        <a:rPr lang="en-IN" dirty="0"/>
                        <a:t>F</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sp>
        <p:nvSpPr>
          <p:cNvPr id="37" name="TextBox 36">
            <a:extLst>
              <a:ext uri="{FF2B5EF4-FFF2-40B4-BE49-F238E27FC236}">
                <a16:creationId xmlns:a16="http://schemas.microsoft.com/office/drawing/2014/main" id="{A22D1001-7329-B480-6EC2-77C92471EDB6}"/>
              </a:ext>
            </a:extLst>
          </p:cNvPr>
          <p:cNvSpPr txBox="1"/>
          <p:nvPr/>
        </p:nvSpPr>
        <p:spPr>
          <a:xfrm>
            <a:off x="5892799" y="5215500"/>
            <a:ext cx="727144" cy="461665"/>
          </a:xfrm>
          <a:prstGeom prst="rect">
            <a:avLst/>
          </a:prstGeom>
          <a:noFill/>
        </p:spPr>
        <p:txBody>
          <a:bodyPr wrap="square" rtlCol="0">
            <a:spAutoFit/>
          </a:bodyPr>
          <a:lstStyle/>
          <a:p>
            <a:r>
              <a:rPr lang="en-IN" sz="2400" b="1" dirty="0">
                <a:solidFill>
                  <a:srgbClr val="FF0000"/>
                </a:solidFill>
              </a:rPr>
              <a:t>AP</a:t>
            </a:r>
          </a:p>
        </p:txBody>
      </p:sp>
      <p:sp>
        <p:nvSpPr>
          <p:cNvPr id="38" name="TextBox 37">
            <a:extLst>
              <a:ext uri="{FF2B5EF4-FFF2-40B4-BE49-F238E27FC236}">
                <a16:creationId xmlns:a16="http://schemas.microsoft.com/office/drawing/2014/main" id="{B2161F4F-8954-3216-799C-4739C2EC4E5A}"/>
              </a:ext>
            </a:extLst>
          </p:cNvPr>
          <p:cNvSpPr txBox="1"/>
          <p:nvPr/>
        </p:nvSpPr>
        <p:spPr>
          <a:xfrm>
            <a:off x="5926667" y="1184725"/>
            <a:ext cx="727144" cy="461665"/>
          </a:xfrm>
          <a:prstGeom prst="rect">
            <a:avLst/>
          </a:prstGeom>
          <a:noFill/>
        </p:spPr>
        <p:txBody>
          <a:bodyPr wrap="square" rtlCol="0">
            <a:spAutoFit/>
          </a:bodyPr>
          <a:lstStyle/>
          <a:p>
            <a:r>
              <a:rPr lang="en-IN" sz="2400" b="1" dirty="0">
                <a:solidFill>
                  <a:srgbClr val="FF0000"/>
                </a:solidFill>
              </a:rPr>
              <a:t>DT</a:t>
            </a:r>
          </a:p>
        </p:txBody>
      </p:sp>
      <p:sp>
        <p:nvSpPr>
          <p:cNvPr id="39" name="TextBox 38">
            <a:extLst>
              <a:ext uri="{FF2B5EF4-FFF2-40B4-BE49-F238E27FC236}">
                <a16:creationId xmlns:a16="http://schemas.microsoft.com/office/drawing/2014/main" id="{48DD2684-8A3A-5530-B0C3-8CCB9BE487F4}"/>
              </a:ext>
            </a:extLst>
          </p:cNvPr>
          <p:cNvSpPr txBox="1"/>
          <p:nvPr/>
        </p:nvSpPr>
        <p:spPr>
          <a:xfrm>
            <a:off x="5798667" y="2742063"/>
            <a:ext cx="727144" cy="461665"/>
          </a:xfrm>
          <a:prstGeom prst="rect">
            <a:avLst/>
          </a:prstGeom>
          <a:noFill/>
        </p:spPr>
        <p:txBody>
          <a:bodyPr wrap="square" rtlCol="0">
            <a:spAutoFit/>
          </a:bodyPr>
          <a:lstStyle/>
          <a:p>
            <a:r>
              <a:rPr lang="en-IN" sz="2400" b="1" dirty="0">
                <a:solidFill>
                  <a:srgbClr val="FF0000"/>
                </a:solidFill>
              </a:rPr>
              <a:t>LT</a:t>
            </a:r>
          </a:p>
        </p:txBody>
      </p:sp>
      <p:sp>
        <p:nvSpPr>
          <p:cNvPr id="40" name="TextBox 39">
            <a:extLst>
              <a:ext uri="{FF2B5EF4-FFF2-40B4-BE49-F238E27FC236}">
                <a16:creationId xmlns:a16="http://schemas.microsoft.com/office/drawing/2014/main" id="{68176EF7-B9ED-1B9A-33D2-0976CEABCF92}"/>
              </a:ext>
            </a:extLst>
          </p:cNvPr>
          <p:cNvSpPr txBox="1"/>
          <p:nvPr/>
        </p:nvSpPr>
        <p:spPr>
          <a:xfrm>
            <a:off x="5528733" y="4000183"/>
            <a:ext cx="1125078" cy="461665"/>
          </a:xfrm>
          <a:prstGeom prst="rect">
            <a:avLst/>
          </a:prstGeom>
          <a:noFill/>
        </p:spPr>
        <p:txBody>
          <a:bodyPr wrap="square" rtlCol="0">
            <a:spAutoFit/>
          </a:bodyPr>
          <a:lstStyle/>
          <a:p>
            <a:r>
              <a:rPr lang="en-IN" sz="2400" b="1" dirty="0">
                <a:solidFill>
                  <a:srgbClr val="FF0000"/>
                </a:solidFill>
              </a:rPr>
              <a:t>Parent</a:t>
            </a:r>
          </a:p>
        </p:txBody>
      </p:sp>
      <p:sp>
        <p:nvSpPr>
          <p:cNvPr id="46" name="TextBox 45">
            <a:extLst>
              <a:ext uri="{FF2B5EF4-FFF2-40B4-BE49-F238E27FC236}">
                <a16:creationId xmlns:a16="http://schemas.microsoft.com/office/drawing/2014/main" id="{CF5433F2-9016-FF81-AC04-EE3757575E7C}"/>
              </a:ext>
            </a:extLst>
          </p:cNvPr>
          <p:cNvSpPr txBox="1"/>
          <p:nvPr/>
        </p:nvSpPr>
        <p:spPr>
          <a:xfrm>
            <a:off x="1670906" y="1423478"/>
            <a:ext cx="682828" cy="461665"/>
          </a:xfrm>
          <a:prstGeom prst="rect">
            <a:avLst/>
          </a:prstGeom>
          <a:noFill/>
        </p:spPr>
        <p:txBody>
          <a:bodyPr wrap="square" rtlCol="0">
            <a:spAutoFit/>
          </a:bodyPr>
          <a:lstStyle/>
          <a:p>
            <a:r>
              <a:rPr lang="en-IN" sz="2400" b="1" dirty="0"/>
              <a:t>C=2</a:t>
            </a:r>
          </a:p>
        </p:txBody>
      </p:sp>
      <p:sp>
        <p:nvSpPr>
          <p:cNvPr id="47" name="TextBox 46">
            <a:extLst>
              <a:ext uri="{FF2B5EF4-FFF2-40B4-BE49-F238E27FC236}">
                <a16:creationId xmlns:a16="http://schemas.microsoft.com/office/drawing/2014/main" id="{1346C774-A701-55B7-96B4-D9EEF71AEB88}"/>
              </a:ext>
            </a:extLst>
          </p:cNvPr>
          <p:cNvSpPr txBox="1"/>
          <p:nvPr/>
        </p:nvSpPr>
        <p:spPr>
          <a:xfrm>
            <a:off x="0" y="741345"/>
            <a:ext cx="5003799" cy="461665"/>
          </a:xfrm>
          <a:prstGeom prst="rect">
            <a:avLst/>
          </a:prstGeom>
          <a:noFill/>
        </p:spPr>
        <p:txBody>
          <a:bodyPr wrap="square" rtlCol="0">
            <a:spAutoFit/>
          </a:bodyPr>
          <a:lstStyle/>
          <a:p>
            <a:r>
              <a:rPr lang="en-IN" sz="2400" b="1" dirty="0">
                <a:solidFill>
                  <a:srgbClr val="FF0000"/>
                </a:solidFill>
              </a:rPr>
              <a:t>Time =5 </a:t>
            </a:r>
          </a:p>
        </p:txBody>
      </p:sp>
      <p:cxnSp>
        <p:nvCxnSpPr>
          <p:cNvPr id="9" name="Straight Connector 8">
            <a:extLst>
              <a:ext uri="{FF2B5EF4-FFF2-40B4-BE49-F238E27FC236}">
                <a16:creationId xmlns:a16="http://schemas.microsoft.com/office/drawing/2014/main" id="{79C7AB70-A857-53E7-167F-9B6ADACCAB62}"/>
              </a:ext>
            </a:extLst>
          </p:cNvPr>
          <p:cNvCxnSpPr>
            <a:cxnSpLocks/>
          </p:cNvCxnSpPr>
          <p:nvPr/>
        </p:nvCxnSpPr>
        <p:spPr>
          <a:xfrm flipH="1">
            <a:off x="2868218" y="1627030"/>
            <a:ext cx="1397000" cy="472173"/>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5F20C0F-AABC-77CA-3E7E-0F2524E7F2B8}"/>
              </a:ext>
            </a:extLst>
          </p:cNvPr>
          <p:cNvSpPr txBox="1"/>
          <p:nvPr/>
        </p:nvSpPr>
        <p:spPr>
          <a:xfrm>
            <a:off x="4708952" y="862622"/>
            <a:ext cx="682828" cy="461665"/>
          </a:xfrm>
          <a:prstGeom prst="rect">
            <a:avLst/>
          </a:prstGeom>
          <a:noFill/>
        </p:spPr>
        <p:txBody>
          <a:bodyPr wrap="square" rtlCol="0">
            <a:spAutoFit/>
          </a:bodyPr>
          <a:lstStyle/>
          <a:p>
            <a:r>
              <a:rPr lang="en-IN" sz="2400" b="1" dirty="0"/>
              <a:t>C=1</a:t>
            </a:r>
          </a:p>
        </p:txBody>
      </p:sp>
      <p:sp>
        <p:nvSpPr>
          <p:cNvPr id="11" name="TextBox 10">
            <a:extLst>
              <a:ext uri="{FF2B5EF4-FFF2-40B4-BE49-F238E27FC236}">
                <a16:creationId xmlns:a16="http://schemas.microsoft.com/office/drawing/2014/main" id="{18516D89-DBFA-CF8E-CA28-822B60879054}"/>
              </a:ext>
            </a:extLst>
          </p:cNvPr>
          <p:cNvSpPr txBox="1"/>
          <p:nvPr/>
        </p:nvSpPr>
        <p:spPr>
          <a:xfrm>
            <a:off x="4603119" y="2044643"/>
            <a:ext cx="682828" cy="461665"/>
          </a:xfrm>
          <a:prstGeom prst="rect">
            <a:avLst/>
          </a:prstGeom>
          <a:noFill/>
        </p:spPr>
        <p:txBody>
          <a:bodyPr wrap="square" rtlCol="0">
            <a:spAutoFit/>
          </a:bodyPr>
          <a:lstStyle/>
          <a:p>
            <a:r>
              <a:rPr lang="en-IN" sz="2400" b="1" dirty="0"/>
              <a:t>C=1</a:t>
            </a:r>
          </a:p>
        </p:txBody>
      </p:sp>
      <p:cxnSp>
        <p:nvCxnSpPr>
          <p:cNvPr id="13" name="Straight Connector 12">
            <a:extLst>
              <a:ext uri="{FF2B5EF4-FFF2-40B4-BE49-F238E27FC236}">
                <a16:creationId xmlns:a16="http://schemas.microsoft.com/office/drawing/2014/main" id="{2345904B-FB1D-BF38-71CC-6D9164EB7614}"/>
              </a:ext>
            </a:extLst>
          </p:cNvPr>
          <p:cNvCxnSpPr>
            <a:cxnSpLocks/>
          </p:cNvCxnSpPr>
          <p:nvPr/>
        </p:nvCxnSpPr>
        <p:spPr>
          <a:xfrm flipV="1">
            <a:off x="4679571" y="1734002"/>
            <a:ext cx="68239" cy="743754"/>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852631E-B97C-1393-DA5F-5290321C617A}"/>
              </a:ext>
            </a:extLst>
          </p:cNvPr>
          <p:cNvCxnSpPr>
            <a:cxnSpLocks/>
            <a:endCxn id="6" idx="2"/>
          </p:cNvCxnSpPr>
          <p:nvPr/>
        </p:nvCxnSpPr>
        <p:spPr>
          <a:xfrm>
            <a:off x="2597285" y="2404532"/>
            <a:ext cx="1551382" cy="287867"/>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1C42F3B-4797-3358-96BA-A5DECE6AE73C}"/>
              </a:ext>
            </a:extLst>
          </p:cNvPr>
          <p:cNvSpPr txBox="1"/>
          <p:nvPr/>
        </p:nvSpPr>
        <p:spPr>
          <a:xfrm>
            <a:off x="2713837" y="2573509"/>
            <a:ext cx="1447800" cy="400110"/>
          </a:xfrm>
          <a:prstGeom prst="rect">
            <a:avLst/>
          </a:prstGeom>
          <a:noFill/>
        </p:spPr>
        <p:txBody>
          <a:bodyPr wrap="square" rtlCol="0">
            <a:spAutoFit/>
          </a:bodyPr>
          <a:lstStyle/>
          <a:p>
            <a:r>
              <a:rPr lang="en-IN" sz="2000" dirty="0"/>
              <a:t>Back Edge</a:t>
            </a:r>
          </a:p>
        </p:txBody>
      </p:sp>
      <p:sp>
        <p:nvSpPr>
          <p:cNvPr id="2" name="TextBox 1">
            <a:extLst>
              <a:ext uri="{FF2B5EF4-FFF2-40B4-BE49-F238E27FC236}">
                <a16:creationId xmlns:a16="http://schemas.microsoft.com/office/drawing/2014/main" id="{DB74FAF4-517C-8BB7-1C21-07FD442B6F53}"/>
              </a:ext>
            </a:extLst>
          </p:cNvPr>
          <p:cNvSpPr txBox="1"/>
          <p:nvPr/>
        </p:nvSpPr>
        <p:spPr>
          <a:xfrm>
            <a:off x="724395" y="2624667"/>
            <a:ext cx="900440" cy="461665"/>
          </a:xfrm>
          <a:prstGeom prst="rect">
            <a:avLst/>
          </a:prstGeom>
          <a:noFill/>
        </p:spPr>
        <p:txBody>
          <a:bodyPr wrap="square" rtlCol="0">
            <a:spAutoFit/>
          </a:bodyPr>
          <a:lstStyle/>
          <a:p>
            <a:r>
              <a:rPr lang="en-IN" sz="2400" b="1" dirty="0"/>
              <a:t>C=1</a:t>
            </a:r>
          </a:p>
        </p:txBody>
      </p:sp>
      <p:sp>
        <p:nvSpPr>
          <p:cNvPr id="17" name="TextBox 16">
            <a:extLst>
              <a:ext uri="{FF2B5EF4-FFF2-40B4-BE49-F238E27FC236}">
                <a16:creationId xmlns:a16="http://schemas.microsoft.com/office/drawing/2014/main" id="{CEFE68F2-1344-CF83-CDA3-D00F755DA516}"/>
              </a:ext>
            </a:extLst>
          </p:cNvPr>
          <p:cNvSpPr txBox="1"/>
          <p:nvPr/>
        </p:nvSpPr>
        <p:spPr>
          <a:xfrm>
            <a:off x="383859" y="3656343"/>
            <a:ext cx="795867" cy="461665"/>
          </a:xfrm>
          <a:prstGeom prst="rect">
            <a:avLst/>
          </a:prstGeom>
          <a:noFill/>
        </p:spPr>
        <p:txBody>
          <a:bodyPr wrap="square" rtlCol="0">
            <a:spAutoFit/>
          </a:bodyPr>
          <a:lstStyle/>
          <a:p>
            <a:r>
              <a:rPr lang="en-IN" sz="2400" b="1" dirty="0"/>
              <a:t>C=0</a:t>
            </a:r>
          </a:p>
        </p:txBody>
      </p:sp>
      <p:sp>
        <p:nvSpPr>
          <p:cNvPr id="19" name="TextBox 18">
            <a:extLst>
              <a:ext uri="{FF2B5EF4-FFF2-40B4-BE49-F238E27FC236}">
                <a16:creationId xmlns:a16="http://schemas.microsoft.com/office/drawing/2014/main" id="{FD47430A-2668-765D-D21C-ABD81DA91556}"/>
              </a:ext>
            </a:extLst>
          </p:cNvPr>
          <p:cNvSpPr txBox="1"/>
          <p:nvPr/>
        </p:nvSpPr>
        <p:spPr>
          <a:xfrm>
            <a:off x="889000" y="4546995"/>
            <a:ext cx="5003799" cy="2308324"/>
          </a:xfrm>
          <a:prstGeom prst="rect">
            <a:avLst/>
          </a:prstGeom>
          <a:noFill/>
        </p:spPr>
        <p:txBody>
          <a:bodyPr wrap="square" rtlCol="0">
            <a:spAutoFit/>
          </a:bodyPr>
          <a:lstStyle/>
          <a:p>
            <a:r>
              <a:rPr lang="en-IN" sz="2400" b="1" dirty="0">
                <a:solidFill>
                  <a:srgbClr val="FF0000"/>
                </a:solidFill>
              </a:rPr>
              <a:t>Update the low value of 3 = 3</a:t>
            </a:r>
          </a:p>
          <a:p>
            <a:r>
              <a:rPr lang="en-IN" sz="2400" b="1" dirty="0">
                <a:solidFill>
                  <a:srgbClr val="FF0000"/>
                </a:solidFill>
              </a:rPr>
              <a:t>Now 3 is AP since discovery time of 3 is less than equal to low value of 4</a:t>
            </a:r>
          </a:p>
          <a:p>
            <a:endParaRPr lang="en-IN" sz="2400" b="1" dirty="0">
              <a:solidFill>
                <a:srgbClr val="FF0000"/>
              </a:solidFill>
            </a:endParaRPr>
          </a:p>
          <a:p>
            <a:endParaRPr lang="en-IN" sz="2400" b="1" dirty="0">
              <a:solidFill>
                <a:srgbClr val="FF0000"/>
              </a:solidFill>
            </a:endParaRPr>
          </a:p>
          <a:p>
            <a:endParaRPr lang="en-IN" sz="2400" b="1" dirty="0">
              <a:solidFill>
                <a:srgbClr val="FF0000"/>
              </a:solidFill>
            </a:endParaRPr>
          </a:p>
        </p:txBody>
      </p:sp>
    </p:spTree>
    <p:extLst>
      <p:ext uri="{BB962C8B-B14F-4D97-AF65-F5344CB8AC3E}">
        <p14:creationId xmlns:p14="http://schemas.microsoft.com/office/powerpoint/2010/main" val="260364357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AB8BFD-5C1F-445C-8050-CE8F451E95B0}"/>
              </a:ext>
            </a:extLst>
          </p:cNvPr>
          <p:cNvSpPr txBox="1"/>
          <p:nvPr/>
        </p:nvSpPr>
        <p:spPr>
          <a:xfrm>
            <a:off x="635000" y="0"/>
            <a:ext cx="10515599" cy="730291"/>
          </a:xfrm>
          <a:prstGeom prst="rect">
            <a:avLst/>
          </a:prstGeom>
        </p:spPr>
        <p:txBody>
          <a:bodyPr vert="horz" lIns="91440" tIns="45720" rIns="91440" bIns="45720" rtlCol="0" anchor="b">
            <a:normAutofit fontScale="92500" lnSpcReduction="10000"/>
          </a:bodyPr>
          <a:lstStyle/>
          <a:p>
            <a:pPr lvl="0" algn="ctr"/>
            <a:r>
              <a:rPr lang="en-US" sz="4800" dirty="0">
                <a:solidFill>
                  <a:schemeClr val="bg1"/>
                </a:solidFill>
                <a:latin typeface="Times New Roman" panose="02020603050405020304" pitchFamily="18" charset="0"/>
                <a:cs typeface="Times New Roman" panose="02020603050405020304" pitchFamily="18" charset="0"/>
              </a:rPr>
              <a:t>Algorithm on Example</a:t>
            </a:r>
          </a:p>
        </p:txBody>
      </p:sp>
      <p:sp>
        <p:nvSpPr>
          <p:cNvPr id="4" name="Oval 3">
            <a:extLst>
              <a:ext uri="{FF2B5EF4-FFF2-40B4-BE49-F238E27FC236}">
                <a16:creationId xmlns:a16="http://schemas.microsoft.com/office/drawing/2014/main" id="{D1821021-BB21-7736-5D44-28091022EDE7}"/>
              </a:ext>
            </a:extLst>
          </p:cNvPr>
          <p:cNvSpPr/>
          <p:nvPr/>
        </p:nvSpPr>
        <p:spPr>
          <a:xfrm>
            <a:off x="4148666" y="1135611"/>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a:t>
            </a:r>
          </a:p>
        </p:txBody>
      </p:sp>
      <p:sp>
        <p:nvSpPr>
          <p:cNvPr id="5" name="Oval 4">
            <a:extLst>
              <a:ext uri="{FF2B5EF4-FFF2-40B4-BE49-F238E27FC236}">
                <a16:creationId xmlns:a16="http://schemas.microsoft.com/office/drawing/2014/main" id="{BF0ECCAA-9F57-0EF8-1E73-52168BBDAB43}"/>
              </a:ext>
            </a:extLst>
          </p:cNvPr>
          <p:cNvSpPr/>
          <p:nvPr/>
        </p:nvSpPr>
        <p:spPr>
          <a:xfrm>
            <a:off x="2082800" y="1828800"/>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0</a:t>
            </a:r>
          </a:p>
        </p:txBody>
      </p:sp>
      <p:sp>
        <p:nvSpPr>
          <p:cNvPr id="6" name="Oval 5">
            <a:extLst>
              <a:ext uri="{FF2B5EF4-FFF2-40B4-BE49-F238E27FC236}">
                <a16:creationId xmlns:a16="http://schemas.microsoft.com/office/drawing/2014/main" id="{B7BD9409-61B6-7F00-716E-95869A641E27}"/>
              </a:ext>
            </a:extLst>
          </p:cNvPr>
          <p:cNvSpPr/>
          <p:nvPr/>
        </p:nvSpPr>
        <p:spPr>
          <a:xfrm>
            <a:off x="4148667" y="2404532"/>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a:t>
            </a:r>
          </a:p>
        </p:txBody>
      </p:sp>
      <p:sp>
        <p:nvSpPr>
          <p:cNvPr id="7" name="Oval 6">
            <a:extLst>
              <a:ext uri="{FF2B5EF4-FFF2-40B4-BE49-F238E27FC236}">
                <a16:creationId xmlns:a16="http://schemas.microsoft.com/office/drawing/2014/main" id="{3B7FFA91-A20C-C438-8454-E221600AB24C}"/>
              </a:ext>
            </a:extLst>
          </p:cNvPr>
          <p:cNvSpPr/>
          <p:nvPr/>
        </p:nvSpPr>
        <p:spPr>
          <a:xfrm>
            <a:off x="1286933" y="2692398"/>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3</a:t>
            </a:r>
          </a:p>
        </p:txBody>
      </p:sp>
      <p:sp>
        <p:nvSpPr>
          <p:cNvPr id="8" name="Oval 7">
            <a:extLst>
              <a:ext uri="{FF2B5EF4-FFF2-40B4-BE49-F238E27FC236}">
                <a16:creationId xmlns:a16="http://schemas.microsoft.com/office/drawing/2014/main" id="{222D97F3-E380-5D1E-C845-C32472FFA81E}"/>
              </a:ext>
            </a:extLst>
          </p:cNvPr>
          <p:cNvSpPr/>
          <p:nvPr/>
        </p:nvSpPr>
        <p:spPr>
          <a:xfrm>
            <a:off x="888999" y="3589869"/>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4</a:t>
            </a:r>
          </a:p>
        </p:txBody>
      </p:sp>
      <p:cxnSp>
        <p:nvCxnSpPr>
          <p:cNvPr id="10" name="Straight Connector 9">
            <a:extLst>
              <a:ext uri="{FF2B5EF4-FFF2-40B4-BE49-F238E27FC236}">
                <a16:creationId xmlns:a16="http://schemas.microsoft.com/office/drawing/2014/main" id="{09A58623-EF58-16E4-FFB5-09B3EA357A30}"/>
              </a:ext>
            </a:extLst>
          </p:cNvPr>
          <p:cNvCxnSpPr>
            <a:cxnSpLocks/>
            <a:stCxn id="5" idx="7"/>
            <a:endCxn id="4" idx="2"/>
          </p:cNvCxnSpPr>
          <p:nvPr/>
        </p:nvCxnSpPr>
        <p:spPr>
          <a:xfrm flipV="1">
            <a:off x="2762115" y="1423478"/>
            <a:ext cx="1386551" cy="489636"/>
          </a:xfrm>
          <a:prstGeom prst="line">
            <a:avLst/>
          </a:prstGeom>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20EA87AD-BE73-2BA4-79F7-884E66560162}"/>
              </a:ext>
            </a:extLst>
          </p:cNvPr>
          <p:cNvSpPr/>
          <p:nvPr/>
        </p:nvSpPr>
        <p:spPr>
          <a:xfrm>
            <a:off x="2480733" y="3589869"/>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5</a:t>
            </a:r>
          </a:p>
        </p:txBody>
      </p:sp>
      <p:cxnSp>
        <p:nvCxnSpPr>
          <p:cNvPr id="16" name="Straight Connector 15">
            <a:extLst>
              <a:ext uri="{FF2B5EF4-FFF2-40B4-BE49-F238E27FC236}">
                <a16:creationId xmlns:a16="http://schemas.microsoft.com/office/drawing/2014/main" id="{47DA8A62-16C5-7009-4647-4E916F109703}"/>
              </a:ext>
            </a:extLst>
          </p:cNvPr>
          <p:cNvCxnSpPr>
            <a:stCxn id="4" idx="4"/>
            <a:endCxn id="6" idx="0"/>
          </p:cNvCxnSpPr>
          <p:nvPr/>
        </p:nvCxnSpPr>
        <p:spPr>
          <a:xfrm>
            <a:off x="4546600" y="1711344"/>
            <a:ext cx="1" cy="6931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5A191AB-B741-5493-8A1B-31838AAC0A0E}"/>
              </a:ext>
            </a:extLst>
          </p:cNvPr>
          <p:cNvCxnSpPr>
            <a:cxnSpLocks/>
            <a:stCxn id="5" idx="5"/>
            <a:endCxn id="6" idx="1"/>
          </p:cNvCxnSpPr>
          <p:nvPr/>
        </p:nvCxnSpPr>
        <p:spPr>
          <a:xfrm>
            <a:off x="2762115" y="2320219"/>
            <a:ext cx="1503104" cy="1686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C221A88-AF58-32D1-12A8-E28053406E1C}"/>
              </a:ext>
            </a:extLst>
          </p:cNvPr>
          <p:cNvCxnSpPr>
            <a:stCxn id="5" idx="3"/>
          </p:cNvCxnSpPr>
          <p:nvPr/>
        </p:nvCxnSpPr>
        <p:spPr>
          <a:xfrm flipH="1">
            <a:off x="1828800" y="2320219"/>
            <a:ext cx="370552" cy="37217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51D4063-6D61-CAC3-AED3-5E9186548837}"/>
              </a:ext>
            </a:extLst>
          </p:cNvPr>
          <p:cNvCxnSpPr>
            <a:endCxn id="8" idx="0"/>
          </p:cNvCxnSpPr>
          <p:nvPr/>
        </p:nvCxnSpPr>
        <p:spPr>
          <a:xfrm flipH="1">
            <a:off x="1286933" y="3268131"/>
            <a:ext cx="254000" cy="321738"/>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F138662-0895-1814-1567-7A18FC0A2FDC}"/>
              </a:ext>
            </a:extLst>
          </p:cNvPr>
          <p:cNvCxnSpPr>
            <a:cxnSpLocks/>
            <a:stCxn id="7" idx="5"/>
            <a:endCxn id="14" idx="1"/>
          </p:cNvCxnSpPr>
          <p:nvPr/>
        </p:nvCxnSpPr>
        <p:spPr>
          <a:xfrm>
            <a:off x="1966248" y="3183817"/>
            <a:ext cx="631037" cy="490366"/>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0" name="Table 30">
            <a:extLst>
              <a:ext uri="{FF2B5EF4-FFF2-40B4-BE49-F238E27FC236}">
                <a16:creationId xmlns:a16="http://schemas.microsoft.com/office/drawing/2014/main" id="{4837F24E-408A-273C-474D-F810E5F92BBF}"/>
              </a:ext>
            </a:extLst>
          </p:cNvPr>
          <p:cNvGraphicFramePr>
            <a:graphicFrameLocks noGrp="1"/>
          </p:cNvGraphicFramePr>
          <p:nvPr>
            <p:extLst>
              <p:ext uri="{D42A27DB-BD31-4B8C-83A1-F6EECF244321}">
                <p14:modId xmlns:p14="http://schemas.microsoft.com/office/powerpoint/2010/main" val="1014918501"/>
              </p:ext>
            </p:extLst>
          </p:nvPr>
        </p:nvGraphicFramePr>
        <p:xfrm>
          <a:off x="6525811" y="1388533"/>
          <a:ext cx="4624788" cy="73660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189765">
                <a:tc>
                  <a:txBody>
                    <a:bodyPr/>
                    <a:lstStyle/>
                    <a:p>
                      <a:r>
                        <a:rPr lang="en-IN" b="0" dirty="0">
                          <a:solidFill>
                            <a:schemeClr val="tx1"/>
                          </a:solidFill>
                        </a:rPr>
                        <a:t>0</a:t>
                      </a:r>
                    </a:p>
                  </a:txBody>
                  <a:tcPr/>
                </a:tc>
                <a:tc>
                  <a:txBody>
                    <a:bodyPr/>
                    <a:lstStyle/>
                    <a:p>
                      <a:r>
                        <a:rPr lang="en-IN" dirty="0">
                          <a:solidFill>
                            <a:schemeClr val="tx1"/>
                          </a:solidFill>
                        </a:rPr>
                        <a:t>1</a:t>
                      </a:r>
                    </a:p>
                  </a:txBody>
                  <a:tcPr/>
                </a:tc>
                <a:tc>
                  <a:txBody>
                    <a:bodyPr/>
                    <a:lstStyle/>
                    <a:p>
                      <a:r>
                        <a:rPr lang="en-IN" dirty="0">
                          <a:solidFill>
                            <a:schemeClr val="tx1"/>
                          </a:solidFill>
                        </a:rPr>
                        <a:t>2</a:t>
                      </a:r>
                    </a:p>
                  </a:txBody>
                  <a:tcPr/>
                </a:tc>
                <a:tc>
                  <a:txBody>
                    <a:bodyPr/>
                    <a:lstStyle/>
                    <a:p>
                      <a:r>
                        <a:rPr lang="en-IN" dirty="0">
                          <a:solidFill>
                            <a:schemeClr val="tx1"/>
                          </a:solidFill>
                        </a:rPr>
                        <a:t>3</a:t>
                      </a:r>
                    </a:p>
                  </a:txBody>
                  <a:tcPr/>
                </a:tc>
                <a:tc>
                  <a:txBody>
                    <a:bodyPr/>
                    <a:lstStyle/>
                    <a:p>
                      <a:r>
                        <a:rPr lang="en-IN" dirty="0">
                          <a:solidFill>
                            <a:schemeClr val="tx1"/>
                          </a:solidFill>
                        </a:rPr>
                        <a:t>4</a:t>
                      </a:r>
                    </a:p>
                  </a:txBody>
                  <a:tcPr/>
                </a:tc>
                <a:tc>
                  <a:txBody>
                    <a:bodyPr/>
                    <a:lstStyle/>
                    <a:p>
                      <a:r>
                        <a:rPr lang="en-IN" dirty="0">
                          <a:solidFill>
                            <a:srgbClr val="FF0000"/>
                          </a:solidFill>
                        </a:rPr>
                        <a:t>5</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4" name="Table 30">
            <a:extLst>
              <a:ext uri="{FF2B5EF4-FFF2-40B4-BE49-F238E27FC236}">
                <a16:creationId xmlns:a16="http://schemas.microsoft.com/office/drawing/2014/main" id="{709B6A5F-F912-F803-2CEA-A779E035C599}"/>
              </a:ext>
            </a:extLst>
          </p:cNvPr>
          <p:cNvGraphicFramePr>
            <a:graphicFrameLocks noGrp="1"/>
          </p:cNvGraphicFramePr>
          <p:nvPr>
            <p:extLst>
              <p:ext uri="{D42A27DB-BD31-4B8C-83A1-F6EECF244321}">
                <p14:modId xmlns:p14="http://schemas.microsoft.com/office/powerpoint/2010/main" val="1502090098"/>
              </p:ext>
            </p:extLst>
          </p:nvPr>
        </p:nvGraphicFramePr>
        <p:xfrm>
          <a:off x="6525811" y="2692398"/>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b="0" dirty="0">
                          <a:solidFill>
                            <a:schemeClr val="tx1"/>
                          </a:solidFill>
                        </a:rPr>
                        <a:t>0</a:t>
                      </a:r>
                    </a:p>
                  </a:txBody>
                  <a:tcPr/>
                </a:tc>
                <a:tc>
                  <a:txBody>
                    <a:bodyPr/>
                    <a:lstStyle/>
                    <a:p>
                      <a:r>
                        <a:rPr lang="en-IN" dirty="0">
                          <a:solidFill>
                            <a:schemeClr val="tx1"/>
                          </a:solidFill>
                        </a:rPr>
                        <a:t>0</a:t>
                      </a:r>
                    </a:p>
                  </a:txBody>
                  <a:tcPr/>
                </a:tc>
                <a:tc>
                  <a:txBody>
                    <a:bodyPr/>
                    <a:lstStyle/>
                    <a:p>
                      <a:r>
                        <a:rPr lang="en-IN" dirty="0">
                          <a:solidFill>
                            <a:schemeClr val="tx1"/>
                          </a:solidFill>
                        </a:rPr>
                        <a:t>0</a:t>
                      </a:r>
                    </a:p>
                  </a:txBody>
                  <a:tcPr/>
                </a:tc>
                <a:tc>
                  <a:txBody>
                    <a:bodyPr/>
                    <a:lstStyle/>
                    <a:p>
                      <a:r>
                        <a:rPr lang="en-IN" b="0" dirty="0">
                          <a:solidFill>
                            <a:schemeClr val="tx1"/>
                          </a:solidFill>
                        </a:rPr>
                        <a:t>3</a:t>
                      </a:r>
                    </a:p>
                  </a:txBody>
                  <a:tcPr/>
                </a:tc>
                <a:tc>
                  <a:txBody>
                    <a:bodyPr/>
                    <a:lstStyle/>
                    <a:p>
                      <a:r>
                        <a:rPr lang="en-IN" dirty="0">
                          <a:solidFill>
                            <a:schemeClr val="tx1"/>
                          </a:solidFill>
                        </a:rPr>
                        <a:t>4</a:t>
                      </a:r>
                    </a:p>
                  </a:txBody>
                  <a:tcPr/>
                </a:tc>
                <a:tc>
                  <a:txBody>
                    <a:bodyPr/>
                    <a:lstStyle/>
                    <a:p>
                      <a:r>
                        <a:rPr lang="en-IN" dirty="0">
                          <a:solidFill>
                            <a:srgbClr val="FF0000"/>
                          </a:solidFill>
                        </a:rPr>
                        <a:t>5</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5" name="Table 30">
            <a:extLst>
              <a:ext uri="{FF2B5EF4-FFF2-40B4-BE49-F238E27FC236}">
                <a16:creationId xmlns:a16="http://schemas.microsoft.com/office/drawing/2014/main" id="{DA5B8367-879C-BAC0-7627-684D5E3C8B0A}"/>
              </a:ext>
            </a:extLst>
          </p:cNvPr>
          <p:cNvGraphicFramePr>
            <a:graphicFrameLocks noGrp="1"/>
          </p:cNvGraphicFramePr>
          <p:nvPr>
            <p:extLst>
              <p:ext uri="{D42A27DB-BD31-4B8C-83A1-F6EECF244321}">
                <p14:modId xmlns:p14="http://schemas.microsoft.com/office/powerpoint/2010/main" val="2623452277"/>
              </p:ext>
            </p:extLst>
          </p:nvPr>
        </p:nvGraphicFramePr>
        <p:xfrm>
          <a:off x="6525811" y="3986050"/>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dirty="0">
                          <a:solidFill>
                            <a:schemeClr val="tx1"/>
                          </a:solidFill>
                        </a:rPr>
                        <a:t>-1</a:t>
                      </a:r>
                    </a:p>
                  </a:txBody>
                  <a:tcPr/>
                </a:tc>
                <a:tc>
                  <a:txBody>
                    <a:bodyPr/>
                    <a:lstStyle/>
                    <a:p>
                      <a:r>
                        <a:rPr lang="en-IN" dirty="0">
                          <a:solidFill>
                            <a:schemeClr val="tx1"/>
                          </a:solidFill>
                        </a:rPr>
                        <a:t>0</a:t>
                      </a:r>
                    </a:p>
                  </a:txBody>
                  <a:tcPr/>
                </a:tc>
                <a:tc>
                  <a:txBody>
                    <a:bodyPr/>
                    <a:lstStyle/>
                    <a:p>
                      <a:r>
                        <a:rPr lang="en-IN" dirty="0">
                          <a:solidFill>
                            <a:schemeClr val="tx1"/>
                          </a:solidFill>
                        </a:rPr>
                        <a:t>1</a:t>
                      </a:r>
                    </a:p>
                  </a:txBody>
                  <a:tcPr/>
                </a:tc>
                <a:tc>
                  <a:txBody>
                    <a:bodyPr/>
                    <a:lstStyle/>
                    <a:p>
                      <a:r>
                        <a:rPr lang="en-IN" b="0" dirty="0">
                          <a:solidFill>
                            <a:schemeClr val="tx1"/>
                          </a:solidFill>
                        </a:rPr>
                        <a:t>0</a:t>
                      </a:r>
                    </a:p>
                  </a:txBody>
                  <a:tcPr/>
                </a:tc>
                <a:tc>
                  <a:txBody>
                    <a:bodyPr/>
                    <a:lstStyle/>
                    <a:p>
                      <a:r>
                        <a:rPr lang="en-IN" b="0" dirty="0">
                          <a:solidFill>
                            <a:schemeClr val="tx1"/>
                          </a:solidFill>
                        </a:rPr>
                        <a:t>3</a:t>
                      </a:r>
                    </a:p>
                  </a:txBody>
                  <a:tcPr/>
                </a:tc>
                <a:tc>
                  <a:txBody>
                    <a:bodyPr/>
                    <a:lstStyle/>
                    <a:p>
                      <a:r>
                        <a:rPr lang="en-IN" dirty="0">
                          <a:solidFill>
                            <a:srgbClr val="FF0000"/>
                          </a:solidFill>
                        </a:rPr>
                        <a:t>3</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6" name="Table 30">
            <a:extLst>
              <a:ext uri="{FF2B5EF4-FFF2-40B4-BE49-F238E27FC236}">
                <a16:creationId xmlns:a16="http://schemas.microsoft.com/office/drawing/2014/main" id="{12A300B2-06C4-F89A-CAC6-F789C928860E}"/>
              </a:ext>
            </a:extLst>
          </p:cNvPr>
          <p:cNvGraphicFramePr>
            <a:graphicFrameLocks noGrp="1"/>
          </p:cNvGraphicFramePr>
          <p:nvPr/>
        </p:nvGraphicFramePr>
        <p:xfrm>
          <a:off x="6525811" y="5279702"/>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839526">
                  <a:extLst>
                    <a:ext uri="{9D8B030D-6E8A-4147-A177-3AD203B41FA5}">
                      <a16:colId xmlns:a16="http://schemas.microsoft.com/office/drawing/2014/main" val="3228269669"/>
                    </a:ext>
                  </a:extLst>
                </a:gridCol>
                <a:gridCol w="702070">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dirty="0"/>
                        <a:t>F</a:t>
                      </a:r>
                    </a:p>
                  </a:txBody>
                  <a:tcPr/>
                </a:tc>
                <a:tc>
                  <a:txBody>
                    <a:bodyPr/>
                    <a:lstStyle/>
                    <a:p>
                      <a:r>
                        <a:rPr lang="en-IN" dirty="0"/>
                        <a:t>F</a:t>
                      </a:r>
                    </a:p>
                  </a:txBody>
                  <a:tcPr/>
                </a:tc>
                <a:tc>
                  <a:txBody>
                    <a:bodyPr/>
                    <a:lstStyle/>
                    <a:p>
                      <a:r>
                        <a:rPr lang="en-IN" dirty="0"/>
                        <a:t>F</a:t>
                      </a:r>
                    </a:p>
                  </a:txBody>
                  <a:tcPr/>
                </a:tc>
                <a:tc>
                  <a:txBody>
                    <a:bodyPr/>
                    <a:lstStyle/>
                    <a:p>
                      <a:r>
                        <a:rPr lang="en-IN" dirty="0">
                          <a:solidFill>
                            <a:srgbClr val="FF0000"/>
                          </a:solidFill>
                        </a:rPr>
                        <a:t>T</a:t>
                      </a:r>
                    </a:p>
                  </a:txBody>
                  <a:tcPr/>
                </a:tc>
                <a:tc>
                  <a:txBody>
                    <a:bodyPr/>
                    <a:lstStyle/>
                    <a:p>
                      <a:r>
                        <a:rPr lang="en-IN" dirty="0"/>
                        <a:t>F</a:t>
                      </a:r>
                    </a:p>
                  </a:txBody>
                  <a:tcPr/>
                </a:tc>
                <a:tc>
                  <a:txBody>
                    <a:bodyPr/>
                    <a:lstStyle/>
                    <a:p>
                      <a:r>
                        <a:rPr lang="en-IN" dirty="0"/>
                        <a:t>F</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sp>
        <p:nvSpPr>
          <p:cNvPr id="37" name="TextBox 36">
            <a:extLst>
              <a:ext uri="{FF2B5EF4-FFF2-40B4-BE49-F238E27FC236}">
                <a16:creationId xmlns:a16="http://schemas.microsoft.com/office/drawing/2014/main" id="{A22D1001-7329-B480-6EC2-77C92471EDB6}"/>
              </a:ext>
            </a:extLst>
          </p:cNvPr>
          <p:cNvSpPr txBox="1"/>
          <p:nvPr/>
        </p:nvSpPr>
        <p:spPr>
          <a:xfrm>
            <a:off x="5892799" y="5215500"/>
            <a:ext cx="727144" cy="461665"/>
          </a:xfrm>
          <a:prstGeom prst="rect">
            <a:avLst/>
          </a:prstGeom>
          <a:noFill/>
        </p:spPr>
        <p:txBody>
          <a:bodyPr wrap="square" rtlCol="0">
            <a:spAutoFit/>
          </a:bodyPr>
          <a:lstStyle/>
          <a:p>
            <a:r>
              <a:rPr lang="en-IN" sz="2400" b="1" dirty="0">
                <a:solidFill>
                  <a:srgbClr val="FF0000"/>
                </a:solidFill>
              </a:rPr>
              <a:t>AP</a:t>
            </a:r>
          </a:p>
        </p:txBody>
      </p:sp>
      <p:sp>
        <p:nvSpPr>
          <p:cNvPr id="38" name="TextBox 37">
            <a:extLst>
              <a:ext uri="{FF2B5EF4-FFF2-40B4-BE49-F238E27FC236}">
                <a16:creationId xmlns:a16="http://schemas.microsoft.com/office/drawing/2014/main" id="{B2161F4F-8954-3216-799C-4739C2EC4E5A}"/>
              </a:ext>
            </a:extLst>
          </p:cNvPr>
          <p:cNvSpPr txBox="1"/>
          <p:nvPr/>
        </p:nvSpPr>
        <p:spPr>
          <a:xfrm>
            <a:off x="5926667" y="1184725"/>
            <a:ext cx="727144" cy="461665"/>
          </a:xfrm>
          <a:prstGeom prst="rect">
            <a:avLst/>
          </a:prstGeom>
          <a:noFill/>
        </p:spPr>
        <p:txBody>
          <a:bodyPr wrap="square" rtlCol="0">
            <a:spAutoFit/>
          </a:bodyPr>
          <a:lstStyle/>
          <a:p>
            <a:r>
              <a:rPr lang="en-IN" sz="2400" b="1" dirty="0">
                <a:solidFill>
                  <a:srgbClr val="FF0000"/>
                </a:solidFill>
              </a:rPr>
              <a:t>DT</a:t>
            </a:r>
          </a:p>
        </p:txBody>
      </p:sp>
      <p:sp>
        <p:nvSpPr>
          <p:cNvPr id="39" name="TextBox 38">
            <a:extLst>
              <a:ext uri="{FF2B5EF4-FFF2-40B4-BE49-F238E27FC236}">
                <a16:creationId xmlns:a16="http://schemas.microsoft.com/office/drawing/2014/main" id="{48DD2684-8A3A-5530-B0C3-8CCB9BE487F4}"/>
              </a:ext>
            </a:extLst>
          </p:cNvPr>
          <p:cNvSpPr txBox="1"/>
          <p:nvPr/>
        </p:nvSpPr>
        <p:spPr>
          <a:xfrm>
            <a:off x="5798667" y="2742063"/>
            <a:ext cx="727144" cy="461665"/>
          </a:xfrm>
          <a:prstGeom prst="rect">
            <a:avLst/>
          </a:prstGeom>
          <a:noFill/>
        </p:spPr>
        <p:txBody>
          <a:bodyPr wrap="square" rtlCol="0">
            <a:spAutoFit/>
          </a:bodyPr>
          <a:lstStyle/>
          <a:p>
            <a:r>
              <a:rPr lang="en-IN" sz="2400" b="1" dirty="0">
                <a:solidFill>
                  <a:srgbClr val="FF0000"/>
                </a:solidFill>
              </a:rPr>
              <a:t>LT</a:t>
            </a:r>
          </a:p>
        </p:txBody>
      </p:sp>
      <p:sp>
        <p:nvSpPr>
          <p:cNvPr id="40" name="TextBox 39">
            <a:extLst>
              <a:ext uri="{FF2B5EF4-FFF2-40B4-BE49-F238E27FC236}">
                <a16:creationId xmlns:a16="http://schemas.microsoft.com/office/drawing/2014/main" id="{68176EF7-B9ED-1B9A-33D2-0976CEABCF92}"/>
              </a:ext>
            </a:extLst>
          </p:cNvPr>
          <p:cNvSpPr txBox="1"/>
          <p:nvPr/>
        </p:nvSpPr>
        <p:spPr>
          <a:xfrm>
            <a:off x="5528733" y="4000183"/>
            <a:ext cx="1125078" cy="461665"/>
          </a:xfrm>
          <a:prstGeom prst="rect">
            <a:avLst/>
          </a:prstGeom>
          <a:noFill/>
        </p:spPr>
        <p:txBody>
          <a:bodyPr wrap="square" rtlCol="0">
            <a:spAutoFit/>
          </a:bodyPr>
          <a:lstStyle/>
          <a:p>
            <a:r>
              <a:rPr lang="en-IN" sz="2400" b="1" dirty="0">
                <a:solidFill>
                  <a:srgbClr val="FF0000"/>
                </a:solidFill>
              </a:rPr>
              <a:t>Parent</a:t>
            </a:r>
          </a:p>
        </p:txBody>
      </p:sp>
      <p:sp>
        <p:nvSpPr>
          <p:cNvPr id="46" name="TextBox 45">
            <a:extLst>
              <a:ext uri="{FF2B5EF4-FFF2-40B4-BE49-F238E27FC236}">
                <a16:creationId xmlns:a16="http://schemas.microsoft.com/office/drawing/2014/main" id="{CF5433F2-9016-FF81-AC04-EE3757575E7C}"/>
              </a:ext>
            </a:extLst>
          </p:cNvPr>
          <p:cNvSpPr txBox="1"/>
          <p:nvPr/>
        </p:nvSpPr>
        <p:spPr>
          <a:xfrm>
            <a:off x="1670906" y="1423478"/>
            <a:ext cx="682828" cy="461665"/>
          </a:xfrm>
          <a:prstGeom prst="rect">
            <a:avLst/>
          </a:prstGeom>
          <a:noFill/>
        </p:spPr>
        <p:txBody>
          <a:bodyPr wrap="square" rtlCol="0">
            <a:spAutoFit/>
          </a:bodyPr>
          <a:lstStyle/>
          <a:p>
            <a:r>
              <a:rPr lang="en-IN" sz="2400" b="1" dirty="0"/>
              <a:t>C=2</a:t>
            </a:r>
          </a:p>
        </p:txBody>
      </p:sp>
      <p:sp>
        <p:nvSpPr>
          <p:cNvPr id="47" name="TextBox 46">
            <a:extLst>
              <a:ext uri="{FF2B5EF4-FFF2-40B4-BE49-F238E27FC236}">
                <a16:creationId xmlns:a16="http://schemas.microsoft.com/office/drawing/2014/main" id="{1346C774-A701-55B7-96B4-D9EEF71AEB88}"/>
              </a:ext>
            </a:extLst>
          </p:cNvPr>
          <p:cNvSpPr txBox="1"/>
          <p:nvPr/>
        </p:nvSpPr>
        <p:spPr>
          <a:xfrm>
            <a:off x="0" y="741345"/>
            <a:ext cx="5003799" cy="461665"/>
          </a:xfrm>
          <a:prstGeom prst="rect">
            <a:avLst/>
          </a:prstGeom>
          <a:noFill/>
        </p:spPr>
        <p:txBody>
          <a:bodyPr wrap="square" rtlCol="0">
            <a:spAutoFit/>
          </a:bodyPr>
          <a:lstStyle/>
          <a:p>
            <a:r>
              <a:rPr lang="en-IN" sz="2400" b="1" dirty="0">
                <a:solidFill>
                  <a:srgbClr val="FF0000"/>
                </a:solidFill>
              </a:rPr>
              <a:t>Time =5 </a:t>
            </a:r>
          </a:p>
        </p:txBody>
      </p:sp>
      <p:cxnSp>
        <p:nvCxnSpPr>
          <p:cNvPr id="9" name="Straight Connector 8">
            <a:extLst>
              <a:ext uri="{FF2B5EF4-FFF2-40B4-BE49-F238E27FC236}">
                <a16:creationId xmlns:a16="http://schemas.microsoft.com/office/drawing/2014/main" id="{79C7AB70-A857-53E7-167F-9B6ADACCAB62}"/>
              </a:ext>
            </a:extLst>
          </p:cNvPr>
          <p:cNvCxnSpPr>
            <a:cxnSpLocks/>
          </p:cNvCxnSpPr>
          <p:nvPr/>
        </p:nvCxnSpPr>
        <p:spPr>
          <a:xfrm flipH="1">
            <a:off x="2868218" y="1627030"/>
            <a:ext cx="1397000" cy="472173"/>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5F20C0F-AABC-77CA-3E7E-0F2524E7F2B8}"/>
              </a:ext>
            </a:extLst>
          </p:cNvPr>
          <p:cNvSpPr txBox="1"/>
          <p:nvPr/>
        </p:nvSpPr>
        <p:spPr>
          <a:xfrm>
            <a:off x="4708952" y="862622"/>
            <a:ext cx="682828" cy="461665"/>
          </a:xfrm>
          <a:prstGeom prst="rect">
            <a:avLst/>
          </a:prstGeom>
          <a:noFill/>
        </p:spPr>
        <p:txBody>
          <a:bodyPr wrap="square" rtlCol="0">
            <a:spAutoFit/>
          </a:bodyPr>
          <a:lstStyle/>
          <a:p>
            <a:r>
              <a:rPr lang="en-IN" sz="2400" b="1" dirty="0"/>
              <a:t>C=1</a:t>
            </a:r>
          </a:p>
        </p:txBody>
      </p:sp>
      <p:sp>
        <p:nvSpPr>
          <p:cNvPr id="11" name="TextBox 10">
            <a:extLst>
              <a:ext uri="{FF2B5EF4-FFF2-40B4-BE49-F238E27FC236}">
                <a16:creationId xmlns:a16="http://schemas.microsoft.com/office/drawing/2014/main" id="{18516D89-DBFA-CF8E-CA28-822B60879054}"/>
              </a:ext>
            </a:extLst>
          </p:cNvPr>
          <p:cNvSpPr txBox="1"/>
          <p:nvPr/>
        </p:nvSpPr>
        <p:spPr>
          <a:xfrm>
            <a:off x="4603119" y="2044643"/>
            <a:ext cx="682828" cy="461665"/>
          </a:xfrm>
          <a:prstGeom prst="rect">
            <a:avLst/>
          </a:prstGeom>
          <a:noFill/>
        </p:spPr>
        <p:txBody>
          <a:bodyPr wrap="square" rtlCol="0">
            <a:spAutoFit/>
          </a:bodyPr>
          <a:lstStyle/>
          <a:p>
            <a:r>
              <a:rPr lang="en-IN" sz="2400" b="1" dirty="0"/>
              <a:t>C=1</a:t>
            </a:r>
          </a:p>
        </p:txBody>
      </p:sp>
      <p:cxnSp>
        <p:nvCxnSpPr>
          <p:cNvPr id="13" name="Straight Connector 12">
            <a:extLst>
              <a:ext uri="{FF2B5EF4-FFF2-40B4-BE49-F238E27FC236}">
                <a16:creationId xmlns:a16="http://schemas.microsoft.com/office/drawing/2014/main" id="{2345904B-FB1D-BF38-71CC-6D9164EB7614}"/>
              </a:ext>
            </a:extLst>
          </p:cNvPr>
          <p:cNvCxnSpPr>
            <a:cxnSpLocks/>
          </p:cNvCxnSpPr>
          <p:nvPr/>
        </p:nvCxnSpPr>
        <p:spPr>
          <a:xfrm flipV="1">
            <a:off x="4679571" y="1734002"/>
            <a:ext cx="68239" cy="743754"/>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852631E-B97C-1393-DA5F-5290321C617A}"/>
              </a:ext>
            </a:extLst>
          </p:cNvPr>
          <p:cNvCxnSpPr>
            <a:cxnSpLocks/>
            <a:endCxn id="6" idx="2"/>
          </p:cNvCxnSpPr>
          <p:nvPr/>
        </p:nvCxnSpPr>
        <p:spPr>
          <a:xfrm>
            <a:off x="2597285" y="2404532"/>
            <a:ext cx="1551382" cy="287867"/>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1C42F3B-4797-3358-96BA-A5DECE6AE73C}"/>
              </a:ext>
            </a:extLst>
          </p:cNvPr>
          <p:cNvSpPr txBox="1"/>
          <p:nvPr/>
        </p:nvSpPr>
        <p:spPr>
          <a:xfrm>
            <a:off x="2713837" y="2573509"/>
            <a:ext cx="1447800" cy="400110"/>
          </a:xfrm>
          <a:prstGeom prst="rect">
            <a:avLst/>
          </a:prstGeom>
          <a:noFill/>
        </p:spPr>
        <p:txBody>
          <a:bodyPr wrap="square" rtlCol="0">
            <a:spAutoFit/>
          </a:bodyPr>
          <a:lstStyle/>
          <a:p>
            <a:r>
              <a:rPr lang="en-IN" sz="2000" dirty="0"/>
              <a:t>Back Edge</a:t>
            </a:r>
          </a:p>
        </p:txBody>
      </p:sp>
      <p:sp>
        <p:nvSpPr>
          <p:cNvPr id="2" name="TextBox 1">
            <a:extLst>
              <a:ext uri="{FF2B5EF4-FFF2-40B4-BE49-F238E27FC236}">
                <a16:creationId xmlns:a16="http://schemas.microsoft.com/office/drawing/2014/main" id="{DB74FAF4-517C-8BB7-1C21-07FD442B6F53}"/>
              </a:ext>
            </a:extLst>
          </p:cNvPr>
          <p:cNvSpPr txBox="1"/>
          <p:nvPr/>
        </p:nvSpPr>
        <p:spPr>
          <a:xfrm>
            <a:off x="724395" y="2624667"/>
            <a:ext cx="900440" cy="461665"/>
          </a:xfrm>
          <a:prstGeom prst="rect">
            <a:avLst/>
          </a:prstGeom>
          <a:noFill/>
        </p:spPr>
        <p:txBody>
          <a:bodyPr wrap="square" rtlCol="0">
            <a:spAutoFit/>
          </a:bodyPr>
          <a:lstStyle/>
          <a:p>
            <a:r>
              <a:rPr lang="en-IN" sz="2400" b="1" dirty="0"/>
              <a:t>C=2</a:t>
            </a:r>
          </a:p>
        </p:txBody>
      </p:sp>
      <p:sp>
        <p:nvSpPr>
          <p:cNvPr id="17" name="TextBox 16">
            <a:extLst>
              <a:ext uri="{FF2B5EF4-FFF2-40B4-BE49-F238E27FC236}">
                <a16:creationId xmlns:a16="http://schemas.microsoft.com/office/drawing/2014/main" id="{CEFE68F2-1344-CF83-CDA3-D00F755DA516}"/>
              </a:ext>
            </a:extLst>
          </p:cNvPr>
          <p:cNvSpPr txBox="1"/>
          <p:nvPr/>
        </p:nvSpPr>
        <p:spPr>
          <a:xfrm>
            <a:off x="383859" y="3656343"/>
            <a:ext cx="795867" cy="461665"/>
          </a:xfrm>
          <a:prstGeom prst="rect">
            <a:avLst/>
          </a:prstGeom>
          <a:noFill/>
        </p:spPr>
        <p:txBody>
          <a:bodyPr wrap="square" rtlCol="0">
            <a:spAutoFit/>
          </a:bodyPr>
          <a:lstStyle/>
          <a:p>
            <a:r>
              <a:rPr lang="en-IN" sz="2400" b="1" dirty="0"/>
              <a:t>C=0</a:t>
            </a:r>
          </a:p>
        </p:txBody>
      </p:sp>
      <p:sp>
        <p:nvSpPr>
          <p:cNvPr id="19" name="TextBox 18">
            <a:extLst>
              <a:ext uri="{FF2B5EF4-FFF2-40B4-BE49-F238E27FC236}">
                <a16:creationId xmlns:a16="http://schemas.microsoft.com/office/drawing/2014/main" id="{FD47430A-2668-765D-D21C-ABD81DA91556}"/>
              </a:ext>
            </a:extLst>
          </p:cNvPr>
          <p:cNvSpPr txBox="1"/>
          <p:nvPr/>
        </p:nvSpPr>
        <p:spPr>
          <a:xfrm>
            <a:off x="889000" y="4546995"/>
            <a:ext cx="5003799" cy="2308324"/>
          </a:xfrm>
          <a:prstGeom prst="rect">
            <a:avLst/>
          </a:prstGeom>
          <a:noFill/>
        </p:spPr>
        <p:txBody>
          <a:bodyPr wrap="square" rtlCol="0">
            <a:spAutoFit/>
          </a:bodyPr>
          <a:lstStyle/>
          <a:p>
            <a:r>
              <a:rPr lang="en-IN" sz="2400" b="1" dirty="0">
                <a:solidFill>
                  <a:srgbClr val="FF0000"/>
                </a:solidFill>
              </a:rPr>
              <a:t>DT =5</a:t>
            </a:r>
          </a:p>
          <a:p>
            <a:r>
              <a:rPr lang="en-IN" sz="2400" b="1" dirty="0">
                <a:solidFill>
                  <a:srgbClr val="FF0000"/>
                </a:solidFill>
              </a:rPr>
              <a:t>LT =5</a:t>
            </a:r>
          </a:p>
          <a:p>
            <a:r>
              <a:rPr lang="en-IN" sz="2400" b="1" dirty="0">
                <a:solidFill>
                  <a:srgbClr val="FF0000"/>
                </a:solidFill>
              </a:rPr>
              <a:t>Parent =3</a:t>
            </a:r>
          </a:p>
          <a:p>
            <a:endParaRPr lang="en-IN" sz="2400" b="1" dirty="0">
              <a:solidFill>
                <a:srgbClr val="FF0000"/>
              </a:solidFill>
            </a:endParaRPr>
          </a:p>
          <a:p>
            <a:endParaRPr lang="en-IN" sz="2400" b="1" dirty="0">
              <a:solidFill>
                <a:srgbClr val="FF0000"/>
              </a:solidFill>
            </a:endParaRPr>
          </a:p>
          <a:p>
            <a:endParaRPr lang="en-IN" sz="2400" b="1" dirty="0">
              <a:solidFill>
                <a:srgbClr val="FF0000"/>
              </a:solidFill>
            </a:endParaRPr>
          </a:p>
        </p:txBody>
      </p:sp>
      <p:sp>
        <p:nvSpPr>
          <p:cNvPr id="15" name="TextBox 14">
            <a:extLst>
              <a:ext uri="{FF2B5EF4-FFF2-40B4-BE49-F238E27FC236}">
                <a16:creationId xmlns:a16="http://schemas.microsoft.com/office/drawing/2014/main" id="{E1606F84-171F-4E2E-25FE-4C0682118925}"/>
              </a:ext>
            </a:extLst>
          </p:cNvPr>
          <p:cNvSpPr txBox="1"/>
          <p:nvPr/>
        </p:nvSpPr>
        <p:spPr>
          <a:xfrm>
            <a:off x="3251195" y="3538518"/>
            <a:ext cx="795867" cy="461665"/>
          </a:xfrm>
          <a:prstGeom prst="rect">
            <a:avLst/>
          </a:prstGeom>
          <a:noFill/>
        </p:spPr>
        <p:txBody>
          <a:bodyPr wrap="square" rtlCol="0">
            <a:spAutoFit/>
          </a:bodyPr>
          <a:lstStyle/>
          <a:p>
            <a:r>
              <a:rPr lang="en-IN" sz="2400" b="1" dirty="0"/>
              <a:t>C=0</a:t>
            </a:r>
          </a:p>
        </p:txBody>
      </p:sp>
    </p:spTree>
    <p:extLst>
      <p:ext uri="{BB962C8B-B14F-4D97-AF65-F5344CB8AC3E}">
        <p14:creationId xmlns:p14="http://schemas.microsoft.com/office/powerpoint/2010/main" val="211701912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AB8BFD-5C1F-445C-8050-CE8F451E95B0}"/>
              </a:ext>
            </a:extLst>
          </p:cNvPr>
          <p:cNvSpPr txBox="1"/>
          <p:nvPr/>
        </p:nvSpPr>
        <p:spPr>
          <a:xfrm>
            <a:off x="635000" y="0"/>
            <a:ext cx="10515599" cy="730291"/>
          </a:xfrm>
          <a:prstGeom prst="rect">
            <a:avLst/>
          </a:prstGeom>
        </p:spPr>
        <p:txBody>
          <a:bodyPr vert="horz" lIns="91440" tIns="45720" rIns="91440" bIns="45720" rtlCol="0" anchor="b">
            <a:normAutofit fontScale="92500" lnSpcReduction="10000"/>
          </a:bodyPr>
          <a:lstStyle/>
          <a:p>
            <a:pPr lvl="0" algn="ctr"/>
            <a:r>
              <a:rPr lang="en-US" sz="4800" dirty="0">
                <a:solidFill>
                  <a:schemeClr val="bg1"/>
                </a:solidFill>
                <a:latin typeface="Times New Roman" panose="02020603050405020304" pitchFamily="18" charset="0"/>
                <a:cs typeface="Times New Roman" panose="02020603050405020304" pitchFamily="18" charset="0"/>
              </a:rPr>
              <a:t>Algorithm on Example</a:t>
            </a:r>
          </a:p>
        </p:txBody>
      </p:sp>
      <p:sp>
        <p:nvSpPr>
          <p:cNvPr id="4" name="Oval 3">
            <a:extLst>
              <a:ext uri="{FF2B5EF4-FFF2-40B4-BE49-F238E27FC236}">
                <a16:creationId xmlns:a16="http://schemas.microsoft.com/office/drawing/2014/main" id="{D1821021-BB21-7736-5D44-28091022EDE7}"/>
              </a:ext>
            </a:extLst>
          </p:cNvPr>
          <p:cNvSpPr/>
          <p:nvPr/>
        </p:nvSpPr>
        <p:spPr>
          <a:xfrm>
            <a:off x="4148666" y="1135611"/>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a:t>
            </a:r>
          </a:p>
        </p:txBody>
      </p:sp>
      <p:sp>
        <p:nvSpPr>
          <p:cNvPr id="5" name="Oval 4">
            <a:extLst>
              <a:ext uri="{FF2B5EF4-FFF2-40B4-BE49-F238E27FC236}">
                <a16:creationId xmlns:a16="http://schemas.microsoft.com/office/drawing/2014/main" id="{BF0ECCAA-9F57-0EF8-1E73-52168BBDAB43}"/>
              </a:ext>
            </a:extLst>
          </p:cNvPr>
          <p:cNvSpPr/>
          <p:nvPr/>
        </p:nvSpPr>
        <p:spPr>
          <a:xfrm>
            <a:off x="2082800" y="1828800"/>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0</a:t>
            </a:r>
          </a:p>
        </p:txBody>
      </p:sp>
      <p:sp>
        <p:nvSpPr>
          <p:cNvPr id="6" name="Oval 5">
            <a:extLst>
              <a:ext uri="{FF2B5EF4-FFF2-40B4-BE49-F238E27FC236}">
                <a16:creationId xmlns:a16="http://schemas.microsoft.com/office/drawing/2014/main" id="{B7BD9409-61B6-7F00-716E-95869A641E27}"/>
              </a:ext>
            </a:extLst>
          </p:cNvPr>
          <p:cNvSpPr/>
          <p:nvPr/>
        </p:nvSpPr>
        <p:spPr>
          <a:xfrm>
            <a:off x="4148667" y="2404532"/>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a:t>
            </a:r>
          </a:p>
        </p:txBody>
      </p:sp>
      <p:sp>
        <p:nvSpPr>
          <p:cNvPr id="7" name="Oval 6">
            <a:extLst>
              <a:ext uri="{FF2B5EF4-FFF2-40B4-BE49-F238E27FC236}">
                <a16:creationId xmlns:a16="http://schemas.microsoft.com/office/drawing/2014/main" id="{3B7FFA91-A20C-C438-8454-E221600AB24C}"/>
              </a:ext>
            </a:extLst>
          </p:cNvPr>
          <p:cNvSpPr/>
          <p:nvPr/>
        </p:nvSpPr>
        <p:spPr>
          <a:xfrm>
            <a:off x="1286933" y="2692398"/>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3</a:t>
            </a:r>
          </a:p>
        </p:txBody>
      </p:sp>
      <p:sp>
        <p:nvSpPr>
          <p:cNvPr id="8" name="Oval 7">
            <a:extLst>
              <a:ext uri="{FF2B5EF4-FFF2-40B4-BE49-F238E27FC236}">
                <a16:creationId xmlns:a16="http://schemas.microsoft.com/office/drawing/2014/main" id="{222D97F3-E380-5D1E-C845-C32472FFA81E}"/>
              </a:ext>
            </a:extLst>
          </p:cNvPr>
          <p:cNvSpPr/>
          <p:nvPr/>
        </p:nvSpPr>
        <p:spPr>
          <a:xfrm>
            <a:off x="888999" y="3589869"/>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4</a:t>
            </a:r>
          </a:p>
        </p:txBody>
      </p:sp>
      <p:cxnSp>
        <p:nvCxnSpPr>
          <p:cNvPr id="10" name="Straight Connector 9">
            <a:extLst>
              <a:ext uri="{FF2B5EF4-FFF2-40B4-BE49-F238E27FC236}">
                <a16:creationId xmlns:a16="http://schemas.microsoft.com/office/drawing/2014/main" id="{09A58623-EF58-16E4-FFB5-09B3EA357A30}"/>
              </a:ext>
            </a:extLst>
          </p:cNvPr>
          <p:cNvCxnSpPr>
            <a:cxnSpLocks/>
            <a:stCxn id="5" idx="7"/>
            <a:endCxn id="4" idx="2"/>
          </p:cNvCxnSpPr>
          <p:nvPr/>
        </p:nvCxnSpPr>
        <p:spPr>
          <a:xfrm flipV="1">
            <a:off x="2762115" y="1423478"/>
            <a:ext cx="1386551" cy="489636"/>
          </a:xfrm>
          <a:prstGeom prst="line">
            <a:avLst/>
          </a:prstGeom>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20EA87AD-BE73-2BA4-79F7-884E66560162}"/>
              </a:ext>
            </a:extLst>
          </p:cNvPr>
          <p:cNvSpPr/>
          <p:nvPr/>
        </p:nvSpPr>
        <p:spPr>
          <a:xfrm>
            <a:off x="2480733" y="3589869"/>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5</a:t>
            </a:r>
          </a:p>
        </p:txBody>
      </p:sp>
      <p:cxnSp>
        <p:nvCxnSpPr>
          <p:cNvPr id="16" name="Straight Connector 15">
            <a:extLst>
              <a:ext uri="{FF2B5EF4-FFF2-40B4-BE49-F238E27FC236}">
                <a16:creationId xmlns:a16="http://schemas.microsoft.com/office/drawing/2014/main" id="{47DA8A62-16C5-7009-4647-4E916F109703}"/>
              </a:ext>
            </a:extLst>
          </p:cNvPr>
          <p:cNvCxnSpPr>
            <a:stCxn id="4" idx="4"/>
            <a:endCxn id="6" idx="0"/>
          </p:cNvCxnSpPr>
          <p:nvPr/>
        </p:nvCxnSpPr>
        <p:spPr>
          <a:xfrm>
            <a:off x="4546600" y="1711344"/>
            <a:ext cx="1" cy="6931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5A191AB-B741-5493-8A1B-31838AAC0A0E}"/>
              </a:ext>
            </a:extLst>
          </p:cNvPr>
          <p:cNvCxnSpPr>
            <a:cxnSpLocks/>
            <a:stCxn id="5" idx="5"/>
            <a:endCxn id="6" idx="1"/>
          </p:cNvCxnSpPr>
          <p:nvPr/>
        </p:nvCxnSpPr>
        <p:spPr>
          <a:xfrm>
            <a:off x="2762115" y="2320219"/>
            <a:ext cx="1503104" cy="1686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C221A88-AF58-32D1-12A8-E28053406E1C}"/>
              </a:ext>
            </a:extLst>
          </p:cNvPr>
          <p:cNvCxnSpPr>
            <a:stCxn id="5" idx="3"/>
          </p:cNvCxnSpPr>
          <p:nvPr/>
        </p:nvCxnSpPr>
        <p:spPr>
          <a:xfrm flipH="1">
            <a:off x="1828800" y="2320219"/>
            <a:ext cx="370552" cy="37217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51D4063-6D61-CAC3-AED3-5E9186548837}"/>
              </a:ext>
            </a:extLst>
          </p:cNvPr>
          <p:cNvCxnSpPr>
            <a:endCxn id="8" idx="0"/>
          </p:cNvCxnSpPr>
          <p:nvPr/>
        </p:nvCxnSpPr>
        <p:spPr>
          <a:xfrm flipH="1">
            <a:off x="1286933" y="3268131"/>
            <a:ext cx="254000" cy="321738"/>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F138662-0895-1814-1567-7A18FC0A2FDC}"/>
              </a:ext>
            </a:extLst>
          </p:cNvPr>
          <p:cNvCxnSpPr>
            <a:cxnSpLocks/>
            <a:stCxn id="7" idx="5"/>
            <a:endCxn id="14" idx="1"/>
          </p:cNvCxnSpPr>
          <p:nvPr/>
        </p:nvCxnSpPr>
        <p:spPr>
          <a:xfrm>
            <a:off x="1966248" y="3183817"/>
            <a:ext cx="631037" cy="490366"/>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0" name="Table 30">
            <a:extLst>
              <a:ext uri="{FF2B5EF4-FFF2-40B4-BE49-F238E27FC236}">
                <a16:creationId xmlns:a16="http://schemas.microsoft.com/office/drawing/2014/main" id="{4837F24E-408A-273C-474D-F810E5F92BBF}"/>
              </a:ext>
            </a:extLst>
          </p:cNvPr>
          <p:cNvGraphicFramePr>
            <a:graphicFrameLocks noGrp="1"/>
          </p:cNvGraphicFramePr>
          <p:nvPr/>
        </p:nvGraphicFramePr>
        <p:xfrm>
          <a:off x="6525811" y="1388533"/>
          <a:ext cx="4624788" cy="73660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189765">
                <a:tc>
                  <a:txBody>
                    <a:bodyPr/>
                    <a:lstStyle/>
                    <a:p>
                      <a:r>
                        <a:rPr lang="en-IN" b="0" dirty="0">
                          <a:solidFill>
                            <a:schemeClr val="tx1"/>
                          </a:solidFill>
                        </a:rPr>
                        <a:t>0</a:t>
                      </a:r>
                    </a:p>
                  </a:txBody>
                  <a:tcPr/>
                </a:tc>
                <a:tc>
                  <a:txBody>
                    <a:bodyPr/>
                    <a:lstStyle/>
                    <a:p>
                      <a:r>
                        <a:rPr lang="en-IN" dirty="0">
                          <a:solidFill>
                            <a:schemeClr val="tx1"/>
                          </a:solidFill>
                        </a:rPr>
                        <a:t>1</a:t>
                      </a:r>
                    </a:p>
                  </a:txBody>
                  <a:tcPr/>
                </a:tc>
                <a:tc>
                  <a:txBody>
                    <a:bodyPr/>
                    <a:lstStyle/>
                    <a:p>
                      <a:r>
                        <a:rPr lang="en-IN" dirty="0">
                          <a:solidFill>
                            <a:schemeClr val="tx1"/>
                          </a:solidFill>
                        </a:rPr>
                        <a:t>2</a:t>
                      </a:r>
                    </a:p>
                  </a:txBody>
                  <a:tcPr/>
                </a:tc>
                <a:tc>
                  <a:txBody>
                    <a:bodyPr/>
                    <a:lstStyle/>
                    <a:p>
                      <a:r>
                        <a:rPr lang="en-IN" dirty="0">
                          <a:solidFill>
                            <a:schemeClr val="tx1"/>
                          </a:solidFill>
                        </a:rPr>
                        <a:t>3</a:t>
                      </a:r>
                    </a:p>
                  </a:txBody>
                  <a:tcPr/>
                </a:tc>
                <a:tc>
                  <a:txBody>
                    <a:bodyPr/>
                    <a:lstStyle/>
                    <a:p>
                      <a:r>
                        <a:rPr lang="en-IN" dirty="0">
                          <a:solidFill>
                            <a:schemeClr val="tx1"/>
                          </a:solidFill>
                        </a:rPr>
                        <a:t>4</a:t>
                      </a:r>
                    </a:p>
                  </a:txBody>
                  <a:tcPr/>
                </a:tc>
                <a:tc>
                  <a:txBody>
                    <a:bodyPr/>
                    <a:lstStyle/>
                    <a:p>
                      <a:r>
                        <a:rPr lang="en-IN" dirty="0">
                          <a:solidFill>
                            <a:srgbClr val="FF0000"/>
                          </a:solidFill>
                        </a:rPr>
                        <a:t>5</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4" name="Table 30">
            <a:extLst>
              <a:ext uri="{FF2B5EF4-FFF2-40B4-BE49-F238E27FC236}">
                <a16:creationId xmlns:a16="http://schemas.microsoft.com/office/drawing/2014/main" id="{709B6A5F-F912-F803-2CEA-A779E035C599}"/>
              </a:ext>
            </a:extLst>
          </p:cNvPr>
          <p:cNvGraphicFramePr>
            <a:graphicFrameLocks noGrp="1"/>
          </p:cNvGraphicFramePr>
          <p:nvPr/>
        </p:nvGraphicFramePr>
        <p:xfrm>
          <a:off x="6525811" y="2692398"/>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b="0" dirty="0">
                          <a:solidFill>
                            <a:schemeClr val="tx1"/>
                          </a:solidFill>
                        </a:rPr>
                        <a:t>0</a:t>
                      </a:r>
                    </a:p>
                  </a:txBody>
                  <a:tcPr/>
                </a:tc>
                <a:tc>
                  <a:txBody>
                    <a:bodyPr/>
                    <a:lstStyle/>
                    <a:p>
                      <a:r>
                        <a:rPr lang="en-IN" dirty="0">
                          <a:solidFill>
                            <a:schemeClr val="tx1"/>
                          </a:solidFill>
                        </a:rPr>
                        <a:t>0</a:t>
                      </a:r>
                    </a:p>
                  </a:txBody>
                  <a:tcPr/>
                </a:tc>
                <a:tc>
                  <a:txBody>
                    <a:bodyPr/>
                    <a:lstStyle/>
                    <a:p>
                      <a:r>
                        <a:rPr lang="en-IN" dirty="0">
                          <a:solidFill>
                            <a:schemeClr val="tx1"/>
                          </a:solidFill>
                        </a:rPr>
                        <a:t>0</a:t>
                      </a:r>
                    </a:p>
                  </a:txBody>
                  <a:tcPr/>
                </a:tc>
                <a:tc>
                  <a:txBody>
                    <a:bodyPr/>
                    <a:lstStyle/>
                    <a:p>
                      <a:r>
                        <a:rPr lang="en-IN" b="0" dirty="0">
                          <a:solidFill>
                            <a:schemeClr val="tx1"/>
                          </a:solidFill>
                        </a:rPr>
                        <a:t>3</a:t>
                      </a:r>
                    </a:p>
                  </a:txBody>
                  <a:tcPr/>
                </a:tc>
                <a:tc>
                  <a:txBody>
                    <a:bodyPr/>
                    <a:lstStyle/>
                    <a:p>
                      <a:r>
                        <a:rPr lang="en-IN" dirty="0">
                          <a:solidFill>
                            <a:schemeClr val="tx1"/>
                          </a:solidFill>
                        </a:rPr>
                        <a:t>4</a:t>
                      </a:r>
                    </a:p>
                  </a:txBody>
                  <a:tcPr/>
                </a:tc>
                <a:tc>
                  <a:txBody>
                    <a:bodyPr/>
                    <a:lstStyle/>
                    <a:p>
                      <a:r>
                        <a:rPr lang="en-IN" dirty="0">
                          <a:solidFill>
                            <a:srgbClr val="FF0000"/>
                          </a:solidFill>
                        </a:rPr>
                        <a:t>5</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5" name="Table 30">
            <a:extLst>
              <a:ext uri="{FF2B5EF4-FFF2-40B4-BE49-F238E27FC236}">
                <a16:creationId xmlns:a16="http://schemas.microsoft.com/office/drawing/2014/main" id="{DA5B8367-879C-BAC0-7627-684D5E3C8B0A}"/>
              </a:ext>
            </a:extLst>
          </p:cNvPr>
          <p:cNvGraphicFramePr>
            <a:graphicFrameLocks noGrp="1"/>
          </p:cNvGraphicFramePr>
          <p:nvPr/>
        </p:nvGraphicFramePr>
        <p:xfrm>
          <a:off x="6525811" y="3986050"/>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dirty="0">
                          <a:solidFill>
                            <a:schemeClr val="tx1"/>
                          </a:solidFill>
                        </a:rPr>
                        <a:t>-1</a:t>
                      </a:r>
                    </a:p>
                  </a:txBody>
                  <a:tcPr/>
                </a:tc>
                <a:tc>
                  <a:txBody>
                    <a:bodyPr/>
                    <a:lstStyle/>
                    <a:p>
                      <a:r>
                        <a:rPr lang="en-IN" dirty="0">
                          <a:solidFill>
                            <a:schemeClr val="tx1"/>
                          </a:solidFill>
                        </a:rPr>
                        <a:t>0</a:t>
                      </a:r>
                    </a:p>
                  </a:txBody>
                  <a:tcPr/>
                </a:tc>
                <a:tc>
                  <a:txBody>
                    <a:bodyPr/>
                    <a:lstStyle/>
                    <a:p>
                      <a:r>
                        <a:rPr lang="en-IN" dirty="0">
                          <a:solidFill>
                            <a:schemeClr val="tx1"/>
                          </a:solidFill>
                        </a:rPr>
                        <a:t>1</a:t>
                      </a:r>
                    </a:p>
                  </a:txBody>
                  <a:tcPr/>
                </a:tc>
                <a:tc>
                  <a:txBody>
                    <a:bodyPr/>
                    <a:lstStyle/>
                    <a:p>
                      <a:r>
                        <a:rPr lang="en-IN" b="0" dirty="0">
                          <a:solidFill>
                            <a:schemeClr val="tx1"/>
                          </a:solidFill>
                        </a:rPr>
                        <a:t>0</a:t>
                      </a:r>
                    </a:p>
                  </a:txBody>
                  <a:tcPr/>
                </a:tc>
                <a:tc>
                  <a:txBody>
                    <a:bodyPr/>
                    <a:lstStyle/>
                    <a:p>
                      <a:r>
                        <a:rPr lang="en-IN" b="0" dirty="0">
                          <a:solidFill>
                            <a:schemeClr val="tx1"/>
                          </a:solidFill>
                        </a:rPr>
                        <a:t>3</a:t>
                      </a:r>
                    </a:p>
                  </a:txBody>
                  <a:tcPr/>
                </a:tc>
                <a:tc>
                  <a:txBody>
                    <a:bodyPr/>
                    <a:lstStyle/>
                    <a:p>
                      <a:r>
                        <a:rPr lang="en-IN" dirty="0">
                          <a:solidFill>
                            <a:srgbClr val="FF0000"/>
                          </a:solidFill>
                        </a:rPr>
                        <a:t>3</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6" name="Table 30">
            <a:extLst>
              <a:ext uri="{FF2B5EF4-FFF2-40B4-BE49-F238E27FC236}">
                <a16:creationId xmlns:a16="http://schemas.microsoft.com/office/drawing/2014/main" id="{12A300B2-06C4-F89A-CAC6-F789C928860E}"/>
              </a:ext>
            </a:extLst>
          </p:cNvPr>
          <p:cNvGraphicFramePr>
            <a:graphicFrameLocks noGrp="1"/>
          </p:cNvGraphicFramePr>
          <p:nvPr/>
        </p:nvGraphicFramePr>
        <p:xfrm>
          <a:off x="6525811" y="5279702"/>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839526">
                  <a:extLst>
                    <a:ext uri="{9D8B030D-6E8A-4147-A177-3AD203B41FA5}">
                      <a16:colId xmlns:a16="http://schemas.microsoft.com/office/drawing/2014/main" val="3228269669"/>
                    </a:ext>
                  </a:extLst>
                </a:gridCol>
                <a:gridCol w="702070">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dirty="0"/>
                        <a:t>F</a:t>
                      </a:r>
                    </a:p>
                  </a:txBody>
                  <a:tcPr/>
                </a:tc>
                <a:tc>
                  <a:txBody>
                    <a:bodyPr/>
                    <a:lstStyle/>
                    <a:p>
                      <a:r>
                        <a:rPr lang="en-IN" dirty="0"/>
                        <a:t>F</a:t>
                      </a:r>
                    </a:p>
                  </a:txBody>
                  <a:tcPr/>
                </a:tc>
                <a:tc>
                  <a:txBody>
                    <a:bodyPr/>
                    <a:lstStyle/>
                    <a:p>
                      <a:r>
                        <a:rPr lang="en-IN" dirty="0"/>
                        <a:t>F</a:t>
                      </a:r>
                    </a:p>
                  </a:txBody>
                  <a:tcPr/>
                </a:tc>
                <a:tc>
                  <a:txBody>
                    <a:bodyPr/>
                    <a:lstStyle/>
                    <a:p>
                      <a:r>
                        <a:rPr lang="en-IN" dirty="0">
                          <a:solidFill>
                            <a:srgbClr val="FF0000"/>
                          </a:solidFill>
                        </a:rPr>
                        <a:t>T</a:t>
                      </a:r>
                    </a:p>
                  </a:txBody>
                  <a:tcPr/>
                </a:tc>
                <a:tc>
                  <a:txBody>
                    <a:bodyPr/>
                    <a:lstStyle/>
                    <a:p>
                      <a:r>
                        <a:rPr lang="en-IN" dirty="0"/>
                        <a:t>F</a:t>
                      </a:r>
                    </a:p>
                  </a:txBody>
                  <a:tcPr/>
                </a:tc>
                <a:tc>
                  <a:txBody>
                    <a:bodyPr/>
                    <a:lstStyle/>
                    <a:p>
                      <a:r>
                        <a:rPr lang="en-IN" dirty="0"/>
                        <a:t>F</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sp>
        <p:nvSpPr>
          <p:cNvPr id="37" name="TextBox 36">
            <a:extLst>
              <a:ext uri="{FF2B5EF4-FFF2-40B4-BE49-F238E27FC236}">
                <a16:creationId xmlns:a16="http://schemas.microsoft.com/office/drawing/2014/main" id="{A22D1001-7329-B480-6EC2-77C92471EDB6}"/>
              </a:ext>
            </a:extLst>
          </p:cNvPr>
          <p:cNvSpPr txBox="1"/>
          <p:nvPr/>
        </p:nvSpPr>
        <p:spPr>
          <a:xfrm>
            <a:off x="5892799" y="5215500"/>
            <a:ext cx="727144" cy="461665"/>
          </a:xfrm>
          <a:prstGeom prst="rect">
            <a:avLst/>
          </a:prstGeom>
          <a:noFill/>
        </p:spPr>
        <p:txBody>
          <a:bodyPr wrap="square" rtlCol="0">
            <a:spAutoFit/>
          </a:bodyPr>
          <a:lstStyle/>
          <a:p>
            <a:r>
              <a:rPr lang="en-IN" sz="2400" b="1" dirty="0">
                <a:solidFill>
                  <a:srgbClr val="FF0000"/>
                </a:solidFill>
              </a:rPr>
              <a:t>AP</a:t>
            </a:r>
          </a:p>
        </p:txBody>
      </p:sp>
      <p:sp>
        <p:nvSpPr>
          <p:cNvPr id="38" name="TextBox 37">
            <a:extLst>
              <a:ext uri="{FF2B5EF4-FFF2-40B4-BE49-F238E27FC236}">
                <a16:creationId xmlns:a16="http://schemas.microsoft.com/office/drawing/2014/main" id="{B2161F4F-8954-3216-799C-4739C2EC4E5A}"/>
              </a:ext>
            </a:extLst>
          </p:cNvPr>
          <p:cNvSpPr txBox="1"/>
          <p:nvPr/>
        </p:nvSpPr>
        <p:spPr>
          <a:xfrm>
            <a:off x="5926667" y="1184725"/>
            <a:ext cx="727144" cy="461665"/>
          </a:xfrm>
          <a:prstGeom prst="rect">
            <a:avLst/>
          </a:prstGeom>
          <a:noFill/>
        </p:spPr>
        <p:txBody>
          <a:bodyPr wrap="square" rtlCol="0">
            <a:spAutoFit/>
          </a:bodyPr>
          <a:lstStyle/>
          <a:p>
            <a:r>
              <a:rPr lang="en-IN" sz="2400" b="1" dirty="0">
                <a:solidFill>
                  <a:srgbClr val="FF0000"/>
                </a:solidFill>
              </a:rPr>
              <a:t>DT</a:t>
            </a:r>
          </a:p>
        </p:txBody>
      </p:sp>
      <p:sp>
        <p:nvSpPr>
          <p:cNvPr id="39" name="TextBox 38">
            <a:extLst>
              <a:ext uri="{FF2B5EF4-FFF2-40B4-BE49-F238E27FC236}">
                <a16:creationId xmlns:a16="http://schemas.microsoft.com/office/drawing/2014/main" id="{48DD2684-8A3A-5530-B0C3-8CCB9BE487F4}"/>
              </a:ext>
            </a:extLst>
          </p:cNvPr>
          <p:cNvSpPr txBox="1"/>
          <p:nvPr/>
        </p:nvSpPr>
        <p:spPr>
          <a:xfrm>
            <a:off x="5798667" y="2742063"/>
            <a:ext cx="727144" cy="461665"/>
          </a:xfrm>
          <a:prstGeom prst="rect">
            <a:avLst/>
          </a:prstGeom>
          <a:noFill/>
        </p:spPr>
        <p:txBody>
          <a:bodyPr wrap="square" rtlCol="0">
            <a:spAutoFit/>
          </a:bodyPr>
          <a:lstStyle/>
          <a:p>
            <a:r>
              <a:rPr lang="en-IN" sz="2400" b="1" dirty="0">
                <a:solidFill>
                  <a:srgbClr val="FF0000"/>
                </a:solidFill>
              </a:rPr>
              <a:t>LT</a:t>
            </a:r>
          </a:p>
        </p:txBody>
      </p:sp>
      <p:sp>
        <p:nvSpPr>
          <p:cNvPr id="40" name="TextBox 39">
            <a:extLst>
              <a:ext uri="{FF2B5EF4-FFF2-40B4-BE49-F238E27FC236}">
                <a16:creationId xmlns:a16="http://schemas.microsoft.com/office/drawing/2014/main" id="{68176EF7-B9ED-1B9A-33D2-0976CEABCF92}"/>
              </a:ext>
            </a:extLst>
          </p:cNvPr>
          <p:cNvSpPr txBox="1"/>
          <p:nvPr/>
        </p:nvSpPr>
        <p:spPr>
          <a:xfrm>
            <a:off x="5528733" y="4000183"/>
            <a:ext cx="1125078" cy="461665"/>
          </a:xfrm>
          <a:prstGeom prst="rect">
            <a:avLst/>
          </a:prstGeom>
          <a:noFill/>
        </p:spPr>
        <p:txBody>
          <a:bodyPr wrap="square" rtlCol="0">
            <a:spAutoFit/>
          </a:bodyPr>
          <a:lstStyle/>
          <a:p>
            <a:r>
              <a:rPr lang="en-IN" sz="2400" b="1" dirty="0">
                <a:solidFill>
                  <a:srgbClr val="FF0000"/>
                </a:solidFill>
              </a:rPr>
              <a:t>Parent</a:t>
            </a:r>
          </a:p>
        </p:txBody>
      </p:sp>
      <p:sp>
        <p:nvSpPr>
          <p:cNvPr id="46" name="TextBox 45">
            <a:extLst>
              <a:ext uri="{FF2B5EF4-FFF2-40B4-BE49-F238E27FC236}">
                <a16:creationId xmlns:a16="http://schemas.microsoft.com/office/drawing/2014/main" id="{CF5433F2-9016-FF81-AC04-EE3757575E7C}"/>
              </a:ext>
            </a:extLst>
          </p:cNvPr>
          <p:cNvSpPr txBox="1"/>
          <p:nvPr/>
        </p:nvSpPr>
        <p:spPr>
          <a:xfrm>
            <a:off x="1670906" y="1423478"/>
            <a:ext cx="682828" cy="461665"/>
          </a:xfrm>
          <a:prstGeom prst="rect">
            <a:avLst/>
          </a:prstGeom>
          <a:noFill/>
        </p:spPr>
        <p:txBody>
          <a:bodyPr wrap="square" rtlCol="0">
            <a:spAutoFit/>
          </a:bodyPr>
          <a:lstStyle/>
          <a:p>
            <a:r>
              <a:rPr lang="en-IN" sz="2400" b="1" dirty="0"/>
              <a:t>C=2</a:t>
            </a:r>
          </a:p>
        </p:txBody>
      </p:sp>
      <p:sp>
        <p:nvSpPr>
          <p:cNvPr id="47" name="TextBox 46">
            <a:extLst>
              <a:ext uri="{FF2B5EF4-FFF2-40B4-BE49-F238E27FC236}">
                <a16:creationId xmlns:a16="http://schemas.microsoft.com/office/drawing/2014/main" id="{1346C774-A701-55B7-96B4-D9EEF71AEB88}"/>
              </a:ext>
            </a:extLst>
          </p:cNvPr>
          <p:cNvSpPr txBox="1"/>
          <p:nvPr/>
        </p:nvSpPr>
        <p:spPr>
          <a:xfrm>
            <a:off x="0" y="741345"/>
            <a:ext cx="5003799" cy="461665"/>
          </a:xfrm>
          <a:prstGeom prst="rect">
            <a:avLst/>
          </a:prstGeom>
          <a:noFill/>
        </p:spPr>
        <p:txBody>
          <a:bodyPr wrap="square" rtlCol="0">
            <a:spAutoFit/>
          </a:bodyPr>
          <a:lstStyle/>
          <a:p>
            <a:r>
              <a:rPr lang="en-IN" sz="2400" b="1" dirty="0">
                <a:solidFill>
                  <a:srgbClr val="FF0000"/>
                </a:solidFill>
              </a:rPr>
              <a:t>Time =6 </a:t>
            </a:r>
          </a:p>
        </p:txBody>
      </p:sp>
      <p:cxnSp>
        <p:nvCxnSpPr>
          <p:cNvPr id="9" name="Straight Connector 8">
            <a:extLst>
              <a:ext uri="{FF2B5EF4-FFF2-40B4-BE49-F238E27FC236}">
                <a16:creationId xmlns:a16="http://schemas.microsoft.com/office/drawing/2014/main" id="{79C7AB70-A857-53E7-167F-9B6ADACCAB62}"/>
              </a:ext>
            </a:extLst>
          </p:cNvPr>
          <p:cNvCxnSpPr>
            <a:cxnSpLocks/>
          </p:cNvCxnSpPr>
          <p:nvPr/>
        </p:nvCxnSpPr>
        <p:spPr>
          <a:xfrm flipH="1">
            <a:off x="2868218" y="1627030"/>
            <a:ext cx="1397000" cy="472173"/>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5F20C0F-AABC-77CA-3E7E-0F2524E7F2B8}"/>
              </a:ext>
            </a:extLst>
          </p:cNvPr>
          <p:cNvSpPr txBox="1"/>
          <p:nvPr/>
        </p:nvSpPr>
        <p:spPr>
          <a:xfrm>
            <a:off x="4708952" y="862622"/>
            <a:ext cx="682828" cy="461665"/>
          </a:xfrm>
          <a:prstGeom prst="rect">
            <a:avLst/>
          </a:prstGeom>
          <a:noFill/>
        </p:spPr>
        <p:txBody>
          <a:bodyPr wrap="square" rtlCol="0">
            <a:spAutoFit/>
          </a:bodyPr>
          <a:lstStyle/>
          <a:p>
            <a:r>
              <a:rPr lang="en-IN" sz="2400" b="1" dirty="0"/>
              <a:t>C=1</a:t>
            </a:r>
          </a:p>
        </p:txBody>
      </p:sp>
      <p:sp>
        <p:nvSpPr>
          <p:cNvPr id="11" name="TextBox 10">
            <a:extLst>
              <a:ext uri="{FF2B5EF4-FFF2-40B4-BE49-F238E27FC236}">
                <a16:creationId xmlns:a16="http://schemas.microsoft.com/office/drawing/2014/main" id="{18516D89-DBFA-CF8E-CA28-822B60879054}"/>
              </a:ext>
            </a:extLst>
          </p:cNvPr>
          <p:cNvSpPr txBox="1"/>
          <p:nvPr/>
        </p:nvSpPr>
        <p:spPr>
          <a:xfrm>
            <a:off x="4603119" y="2044643"/>
            <a:ext cx="682828" cy="461665"/>
          </a:xfrm>
          <a:prstGeom prst="rect">
            <a:avLst/>
          </a:prstGeom>
          <a:noFill/>
        </p:spPr>
        <p:txBody>
          <a:bodyPr wrap="square" rtlCol="0">
            <a:spAutoFit/>
          </a:bodyPr>
          <a:lstStyle/>
          <a:p>
            <a:r>
              <a:rPr lang="en-IN" sz="2400" b="1" dirty="0"/>
              <a:t>C=1</a:t>
            </a:r>
          </a:p>
        </p:txBody>
      </p:sp>
      <p:cxnSp>
        <p:nvCxnSpPr>
          <p:cNvPr id="13" name="Straight Connector 12">
            <a:extLst>
              <a:ext uri="{FF2B5EF4-FFF2-40B4-BE49-F238E27FC236}">
                <a16:creationId xmlns:a16="http://schemas.microsoft.com/office/drawing/2014/main" id="{2345904B-FB1D-BF38-71CC-6D9164EB7614}"/>
              </a:ext>
            </a:extLst>
          </p:cNvPr>
          <p:cNvCxnSpPr>
            <a:cxnSpLocks/>
          </p:cNvCxnSpPr>
          <p:nvPr/>
        </p:nvCxnSpPr>
        <p:spPr>
          <a:xfrm flipV="1">
            <a:off x="4679571" y="1734002"/>
            <a:ext cx="68239" cy="743754"/>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852631E-B97C-1393-DA5F-5290321C617A}"/>
              </a:ext>
            </a:extLst>
          </p:cNvPr>
          <p:cNvCxnSpPr>
            <a:cxnSpLocks/>
            <a:endCxn id="6" idx="2"/>
          </p:cNvCxnSpPr>
          <p:nvPr/>
        </p:nvCxnSpPr>
        <p:spPr>
          <a:xfrm>
            <a:off x="2597285" y="2404532"/>
            <a:ext cx="1551382" cy="287867"/>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1C42F3B-4797-3358-96BA-A5DECE6AE73C}"/>
              </a:ext>
            </a:extLst>
          </p:cNvPr>
          <p:cNvSpPr txBox="1"/>
          <p:nvPr/>
        </p:nvSpPr>
        <p:spPr>
          <a:xfrm>
            <a:off x="2713837" y="2573509"/>
            <a:ext cx="1447800" cy="400110"/>
          </a:xfrm>
          <a:prstGeom prst="rect">
            <a:avLst/>
          </a:prstGeom>
          <a:noFill/>
        </p:spPr>
        <p:txBody>
          <a:bodyPr wrap="square" rtlCol="0">
            <a:spAutoFit/>
          </a:bodyPr>
          <a:lstStyle/>
          <a:p>
            <a:r>
              <a:rPr lang="en-IN" sz="2000" dirty="0"/>
              <a:t>Back Edge</a:t>
            </a:r>
          </a:p>
        </p:txBody>
      </p:sp>
      <p:sp>
        <p:nvSpPr>
          <p:cNvPr id="2" name="TextBox 1">
            <a:extLst>
              <a:ext uri="{FF2B5EF4-FFF2-40B4-BE49-F238E27FC236}">
                <a16:creationId xmlns:a16="http://schemas.microsoft.com/office/drawing/2014/main" id="{DB74FAF4-517C-8BB7-1C21-07FD442B6F53}"/>
              </a:ext>
            </a:extLst>
          </p:cNvPr>
          <p:cNvSpPr txBox="1"/>
          <p:nvPr/>
        </p:nvSpPr>
        <p:spPr>
          <a:xfrm>
            <a:off x="724395" y="2624667"/>
            <a:ext cx="900440" cy="461665"/>
          </a:xfrm>
          <a:prstGeom prst="rect">
            <a:avLst/>
          </a:prstGeom>
          <a:noFill/>
        </p:spPr>
        <p:txBody>
          <a:bodyPr wrap="square" rtlCol="0">
            <a:spAutoFit/>
          </a:bodyPr>
          <a:lstStyle/>
          <a:p>
            <a:r>
              <a:rPr lang="en-IN" sz="2400" b="1" dirty="0"/>
              <a:t>C=2</a:t>
            </a:r>
          </a:p>
        </p:txBody>
      </p:sp>
      <p:sp>
        <p:nvSpPr>
          <p:cNvPr id="17" name="TextBox 16">
            <a:extLst>
              <a:ext uri="{FF2B5EF4-FFF2-40B4-BE49-F238E27FC236}">
                <a16:creationId xmlns:a16="http://schemas.microsoft.com/office/drawing/2014/main" id="{CEFE68F2-1344-CF83-CDA3-D00F755DA516}"/>
              </a:ext>
            </a:extLst>
          </p:cNvPr>
          <p:cNvSpPr txBox="1"/>
          <p:nvPr/>
        </p:nvSpPr>
        <p:spPr>
          <a:xfrm>
            <a:off x="383859" y="3656343"/>
            <a:ext cx="795867" cy="461665"/>
          </a:xfrm>
          <a:prstGeom prst="rect">
            <a:avLst/>
          </a:prstGeom>
          <a:noFill/>
        </p:spPr>
        <p:txBody>
          <a:bodyPr wrap="square" rtlCol="0">
            <a:spAutoFit/>
          </a:bodyPr>
          <a:lstStyle/>
          <a:p>
            <a:r>
              <a:rPr lang="en-IN" sz="2400" b="1" dirty="0"/>
              <a:t>C=0</a:t>
            </a:r>
          </a:p>
        </p:txBody>
      </p:sp>
      <p:sp>
        <p:nvSpPr>
          <p:cNvPr id="19" name="TextBox 18">
            <a:extLst>
              <a:ext uri="{FF2B5EF4-FFF2-40B4-BE49-F238E27FC236}">
                <a16:creationId xmlns:a16="http://schemas.microsoft.com/office/drawing/2014/main" id="{FD47430A-2668-765D-D21C-ABD81DA91556}"/>
              </a:ext>
            </a:extLst>
          </p:cNvPr>
          <p:cNvSpPr txBox="1"/>
          <p:nvPr/>
        </p:nvSpPr>
        <p:spPr>
          <a:xfrm>
            <a:off x="889000" y="4546995"/>
            <a:ext cx="5003799" cy="2308324"/>
          </a:xfrm>
          <a:prstGeom prst="rect">
            <a:avLst/>
          </a:prstGeom>
          <a:noFill/>
        </p:spPr>
        <p:txBody>
          <a:bodyPr wrap="square" rtlCol="0">
            <a:spAutoFit/>
          </a:bodyPr>
          <a:lstStyle/>
          <a:p>
            <a:r>
              <a:rPr lang="en-IN" sz="2400" b="1" dirty="0">
                <a:solidFill>
                  <a:srgbClr val="FF0000"/>
                </a:solidFill>
              </a:rPr>
              <a:t>DT =5</a:t>
            </a:r>
          </a:p>
          <a:p>
            <a:r>
              <a:rPr lang="en-IN" sz="2400" b="1" dirty="0">
                <a:solidFill>
                  <a:srgbClr val="FF0000"/>
                </a:solidFill>
              </a:rPr>
              <a:t>LT =5</a:t>
            </a:r>
          </a:p>
          <a:p>
            <a:r>
              <a:rPr lang="en-IN" sz="2400" b="1" dirty="0">
                <a:solidFill>
                  <a:srgbClr val="FF0000"/>
                </a:solidFill>
              </a:rPr>
              <a:t>Parent =3</a:t>
            </a:r>
          </a:p>
          <a:p>
            <a:endParaRPr lang="en-IN" sz="2400" b="1" dirty="0">
              <a:solidFill>
                <a:srgbClr val="FF0000"/>
              </a:solidFill>
            </a:endParaRPr>
          </a:p>
          <a:p>
            <a:endParaRPr lang="en-IN" sz="2400" b="1" dirty="0">
              <a:solidFill>
                <a:srgbClr val="FF0000"/>
              </a:solidFill>
            </a:endParaRPr>
          </a:p>
          <a:p>
            <a:endParaRPr lang="en-IN" sz="2400" b="1" dirty="0">
              <a:solidFill>
                <a:srgbClr val="FF0000"/>
              </a:solidFill>
            </a:endParaRPr>
          </a:p>
        </p:txBody>
      </p:sp>
      <p:sp>
        <p:nvSpPr>
          <p:cNvPr id="15" name="TextBox 14">
            <a:extLst>
              <a:ext uri="{FF2B5EF4-FFF2-40B4-BE49-F238E27FC236}">
                <a16:creationId xmlns:a16="http://schemas.microsoft.com/office/drawing/2014/main" id="{E1606F84-171F-4E2E-25FE-4C0682118925}"/>
              </a:ext>
            </a:extLst>
          </p:cNvPr>
          <p:cNvSpPr txBox="1"/>
          <p:nvPr/>
        </p:nvSpPr>
        <p:spPr>
          <a:xfrm>
            <a:off x="3251195" y="3538518"/>
            <a:ext cx="795867" cy="461665"/>
          </a:xfrm>
          <a:prstGeom prst="rect">
            <a:avLst/>
          </a:prstGeom>
          <a:noFill/>
        </p:spPr>
        <p:txBody>
          <a:bodyPr wrap="square" rtlCol="0">
            <a:spAutoFit/>
          </a:bodyPr>
          <a:lstStyle/>
          <a:p>
            <a:r>
              <a:rPr lang="en-IN" sz="2400" b="1" dirty="0"/>
              <a:t>C=0</a:t>
            </a:r>
          </a:p>
        </p:txBody>
      </p:sp>
    </p:spTree>
    <p:extLst>
      <p:ext uri="{BB962C8B-B14F-4D97-AF65-F5344CB8AC3E}">
        <p14:creationId xmlns:p14="http://schemas.microsoft.com/office/powerpoint/2010/main" val="174064502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AB8BFD-5C1F-445C-8050-CE8F451E95B0}"/>
              </a:ext>
            </a:extLst>
          </p:cNvPr>
          <p:cNvSpPr txBox="1"/>
          <p:nvPr/>
        </p:nvSpPr>
        <p:spPr>
          <a:xfrm>
            <a:off x="635000" y="0"/>
            <a:ext cx="10515599" cy="730291"/>
          </a:xfrm>
          <a:prstGeom prst="rect">
            <a:avLst/>
          </a:prstGeom>
        </p:spPr>
        <p:txBody>
          <a:bodyPr vert="horz" lIns="91440" tIns="45720" rIns="91440" bIns="45720" rtlCol="0" anchor="b">
            <a:normAutofit fontScale="92500" lnSpcReduction="10000"/>
          </a:bodyPr>
          <a:lstStyle/>
          <a:p>
            <a:pPr lvl="0" algn="ctr"/>
            <a:r>
              <a:rPr lang="en-US" sz="4800" dirty="0">
                <a:solidFill>
                  <a:schemeClr val="bg1"/>
                </a:solidFill>
                <a:latin typeface="Times New Roman" panose="02020603050405020304" pitchFamily="18" charset="0"/>
                <a:cs typeface="Times New Roman" panose="02020603050405020304" pitchFamily="18" charset="0"/>
              </a:rPr>
              <a:t>Algorithm on Example</a:t>
            </a:r>
          </a:p>
        </p:txBody>
      </p:sp>
      <p:sp>
        <p:nvSpPr>
          <p:cNvPr id="4" name="Oval 3">
            <a:extLst>
              <a:ext uri="{FF2B5EF4-FFF2-40B4-BE49-F238E27FC236}">
                <a16:creationId xmlns:a16="http://schemas.microsoft.com/office/drawing/2014/main" id="{D1821021-BB21-7736-5D44-28091022EDE7}"/>
              </a:ext>
            </a:extLst>
          </p:cNvPr>
          <p:cNvSpPr/>
          <p:nvPr/>
        </p:nvSpPr>
        <p:spPr>
          <a:xfrm>
            <a:off x="4148666" y="1135611"/>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a:t>
            </a:r>
          </a:p>
        </p:txBody>
      </p:sp>
      <p:sp>
        <p:nvSpPr>
          <p:cNvPr id="5" name="Oval 4">
            <a:extLst>
              <a:ext uri="{FF2B5EF4-FFF2-40B4-BE49-F238E27FC236}">
                <a16:creationId xmlns:a16="http://schemas.microsoft.com/office/drawing/2014/main" id="{BF0ECCAA-9F57-0EF8-1E73-52168BBDAB43}"/>
              </a:ext>
            </a:extLst>
          </p:cNvPr>
          <p:cNvSpPr/>
          <p:nvPr/>
        </p:nvSpPr>
        <p:spPr>
          <a:xfrm>
            <a:off x="2082800" y="1828800"/>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0</a:t>
            </a:r>
          </a:p>
        </p:txBody>
      </p:sp>
      <p:sp>
        <p:nvSpPr>
          <p:cNvPr id="6" name="Oval 5">
            <a:extLst>
              <a:ext uri="{FF2B5EF4-FFF2-40B4-BE49-F238E27FC236}">
                <a16:creationId xmlns:a16="http://schemas.microsoft.com/office/drawing/2014/main" id="{B7BD9409-61B6-7F00-716E-95869A641E27}"/>
              </a:ext>
            </a:extLst>
          </p:cNvPr>
          <p:cNvSpPr/>
          <p:nvPr/>
        </p:nvSpPr>
        <p:spPr>
          <a:xfrm>
            <a:off x="4148667" y="2404532"/>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a:t>
            </a:r>
          </a:p>
        </p:txBody>
      </p:sp>
      <p:sp>
        <p:nvSpPr>
          <p:cNvPr id="7" name="Oval 6">
            <a:extLst>
              <a:ext uri="{FF2B5EF4-FFF2-40B4-BE49-F238E27FC236}">
                <a16:creationId xmlns:a16="http://schemas.microsoft.com/office/drawing/2014/main" id="{3B7FFA91-A20C-C438-8454-E221600AB24C}"/>
              </a:ext>
            </a:extLst>
          </p:cNvPr>
          <p:cNvSpPr/>
          <p:nvPr/>
        </p:nvSpPr>
        <p:spPr>
          <a:xfrm>
            <a:off x="1286933" y="2692398"/>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3</a:t>
            </a:r>
          </a:p>
        </p:txBody>
      </p:sp>
      <p:sp>
        <p:nvSpPr>
          <p:cNvPr id="8" name="Oval 7">
            <a:extLst>
              <a:ext uri="{FF2B5EF4-FFF2-40B4-BE49-F238E27FC236}">
                <a16:creationId xmlns:a16="http://schemas.microsoft.com/office/drawing/2014/main" id="{222D97F3-E380-5D1E-C845-C32472FFA81E}"/>
              </a:ext>
            </a:extLst>
          </p:cNvPr>
          <p:cNvSpPr/>
          <p:nvPr/>
        </p:nvSpPr>
        <p:spPr>
          <a:xfrm>
            <a:off x="888999" y="3589869"/>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4</a:t>
            </a:r>
          </a:p>
        </p:txBody>
      </p:sp>
      <p:cxnSp>
        <p:nvCxnSpPr>
          <p:cNvPr id="10" name="Straight Connector 9">
            <a:extLst>
              <a:ext uri="{FF2B5EF4-FFF2-40B4-BE49-F238E27FC236}">
                <a16:creationId xmlns:a16="http://schemas.microsoft.com/office/drawing/2014/main" id="{09A58623-EF58-16E4-FFB5-09B3EA357A30}"/>
              </a:ext>
            </a:extLst>
          </p:cNvPr>
          <p:cNvCxnSpPr>
            <a:cxnSpLocks/>
            <a:stCxn id="5" idx="7"/>
            <a:endCxn id="4" idx="2"/>
          </p:cNvCxnSpPr>
          <p:nvPr/>
        </p:nvCxnSpPr>
        <p:spPr>
          <a:xfrm flipV="1">
            <a:off x="2762115" y="1423478"/>
            <a:ext cx="1386551" cy="489636"/>
          </a:xfrm>
          <a:prstGeom prst="line">
            <a:avLst/>
          </a:prstGeom>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20EA87AD-BE73-2BA4-79F7-884E66560162}"/>
              </a:ext>
            </a:extLst>
          </p:cNvPr>
          <p:cNvSpPr/>
          <p:nvPr/>
        </p:nvSpPr>
        <p:spPr>
          <a:xfrm>
            <a:off x="2480733" y="3589869"/>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5</a:t>
            </a:r>
          </a:p>
        </p:txBody>
      </p:sp>
      <p:cxnSp>
        <p:nvCxnSpPr>
          <p:cNvPr id="16" name="Straight Connector 15">
            <a:extLst>
              <a:ext uri="{FF2B5EF4-FFF2-40B4-BE49-F238E27FC236}">
                <a16:creationId xmlns:a16="http://schemas.microsoft.com/office/drawing/2014/main" id="{47DA8A62-16C5-7009-4647-4E916F109703}"/>
              </a:ext>
            </a:extLst>
          </p:cNvPr>
          <p:cNvCxnSpPr>
            <a:stCxn id="4" idx="4"/>
            <a:endCxn id="6" idx="0"/>
          </p:cNvCxnSpPr>
          <p:nvPr/>
        </p:nvCxnSpPr>
        <p:spPr>
          <a:xfrm>
            <a:off x="4546600" y="1711344"/>
            <a:ext cx="1" cy="6931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5A191AB-B741-5493-8A1B-31838AAC0A0E}"/>
              </a:ext>
            </a:extLst>
          </p:cNvPr>
          <p:cNvCxnSpPr>
            <a:cxnSpLocks/>
            <a:stCxn id="5" idx="5"/>
            <a:endCxn id="6" idx="1"/>
          </p:cNvCxnSpPr>
          <p:nvPr/>
        </p:nvCxnSpPr>
        <p:spPr>
          <a:xfrm>
            <a:off x="2762115" y="2320219"/>
            <a:ext cx="1503104" cy="1686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C221A88-AF58-32D1-12A8-E28053406E1C}"/>
              </a:ext>
            </a:extLst>
          </p:cNvPr>
          <p:cNvCxnSpPr>
            <a:stCxn id="5" idx="3"/>
          </p:cNvCxnSpPr>
          <p:nvPr/>
        </p:nvCxnSpPr>
        <p:spPr>
          <a:xfrm flipH="1">
            <a:off x="1828800" y="2320219"/>
            <a:ext cx="370552" cy="37217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51D4063-6D61-CAC3-AED3-5E9186548837}"/>
              </a:ext>
            </a:extLst>
          </p:cNvPr>
          <p:cNvCxnSpPr>
            <a:endCxn id="8" idx="0"/>
          </p:cNvCxnSpPr>
          <p:nvPr/>
        </p:nvCxnSpPr>
        <p:spPr>
          <a:xfrm flipH="1">
            <a:off x="1286933" y="3268131"/>
            <a:ext cx="254000" cy="321738"/>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F138662-0895-1814-1567-7A18FC0A2FDC}"/>
              </a:ext>
            </a:extLst>
          </p:cNvPr>
          <p:cNvCxnSpPr>
            <a:cxnSpLocks/>
            <a:stCxn id="7" idx="5"/>
            <a:endCxn id="14" idx="1"/>
          </p:cNvCxnSpPr>
          <p:nvPr/>
        </p:nvCxnSpPr>
        <p:spPr>
          <a:xfrm>
            <a:off x="1966248" y="3183817"/>
            <a:ext cx="631037" cy="490366"/>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0" name="Table 30">
            <a:extLst>
              <a:ext uri="{FF2B5EF4-FFF2-40B4-BE49-F238E27FC236}">
                <a16:creationId xmlns:a16="http://schemas.microsoft.com/office/drawing/2014/main" id="{4837F24E-408A-273C-474D-F810E5F92BBF}"/>
              </a:ext>
            </a:extLst>
          </p:cNvPr>
          <p:cNvGraphicFramePr>
            <a:graphicFrameLocks noGrp="1"/>
          </p:cNvGraphicFramePr>
          <p:nvPr/>
        </p:nvGraphicFramePr>
        <p:xfrm>
          <a:off x="6525811" y="1388533"/>
          <a:ext cx="4624788" cy="73660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189765">
                <a:tc>
                  <a:txBody>
                    <a:bodyPr/>
                    <a:lstStyle/>
                    <a:p>
                      <a:r>
                        <a:rPr lang="en-IN" b="0" dirty="0">
                          <a:solidFill>
                            <a:schemeClr val="tx1"/>
                          </a:solidFill>
                        </a:rPr>
                        <a:t>0</a:t>
                      </a:r>
                    </a:p>
                  </a:txBody>
                  <a:tcPr/>
                </a:tc>
                <a:tc>
                  <a:txBody>
                    <a:bodyPr/>
                    <a:lstStyle/>
                    <a:p>
                      <a:r>
                        <a:rPr lang="en-IN" dirty="0">
                          <a:solidFill>
                            <a:schemeClr val="tx1"/>
                          </a:solidFill>
                        </a:rPr>
                        <a:t>1</a:t>
                      </a:r>
                    </a:p>
                  </a:txBody>
                  <a:tcPr/>
                </a:tc>
                <a:tc>
                  <a:txBody>
                    <a:bodyPr/>
                    <a:lstStyle/>
                    <a:p>
                      <a:r>
                        <a:rPr lang="en-IN" dirty="0">
                          <a:solidFill>
                            <a:schemeClr val="tx1"/>
                          </a:solidFill>
                        </a:rPr>
                        <a:t>2</a:t>
                      </a:r>
                    </a:p>
                  </a:txBody>
                  <a:tcPr/>
                </a:tc>
                <a:tc>
                  <a:txBody>
                    <a:bodyPr/>
                    <a:lstStyle/>
                    <a:p>
                      <a:r>
                        <a:rPr lang="en-IN" dirty="0">
                          <a:solidFill>
                            <a:schemeClr val="tx1"/>
                          </a:solidFill>
                        </a:rPr>
                        <a:t>3</a:t>
                      </a:r>
                    </a:p>
                  </a:txBody>
                  <a:tcPr/>
                </a:tc>
                <a:tc>
                  <a:txBody>
                    <a:bodyPr/>
                    <a:lstStyle/>
                    <a:p>
                      <a:r>
                        <a:rPr lang="en-IN" dirty="0">
                          <a:solidFill>
                            <a:schemeClr val="tx1"/>
                          </a:solidFill>
                        </a:rPr>
                        <a:t>4</a:t>
                      </a:r>
                    </a:p>
                  </a:txBody>
                  <a:tcPr/>
                </a:tc>
                <a:tc>
                  <a:txBody>
                    <a:bodyPr/>
                    <a:lstStyle/>
                    <a:p>
                      <a:r>
                        <a:rPr lang="en-IN" dirty="0">
                          <a:solidFill>
                            <a:srgbClr val="FF0000"/>
                          </a:solidFill>
                        </a:rPr>
                        <a:t>5</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4" name="Table 30">
            <a:extLst>
              <a:ext uri="{FF2B5EF4-FFF2-40B4-BE49-F238E27FC236}">
                <a16:creationId xmlns:a16="http://schemas.microsoft.com/office/drawing/2014/main" id="{709B6A5F-F912-F803-2CEA-A779E035C599}"/>
              </a:ext>
            </a:extLst>
          </p:cNvPr>
          <p:cNvGraphicFramePr>
            <a:graphicFrameLocks noGrp="1"/>
          </p:cNvGraphicFramePr>
          <p:nvPr/>
        </p:nvGraphicFramePr>
        <p:xfrm>
          <a:off x="6525811" y="2692398"/>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b="0" dirty="0">
                          <a:solidFill>
                            <a:schemeClr val="tx1"/>
                          </a:solidFill>
                        </a:rPr>
                        <a:t>0</a:t>
                      </a:r>
                    </a:p>
                  </a:txBody>
                  <a:tcPr/>
                </a:tc>
                <a:tc>
                  <a:txBody>
                    <a:bodyPr/>
                    <a:lstStyle/>
                    <a:p>
                      <a:r>
                        <a:rPr lang="en-IN" dirty="0">
                          <a:solidFill>
                            <a:schemeClr val="tx1"/>
                          </a:solidFill>
                        </a:rPr>
                        <a:t>0</a:t>
                      </a:r>
                    </a:p>
                  </a:txBody>
                  <a:tcPr/>
                </a:tc>
                <a:tc>
                  <a:txBody>
                    <a:bodyPr/>
                    <a:lstStyle/>
                    <a:p>
                      <a:r>
                        <a:rPr lang="en-IN" dirty="0">
                          <a:solidFill>
                            <a:schemeClr val="tx1"/>
                          </a:solidFill>
                        </a:rPr>
                        <a:t>0</a:t>
                      </a:r>
                    </a:p>
                  </a:txBody>
                  <a:tcPr/>
                </a:tc>
                <a:tc>
                  <a:txBody>
                    <a:bodyPr/>
                    <a:lstStyle/>
                    <a:p>
                      <a:r>
                        <a:rPr lang="en-IN" b="0" dirty="0">
                          <a:solidFill>
                            <a:schemeClr val="tx1"/>
                          </a:solidFill>
                        </a:rPr>
                        <a:t>3</a:t>
                      </a:r>
                    </a:p>
                  </a:txBody>
                  <a:tcPr/>
                </a:tc>
                <a:tc>
                  <a:txBody>
                    <a:bodyPr/>
                    <a:lstStyle/>
                    <a:p>
                      <a:r>
                        <a:rPr lang="en-IN" dirty="0">
                          <a:solidFill>
                            <a:schemeClr val="tx1"/>
                          </a:solidFill>
                        </a:rPr>
                        <a:t>4</a:t>
                      </a:r>
                    </a:p>
                  </a:txBody>
                  <a:tcPr/>
                </a:tc>
                <a:tc>
                  <a:txBody>
                    <a:bodyPr/>
                    <a:lstStyle/>
                    <a:p>
                      <a:r>
                        <a:rPr lang="en-IN" dirty="0">
                          <a:solidFill>
                            <a:srgbClr val="FF0000"/>
                          </a:solidFill>
                        </a:rPr>
                        <a:t>5</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5" name="Table 30">
            <a:extLst>
              <a:ext uri="{FF2B5EF4-FFF2-40B4-BE49-F238E27FC236}">
                <a16:creationId xmlns:a16="http://schemas.microsoft.com/office/drawing/2014/main" id="{DA5B8367-879C-BAC0-7627-684D5E3C8B0A}"/>
              </a:ext>
            </a:extLst>
          </p:cNvPr>
          <p:cNvGraphicFramePr>
            <a:graphicFrameLocks noGrp="1"/>
          </p:cNvGraphicFramePr>
          <p:nvPr/>
        </p:nvGraphicFramePr>
        <p:xfrm>
          <a:off x="6525811" y="3986050"/>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dirty="0">
                          <a:solidFill>
                            <a:schemeClr val="tx1"/>
                          </a:solidFill>
                        </a:rPr>
                        <a:t>-1</a:t>
                      </a:r>
                    </a:p>
                  </a:txBody>
                  <a:tcPr/>
                </a:tc>
                <a:tc>
                  <a:txBody>
                    <a:bodyPr/>
                    <a:lstStyle/>
                    <a:p>
                      <a:r>
                        <a:rPr lang="en-IN" dirty="0">
                          <a:solidFill>
                            <a:schemeClr val="tx1"/>
                          </a:solidFill>
                        </a:rPr>
                        <a:t>0</a:t>
                      </a:r>
                    </a:p>
                  </a:txBody>
                  <a:tcPr/>
                </a:tc>
                <a:tc>
                  <a:txBody>
                    <a:bodyPr/>
                    <a:lstStyle/>
                    <a:p>
                      <a:r>
                        <a:rPr lang="en-IN" dirty="0">
                          <a:solidFill>
                            <a:schemeClr val="tx1"/>
                          </a:solidFill>
                        </a:rPr>
                        <a:t>1</a:t>
                      </a:r>
                    </a:p>
                  </a:txBody>
                  <a:tcPr/>
                </a:tc>
                <a:tc>
                  <a:txBody>
                    <a:bodyPr/>
                    <a:lstStyle/>
                    <a:p>
                      <a:r>
                        <a:rPr lang="en-IN" b="0" dirty="0">
                          <a:solidFill>
                            <a:schemeClr val="tx1"/>
                          </a:solidFill>
                        </a:rPr>
                        <a:t>0</a:t>
                      </a:r>
                    </a:p>
                  </a:txBody>
                  <a:tcPr/>
                </a:tc>
                <a:tc>
                  <a:txBody>
                    <a:bodyPr/>
                    <a:lstStyle/>
                    <a:p>
                      <a:r>
                        <a:rPr lang="en-IN" b="0" dirty="0">
                          <a:solidFill>
                            <a:schemeClr val="tx1"/>
                          </a:solidFill>
                        </a:rPr>
                        <a:t>3</a:t>
                      </a:r>
                    </a:p>
                  </a:txBody>
                  <a:tcPr/>
                </a:tc>
                <a:tc>
                  <a:txBody>
                    <a:bodyPr/>
                    <a:lstStyle/>
                    <a:p>
                      <a:r>
                        <a:rPr lang="en-IN" dirty="0">
                          <a:solidFill>
                            <a:srgbClr val="FF0000"/>
                          </a:solidFill>
                        </a:rPr>
                        <a:t>3</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6" name="Table 30">
            <a:extLst>
              <a:ext uri="{FF2B5EF4-FFF2-40B4-BE49-F238E27FC236}">
                <a16:creationId xmlns:a16="http://schemas.microsoft.com/office/drawing/2014/main" id="{12A300B2-06C4-F89A-CAC6-F789C928860E}"/>
              </a:ext>
            </a:extLst>
          </p:cNvPr>
          <p:cNvGraphicFramePr>
            <a:graphicFrameLocks noGrp="1"/>
          </p:cNvGraphicFramePr>
          <p:nvPr/>
        </p:nvGraphicFramePr>
        <p:xfrm>
          <a:off x="6525811" y="5279702"/>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839526">
                  <a:extLst>
                    <a:ext uri="{9D8B030D-6E8A-4147-A177-3AD203B41FA5}">
                      <a16:colId xmlns:a16="http://schemas.microsoft.com/office/drawing/2014/main" val="3228269669"/>
                    </a:ext>
                  </a:extLst>
                </a:gridCol>
                <a:gridCol w="702070">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dirty="0"/>
                        <a:t>F</a:t>
                      </a:r>
                    </a:p>
                  </a:txBody>
                  <a:tcPr/>
                </a:tc>
                <a:tc>
                  <a:txBody>
                    <a:bodyPr/>
                    <a:lstStyle/>
                    <a:p>
                      <a:r>
                        <a:rPr lang="en-IN" dirty="0"/>
                        <a:t>F</a:t>
                      </a:r>
                    </a:p>
                  </a:txBody>
                  <a:tcPr/>
                </a:tc>
                <a:tc>
                  <a:txBody>
                    <a:bodyPr/>
                    <a:lstStyle/>
                    <a:p>
                      <a:r>
                        <a:rPr lang="en-IN" dirty="0"/>
                        <a:t>F</a:t>
                      </a:r>
                    </a:p>
                  </a:txBody>
                  <a:tcPr/>
                </a:tc>
                <a:tc>
                  <a:txBody>
                    <a:bodyPr/>
                    <a:lstStyle/>
                    <a:p>
                      <a:r>
                        <a:rPr lang="en-IN" dirty="0">
                          <a:solidFill>
                            <a:srgbClr val="FF0000"/>
                          </a:solidFill>
                        </a:rPr>
                        <a:t>T</a:t>
                      </a:r>
                    </a:p>
                  </a:txBody>
                  <a:tcPr/>
                </a:tc>
                <a:tc>
                  <a:txBody>
                    <a:bodyPr/>
                    <a:lstStyle/>
                    <a:p>
                      <a:r>
                        <a:rPr lang="en-IN" dirty="0"/>
                        <a:t>F</a:t>
                      </a:r>
                    </a:p>
                  </a:txBody>
                  <a:tcPr/>
                </a:tc>
                <a:tc>
                  <a:txBody>
                    <a:bodyPr/>
                    <a:lstStyle/>
                    <a:p>
                      <a:r>
                        <a:rPr lang="en-IN" dirty="0"/>
                        <a:t>F</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sp>
        <p:nvSpPr>
          <p:cNvPr id="37" name="TextBox 36">
            <a:extLst>
              <a:ext uri="{FF2B5EF4-FFF2-40B4-BE49-F238E27FC236}">
                <a16:creationId xmlns:a16="http://schemas.microsoft.com/office/drawing/2014/main" id="{A22D1001-7329-B480-6EC2-77C92471EDB6}"/>
              </a:ext>
            </a:extLst>
          </p:cNvPr>
          <p:cNvSpPr txBox="1"/>
          <p:nvPr/>
        </p:nvSpPr>
        <p:spPr>
          <a:xfrm>
            <a:off x="5892799" y="5215500"/>
            <a:ext cx="727144" cy="461665"/>
          </a:xfrm>
          <a:prstGeom prst="rect">
            <a:avLst/>
          </a:prstGeom>
          <a:noFill/>
        </p:spPr>
        <p:txBody>
          <a:bodyPr wrap="square" rtlCol="0">
            <a:spAutoFit/>
          </a:bodyPr>
          <a:lstStyle/>
          <a:p>
            <a:r>
              <a:rPr lang="en-IN" sz="2400" b="1" dirty="0">
                <a:solidFill>
                  <a:srgbClr val="FF0000"/>
                </a:solidFill>
              </a:rPr>
              <a:t>AP</a:t>
            </a:r>
          </a:p>
        </p:txBody>
      </p:sp>
      <p:sp>
        <p:nvSpPr>
          <p:cNvPr id="38" name="TextBox 37">
            <a:extLst>
              <a:ext uri="{FF2B5EF4-FFF2-40B4-BE49-F238E27FC236}">
                <a16:creationId xmlns:a16="http://schemas.microsoft.com/office/drawing/2014/main" id="{B2161F4F-8954-3216-799C-4739C2EC4E5A}"/>
              </a:ext>
            </a:extLst>
          </p:cNvPr>
          <p:cNvSpPr txBox="1"/>
          <p:nvPr/>
        </p:nvSpPr>
        <p:spPr>
          <a:xfrm>
            <a:off x="5926667" y="1184725"/>
            <a:ext cx="727144" cy="461665"/>
          </a:xfrm>
          <a:prstGeom prst="rect">
            <a:avLst/>
          </a:prstGeom>
          <a:noFill/>
        </p:spPr>
        <p:txBody>
          <a:bodyPr wrap="square" rtlCol="0">
            <a:spAutoFit/>
          </a:bodyPr>
          <a:lstStyle/>
          <a:p>
            <a:r>
              <a:rPr lang="en-IN" sz="2400" b="1" dirty="0">
                <a:solidFill>
                  <a:srgbClr val="FF0000"/>
                </a:solidFill>
              </a:rPr>
              <a:t>DT</a:t>
            </a:r>
          </a:p>
        </p:txBody>
      </p:sp>
      <p:sp>
        <p:nvSpPr>
          <p:cNvPr id="39" name="TextBox 38">
            <a:extLst>
              <a:ext uri="{FF2B5EF4-FFF2-40B4-BE49-F238E27FC236}">
                <a16:creationId xmlns:a16="http://schemas.microsoft.com/office/drawing/2014/main" id="{48DD2684-8A3A-5530-B0C3-8CCB9BE487F4}"/>
              </a:ext>
            </a:extLst>
          </p:cNvPr>
          <p:cNvSpPr txBox="1"/>
          <p:nvPr/>
        </p:nvSpPr>
        <p:spPr>
          <a:xfrm>
            <a:off x="5798667" y="2742063"/>
            <a:ext cx="727144" cy="461665"/>
          </a:xfrm>
          <a:prstGeom prst="rect">
            <a:avLst/>
          </a:prstGeom>
          <a:noFill/>
        </p:spPr>
        <p:txBody>
          <a:bodyPr wrap="square" rtlCol="0">
            <a:spAutoFit/>
          </a:bodyPr>
          <a:lstStyle/>
          <a:p>
            <a:r>
              <a:rPr lang="en-IN" sz="2400" b="1" dirty="0">
                <a:solidFill>
                  <a:srgbClr val="FF0000"/>
                </a:solidFill>
              </a:rPr>
              <a:t>LT</a:t>
            </a:r>
          </a:p>
        </p:txBody>
      </p:sp>
      <p:sp>
        <p:nvSpPr>
          <p:cNvPr id="40" name="TextBox 39">
            <a:extLst>
              <a:ext uri="{FF2B5EF4-FFF2-40B4-BE49-F238E27FC236}">
                <a16:creationId xmlns:a16="http://schemas.microsoft.com/office/drawing/2014/main" id="{68176EF7-B9ED-1B9A-33D2-0976CEABCF92}"/>
              </a:ext>
            </a:extLst>
          </p:cNvPr>
          <p:cNvSpPr txBox="1"/>
          <p:nvPr/>
        </p:nvSpPr>
        <p:spPr>
          <a:xfrm>
            <a:off x="5528733" y="4000183"/>
            <a:ext cx="1125078" cy="461665"/>
          </a:xfrm>
          <a:prstGeom prst="rect">
            <a:avLst/>
          </a:prstGeom>
          <a:noFill/>
        </p:spPr>
        <p:txBody>
          <a:bodyPr wrap="square" rtlCol="0">
            <a:spAutoFit/>
          </a:bodyPr>
          <a:lstStyle/>
          <a:p>
            <a:r>
              <a:rPr lang="en-IN" sz="2400" b="1" dirty="0">
                <a:solidFill>
                  <a:srgbClr val="FF0000"/>
                </a:solidFill>
              </a:rPr>
              <a:t>Parent</a:t>
            </a:r>
          </a:p>
        </p:txBody>
      </p:sp>
      <p:sp>
        <p:nvSpPr>
          <p:cNvPr id="46" name="TextBox 45">
            <a:extLst>
              <a:ext uri="{FF2B5EF4-FFF2-40B4-BE49-F238E27FC236}">
                <a16:creationId xmlns:a16="http://schemas.microsoft.com/office/drawing/2014/main" id="{CF5433F2-9016-FF81-AC04-EE3757575E7C}"/>
              </a:ext>
            </a:extLst>
          </p:cNvPr>
          <p:cNvSpPr txBox="1"/>
          <p:nvPr/>
        </p:nvSpPr>
        <p:spPr>
          <a:xfrm>
            <a:off x="1670906" y="1423478"/>
            <a:ext cx="682828" cy="461665"/>
          </a:xfrm>
          <a:prstGeom prst="rect">
            <a:avLst/>
          </a:prstGeom>
          <a:noFill/>
        </p:spPr>
        <p:txBody>
          <a:bodyPr wrap="square" rtlCol="0">
            <a:spAutoFit/>
          </a:bodyPr>
          <a:lstStyle/>
          <a:p>
            <a:r>
              <a:rPr lang="en-IN" sz="2400" b="1" dirty="0"/>
              <a:t>C=2</a:t>
            </a:r>
          </a:p>
        </p:txBody>
      </p:sp>
      <p:sp>
        <p:nvSpPr>
          <p:cNvPr id="47" name="TextBox 46">
            <a:extLst>
              <a:ext uri="{FF2B5EF4-FFF2-40B4-BE49-F238E27FC236}">
                <a16:creationId xmlns:a16="http://schemas.microsoft.com/office/drawing/2014/main" id="{1346C774-A701-55B7-96B4-D9EEF71AEB88}"/>
              </a:ext>
            </a:extLst>
          </p:cNvPr>
          <p:cNvSpPr txBox="1"/>
          <p:nvPr/>
        </p:nvSpPr>
        <p:spPr>
          <a:xfrm>
            <a:off x="0" y="741345"/>
            <a:ext cx="5003799" cy="461665"/>
          </a:xfrm>
          <a:prstGeom prst="rect">
            <a:avLst/>
          </a:prstGeom>
          <a:noFill/>
        </p:spPr>
        <p:txBody>
          <a:bodyPr wrap="square" rtlCol="0">
            <a:spAutoFit/>
          </a:bodyPr>
          <a:lstStyle/>
          <a:p>
            <a:r>
              <a:rPr lang="en-IN" sz="2400" b="1" dirty="0">
                <a:solidFill>
                  <a:srgbClr val="FF0000"/>
                </a:solidFill>
              </a:rPr>
              <a:t>Time =6 </a:t>
            </a:r>
          </a:p>
        </p:txBody>
      </p:sp>
      <p:cxnSp>
        <p:nvCxnSpPr>
          <p:cNvPr id="9" name="Straight Connector 8">
            <a:extLst>
              <a:ext uri="{FF2B5EF4-FFF2-40B4-BE49-F238E27FC236}">
                <a16:creationId xmlns:a16="http://schemas.microsoft.com/office/drawing/2014/main" id="{79C7AB70-A857-53E7-167F-9B6ADACCAB62}"/>
              </a:ext>
            </a:extLst>
          </p:cNvPr>
          <p:cNvCxnSpPr>
            <a:cxnSpLocks/>
          </p:cNvCxnSpPr>
          <p:nvPr/>
        </p:nvCxnSpPr>
        <p:spPr>
          <a:xfrm flipH="1">
            <a:off x="2868218" y="1627030"/>
            <a:ext cx="1397000" cy="472173"/>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5F20C0F-AABC-77CA-3E7E-0F2524E7F2B8}"/>
              </a:ext>
            </a:extLst>
          </p:cNvPr>
          <p:cNvSpPr txBox="1"/>
          <p:nvPr/>
        </p:nvSpPr>
        <p:spPr>
          <a:xfrm>
            <a:off x="4708952" y="862622"/>
            <a:ext cx="682828" cy="461665"/>
          </a:xfrm>
          <a:prstGeom prst="rect">
            <a:avLst/>
          </a:prstGeom>
          <a:noFill/>
        </p:spPr>
        <p:txBody>
          <a:bodyPr wrap="square" rtlCol="0">
            <a:spAutoFit/>
          </a:bodyPr>
          <a:lstStyle/>
          <a:p>
            <a:r>
              <a:rPr lang="en-IN" sz="2400" b="1" dirty="0"/>
              <a:t>C=1</a:t>
            </a:r>
          </a:p>
        </p:txBody>
      </p:sp>
      <p:sp>
        <p:nvSpPr>
          <p:cNvPr id="11" name="TextBox 10">
            <a:extLst>
              <a:ext uri="{FF2B5EF4-FFF2-40B4-BE49-F238E27FC236}">
                <a16:creationId xmlns:a16="http://schemas.microsoft.com/office/drawing/2014/main" id="{18516D89-DBFA-CF8E-CA28-822B60879054}"/>
              </a:ext>
            </a:extLst>
          </p:cNvPr>
          <p:cNvSpPr txBox="1"/>
          <p:nvPr/>
        </p:nvSpPr>
        <p:spPr>
          <a:xfrm>
            <a:off x="4603119" y="2044643"/>
            <a:ext cx="682828" cy="461665"/>
          </a:xfrm>
          <a:prstGeom prst="rect">
            <a:avLst/>
          </a:prstGeom>
          <a:noFill/>
        </p:spPr>
        <p:txBody>
          <a:bodyPr wrap="square" rtlCol="0">
            <a:spAutoFit/>
          </a:bodyPr>
          <a:lstStyle/>
          <a:p>
            <a:r>
              <a:rPr lang="en-IN" sz="2400" b="1" dirty="0"/>
              <a:t>C=1</a:t>
            </a:r>
          </a:p>
        </p:txBody>
      </p:sp>
      <p:cxnSp>
        <p:nvCxnSpPr>
          <p:cNvPr id="13" name="Straight Connector 12">
            <a:extLst>
              <a:ext uri="{FF2B5EF4-FFF2-40B4-BE49-F238E27FC236}">
                <a16:creationId xmlns:a16="http://schemas.microsoft.com/office/drawing/2014/main" id="{2345904B-FB1D-BF38-71CC-6D9164EB7614}"/>
              </a:ext>
            </a:extLst>
          </p:cNvPr>
          <p:cNvCxnSpPr>
            <a:cxnSpLocks/>
          </p:cNvCxnSpPr>
          <p:nvPr/>
        </p:nvCxnSpPr>
        <p:spPr>
          <a:xfrm flipV="1">
            <a:off x="4679571" y="1734002"/>
            <a:ext cx="68239" cy="743754"/>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852631E-B97C-1393-DA5F-5290321C617A}"/>
              </a:ext>
            </a:extLst>
          </p:cNvPr>
          <p:cNvCxnSpPr>
            <a:cxnSpLocks/>
            <a:endCxn id="6" idx="2"/>
          </p:cNvCxnSpPr>
          <p:nvPr/>
        </p:nvCxnSpPr>
        <p:spPr>
          <a:xfrm>
            <a:off x="2597285" y="2404532"/>
            <a:ext cx="1551382" cy="287867"/>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1C42F3B-4797-3358-96BA-A5DECE6AE73C}"/>
              </a:ext>
            </a:extLst>
          </p:cNvPr>
          <p:cNvSpPr txBox="1"/>
          <p:nvPr/>
        </p:nvSpPr>
        <p:spPr>
          <a:xfrm>
            <a:off x="2713837" y="2573509"/>
            <a:ext cx="1447800" cy="400110"/>
          </a:xfrm>
          <a:prstGeom prst="rect">
            <a:avLst/>
          </a:prstGeom>
          <a:noFill/>
        </p:spPr>
        <p:txBody>
          <a:bodyPr wrap="square" rtlCol="0">
            <a:spAutoFit/>
          </a:bodyPr>
          <a:lstStyle/>
          <a:p>
            <a:r>
              <a:rPr lang="en-IN" sz="2000" dirty="0"/>
              <a:t>Back Edge</a:t>
            </a:r>
          </a:p>
        </p:txBody>
      </p:sp>
      <p:sp>
        <p:nvSpPr>
          <p:cNvPr id="2" name="TextBox 1">
            <a:extLst>
              <a:ext uri="{FF2B5EF4-FFF2-40B4-BE49-F238E27FC236}">
                <a16:creationId xmlns:a16="http://schemas.microsoft.com/office/drawing/2014/main" id="{DB74FAF4-517C-8BB7-1C21-07FD442B6F53}"/>
              </a:ext>
            </a:extLst>
          </p:cNvPr>
          <p:cNvSpPr txBox="1"/>
          <p:nvPr/>
        </p:nvSpPr>
        <p:spPr>
          <a:xfrm>
            <a:off x="724395" y="2624667"/>
            <a:ext cx="900440" cy="461665"/>
          </a:xfrm>
          <a:prstGeom prst="rect">
            <a:avLst/>
          </a:prstGeom>
          <a:noFill/>
        </p:spPr>
        <p:txBody>
          <a:bodyPr wrap="square" rtlCol="0">
            <a:spAutoFit/>
          </a:bodyPr>
          <a:lstStyle/>
          <a:p>
            <a:r>
              <a:rPr lang="en-IN" sz="2400" b="1" dirty="0"/>
              <a:t>C=2</a:t>
            </a:r>
          </a:p>
        </p:txBody>
      </p:sp>
      <p:sp>
        <p:nvSpPr>
          <p:cNvPr id="17" name="TextBox 16">
            <a:extLst>
              <a:ext uri="{FF2B5EF4-FFF2-40B4-BE49-F238E27FC236}">
                <a16:creationId xmlns:a16="http://schemas.microsoft.com/office/drawing/2014/main" id="{CEFE68F2-1344-CF83-CDA3-D00F755DA516}"/>
              </a:ext>
            </a:extLst>
          </p:cNvPr>
          <p:cNvSpPr txBox="1"/>
          <p:nvPr/>
        </p:nvSpPr>
        <p:spPr>
          <a:xfrm>
            <a:off x="383859" y="3656343"/>
            <a:ext cx="795867" cy="461665"/>
          </a:xfrm>
          <a:prstGeom prst="rect">
            <a:avLst/>
          </a:prstGeom>
          <a:noFill/>
        </p:spPr>
        <p:txBody>
          <a:bodyPr wrap="square" rtlCol="0">
            <a:spAutoFit/>
          </a:bodyPr>
          <a:lstStyle/>
          <a:p>
            <a:r>
              <a:rPr lang="en-IN" sz="2400" b="1" dirty="0"/>
              <a:t>C=0</a:t>
            </a:r>
          </a:p>
        </p:txBody>
      </p:sp>
      <p:sp>
        <p:nvSpPr>
          <p:cNvPr id="19" name="TextBox 18">
            <a:extLst>
              <a:ext uri="{FF2B5EF4-FFF2-40B4-BE49-F238E27FC236}">
                <a16:creationId xmlns:a16="http://schemas.microsoft.com/office/drawing/2014/main" id="{FD47430A-2668-765D-D21C-ABD81DA91556}"/>
              </a:ext>
            </a:extLst>
          </p:cNvPr>
          <p:cNvSpPr txBox="1"/>
          <p:nvPr/>
        </p:nvSpPr>
        <p:spPr>
          <a:xfrm>
            <a:off x="794868" y="4357016"/>
            <a:ext cx="5003799" cy="1938992"/>
          </a:xfrm>
          <a:prstGeom prst="rect">
            <a:avLst/>
          </a:prstGeom>
          <a:noFill/>
        </p:spPr>
        <p:txBody>
          <a:bodyPr wrap="square" rtlCol="0">
            <a:spAutoFit/>
          </a:bodyPr>
          <a:lstStyle/>
          <a:p>
            <a:r>
              <a:rPr lang="en-IN" sz="2400" b="1" dirty="0">
                <a:solidFill>
                  <a:srgbClr val="FF0000"/>
                </a:solidFill>
              </a:rPr>
              <a:t>Backtrack to 3</a:t>
            </a:r>
          </a:p>
          <a:p>
            <a:r>
              <a:rPr lang="en-IN" sz="2400" b="1" dirty="0">
                <a:solidFill>
                  <a:srgbClr val="FF0000"/>
                </a:solidFill>
              </a:rPr>
              <a:t>Update LT of 3: No Update</a:t>
            </a:r>
          </a:p>
          <a:p>
            <a:endParaRPr lang="en-IN" sz="2400" b="1" dirty="0">
              <a:solidFill>
                <a:srgbClr val="FF0000"/>
              </a:solidFill>
            </a:endParaRPr>
          </a:p>
          <a:p>
            <a:endParaRPr lang="en-IN" sz="2400" b="1" dirty="0">
              <a:solidFill>
                <a:srgbClr val="FF0000"/>
              </a:solidFill>
            </a:endParaRPr>
          </a:p>
          <a:p>
            <a:endParaRPr lang="en-IN" sz="2400" b="1" dirty="0">
              <a:solidFill>
                <a:srgbClr val="FF0000"/>
              </a:solidFill>
            </a:endParaRPr>
          </a:p>
        </p:txBody>
      </p:sp>
      <p:sp>
        <p:nvSpPr>
          <p:cNvPr id="15" name="TextBox 14">
            <a:extLst>
              <a:ext uri="{FF2B5EF4-FFF2-40B4-BE49-F238E27FC236}">
                <a16:creationId xmlns:a16="http://schemas.microsoft.com/office/drawing/2014/main" id="{E1606F84-171F-4E2E-25FE-4C0682118925}"/>
              </a:ext>
            </a:extLst>
          </p:cNvPr>
          <p:cNvSpPr txBox="1"/>
          <p:nvPr/>
        </p:nvSpPr>
        <p:spPr>
          <a:xfrm>
            <a:off x="3251195" y="3538518"/>
            <a:ext cx="795867" cy="461665"/>
          </a:xfrm>
          <a:prstGeom prst="rect">
            <a:avLst/>
          </a:prstGeom>
          <a:noFill/>
        </p:spPr>
        <p:txBody>
          <a:bodyPr wrap="square" rtlCol="0">
            <a:spAutoFit/>
          </a:bodyPr>
          <a:lstStyle/>
          <a:p>
            <a:r>
              <a:rPr lang="en-IN" sz="2400" b="1" dirty="0"/>
              <a:t>C=0</a:t>
            </a:r>
          </a:p>
        </p:txBody>
      </p:sp>
    </p:spTree>
    <p:extLst>
      <p:ext uri="{BB962C8B-B14F-4D97-AF65-F5344CB8AC3E}">
        <p14:creationId xmlns:p14="http://schemas.microsoft.com/office/powerpoint/2010/main" val="144353824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AB8BFD-5C1F-445C-8050-CE8F451E95B0}"/>
              </a:ext>
            </a:extLst>
          </p:cNvPr>
          <p:cNvSpPr txBox="1"/>
          <p:nvPr/>
        </p:nvSpPr>
        <p:spPr>
          <a:xfrm>
            <a:off x="635000" y="0"/>
            <a:ext cx="10515599" cy="730291"/>
          </a:xfrm>
          <a:prstGeom prst="rect">
            <a:avLst/>
          </a:prstGeom>
        </p:spPr>
        <p:txBody>
          <a:bodyPr vert="horz" lIns="91440" tIns="45720" rIns="91440" bIns="45720" rtlCol="0" anchor="b">
            <a:normAutofit fontScale="92500" lnSpcReduction="10000"/>
          </a:bodyPr>
          <a:lstStyle/>
          <a:p>
            <a:pPr lvl="0" algn="ctr"/>
            <a:r>
              <a:rPr lang="en-US" sz="4800" dirty="0">
                <a:solidFill>
                  <a:schemeClr val="bg1"/>
                </a:solidFill>
                <a:latin typeface="Times New Roman" panose="02020603050405020304" pitchFamily="18" charset="0"/>
                <a:cs typeface="Times New Roman" panose="02020603050405020304" pitchFamily="18" charset="0"/>
              </a:rPr>
              <a:t>Algorithm on Example</a:t>
            </a:r>
          </a:p>
        </p:txBody>
      </p:sp>
      <p:sp>
        <p:nvSpPr>
          <p:cNvPr id="4" name="Oval 3">
            <a:extLst>
              <a:ext uri="{FF2B5EF4-FFF2-40B4-BE49-F238E27FC236}">
                <a16:creationId xmlns:a16="http://schemas.microsoft.com/office/drawing/2014/main" id="{D1821021-BB21-7736-5D44-28091022EDE7}"/>
              </a:ext>
            </a:extLst>
          </p:cNvPr>
          <p:cNvSpPr/>
          <p:nvPr/>
        </p:nvSpPr>
        <p:spPr>
          <a:xfrm>
            <a:off x="4148666" y="1135611"/>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a:t>
            </a:r>
          </a:p>
        </p:txBody>
      </p:sp>
      <p:sp>
        <p:nvSpPr>
          <p:cNvPr id="5" name="Oval 4">
            <a:extLst>
              <a:ext uri="{FF2B5EF4-FFF2-40B4-BE49-F238E27FC236}">
                <a16:creationId xmlns:a16="http://schemas.microsoft.com/office/drawing/2014/main" id="{BF0ECCAA-9F57-0EF8-1E73-52168BBDAB43}"/>
              </a:ext>
            </a:extLst>
          </p:cNvPr>
          <p:cNvSpPr/>
          <p:nvPr/>
        </p:nvSpPr>
        <p:spPr>
          <a:xfrm>
            <a:off x="2082800" y="1828800"/>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0</a:t>
            </a:r>
          </a:p>
        </p:txBody>
      </p:sp>
      <p:sp>
        <p:nvSpPr>
          <p:cNvPr id="6" name="Oval 5">
            <a:extLst>
              <a:ext uri="{FF2B5EF4-FFF2-40B4-BE49-F238E27FC236}">
                <a16:creationId xmlns:a16="http://schemas.microsoft.com/office/drawing/2014/main" id="{B7BD9409-61B6-7F00-716E-95869A641E27}"/>
              </a:ext>
            </a:extLst>
          </p:cNvPr>
          <p:cNvSpPr/>
          <p:nvPr/>
        </p:nvSpPr>
        <p:spPr>
          <a:xfrm>
            <a:off x="4148667" y="2404532"/>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a:t>
            </a:r>
          </a:p>
        </p:txBody>
      </p:sp>
      <p:sp>
        <p:nvSpPr>
          <p:cNvPr id="7" name="Oval 6">
            <a:extLst>
              <a:ext uri="{FF2B5EF4-FFF2-40B4-BE49-F238E27FC236}">
                <a16:creationId xmlns:a16="http://schemas.microsoft.com/office/drawing/2014/main" id="{3B7FFA91-A20C-C438-8454-E221600AB24C}"/>
              </a:ext>
            </a:extLst>
          </p:cNvPr>
          <p:cNvSpPr/>
          <p:nvPr/>
        </p:nvSpPr>
        <p:spPr>
          <a:xfrm>
            <a:off x="1286933" y="2692398"/>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3</a:t>
            </a:r>
          </a:p>
        </p:txBody>
      </p:sp>
      <p:sp>
        <p:nvSpPr>
          <p:cNvPr id="8" name="Oval 7">
            <a:extLst>
              <a:ext uri="{FF2B5EF4-FFF2-40B4-BE49-F238E27FC236}">
                <a16:creationId xmlns:a16="http://schemas.microsoft.com/office/drawing/2014/main" id="{222D97F3-E380-5D1E-C845-C32472FFA81E}"/>
              </a:ext>
            </a:extLst>
          </p:cNvPr>
          <p:cNvSpPr/>
          <p:nvPr/>
        </p:nvSpPr>
        <p:spPr>
          <a:xfrm>
            <a:off x="888999" y="3589869"/>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4</a:t>
            </a:r>
          </a:p>
        </p:txBody>
      </p:sp>
      <p:cxnSp>
        <p:nvCxnSpPr>
          <p:cNvPr id="10" name="Straight Connector 9">
            <a:extLst>
              <a:ext uri="{FF2B5EF4-FFF2-40B4-BE49-F238E27FC236}">
                <a16:creationId xmlns:a16="http://schemas.microsoft.com/office/drawing/2014/main" id="{09A58623-EF58-16E4-FFB5-09B3EA357A30}"/>
              </a:ext>
            </a:extLst>
          </p:cNvPr>
          <p:cNvCxnSpPr>
            <a:cxnSpLocks/>
            <a:stCxn id="5" idx="7"/>
            <a:endCxn id="4" idx="2"/>
          </p:cNvCxnSpPr>
          <p:nvPr/>
        </p:nvCxnSpPr>
        <p:spPr>
          <a:xfrm flipV="1">
            <a:off x="2762115" y="1423478"/>
            <a:ext cx="1386551" cy="489636"/>
          </a:xfrm>
          <a:prstGeom prst="line">
            <a:avLst/>
          </a:prstGeom>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20EA87AD-BE73-2BA4-79F7-884E66560162}"/>
              </a:ext>
            </a:extLst>
          </p:cNvPr>
          <p:cNvSpPr/>
          <p:nvPr/>
        </p:nvSpPr>
        <p:spPr>
          <a:xfrm>
            <a:off x="2480733" y="3589869"/>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5</a:t>
            </a:r>
          </a:p>
        </p:txBody>
      </p:sp>
      <p:cxnSp>
        <p:nvCxnSpPr>
          <p:cNvPr id="16" name="Straight Connector 15">
            <a:extLst>
              <a:ext uri="{FF2B5EF4-FFF2-40B4-BE49-F238E27FC236}">
                <a16:creationId xmlns:a16="http://schemas.microsoft.com/office/drawing/2014/main" id="{47DA8A62-16C5-7009-4647-4E916F109703}"/>
              </a:ext>
            </a:extLst>
          </p:cNvPr>
          <p:cNvCxnSpPr>
            <a:stCxn id="4" idx="4"/>
            <a:endCxn id="6" idx="0"/>
          </p:cNvCxnSpPr>
          <p:nvPr/>
        </p:nvCxnSpPr>
        <p:spPr>
          <a:xfrm>
            <a:off x="4546600" y="1711344"/>
            <a:ext cx="1" cy="6931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5A191AB-B741-5493-8A1B-31838AAC0A0E}"/>
              </a:ext>
            </a:extLst>
          </p:cNvPr>
          <p:cNvCxnSpPr>
            <a:cxnSpLocks/>
            <a:stCxn id="5" idx="5"/>
            <a:endCxn id="6" idx="1"/>
          </p:cNvCxnSpPr>
          <p:nvPr/>
        </p:nvCxnSpPr>
        <p:spPr>
          <a:xfrm>
            <a:off x="2762115" y="2320219"/>
            <a:ext cx="1503104" cy="1686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C221A88-AF58-32D1-12A8-E28053406E1C}"/>
              </a:ext>
            </a:extLst>
          </p:cNvPr>
          <p:cNvCxnSpPr>
            <a:stCxn id="5" idx="3"/>
          </p:cNvCxnSpPr>
          <p:nvPr/>
        </p:nvCxnSpPr>
        <p:spPr>
          <a:xfrm flipH="1">
            <a:off x="1828800" y="2320219"/>
            <a:ext cx="370552" cy="37217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51D4063-6D61-CAC3-AED3-5E9186548837}"/>
              </a:ext>
            </a:extLst>
          </p:cNvPr>
          <p:cNvCxnSpPr>
            <a:endCxn id="8" idx="0"/>
          </p:cNvCxnSpPr>
          <p:nvPr/>
        </p:nvCxnSpPr>
        <p:spPr>
          <a:xfrm flipH="1">
            <a:off x="1286933" y="3268131"/>
            <a:ext cx="254000" cy="321738"/>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F138662-0895-1814-1567-7A18FC0A2FDC}"/>
              </a:ext>
            </a:extLst>
          </p:cNvPr>
          <p:cNvCxnSpPr>
            <a:cxnSpLocks/>
            <a:stCxn id="7" idx="5"/>
            <a:endCxn id="14" idx="1"/>
          </p:cNvCxnSpPr>
          <p:nvPr/>
        </p:nvCxnSpPr>
        <p:spPr>
          <a:xfrm>
            <a:off x="1966248" y="3183817"/>
            <a:ext cx="631037" cy="490366"/>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0" name="Table 30">
            <a:extLst>
              <a:ext uri="{FF2B5EF4-FFF2-40B4-BE49-F238E27FC236}">
                <a16:creationId xmlns:a16="http://schemas.microsoft.com/office/drawing/2014/main" id="{4837F24E-408A-273C-474D-F810E5F92BBF}"/>
              </a:ext>
            </a:extLst>
          </p:cNvPr>
          <p:cNvGraphicFramePr>
            <a:graphicFrameLocks noGrp="1"/>
          </p:cNvGraphicFramePr>
          <p:nvPr/>
        </p:nvGraphicFramePr>
        <p:xfrm>
          <a:off x="6525811" y="1388533"/>
          <a:ext cx="4624788" cy="73660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189765">
                <a:tc>
                  <a:txBody>
                    <a:bodyPr/>
                    <a:lstStyle/>
                    <a:p>
                      <a:r>
                        <a:rPr lang="en-IN" b="0" dirty="0">
                          <a:solidFill>
                            <a:schemeClr val="tx1"/>
                          </a:solidFill>
                        </a:rPr>
                        <a:t>0</a:t>
                      </a:r>
                    </a:p>
                  </a:txBody>
                  <a:tcPr/>
                </a:tc>
                <a:tc>
                  <a:txBody>
                    <a:bodyPr/>
                    <a:lstStyle/>
                    <a:p>
                      <a:r>
                        <a:rPr lang="en-IN" dirty="0">
                          <a:solidFill>
                            <a:schemeClr val="tx1"/>
                          </a:solidFill>
                        </a:rPr>
                        <a:t>1</a:t>
                      </a:r>
                    </a:p>
                  </a:txBody>
                  <a:tcPr/>
                </a:tc>
                <a:tc>
                  <a:txBody>
                    <a:bodyPr/>
                    <a:lstStyle/>
                    <a:p>
                      <a:r>
                        <a:rPr lang="en-IN" dirty="0">
                          <a:solidFill>
                            <a:schemeClr val="tx1"/>
                          </a:solidFill>
                        </a:rPr>
                        <a:t>2</a:t>
                      </a:r>
                    </a:p>
                  </a:txBody>
                  <a:tcPr/>
                </a:tc>
                <a:tc>
                  <a:txBody>
                    <a:bodyPr/>
                    <a:lstStyle/>
                    <a:p>
                      <a:r>
                        <a:rPr lang="en-IN" dirty="0">
                          <a:solidFill>
                            <a:schemeClr val="tx1"/>
                          </a:solidFill>
                        </a:rPr>
                        <a:t>3</a:t>
                      </a:r>
                    </a:p>
                  </a:txBody>
                  <a:tcPr/>
                </a:tc>
                <a:tc>
                  <a:txBody>
                    <a:bodyPr/>
                    <a:lstStyle/>
                    <a:p>
                      <a:r>
                        <a:rPr lang="en-IN" dirty="0">
                          <a:solidFill>
                            <a:schemeClr val="tx1"/>
                          </a:solidFill>
                        </a:rPr>
                        <a:t>4</a:t>
                      </a:r>
                    </a:p>
                  </a:txBody>
                  <a:tcPr/>
                </a:tc>
                <a:tc>
                  <a:txBody>
                    <a:bodyPr/>
                    <a:lstStyle/>
                    <a:p>
                      <a:r>
                        <a:rPr lang="en-IN" dirty="0">
                          <a:solidFill>
                            <a:srgbClr val="FF0000"/>
                          </a:solidFill>
                        </a:rPr>
                        <a:t>5</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4" name="Table 30">
            <a:extLst>
              <a:ext uri="{FF2B5EF4-FFF2-40B4-BE49-F238E27FC236}">
                <a16:creationId xmlns:a16="http://schemas.microsoft.com/office/drawing/2014/main" id="{709B6A5F-F912-F803-2CEA-A779E035C599}"/>
              </a:ext>
            </a:extLst>
          </p:cNvPr>
          <p:cNvGraphicFramePr>
            <a:graphicFrameLocks noGrp="1"/>
          </p:cNvGraphicFramePr>
          <p:nvPr/>
        </p:nvGraphicFramePr>
        <p:xfrm>
          <a:off x="6525811" y="2692398"/>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b="0" dirty="0">
                          <a:solidFill>
                            <a:schemeClr val="tx1"/>
                          </a:solidFill>
                        </a:rPr>
                        <a:t>0</a:t>
                      </a:r>
                    </a:p>
                  </a:txBody>
                  <a:tcPr/>
                </a:tc>
                <a:tc>
                  <a:txBody>
                    <a:bodyPr/>
                    <a:lstStyle/>
                    <a:p>
                      <a:r>
                        <a:rPr lang="en-IN" dirty="0">
                          <a:solidFill>
                            <a:schemeClr val="tx1"/>
                          </a:solidFill>
                        </a:rPr>
                        <a:t>0</a:t>
                      </a:r>
                    </a:p>
                  </a:txBody>
                  <a:tcPr/>
                </a:tc>
                <a:tc>
                  <a:txBody>
                    <a:bodyPr/>
                    <a:lstStyle/>
                    <a:p>
                      <a:r>
                        <a:rPr lang="en-IN" dirty="0">
                          <a:solidFill>
                            <a:schemeClr val="tx1"/>
                          </a:solidFill>
                        </a:rPr>
                        <a:t>0</a:t>
                      </a:r>
                    </a:p>
                  </a:txBody>
                  <a:tcPr/>
                </a:tc>
                <a:tc>
                  <a:txBody>
                    <a:bodyPr/>
                    <a:lstStyle/>
                    <a:p>
                      <a:r>
                        <a:rPr lang="en-IN" b="0" dirty="0">
                          <a:solidFill>
                            <a:schemeClr val="tx1"/>
                          </a:solidFill>
                        </a:rPr>
                        <a:t>3</a:t>
                      </a:r>
                    </a:p>
                  </a:txBody>
                  <a:tcPr/>
                </a:tc>
                <a:tc>
                  <a:txBody>
                    <a:bodyPr/>
                    <a:lstStyle/>
                    <a:p>
                      <a:r>
                        <a:rPr lang="en-IN" dirty="0">
                          <a:solidFill>
                            <a:schemeClr val="tx1"/>
                          </a:solidFill>
                        </a:rPr>
                        <a:t>4</a:t>
                      </a:r>
                    </a:p>
                  </a:txBody>
                  <a:tcPr/>
                </a:tc>
                <a:tc>
                  <a:txBody>
                    <a:bodyPr/>
                    <a:lstStyle/>
                    <a:p>
                      <a:r>
                        <a:rPr lang="en-IN" dirty="0">
                          <a:solidFill>
                            <a:srgbClr val="FF0000"/>
                          </a:solidFill>
                        </a:rPr>
                        <a:t>5</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5" name="Table 30">
            <a:extLst>
              <a:ext uri="{FF2B5EF4-FFF2-40B4-BE49-F238E27FC236}">
                <a16:creationId xmlns:a16="http://schemas.microsoft.com/office/drawing/2014/main" id="{DA5B8367-879C-BAC0-7627-684D5E3C8B0A}"/>
              </a:ext>
            </a:extLst>
          </p:cNvPr>
          <p:cNvGraphicFramePr>
            <a:graphicFrameLocks noGrp="1"/>
          </p:cNvGraphicFramePr>
          <p:nvPr/>
        </p:nvGraphicFramePr>
        <p:xfrm>
          <a:off x="6525811" y="3986050"/>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dirty="0">
                          <a:solidFill>
                            <a:schemeClr val="tx1"/>
                          </a:solidFill>
                        </a:rPr>
                        <a:t>-1</a:t>
                      </a:r>
                    </a:p>
                  </a:txBody>
                  <a:tcPr/>
                </a:tc>
                <a:tc>
                  <a:txBody>
                    <a:bodyPr/>
                    <a:lstStyle/>
                    <a:p>
                      <a:r>
                        <a:rPr lang="en-IN" dirty="0">
                          <a:solidFill>
                            <a:schemeClr val="tx1"/>
                          </a:solidFill>
                        </a:rPr>
                        <a:t>0</a:t>
                      </a:r>
                    </a:p>
                  </a:txBody>
                  <a:tcPr/>
                </a:tc>
                <a:tc>
                  <a:txBody>
                    <a:bodyPr/>
                    <a:lstStyle/>
                    <a:p>
                      <a:r>
                        <a:rPr lang="en-IN" dirty="0">
                          <a:solidFill>
                            <a:schemeClr val="tx1"/>
                          </a:solidFill>
                        </a:rPr>
                        <a:t>1</a:t>
                      </a:r>
                    </a:p>
                  </a:txBody>
                  <a:tcPr/>
                </a:tc>
                <a:tc>
                  <a:txBody>
                    <a:bodyPr/>
                    <a:lstStyle/>
                    <a:p>
                      <a:r>
                        <a:rPr lang="en-IN" b="0" dirty="0">
                          <a:solidFill>
                            <a:schemeClr val="tx1"/>
                          </a:solidFill>
                        </a:rPr>
                        <a:t>0</a:t>
                      </a:r>
                    </a:p>
                  </a:txBody>
                  <a:tcPr/>
                </a:tc>
                <a:tc>
                  <a:txBody>
                    <a:bodyPr/>
                    <a:lstStyle/>
                    <a:p>
                      <a:r>
                        <a:rPr lang="en-IN" b="0" dirty="0">
                          <a:solidFill>
                            <a:schemeClr val="tx1"/>
                          </a:solidFill>
                        </a:rPr>
                        <a:t>3</a:t>
                      </a:r>
                    </a:p>
                  </a:txBody>
                  <a:tcPr/>
                </a:tc>
                <a:tc>
                  <a:txBody>
                    <a:bodyPr/>
                    <a:lstStyle/>
                    <a:p>
                      <a:r>
                        <a:rPr lang="en-IN" dirty="0">
                          <a:solidFill>
                            <a:srgbClr val="FF0000"/>
                          </a:solidFill>
                        </a:rPr>
                        <a:t>3</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6" name="Table 30">
            <a:extLst>
              <a:ext uri="{FF2B5EF4-FFF2-40B4-BE49-F238E27FC236}">
                <a16:creationId xmlns:a16="http://schemas.microsoft.com/office/drawing/2014/main" id="{12A300B2-06C4-F89A-CAC6-F789C928860E}"/>
              </a:ext>
            </a:extLst>
          </p:cNvPr>
          <p:cNvGraphicFramePr>
            <a:graphicFrameLocks noGrp="1"/>
          </p:cNvGraphicFramePr>
          <p:nvPr>
            <p:extLst>
              <p:ext uri="{D42A27DB-BD31-4B8C-83A1-F6EECF244321}">
                <p14:modId xmlns:p14="http://schemas.microsoft.com/office/powerpoint/2010/main" val="723505532"/>
              </p:ext>
            </p:extLst>
          </p:nvPr>
        </p:nvGraphicFramePr>
        <p:xfrm>
          <a:off x="6525811" y="5279702"/>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839526">
                  <a:extLst>
                    <a:ext uri="{9D8B030D-6E8A-4147-A177-3AD203B41FA5}">
                      <a16:colId xmlns:a16="http://schemas.microsoft.com/office/drawing/2014/main" val="3228269669"/>
                    </a:ext>
                  </a:extLst>
                </a:gridCol>
                <a:gridCol w="702070">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dirty="0">
                          <a:solidFill>
                            <a:srgbClr val="FF0000"/>
                          </a:solidFill>
                        </a:rPr>
                        <a:t>T</a:t>
                      </a:r>
                    </a:p>
                  </a:txBody>
                  <a:tcPr/>
                </a:tc>
                <a:tc>
                  <a:txBody>
                    <a:bodyPr/>
                    <a:lstStyle/>
                    <a:p>
                      <a:r>
                        <a:rPr lang="en-IN" dirty="0"/>
                        <a:t>F</a:t>
                      </a:r>
                    </a:p>
                  </a:txBody>
                  <a:tcPr/>
                </a:tc>
                <a:tc>
                  <a:txBody>
                    <a:bodyPr/>
                    <a:lstStyle/>
                    <a:p>
                      <a:r>
                        <a:rPr lang="en-IN" dirty="0"/>
                        <a:t>F</a:t>
                      </a:r>
                    </a:p>
                  </a:txBody>
                  <a:tcPr/>
                </a:tc>
                <a:tc>
                  <a:txBody>
                    <a:bodyPr/>
                    <a:lstStyle/>
                    <a:p>
                      <a:r>
                        <a:rPr lang="en-IN" dirty="0">
                          <a:solidFill>
                            <a:srgbClr val="FF0000"/>
                          </a:solidFill>
                        </a:rPr>
                        <a:t>T</a:t>
                      </a:r>
                    </a:p>
                  </a:txBody>
                  <a:tcPr/>
                </a:tc>
                <a:tc>
                  <a:txBody>
                    <a:bodyPr/>
                    <a:lstStyle/>
                    <a:p>
                      <a:r>
                        <a:rPr lang="en-IN" dirty="0"/>
                        <a:t>F</a:t>
                      </a:r>
                    </a:p>
                  </a:txBody>
                  <a:tcPr/>
                </a:tc>
                <a:tc>
                  <a:txBody>
                    <a:bodyPr/>
                    <a:lstStyle/>
                    <a:p>
                      <a:r>
                        <a:rPr lang="en-IN" dirty="0"/>
                        <a:t>F</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sp>
        <p:nvSpPr>
          <p:cNvPr id="37" name="TextBox 36">
            <a:extLst>
              <a:ext uri="{FF2B5EF4-FFF2-40B4-BE49-F238E27FC236}">
                <a16:creationId xmlns:a16="http://schemas.microsoft.com/office/drawing/2014/main" id="{A22D1001-7329-B480-6EC2-77C92471EDB6}"/>
              </a:ext>
            </a:extLst>
          </p:cNvPr>
          <p:cNvSpPr txBox="1"/>
          <p:nvPr/>
        </p:nvSpPr>
        <p:spPr>
          <a:xfrm>
            <a:off x="5892799" y="5215500"/>
            <a:ext cx="727144" cy="461665"/>
          </a:xfrm>
          <a:prstGeom prst="rect">
            <a:avLst/>
          </a:prstGeom>
          <a:noFill/>
        </p:spPr>
        <p:txBody>
          <a:bodyPr wrap="square" rtlCol="0">
            <a:spAutoFit/>
          </a:bodyPr>
          <a:lstStyle/>
          <a:p>
            <a:r>
              <a:rPr lang="en-IN" sz="2400" b="1" dirty="0">
                <a:solidFill>
                  <a:srgbClr val="FF0000"/>
                </a:solidFill>
              </a:rPr>
              <a:t>AP</a:t>
            </a:r>
          </a:p>
        </p:txBody>
      </p:sp>
      <p:sp>
        <p:nvSpPr>
          <p:cNvPr id="38" name="TextBox 37">
            <a:extLst>
              <a:ext uri="{FF2B5EF4-FFF2-40B4-BE49-F238E27FC236}">
                <a16:creationId xmlns:a16="http://schemas.microsoft.com/office/drawing/2014/main" id="{B2161F4F-8954-3216-799C-4739C2EC4E5A}"/>
              </a:ext>
            </a:extLst>
          </p:cNvPr>
          <p:cNvSpPr txBox="1"/>
          <p:nvPr/>
        </p:nvSpPr>
        <p:spPr>
          <a:xfrm>
            <a:off x="5926667" y="1184725"/>
            <a:ext cx="727144" cy="461665"/>
          </a:xfrm>
          <a:prstGeom prst="rect">
            <a:avLst/>
          </a:prstGeom>
          <a:noFill/>
        </p:spPr>
        <p:txBody>
          <a:bodyPr wrap="square" rtlCol="0">
            <a:spAutoFit/>
          </a:bodyPr>
          <a:lstStyle/>
          <a:p>
            <a:r>
              <a:rPr lang="en-IN" sz="2400" b="1" dirty="0">
                <a:solidFill>
                  <a:srgbClr val="FF0000"/>
                </a:solidFill>
              </a:rPr>
              <a:t>DT</a:t>
            </a:r>
          </a:p>
        </p:txBody>
      </p:sp>
      <p:sp>
        <p:nvSpPr>
          <p:cNvPr id="39" name="TextBox 38">
            <a:extLst>
              <a:ext uri="{FF2B5EF4-FFF2-40B4-BE49-F238E27FC236}">
                <a16:creationId xmlns:a16="http://schemas.microsoft.com/office/drawing/2014/main" id="{48DD2684-8A3A-5530-B0C3-8CCB9BE487F4}"/>
              </a:ext>
            </a:extLst>
          </p:cNvPr>
          <p:cNvSpPr txBox="1"/>
          <p:nvPr/>
        </p:nvSpPr>
        <p:spPr>
          <a:xfrm>
            <a:off x="5798667" y="2742063"/>
            <a:ext cx="727144" cy="461665"/>
          </a:xfrm>
          <a:prstGeom prst="rect">
            <a:avLst/>
          </a:prstGeom>
          <a:noFill/>
        </p:spPr>
        <p:txBody>
          <a:bodyPr wrap="square" rtlCol="0">
            <a:spAutoFit/>
          </a:bodyPr>
          <a:lstStyle/>
          <a:p>
            <a:r>
              <a:rPr lang="en-IN" sz="2400" b="1" dirty="0">
                <a:solidFill>
                  <a:srgbClr val="FF0000"/>
                </a:solidFill>
              </a:rPr>
              <a:t>LT</a:t>
            </a:r>
          </a:p>
        </p:txBody>
      </p:sp>
      <p:sp>
        <p:nvSpPr>
          <p:cNvPr id="40" name="TextBox 39">
            <a:extLst>
              <a:ext uri="{FF2B5EF4-FFF2-40B4-BE49-F238E27FC236}">
                <a16:creationId xmlns:a16="http://schemas.microsoft.com/office/drawing/2014/main" id="{68176EF7-B9ED-1B9A-33D2-0976CEABCF92}"/>
              </a:ext>
            </a:extLst>
          </p:cNvPr>
          <p:cNvSpPr txBox="1"/>
          <p:nvPr/>
        </p:nvSpPr>
        <p:spPr>
          <a:xfrm>
            <a:off x="5528733" y="4000183"/>
            <a:ext cx="1125078" cy="461665"/>
          </a:xfrm>
          <a:prstGeom prst="rect">
            <a:avLst/>
          </a:prstGeom>
          <a:noFill/>
        </p:spPr>
        <p:txBody>
          <a:bodyPr wrap="square" rtlCol="0">
            <a:spAutoFit/>
          </a:bodyPr>
          <a:lstStyle/>
          <a:p>
            <a:r>
              <a:rPr lang="en-IN" sz="2400" b="1" dirty="0">
                <a:solidFill>
                  <a:srgbClr val="FF0000"/>
                </a:solidFill>
              </a:rPr>
              <a:t>Parent</a:t>
            </a:r>
          </a:p>
        </p:txBody>
      </p:sp>
      <p:sp>
        <p:nvSpPr>
          <p:cNvPr id="46" name="TextBox 45">
            <a:extLst>
              <a:ext uri="{FF2B5EF4-FFF2-40B4-BE49-F238E27FC236}">
                <a16:creationId xmlns:a16="http://schemas.microsoft.com/office/drawing/2014/main" id="{CF5433F2-9016-FF81-AC04-EE3757575E7C}"/>
              </a:ext>
            </a:extLst>
          </p:cNvPr>
          <p:cNvSpPr txBox="1"/>
          <p:nvPr/>
        </p:nvSpPr>
        <p:spPr>
          <a:xfrm>
            <a:off x="1670906" y="1423478"/>
            <a:ext cx="682828" cy="461665"/>
          </a:xfrm>
          <a:prstGeom prst="rect">
            <a:avLst/>
          </a:prstGeom>
          <a:noFill/>
        </p:spPr>
        <p:txBody>
          <a:bodyPr wrap="square" rtlCol="0">
            <a:spAutoFit/>
          </a:bodyPr>
          <a:lstStyle/>
          <a:p>
            <a:r>
              <a:rPr lang="en-IN" sz="2400" b="1" dirty="0"/>
              <a:t>C=2</a:t>
            </a:r>
          </a:p>
        </p:txBody>
      </p:sp>
      <p:sp>
        <p:nvSpPr>
          <p:cNvPr id="47" name="TextBox 46">
            <a:extLst>
              <a:ext uri="{FF2B5EF4-FFF2-40B4-BE49-F238E27FC236}">
                <a16:creationId xmlns:a16="http://schemas.microsoft.com/office/drawing/2014/main" id="{1346C774-A701-55B7-96B4-D9EEF71AEB88}"/>
              </a:ext>
            </a:extLst>
          </p:cNvPr>
          <p:cNvSpPr txBox="1"/>
          <p:nvPr/>
        </p:nvSpPr>
        <p:spPr>
          <a:xfrm>
            <a:off x="0" y="741345"/>
            <a:ext cx="5003799" cy="461665"/>
          </a:xfrm>
          <a:prstGeom prst="rect">
            <a:avLst/>
          </a:prstGeom>
          <a:noFill/>
        </p:spPr>
        <p:txBody>
          <a:bodyPr wrap="square" rtlCol="0">
            <a:spAutoFit/>
          </a:bodyPr>
          <a:lstStyle/>
          <a:p>
            <a:r>
              <a:rPr lang="en-IN" sz="2400" b="1" dirty="0">
                <a:solidFill>
                  <a:srgbClr val="FF0000"/>
                </a:solidFill>
              </a:rPr>
              <a:t>Time =6 </a:t>
            </a:r>
          </a:p>
        </p:txBody>
      </p:sp>
      <p:cxnSp>
        <p:nvCxnSpPr>
          <p:cNvPr id="9" name="Straight Connector 8">
            <a:extLst>
              <a:ext uri="{FF2B5EF4-FFF2-40B4-BE49-F238E27FC236}">
                <a16:creationId xmlns:a16="http://schemas.microsoft.com/office/drawing/2014/main" id="{79C7AB70-A857-53E7-167F-9B6ADACCAB62}"/>
              </a:ext>
            </a:extLst>
          </p:cNvPr>
          <p:cNvCxnSpPr>
            <a:cxnSpLocks/>
          </p:cNvCxnSpPr>
          <p:nvPr/>
        </p:nvCxnSpPr>
        <p:spPr>
          <a:xfrm flipH="1">
            <a:off x="2868218" y="1627030"/>
            <a:ext cx="1397000" cy="472173"/>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5F20C0F-AABC-77CA-3E7E-0F2524E7F2B8}"/>
              </a:ext>
            </a:extLst>
          </p:cNvPr>
          <p:cNvSpPr txBox="1"/>
          <p:nvPr/>
        </p:nvSpPr>
        <p:spPr>
          <a:xfrm>
            <a:off x="4708952" y="862622"/>
            <a:ext cx="682828" cy="461665"/>
          </a:xfrm>
          <a:prstGeom prst="rect">
            <a:avLst/>
          </a:prstGeom>
          <a:noFill/>
        </p:spPr>
        <p:txBody>
          <a:bodyPr wrap="square" rtlCol="0">
            <a:spAutoFit/>
          </a:bodyPr>
          <a:lstStyle/>
          <a:p>
            <a:r>
              <a:rPr lang="en-IN" sz="2400" b="1" dirty="0"/>
              <a:t>C=1</a:t>
            </a:r>
          </a:p>
        </p:txBody>
      </p:sp>
      <p:sp>
        <p:nvSpPr>
          <p:cNvPr id="11" name="TextBox 10">
            <a:extLst>
              <a:ext uri="{FF2B5EF4-FFF2-40B4-BE49-F238E27FC236}">
                <a16:creationId xmlns:a16="http://schemas.microsoft.com/office/drawing/2014/main" id="{18516D89-DBFA-CF8E-CA28-822B60879054}"/>
              </a:ext>
            </a:extLst>
          </p:cNvPr>
          <p:cNvSpPr txBox="1"/>
          <p:nvPr/>
        </p:nvSpPr>
        <p:spPr>
          <a:xfrm>
            <a:off x="4603119" y="2044643"/>
            <a:ext cx="682828" cy="461665"/>
          </a:xfrm>
          <a:prstGeom prst="rect">
            <a:avLst/>
          </a:prstGeom>
          <a:noFill/>
        </p:spPr>
        <p:txBody>
          <a:bodyPr wrap="square" rtlCol="0">
            <a:spAutoFit/>
          </a:bodyPr>
          <a:lstStyle/>
          <a:p>
            <a:r>
              <a:rPr lang="en-IN" sz="2400" b="1" dirty="0"/>
              <a:t>C=1</a:t>
            </a:r>
          </a:p>
        </p:txBody>
      </p:sp>
      <p:cxnSp>
        <p:nvCxnSpPr>
          <p:cNvPr id="13" name="Straight Connector 12">
            <a:extLst>
              <a:ext uri="{FF2B5EF4-FFF2-40B4-BE49-F238E27FC236}">
                <a16:creationId xmlns:a16="http://schemas.microsoft.com/office/drawing/2014/main" id="{2345904B-FB1D-BF38-71CC-6D9164EB7614}"/>
              </a:ext>
            </a:extLst>
          </p:cNvPr>
          <p:cNvCxnSpPr>
            <a:cxnSpLocks/>
          </p:cNvCxnSpPr>
          <p:nvPr/>
        </p:nvCxnSpPr>
        <p:spPr>
          <a:xfrm flipV="1">
            <a:off x="4679571" y="1734002"/>
            <a:ext cx="68239" cy="743754"/>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852631E-B97C-1393-DA5F-5290321C617A}"/>
              </a:ext>
            </a:extLst>
          </p:cNvPr>
          <p:cNvCxnSpPr>
            <a:cxnSpLocks/>
            <a:endCxn id="6" idx="2"/>
          </p:cNvCxnSpPr>
          <p:nvPr/>
        </p:nvCxnSpPr>
        <p:spPr>
          <a:xfrm>
            <a:off x="2597285" y="2404532"/>
            <a:ext cx="1551382" cy="287867"/>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1C42F3B-4797-3358-96BA-A5DECE6AE73C}"/>
              </a:ext>
            </a:extLst>
          </p:cNvPr>
          <p:cNvSpPr txBox="1"/>
          <p:nvPr/>
        </p:nvSpPr>
        <p:spPr>
          <a:xfrm>
            <a:off x="2713837" y="2573509"/>
            <a:ext cx="1447800" cy="400110"/>
          </a:xfrm>
          <a:prstGeom prst="rect">
            <a:avLst/>
          </a:prstGeom>
          <a:noFill/>
        </p:spPr>
        <p:txBody>
          <a:bodyPr wrap="square" rtlCol="0">
            <a:spAutoFit/>
          </a:bodyPr>
          <a:lstStyle/>
          <a:p>
            <a:r>
              <a:rPr lang="en-IN" sz="2000" dirty="0"/>
              <a:t>Back Edge</a:t>
            </a:r>
          </a:p>
        </p:txBody>
      </p:sp>
      <p:sp>
        <p:nvSpPr>
          <p:cNvPr id="2" name="TextBox 1">
            <a:extLst>
              <a:ext uri="{FF2B5EF4-FFF2-40B4-BE49-F238E27FC236}">
                <a16:creationId xmlns:a16="http://schemas.microsoft.com/office/drawing/2014/main" id="{DB74FAF4-517C-8BB7-1C21-07FD442B6F53}"/>
              </a:ext>
            </a:extLst>
          </p:cNvPr>
          <p:cNvSpPr txBox="1"/>
          <p:nvPr/>
        </p:nvSpPr>
        <p:spPr>
          <a:xfrm>
            <a:off x="724395" y="2624667"/>
            <a:ext cx="900440" cy="461665"/>
          </a:xfrm>
          <a:prstGeom prst="rect">
            <a:avLst/>
          </a:prstGeom>
          <a:noFill/>
        </p:spPr>
        <p:txBody>
          <a:bodyPr wrap="square" rtlCol="0">
            <a:spAutoFit/>
          </a:bodyPr>
          <a:lstStyle/>
          <a:p>
            <a:r>
              <a:rPr lang="en-IN" sz="2400" b="1" dirty="0"/>
              <a:t>C=2</a:t>
            </a:r>
          </a:p>
        </p:txBody>
      </p:sp>
      <p:sp>
        <p:nvSpPr>
          <p:cNvPr id="17" name="TextBox 16">
            <a:extLst>
              <a:ext uri="{FF2B5EF4-FFF2-40B4-BE49-F238E27FC236}">
                <a16:creationId xmlns:a16="http://schemas.microsoft.com/office/drawing/2014/main" id="{CEFE68F2-1344-CF83-CDA3-D00F755DA516}"/>
              </a:ext>
            </a:extLst>
          </p:cNvPr>
          <p:cNvSpPr txBox="1"/>
          <p:nvPr/>
        </p:nvSpPr>
        <p:spPr>
          <a:xfrm>
            <a:off x="383859" y="3656343"/>
            <a:ext cx="795867" cy="461665"/>
          </a:xfrm>
          <a:prstGeom prst="rect">
            <a:avLst/>
          </a:prstGeom>
          <a:noFill/>
        </p:spPr>
        <p:txBody>
          <a:bodyPr wrap="square" rtlCol="0">
            <a:spAutoFit/>
          </a:bodyPr>
          <a:lstStyle/>
          <a:p>
            <a:r>
              <a:rPr lang="en-IN" sz="2400" b="1" dirty="0"/>
              <a:t>C=0</a:t>
            </a:r>
          </a:p>
        </p:txBody>
      </p:sp>
      <p:sp>
        <p:nvSpPr>
          <p:cNvPr id="19" name="TextBox 18">
            <a:extLst>
              <a:ext uri="{FF2B5EF4-FFF2-40B4-BE49-F238E27FC236}">
                <a16:creationId xmlns:a16="http://schemas.microsoft.com/office/drawing/2014/main" id="{FD47430A-2668-765D-D21C-ABD81DA91556}"/>
              </a:ext>
            </a:extLst>
          </p:cNvPr>
          <p:cNvSpPr txBox="1"/>
          <p:nvPr/>
        </p:nvSpPr>
        <p:spPr>
          <a:xfrm>
            <a:off x="794868" y="4357016"/>
            <a:ext cx="5003799" cy="2308324"/>
          </a:xfrm>
          <a:prstGeom prst="rect">
            <a:avLst/>
          </a:prstGeom>
          <a:noFill/>
        </p:spPr>
        <p:txBody>
          <a:bodyPr wrap="square" rtlCol="0">
            <a:spAutoFit/>
          </a:bodyPr>
          <a:lstStyle/>
          <a:p>
            <a:r>
              <a:rPr lang="en-IN" sz="2400" b="1" dirty="0">
                <a:solidFill>
                  <a:srgbClr val="FF0000"/>
                </a:solidFill>
              </a:rPr>
              <a:t>Backtrack to 0</a:t>
            </a:r>
          </a:p>
          <a:p>
            <a:r>
              <a:rPr lang="en-IN" sz="2400" b="1" dirty="0">
                <a:solidFill>
                  <a:srgbClr val="FF0000"/>
                </a:solidFill>
              </a:rPr>
              <a:t>Check 0 is AP: 0 is root node and Child count &gt;1 therefore it is AP</a:t>
            </a:r>
          </a:p>
          <a:p>
            <a:endParaRPr lang="en-IN" sz="2400" b="1" dirty="0">
              <a:solidFill>
                <a:srgbClr val="FF0000"/>
              </a:solidFill>
            </a:endParaRPr>
          </a:p>
          <a:p>
            <a:endParaRPr lang="en-IN" sz="2400" b="1" dirty="0">
              <a:solidFill>
                <a:srgbClr val="FF0000"/>
              </a:solidFill>
            </a:endParaRPr>
          </a:p>
          <a:p>
            <a:endParaRPr lang="en-IN" sz="2400" b="1" dirty="0">
              <a:solidFill>
                <a:srgbClr val="FF0000"/>
              </a:solidFill>
            </a:endParaRPr>
          </a:p>
        </p:txBody>
      </p:sp>
      <p:sp>
        <p:nvSpPr>
          <p:cNvPr id="15" name="TextBox 14">
            <a:extLst>
              <a:ext uri="{FF2B5EF4-FFF2-40B4-BE49-F238E27FC236}">
                <a16:creationId xmlns:a16="http://schemas.microsoft.com/office/drawing/2014/main" id="{E1606F84-171F-4E2E-25FE-4C0682118925}"/>
              </a:ext>
            </a:extLst>
          </p:cNvPr>
          <p:cNvSpPr txBox="1"/>
          <p:nvPr/>
        </p:nvSpPr>
        <p:spPr>
          <a:xfrm>
            <a:off x="3251195" y="3538518"/>
            <a:ext cx="795867" cy="461665"/>
          </a:xfrm>
          <a:prstGeom prst="rect">
            <a:avLst/>
          </a:prstGeom>
          <a:noFill/>
        </p:spPr>
        <p:txBody>
          <a:bodyPr wrap="square" rtlCol="0">
            <a:spAutoFit/>
          </a:bodyPr>
          <a:lstStyle/>
          <a:p>
            <a:r>
              <a:rPr lang="en-IN" sz="2400" b="1" dirty="0"/>
              <a:t>C=0</a:t>
            </a:r>
          </a:p>
        </p:txBody>
      </p:sp>
    </p:spTree>
    <p:extLst>
      <p:ext uri="{BB962C8B-B14F-4D97-AF65-F5344CB8AC3E}">
        <p14:creationId xmlns:p14="http://schemas.microsoft.com/office/powerpoint/2010/main" val="331753706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AB8BFD-5C1F-445C-8050-CE8F451E95B0}"/>
              </a:ext>
            </a:extLst>
          </p:cNvPr>
          <p:cNvSpPr txBox="1"/>
          <p:nvPr/>
        </p:nvSpPr>
        <p:spPr>
          <a:xfrm>
            <a:off x="635000" y="0"/>
            <a:ext cx="10515599" cy="730291"/>
          </a:xfrm>
          <a:prstGeom prst="rect">
            <a:avLst/>
          </a:prstGeom>
        </p:spPr>
        <p:txBody>
          <a:bodyPr vert="horz" lIns="91440" tIns="45720" rIns="91440" bIns="45720" rtlCol="0" anchor="b">
            <a:normAutofit fontScale="92500" lnSpcReduction="10000"/>
          </a:bodyPr>
          <a:lstStyle/>
          <a:p>
            <a:pPr lvl="0" algn="ctr"/>
            <a:r>
              <a:rPr lang="en-US" sz="4800" dirty="0">
                <a:solidFill>
                  <a:schemeClr val="bg1"/>
                </a:solidFill>
                <a:latin typeface="Times New Roman" panose="02020603050405020304" pitchFamily="18" charset="0"/>
                <a:cs typeface="Times New Roman" panose="02020603050405020304" pitchFamily="18" charset="0"/>
              </a:rPr>
              <a:t>Algorithm on Example</a:t>
            </a:r>
          </a:p>
        </p:txBody>
      </p:sp>
      <p:sp>
        <p:nvSpPr>
          <p:cNvPr id="4" name="Oval 3">
            <a:extLst>
              <a:ext uri="{FF2B5EF4-FFF2-40B4-BE49-F238E27FC236}">
                <a16:creationId xmlns:a16="http://schemas.microsoft.com/office/drawing/2014/main" id="{D1821021-BB21-7736-5D44-28091022EDE7}"/>
              </a:ext>
            </a:extLst>
          </p:cNvPr>
          <p:cNvSpPr/>
          <p:nvPr/>
        </p:nvSpPr>
        <p:spPr>
          <a:xfrm>
            <a:off x="4148666" y="1135611"/>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a:t>
            </a:r>
          </a:p>
        </p:txBody>
      </p:sp>
      <p:sp>
        <p:nvSpPr>
          <p:cNvPr id="5" name="Oval 4">
            <a:extLst>
              <a:ext uri="{FF2B5EF4-FFF2-40B4-BE49-F238E27FC236}">
                <a16:creationId xmlns:a16="http://schemas.microsoft.com/office/drawing/2014/main" id="{BF0ECCAA-9F57-0EF8-1E73-52168BBDAB43}"/>
              </a:ext>
            </a:extLst>
          </p:cNvPr>
          <p:cNvSpPr/>
          <p:nvPr/>
        </p:nvSpPr>
        <p:spPr>
          <a:xfrm>
            <a:off x="2082800" y="1828800"/>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0</a:t>
            </a:r>
          </a:p>
        </p:txBody>
      </p:sp>
      <p:sp>
        <p:nvSpPr>
          <p:cNvPr id="6" name="Oval 5">
            <a:extLst>
              <a:ext uri="{FF2B5EF4-FFF2-40B4-BE49-F238E27FC236}">
                <a16:creationId xmlns:a16="http://schemas.microsoft.com/office/drawing/2014/main" id="{B7BD9409-61B6-7F00-716E-95869A641E27}"/>
              </a:ext>
            </a:extLst>
          </p:cNvPr>
          <p:cNvSpPr/>
          <p:nvPr/>
        </p:nvSpPr>
        <p:spPr>
          <a:xfrm>
            <a:off x="4148667" y="2404532"/>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a:t>
            </a:r>
          </a:p>
        </p:txBody>
      </p:sp>
      <p:sp>
        <p:nvSpPr>
          <p:cNvPr id="7" name="Oval 6">
            <a:extLst>
              <a:ext uri="{FF2B5EF4-FFF2-40B4-BE49-F238E27FC236}">
                <a16:creationId xmlns:a16="http://schemas.microsoft.com/office/drawing/2014/main" id="{3B7FFA91-A20C-C438-8454-E221600AB24C}"/>
              </a:ext>
            </a:extLst>
          </p:cNvPr>
          <p:cNvSpPr/>
          <p:nvPr/>
        </p:nvSpPr>
        <p:spPr>
          <a:xfrm>
            <a:off x="1286933" y="2692398"/>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3</a:t>
            </a:r>
          </a:p>
        </p:txBody>
      </p:sp>
      <p:sp>
        <p:nvSpPr>
          <p:cNvPr id="8" name="Oval 7">
            <a:extLst>
              <a:ext uri="{FF2B5EF4-FFF2-40B4-BE49-F238E27FC236}">
                <a16:creationId xmlns:a16="http://schemas.microsoft.com/office/drawing/2014/main" id="{222D97F3-E380-5D1E-C845-C32472FFA81E}"/>
              </a:ext>
            </a:extLst>
          </p:cNvPr>
          <p:cNvSpPr/>
          <p:nvPr/>
        </p:nvSpPr>
        <p:spPr>
          <a:xfrm>
            <a:off x="888999" y="3589869"/>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4</a:t>
            </a:r>
          </a:p>
        </p:txBody>
      </p:sp>
      <p:cxnSp>
        <p:nvCxnSpPr>
          <p:cNvPr id="10" name="Straight Connector 9">
            <a:extLst>
              <a:ext uri="{FF2B5EF4-FFF2-40B4-BE49-F238E27FC236}">
                <a16:creationId xmlns:a16="http://schemas.microsoft.com/office/drawing/2014/main" id="{09A58623-EF58-16E4-FFB5-09B3EA357A30}"/>
              </a:ext>
            </a:extLst>
          </p:cNvPr>
          <p:cNvCxnSpPr>
            <a:cxnSpLocks/>
            <a:stCxn id="5" idx="7"/>
            <a:endCxn id="4" idx="2"/>
          </p:cNvCxnSpPr>
          <p:nvPr/>
        </p:nvCxnSpPr>
        <p:spPr>
          <a:xfrm flipV="1">
            <a:off x="2762115" y="1423478"/>
            <a:ext cx="1386551" cy="489636"/>
          </a:xfrm>
          <a:prstGeom prst="line">
            <a:avLst/>
          </a:prstGeom>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20EA87AD-BE73-2BA4-79F7-884E66560162}"/>
              </a:ext>
            </a:extLst>
          </p:cNvPr>
          <p:cNvSpPr/>
          <p:nvPr/>
        </p:nvSpPr>
        <p:spPr>
          <a:xfrm>
            <a:off x="2480733" y="3589869"/>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5</a:t>
            </a:r>
          </a:p>
        </p:txBody>
      </p:sp>
      <p:cxnSp>
        <p:nvCxnSpPr>
          <p:cNvPr id="16" name="Straight Connector 15">
            <a:extLst>
              <a:ext uri="{FF2B5EF4-FFF2-40B4-BE49-F238E27FC236}">
                <a16:creationId xmlns:a16="http://schemas.microsoft.com/office/drawing/2014/main" id="{47DA8A62-16C5-7009-4647-4E916F109703}"/>
              </a:ext>
            </a:extLst>
          </p:cNvPr>
          <p:cNvCxnSpPr>
            <a:stCxn id="4" idx="4"/>
            <a:endCxn id="6" idx="0"/>
          </p:cNvCxnSpPr>
          <p:nvPr/>
        </p:nvCxnSpPr>
        <p:spPr>
          <a:xfrm>
            <a:off x="4546600" y="1711344"/>
            <a:ext cx="1" cy="6931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5A191AB-B741-5493-8A1B-31838AAC0A0E}"/>
              </a:ext>
            </a:extLst>
          </p:cNvPr>
          <p:cNvCxnSpPr>
            <a:cxnSpLocks/>
            <a:stCxn id="5" idx="5"/>
            <a:endCxn id="6" idx="1"/>
          </p:cNvCxnSpPr>
          <p:nvPr/>
        </p:nvCxnSpPr>
        <p:spPr>
          <a:xfrm>
            <a:off x="2762115" y="2320219"/>
            <a:ext cx="1503104" cy="1686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C221A88-AF58-32D1-12A8-E28053406E1C}"/>
              </a:ext>
            </a:extLst>
          </p:cNvPr>
          <p:cNvCxnSpPr>
            <a:stCxn id="5" idx="3"/>
          </p:cNvCxnSpPr>
          <p:nvPr/>
        </p:nvCxnSpPr>
        <p:spPr>
          <a:xfrm flipH="1">
            <a:off x="1828800" y="2320219"/>
            <a:ext cx="370552" cy="37217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51D4063-6D61-CAC3-AED3-5E9186548837}"/>
              </a:ext>
            </a:extLst>
          </p:cNvPr>
          <p:cNvCxnSpPr>
            <a:endCxn id="8" idx="0"/>
          </p:cNvCxnSpPr>
          <p:nvPr/>
        </p:nvCxnSpPr>
        <p:spPr>
          <a:xfrm flipH="1">
            <a:off x="1286933" y="3268131"/>
            <a:ext cx="254000" cy="321738"/>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F138662-0895-1814-1567-7A18FC0A2FDC}"/>
              </a:ext>
            </a:extLst>
          </p:cNvPr>
          <p:cNvCxnSpPr>
            <a:cxnSpLocks/>
            <a:stCxn id="7" idx="5"/>
            <a:endCxn id="14" idx="1"/>
          </p:cNvCxnSpPr>
          <p:nvPr/>
        </p:nvCxnSpPr>
        <p:spPr>
          <a:xfrm>
            <a:off x="1966248" y="3183817"/>
            <a:ext cx="631037" cy="490366"/>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0" name="Table 30">
            <a:extLst>
              <a:ext uri="{FF2B5EF4-FFF2-40B4-BE49-F238E27FC236}">
                <a16:creationId xmlns:a16="http://schemas.microsoft.com/office/drawing/2014/main" id="{4837F24E-408A-273C-474D-F810E5F92BBF}"/>
              </a:ext>
            </a:extLst>
          </p:cNvPr>
          <p:cNvGraphicFramePr>
            <a:graphicFrameLocks noGrp="1"/>
          </p:cNvGraphicFramePr>
          <p:nvPr/>
        </p:nvGraphicFramePr>
        <p:xfrm>
          <a:off x="6525811" y="1388533"/>
          <a:ext cx="4624788" cy="73660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189765">
                <a:tc>
                  <a:txBody>
                    <a:bodyPr/>
                    <a:lstStyle/>
                    <a:p>
                      <a:r>
                        <a:rPr lang="en-IN" b="0" dirty="0">
                          <a:solidFill>
                            <a:schemeClr val="tx1"/>
                          </a:solidFill>
                        </a:rPr>
                        <a:t>0</a:t>
                      </a:r>
                    </a:p>
                  </a:txBody>
                  <a:tcPr/>
                </a:tc>
                <a:tc>
                  <a:txBody>
                    <a:bodyPr/>
                    <a:lstStyle/>
                    <a:p>
                      <a:r>
                        <a:rPr lang="en-IN" dirty="0">
                          <a:solidFill>
                            <a:schemeClr val="tx1"/>
                          </a:solidFill>
                        </a:rPr>
                        <a:t>1</a:t>
                      </a:r>
                    </a:p>
                  </a:txBody>
                  <a:tcPr/>
                </a:tc>
                <a:tc>
                  <a:txBody>
                    <a:bodyPr/>
                    <a:lstStyle/>
                    <a:p>
                      <a:r>
                        <a:rPr lang="en-IN" dirty="0">
                          <a:solidFill>
                            <a:schemeClr val="tx1"/>
                          </a:solidFill>
                        </a:rPr>
                        <a:t>2</a:t>
                      </a:r>
                    </a:p>
                  </a:txBody>
                  <a:tcPr/>
                </a:tc>
                <a:tc>
                  <a:txBody>
                    <a:bodyPr/>
                    <a:lstStyle/>
                    <a:p>
                      <a:r>
                        <a:rPr lang="en-IN" dirty="0">
                          <a:solidFill>
                            <a:schemeClr val="tx1"/>
                          </a:solidFill>
                        </a:rPr>
                        <a:t>3</a:t>
                      </a:r>
                    </a:p>
                  </a:txBody>
                  <a:tcPr/>
                </a:tc>
                <a:tc>
                  <a:txBody>
                    <a:bodyPr/>
                    <a:lstStyle/>
                    <a:p>
                      <a:r>
                        <a:rPr lang="en-IN" dirty="0">
                          <a:solidFill>
                            <a:schemeClr val="tx1"/>
                          </a:solidFill>
                        </a:rPr>
                        <a:t>4</a:t>
                      </a:r>
                    </a:p>
                  </a:txBody>
                  <a:tcPr/>
                </a:tc>
                <a:tc>
                  <a:txBody>
                    <a:bodyPr/>
                    <a:lstStyle/>
                    <a:p>
                      <a:r>
                        <a:rPr lang="en-IN" dirty="0">
                          <a:solidFill>
                            <a:srgbClr val="FF0000"/>
                          </a:solidFill>
                        </a:rPr>
                        <a:t>5</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4" name="Table 30">
            <a:extLst>
              <a:ext uri="{FF2B5EF4-FFF2-40B4-BE49-F238E27FC236}">
                <a16:creationId xmlns:a16="http://schemas.microsoft.com/office/drawing/2014/main" id="{709B6A5F-F912-F803-2CEA-A779E035C599}"/>
              </a:ext>
            </a:extLst>
          </p:cNvPr>
          <p:cNvGraphicFramePr>
            <a:graphicFrameLocks noGrp="1"/>
          </p:cNvGraphicFramePr>
          <p:nvPr/>
        </p:nvGraphicFramePr>
        <p:xfrm>
          <a:off x="6525811" y="2692398"/>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b="0" dirty="0">
                          <a:solidFill>
                            <a:schemeClr val="tx1"/>
                          </a:solidFill>
                        </a:rPr>
                        <a:t>0</a:t>
                      </a:r>
                    </a:p>
                  </a:txBody>
                  <a:tcPr/>
                </a:tc>
                <a:tc>
                  <a:txBody>
                    <a:bodyPr/>
                    <a:lstStyle/>
                    <a:p>
                      <a:r>
                        <a:rPr lang="en-IN" dirty="0">
                          <a:solidFill>
                            <a:schemeClr val="tx1"/>
                          </a:solidFill>
                        </a:rPr>
                        <a:t>0</a:t>
                      </a:r>
                    </a:p>
                  </a:txBody>
                  <a:tcPr/>
                </a:tc>
                <a:tc>
                  <a:txBody>
                    <a:bodyPr/>
                    <a:lstStyle/>
                    <a:p>
                      <a:r>
                        <a:rPr lang="en-IN" dirty="0">
                          <a:solidFill>
                            <a:schemeClr val="tx1"/>
                          </a:solidFill>
                        </a:rPr>
                        <a:t>0</a:t>
                      </a:r>
                    </a:p>
                  </a:txBody>
                  <a:tcPr/>
                </a:tc>
                <a:tc>
                  <a:txBody>
                    <a:bodyPr/>
                    <a:lstStyle/>
                    <a:p>
                      <a:r>
                        <a:rPr lang="en-IN" b="0" dirty="0">
                          <a:solidFill>
                            <a:schemeClr val="tx1"/>
                          </a:solidFill>
                        </a:rPr>
                        <a:t>3</a:t>
                      </a:r>
                    </a:p>
                  </a:txBody>
                  <a:tcPr/>
                </a:tc>
                <a:tc>
                  <a:txBody>
                    <a:bodyPr/>
                    <a:lstStyle/>
                    <a:p>
                      <a:r>
                        <a:rPr lang="en-IN" dirty="0">
                          <a:solidFill>
                            <a:schemeClr val="tx1"/>
                          </a:solidFill>
                        </a:rPr>
                        <a:t>4</a:t>
                      </a:r>
                    </a:p>
                  </a:txBody>
                  <a:tcPr/>
                </a:tc>
                <a:tc>
                  <a:txBody>
                    <a:bodyPr/>
                    <a:lstStyle/>
                    <a:p>
                      <a:r>
                        <a:rPr lang="en-IN" dirty="0">
                          <a:solidFill>
                            <a:srgbClr val="FF0000"/>
                          </a:solidFill>
                        </a:rPr>
                        <a:t>5</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5" name="Table 30">
            <a:extLst>
              <a:ext uri="{FF2B5EF4-FFF2-40B4-BE49-F238E27FC236}">
                <a16:creationId xmlns:a16="http://schemas.microsoft.com/office/drawing/2014/main" id="{DA5B8367-879C-BAC0-7627-684D5E3C8B0A}"/>
              </a:ext>
            </a:extLst>
          </p:cNvPr>
          <p:cNvGraphicFramePr>
            <a:graphicFrameLocks noGrp="1"/>
          </p:cNvGraphicFramePr>
          <p:nvPr/>
        </p:nvGraphicFramePr>
        <p:xfrm>
          <a:off x="6525811" y="3986050"/>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dirty="0">
                          <a:solidFill>
                            <a:schemeClr val="tx1"/>
                          </a:solidFill>
                        </a:rPr>
                        <a:t>-1</a:t>
                      </a:r>
                    </a:p>
                  </a:txBody>
                  <a:tcPr/>
                </a:tc>
                <a:tc>
                  <a:txBody>
                    <a:bodyPr/>
                    <a:lstStyle/>
                    <a:p>
                      <a:r>
                        <a:rPr lang="en-IN" dirty="0">
                          <a:solidFill>
                            <a:schemeClr val="tx1"/>
                          </a:solidFill>
                        </a:rPr>
                        <a:t>0</a:t>
                      </a:r>
                    </a:p>
                  </a:txBody>
                  <a:tcPr/>
                </a:tc>
                <a:tc>
                  <a:txBody>
                    <a:bodyPr/>
                    <a:lstStyle/>
                    <a:p>
                      <a:r>
                        <a:rPr lang="en-IN" dirty="0">
                          <a:solidFill>
                            <a:schemeClr val="tx1"/>
                          </a:solidFill>
                        </a:rPr>
                        <a:t>1</a:t>
                      </a:r>
                    </a:p>
                  </a:txBody>
                  <a:tcPr/>
                </a:tc>
                <a:tc>
                  <a:txBody>
                    <a:bodyPr/>
                    <a:lstStyle/>
                    <a:p>
                      <a:r>
                        <a:rPr lang="en-IN" b="0" dirty="0">
                          <a:solidFill>
                            <a:schemeClr val="tx1"/>
                          </a:solidFill>
                        </a:rPr>
                        <a:t>0</a:t>
                      </a:r>
                    </a:p>
                  </a:txBody>
                  <a:tcPr/>
                </a:tc>
                <a:tc>
                  <a:txBody>
                    <a:bodyPr/>
                    <a:lstStyle/>
                    <a:p>
                      <a:r>
                        <a:rPr lang="en-IN" b="0" dirty="0">
                          <a:solidFill>
                            <a:schemeClr val="tx1"/>
                          </a:solidFill>
                        </a:rPr>
                        <a:t>3</a:t>
                      </a:r>
                    </a:p>
                  </a:txBody>
                  <a:tcPr/>
                </a:tc>
                <a:tc>
                  <a:txBody>
                    <a:bodyPr/>
                    <a:lstStyle/>
                    <a:p>
                      <a:r>
                        <a:rPr lang="en-IN" dirty="0">
                          <a:solidFill>
                            <a:srgbClr val="FF0000"/>
                          </a:solidFill>
                        </a:rPr>
                        <a:t>3</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6" name="Table 30">
            <a:extLst>
              <a:ext uri="{FF2B5EF4-FFF2-40B4-BE49-F238E27FC236}">
                <a16:creationId xmlns:a16="http://schemas.microsoft.com/office/drawing/2014/main" id="{12A300B2-06C4-F89A-CAC6-F789C928860E}"/>
              </a:ext>
            </a:extLst>
          </p:cNvPr>
          <p:cNvGraphicFramePr>
            <a:graphicFrameLocks noGrp="1"/>
          </p:cNvGraphicFramePr>
          <p:nvPr/>
        </p:nvGraphicFramePr>
        <p:xfrm>
          <a:off x="6525811" y="5279702"/>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839526">
                  <a:extLst>
                    <a:ext uri="{9D8B030D-6E8A-4147-A177-3AD203B41FA5}">
                      <a16:colId xmlns:a16="http://schemas.microsoft.com/office/drawing/2014/main" val="3228269669"/>
                    </a:ext>
                  </a:extLst>
                </a:gridCol>
                <a:gridCol w="702070">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dirty="0">
                          <a:solidFill>
                            <a:srgbClr val="FF0000"/>
                          </a:solidFill>
                        </a:rPr>
                        <a:t>T</a:t>
                      </a:r>
                    </a:p>
                  </a:txBody>
                  <a:tcPr/>
                </a:tc>
                <a:tc>
                  <a:txBody>
                    <a:bodyPr/>
                    <a:lstStyle/>
                    <a:p>
                      <a:r>
                        <a:rPr lang="en-IN" dirty="0"/>
                        <a:t>F</a:t>
                      </a:r>
                    </a:p>
                  </a:txBody>
                  <a:tcPr/>
                </a:tc>
                <a:tc>
                  <a:txBody>
                    <a:bodyPr/>
                    <a:lstStyle/>
                    <a:p>
                      <a:r>
                        <a:rPr lang="en-IN" dirty="0"/>
                        <a:t>F</a:t>
                      </a:r>
                    </a:p>
                  </a:txBody>
                  <a:tcPr/>
                </a:tc>
                <a:tc>
                  <a:txBody>
                    <a:bodyPr/>
                    <a:lstStyle/>
                    <a:p>
                      <a:r>
                        <a:rPr lang="en-IN" dirty="0">
                          <a:solidFill>
                            <a:srgbClr val="FF0000"/>
                          </a:solidFill>
                        </a:rPr>
                        <a:t>T</a:t>
                      </a:r>
                    </a:p>
                  </a:txBody>
                  <a:tcPr/>
                </a:tc>
                <a:tc>
                  <a:txBody>
                    <a:bodyPr/>
                    <a:lstStyle/>
                    <a:p>
                      <a:r>
                        <a:rPr lang="en-IN" dirty="0"/>
                        <a:t>F</a:t>
                      </a:r>
                    </a:p>
                  </a:txBody>
                  <a:tcPr/>
                </a:tc>
                <a:tc>
                  <a:txBody>
                    <a:bodyPr/>
                    <a:lstStyle/>
                    <a:p>
                      <a:r>
                        <a:rPr lang="en-IN" dirty="0"/>
                        <a:t>F</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sp>
        <p:nvSpPr>
          <p:cNvPr id="37" name="TextBox 36">
            <a:extLst>
              <a:ext uri="{FF2B5EF4-FFF2-40B4-BE49-F238E27FC236}">
                <a16:creationId xmlns:a16="http://schemas.microsoft.com/office/drawing/2014/main" id="{A22D1001-7329-B480-6EC2-77C92471EDB6}"/>
              </a:ext>
            </a:extLst>
          </p:cNvPr>
          <p:cNvSpPr txBox="1"/>
          <p:nvPr/>
        </p:nvSpPr>
        <p:spPr>
          <a:xfrm>
            <a:off x="5892799" y="5215500"/>
            <a:ext cx="727144" cy="461665"/>
          </a:xfrm>
          <a:prstGeom prst="rect">
            <a:avLst/>
          </a:prstGeom>
          <a:noFill/>
        </p:spPr>
        <p:txBody>
          <a:bodyPr wrap="square" rtlCol="0">
            <a:spAutoFit/>
          </a:bodyPr>
          <a:lstStyle/>
          <a:p>
            <a:r>
              <a:rPr lang="en-IN" sz="2400" b="1" dirty="0">
                <a:solidFill>
                  <a:srgbClr val="FF0000"/>
                </a:solidFill>
              </a:rPr>
              <a:t>AP</a:t>
            </a:r>
          </a:p>
        </p:txBody>
      </p:sp>
      <p:sp>
        <p:nvSpPr>
          <p:cNvPr id="38" name="TextBox 37">
            <a:extLst>
              <a:ext uri="{FF2B5EF4-FFF2-40B4-BE49-F238E27FC236}">
                <a16:creationId xmlns:a16="http://schemas.microsoft.com/office/drawing/2014/main" id="{B2161F4F-8954-3216-799C-4739C2EC4E5A}"/>
              </a:ext>
            </a:extLst>
          </p:cNvPr>
          <p:cNvSpPr txBox="1"/>
          <p:nvPr/>
        </p:nvSpPr>
        <p:spPr>
          <a:xfrm>
            <a:off x="5926667" y="1184725"/>
            <a:ext cx="727144" cy="461665"/>
          </a:xfrm>
          <a:prstGeom prst="rect">
            <a:avLst/>
          </a:prstGeom>
          <a:noFill/>
        </p:spPr>
        <p:txBody>
          <a:bodyPr wrap="square" rtlCol="0">
            <a:spAutoFit/>
          </a:bodyPr>
          <a:lstStyle/>
          <a:p>
            <a:r>
              <a:rPr lang="en-IN" sz="2400" b="1" dirty="0">
                <a:solidFill>
                  <a:srgbClr val="FF0000"/>
                </a:solidFill>
              </a:rPr>
              <a:t>DT</a:t>
            </a:r>
          </a:p>
        </p:txBody>
      </p:sp>
      <p:sp>
        <p:nvSpPr>
          <p:cNvPr id="39" name="TextBox 38">
            <a:extLst>
              <a:ext uri="{FF2B5EF4-FFF2-40B4-BE49-F238E27FC236}">
                <a16:creationId xmlns:a16="http://schemas.microsoft.com/office/drawing/2014/main" id="{48DD2684-8A3A-5530-B0C3-8CCB9BE487F4}"/>
              </a:ext>
            </a:extLst>
          </p:cNvPr>
          <p:cNvSpPr txBox="1"/>
          <p:nvPr/>
        </p:nvSpPr>
        <p:spPr>
          <a:xfrm>
            <a:off x="5798667" y="2742063"/>
            <a:ext cx="727144" cy="461665"/>
          </a:xfrm>
          <a:prstGeom prst="rect">
            <a:avLst/>
          </a:prstGeom>
          <a:noFill/>
        </p:spPr>
        <p:txBody>
          <a:bodyPr wrap="square" rtlCol="0">
            <a:spAutoFit/>
          </a:bodyPr>
          <a:lstStyle/>
          <a:p>
            <a:r>
              <a:rPr lang="en-IN" sz="2400" b="1" dirty="0">
                <a:solidFill>
                  <a:srgbClr val="FF0000"/>
                </a:solidFill>
              </a:rPr>
              <a:t>LT</a:t>
            </a:r>
          </a:p>
        </p:txBody>
      </p:sp>
      <p:sp>
        <p:nvSpPr>
          <p:cNvPr id="40" name="TextBox 39">
            <a:extLst>
              <a:ext uri="{FF2B5EF4-FFF2-40B4-BE49-F238E27FC236}">
                <a16:creationId xmlns:a16="http://schemas.microsoft.com/office/drawing/2014/main" id="{68176EF7-B9ED-1B9A-33D2-0976CEABCF92}"/>
              </a:ext>
            </a:extLst>
          </p:cNvPr>
          <p:cNvSpPr txBox="1"/>
          <p:nvPr/>
        </p:nvSpPr>
        <p:spPr>
          <a:xfrm>
            <a:off x="5528733" y="4000183"/>
            <a:ext cx="1125078" cy="461665"/>
          </a:xfrm>
          <a:prstGeom prst="rect">
            <a:avLst/>
          </a:prstGeom>
          <a:noFill/>
        </p:spPr>
        <p:txBody>
          <a:bodyPr wrap="square" rtlCol="0">
            <a:spAutoFit/>
          </a:bodyPr>
          <a:lstStyle/>
          <a:p>
            <a:r>
              <a:rPr lang="en-IN" sz="2400" b="1" dirty="0">
                <a:solidFill>
                  <a:srgbClr val="FF0000"/>
                </a:solidFill>
              </a:rPr>
              <a:t>Parent</a:t>
            </a:r>
          </a:p>
        </p:txBody>
      </p:sp>
      <p:sp>
        <p:nvSpPr>
          <p:cNvPr id="46" name="TextBox 45">
            <a:extLst>
              <a:ext uri="{FF2B5EF4-FFF2-40B4-BE49-F238E27FC236}">
                <a16:creationId xmlns:a16="http://schemas.microsoft.com/office/drawing/2014/main" id="{CF5433F2-9016-FF81-AC04-EE3757575E7C}"/>
              </a:ext>
            </a:extLst>
          </p:cNvPr>
          <p:cNvSpPr txBox="1"/>
          <p:nvPr/>
        </p:nvSpPr>
        <p:spPr>
          <a:xfrm>
            <a:off x="1670906" y="1423478"/>
            <a:ext cx="682828" cy="461665"/>
          </a:xfrm>
          <a:prstGeom prst="rect">
            <a:avLst/>
          </a:prstGeom>
          <a:noFill/>
        </p:spPr>
        <p:txBody>
          <a:bodyPr wrap="square" rtlCol="0">
            <a:spAutoFit/>
          </a:bodyPr>
          <a:lstStyle/>
          <a:p>
            <a:r>
              <a:rPr lang="en-IN" sz="2400" b="1" dirty="0"/>
              <a:t>C=2</a:t>
            </a:r>
          </a:p>
        </p:txBody>
      </p:sp>
      <p:sp>
        <p:nvSpPr>
          <p:cNvPr id="47" name="TextBox 46">
            <a:extLst>
              <a:ext uri="{FF2B5EF4-FFF2-40B4-BE49-F238E27FC236}">
                <a16:creationId xmlns:a16="http://schemas.microsoft.com/office/drawing/2014/main" id="{1346C774-A701-55B7-96B4-D9EEF71AEB88}"/>
              </a:ext>
            </a:extLst>
          </p:cNvPr>
          <p:cNvSpPr txBox="1"/>
          <p:nvPr/>
        </p:nvSpPr>
        <p:spPr>
          <a:xfrm>
            <a:off x="0" y="741345"/>
            <a:ext cx="5003799" cy="461665"/>
          </a:xfrm>
          <a:prstGeom prst="rect">
            <a:avLst/>
          </a:prstGeom>
          <a:noFill/>
        </p:spPr>
        <p:txBody>
          <a:bodyPr wrap="square" rtlCol="0">
            <a:spAutoFit/>
          </a:bodyPr>
          <a:lstStyle/>
          <a:p>
            <a:r>
              <a:rPr lang="en-IN" sz="2400" b="1" dirty="0">
                <a:solidFill>
                  <a:srgbClr val="FF0000"/>
                </a:solidFill>
              </a:rPr>
              <a:t>Time =6 </a:t>
            </a:r>
          </a:p>
        </p:txBody>
      </p:sp>
      <p:cxnSp>
        <p:nvCxnSpPr>
          <p:cNvPr id="9" name="Straight Connector 8">
            <a:extLst>
              <a:ext uri="{FF2B5EF4-FFF2-40B4-BE49-F238E27FC236}">
                <a16:creationId xmlns:a16="http://schemas.microsoft.com/office/drawing/2014/main" id="{79C7AB70-A857-53E7-167F-9B6ADACCAB62}"/>
              </a:ext>
            </a:extLst>
          </p:cNvPr>
          <p:cNvCxnSpPr>
            <a:cxnSpLocks/>
          </p:cNvCxnSpPr>
          <p:nvPr/>
        </p:nvCxnSpPr>
        <p:spPr>
          <a:xfrm flipH="1">
            <a:off x="2868218" y="1627030"/>
            <a:ext cx="1397000" cy="472173"/>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5F20C0F-AABC-77CA-3E7E-0F2524E7F2B8}"/>
              </a:ext>
            </a:extLst>
          </p:cNvPr>
          <p:cNvSpPr txBox="1"/>
          <p:nvPr/>
        </p:nvSpPr>
        <p:spPr>
          <a:xfrm>
            <a:off x="4708952" y="862622"/>
            <a:ext cx="682828" cy="461665"/>
          </a:xfrm>
          <a:prstGeom prst="rect">
            <a:avLst/>
          </a:prstGeom>
          <a:noFill/>
        </p:spPr>
        <p:txBody>
          <a:bodyPr wrap="square" rtlCol="0">
            <a:spAutoFit/>
          </a:bodyPr>
          <a:lstStyle/>
          <a:p>
            <a:r>
              <a:rPr lang="en-IN" sz="2400" b="1" dirty="0"/>
              <a:t>C=1</a:t>
            </a:r>
          </a:p>
        </p:txBody>
      </p:sp>
      <p:sp>
        <p:nvSpPr>
          <p:cNvPr id="11" name="TextBox 10">
            <a:extLst>
              <a:ext uri="{FF2B5EF4-FFF2-40B4-BE49-F238E27FC236}">
                <a16:creationId xmlns:a16="http://schemas.microsoft.com/office/drawing/2014/main" id="{18516D89-DBFA-CF8E-CA28-822B60879054}"/>
              </a:ext>
            </a:extLst>
          </p:cNvPr>
          <p:cNvSpPr txBox="1"/>
          <p:nvPr/>
        </p:nvSpPr>
        <p:spPr>
          <a:xfrm>
            <a:off x="4603119" y="2044643"/>
            <a:ext cx="682828" cy="461665"/>
          </a:xfrm>
          <a:prstGeom prst="rect">
            <a:avLst/>
          </a:prstGeom>
          <a:noFill/>
        </p:spPr>
        <p:txBody>
          <a:bodyPr wrap="square" rtlCol="0">
            <a:spAutoFit/>
          </a:bodyPr>
          <a:lstStyle/>
          <a:p>
            <a:r>
              <a:rPr lang="en-IN" sz="2400" b="1" dirty="0"/>
              <a:t>C=1</a:t>
            </a:r>
          </a:p>
        </p:txBody>
      </p:sp>
      <p:cxnSp>
        <p:nvCxnSpPr>
          <p:cNvPr id="13" name="Straight Connector 12">
            <a:extLst>
              <a:ext uri="{FF2B5EF4-FFF2-40B4-BE49-F238E27FC236}">
                <a16:creationId xmlns:a16="http://schemas.microsoft.com/office/drawing/2014/main" id="{2345904B-FB1D-BF38-71CC-6D9164EB7614}"/>
              </a:ext>
            </a:extLst>
          </p:cNvPr>
          <p:cNvCxnSpPr>
            <a:cxnSpLocks/>
          </p:cNvCxnSpPr>
          <p:nvPr/>
        </p:nvCxnSpPr>
        <p:spPr>
          <a:xfrm flipV="1">
            <a:off x="4679571" y="1734002"/>
            <a:ext cx="68239" cy="743754"/>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852631E-B97C-1393-DA5F-5290321C617A}"/>
              </a:ext>
            </a:extLst>
          </p:cNvPr>
          <p:cNvCxnSpPr>
            <a:cxnSpLocks/>
            <a:endCxn id="6" idx="2"/>
          </p:cNvCxnSpPr>
          <p:nvPr/>
        </p:nvCxnSpPr>
        <p:spPr>
          <a:xfrm>
            <a:off x="2597285" y="2404532"/>
            <a:ext cx="1551382" cy="287867"/>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1C42F3B-4797-3358-96BA-A5DECE6AE73C}"/>
              </a:ext>
            </a:extLst>
          </p:cNvPr>
          <p:cNvSpPr txBox="1"/>
          <p:nvPr/>
        </p:nvSpPr>
        <p:spPr>
          <a:xfrm>
            <a:off x="2713837" y="2573509"/>
            <a:ext cx="1447800" cy="400110"/>
          </a:xfrm>
          <a:prstGeom prst="rect">
            <a:avLst/>
          </a:prstGeom>
          <a:noFill/>
        </p:spPr>
        <p:txBody>
          <a:bodyPr wrap="square" rtlCol="0">
            <a:spAutoFit/>
          </a:bodyPr>
          <a:lstStyle/>
          <a:p>
            <a:r>
              <a:rPr lang="en-IN" sz="2000" dirty="0"/>
              <a:t>Back Edge</a:t>
            </a:r>
          </a:p>
        </p:txBody>
      </p:sp>
      <p:sp>
        <p:nvSpPr>
          <p:cNvPr id="2" name="TextBox 1">
            <a:extLst>
              <a:ext uri="{FF2B5EF4-FFF2-40B4-BE49-F238E27FC236}">
                <a16:creationId xmlns:a16="http://schemas.microsoft.com/office/drawing/2014/main" id="{DB74FAF4-517C-8BB7-1C21-07FD442B6F53}"/>
              </a:ext>
            </a:extLst>
          </p:cNvPr>
          <p:cNvSpPr txBox="1"/>
          <p:nvPr/>
        </p:nvSpPr>
        <p:spPr>
          <a:xfrm>
            <a:off x="724395" y="2624667"/>
            <a:ext cx="900440" cy="461665"/>
          </a:xfrm>
          <a:prstGeom prst="rect">
            <a:avLst/>
          </a:prstGeom>
          <a:noFill/>
        </p:spPr>
        <p:txBody>
          <a:bodyPr wrap="square" rtlCol="0">
            <a:spAutoFit/>
          </a:bodyPr>
          <a:lstStyle/>
          <a:p>
            <a:r>
              <a:rPr lang="en-IN" sz="2400" b="1" dirty="0"/>
              <a:t>C=2</a:t>
            </a:r>
          </a:p>
        </p:txBody>
      </p:sp>
      <p:sp>
        <p:nvSpPr>
          <p:cNvPr id="17" name="TextBox 16">
            <a:extLst>
              <a:ext uri="{FF2B5EF4-FFF2-40B4-BE49-F238E27FC236}">
                <a16:creationId xmlns:a16="http://schemas.microsoft.com/office/drawing/2014/main" id="{CEFE68F2-1344-CF83-CDA3-D00F755DA516}"/>
              </a:ext>
            </a:extLst>
          </p:cNvPr>
          <p:cNvSpPr txBox="1"/>
          <p:nvPr/>
        </p:nvSpPr>
        <p:spPr>
          <a:xfrm>
            <a:off x="383859" y="3656343"/>
            <a:ext cx="795867" cy="461665"/>
          </a:xfrm>
          <a:prstGeom prst="rect">
            <a:avLst/>
          </a:prstGeom>
          <a:noFill/>
        </p:spPr>
        <p:txBody>
          <a:bodyPr wrap="square" rtlCol="0">
            <a:spAutoFit/>
          </a:bodyPr>
          <a:lstStyle/>
          <a:p>
            <a:r>
              <a:rPr lang="en-IN" sz="2400" b="1" dirty="0"/>
              <a:t>C=0</a:t>
            </a:r>
          </a:p>
        </p:txBody>
      </p:sp>
      <p:sp>
        <p:nvSpPr>
          <p:cNvPr id="19" name="TextBox 18">
            <a:extLst>
              <a:ext uri="{FF2B5EF4-FFF2-40B4-BE49-F238E27FC236}">
                <a16:creationId xmlns:a16="http://schemas.microsoft.com/office/drawing/2014/main" id="{FD47430A-2668-765D-D21C-ABD81DA91556}"/>
              </a:ext>
            </a:extLst>
          </p:cNvPr>
          <p:cNvSpPr txBox="1"/>
          <p:nvPr/>
        </p:nvSpPr>
        <p:spPr>
          <a:xfrm>
            <a:off x="794868" y="4357016"/>
            <a:ext cx="5003799" cy="1938992"/>
          </a:xfrm>
          <a:prstGeom prst="rect">
            <a:avLst/>
          </a:prstGeom>
          <a:noFill/>
        </p:spPr>
        <p:txBody>
          <a:bodyPr wrap="square" rtlCol="0">
            <a:spAutoFit/>
          </a:bodyPr>
          <a:lstStyle/>
          <a:p>
            <a:r>
              <a:rPr lang="en-IN" sz="2400" b="1" dirty="0">
                <a:solidFill>
                  <a:srgbClr val="FF0000"/>
                </a:solidFill>
              </a:rPr>
              <a:t>Since all node visited so AP are 0 and 3</a:t>
            </a:r>
          </a:p>
          <a:p>
            <a:endParaRPr lang="en-IN" sz="2400" b="1" dirty="0">
              <a:solidFill>
                <a:srgbClr val="FF0000"/>
              </a:solidFill>
            </a:endParaRPr>
          </a:p>
          <a:p>
            <a:endParaRPr lang="en-IN" sz="2400" b="1" dirty="0">
              <a:solidFill>
                <a:srgbClr val="FF0000"/>
              </a:solidFill>
            </a:endParaRPr>
          </a:p>
          <a:p>
            <a:endParaRPr lang="en-IN" sz="2400" b="1" dirty="0">
              <a:solidFill>
                <a:srgbClr val="FF0000"/>
              </a:solidFill>
            </a:endParaRPr>
          </a:p>
        </p:txBody>
      </p:sp>
      <p:sp>
        <p:nvSpPr>
          <p:cNvPr id="15" name="TextBox 14">
            <a:extLst>
              <a:ext uri="{FF2B5EF4-FFF2-40B4-BE49-F238E27FC236}">
                <a16:creationId xmlns:a16="http://schemas.microsoft.com/office/drawing/2014/main" id="{E1606F84-171F-4E2E-25FE-4C0682118925}"/>
              </a:ext>
            </a:extLst>
          </p:cNvPr>
          <p:cNvSpPr txBox="1"/>
          <p:nvPr/>
        </p:nvSpPr>
        <p:spPr>
          <a:xfrm>
            <a:off x="3251195" y="3538518"/>
            <a:ext cx="795867" cy="461665"/>
          </a:xfrm>
          <a:prstGeom prst="rect">
            <a:avLst/>
          </a:prstGeom>
          <a:noFill/>
        </p:spPr>
        <p:txBody>
          <a:bodyPr wrap="square" rtlCol="0">
            <a:spAutoFit/>
          </a:bodyPr>
          <a:lstStyle/>
          <a:p>
            <a:r>
              <a:rPr lang="en-IN" sz="2400" b="1" dirty="0"/>
              <a:t>C=0</a:t>
            </a:r>
          </a:p>
        </p:txBody>
      </p:sp>
    </p:spTree>
    <p:extLst>
      <p:ext uri="{BB962C8B-B14F-4D97-AF65-F5344CB8AC3E}">
        <p14:creationId xmlns:p14="http://schemas.microsoft.com/office/powerpoint/2010/main" val="252536774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AB8BFD-5C1F-445C-8050-CE8F451E95B0}"/>
              </a:ext>
            </a:extLst>
          </p:cNvPr>
          <p:cNvSpPr txBox="1"/>
          <p:nvPr/>
        </p:nvSpPr>
        <p:spPr>
          <a:xfrm>
            <a:off x="635000" y="0"/>
            <a:ext cx="10515599" cy="730291"/>
          </a:xfrm>
          <a:prstGeom prst="rect">
            <a:avLst/>
          </a:prstGeom>
        </p:spPr>
        <p:txBody>
          <a:bodyPr vert="horz" lIns="91440" tIns="45720" rIns="91440" bIns="45720" rtlCol="0" anchor="b">
            <a:normAutofit fontScale="92500" lnSpcReduction="10000"/>
          </a:bodyPr>
          <a:lstStyle/>
          <a:p>
            <a:pPr lvl="0" algn="ctr"/>
            <a:r>
              <a:rPr lang="en-US" sz="4800" dirty="0">
                <a:solidFill>
                  <a:schemeClr val="bg1"/>
                </a:solidFill>
                <a:latin typeface="Times New Roman" panose="02020603050405020304" pitchFamily="18" charset="0"/>
                <a:cs typeface="Times New Roman" panose="02020603050405020304" pitchFamily="18" charset="0"/>
              </a:rPr>
              <a:t>Algorithm on Example</a:t>
            </a:r>
          </a:p>
        </p:txBody>
      </p:sp>
      <p:sp>
        <p:nvSpPr>
          <p:cNvPr id="4" name="Oval 3">
            <a:extLst>
              <a:ext uri="{FF2B5EF4-FFF2-40B4-BE49-F238E27FC236}">
                <a16:creationId xmlns:a16="http://schemas.microsoft.com/office/drawing/2014/main" id="{D1821021-BB21-7736-5D44-28091022EDE7}"/>
              </a:ext>
            </a:extLst>
          </p:cNvPr>
          <p:cNvSpPr/>
          <p:nvPr/>
        </p:nvSpPr>
        <p:spPr>
          <a:xfrm>
            <a:off x="4148666" y="1135611"/>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a:t>
            </a:r>
          </a:p>
        </p:txBody>
      </p:sp>
      <p:sp>
        <p:nvSpPr>
          <p:cNvPr id="5" name="Oval 4">
            <a:extLst>
              <a:ext uri="{FF2B5EF4-FFF2-40B4-BE49-F238E27FC236}">
                <a16:creationId xmlns:a16="http://schemas.microsoft.com/office/drawing/2014/main" id="{BF0ECCAA-9F57-0EF8-1E73-52168BBDAB43}"/>
              </a:ext>
            </a:extLst>
          </p:cNvPr>
          <p:cNvSpPr/>
          <p:nvPr/>
        </p:nvSpPr>
        <p:spPr>
          <a:xfrm>
            <a:off x="2082800" y="1828800"/>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0</a:t>
            </a:r>
          </a:p>
        </p:txBody>
      </p:sp>
      <p:sp>
        <p:nvSpPr>
          <p:cNvPr id="6" name="Oval 5">
            <a:extLst>
              <a:ext uri="{FF2B5EF4-FFF2-40B4-BE49-F238E27FC236}">
                <a16:creationId xmlns:a16="http://schemas.microsoft.com/office/drawing/2014/main" id="{B7BD9409-61B6-7F00-716E-95869A641E27}"/>
              </a:ext>
            </a:extLst>
          </p:cNvPr>
          <p:cNvSpPr/>
          <p:nvPr/>
        </p:nvSpPr>
        <p:spPr>
          <a:xfrm>
            <a:off x="4148667" y="2404532"/>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a:t>
            </a:r>
          </a:p>
        </p:txBody>
      </p:sp>
      <p:sp>
        <p:nvSpPr>
          <p:cNvPr id="7" name="Oval 6">
            <a:extLst>
              <a:ext uri="{FF2B5EF4-FFF2-40B4-BE49-F238E27FC236}">
                <a16:creationId xmlns:a16="http://schemas.microsoft.com/office/drawing/2014/main" id="{3B7FFA91-A20C-C438-8454-E221600AB24C}"/>
              </a:ext>
            </a:extLst>
          </p:cNvPr>
          <p:cNvSpPr/>
          <p:nvPr/>
        </p:nvSpPr>
        <p:spPr>
          <a:xfrm>
            <a:off x="1286933" y="2692398"/>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3</a:t>
            </a:r>
          </a:p>
        </p:txBody>
      </p:sp>
      <p:sp>
        <p:nvSpPr>
          <p:cNvPr id="8" name="Oval 7">
            <a:extLst>
              <a:ext uri="{FF2B5EF4-FFF2-40B4-BE49-F238E27FC236}">
                <a16:creationId xmlns:a16="http://schemas.microsoft.com/office/drawing/2014/main" id="{222D97F3-E380-5D1E-C845-C32472FFA81E}"/>
              </a:ext>
            </a:extLst>
          </p:cNvPr>
          <p:cNvSpPr/>
          <p:nvPr/>
        </p:nvSpPr>
        <p:spPr>
          <a:xfrm>
            <a:off x="888999" y="3589869"/>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4</a:t>
            </a:r>
          </a:p>
        </p:txBody>
      </p:sp>
      <p:cxnSp>
        <p:nvCxnSpPr>
          <p:cNvPr id="10" name="Straight Connector 9">
            <a:extLst>
              <a:ext uri="{FF2B5EF4-FFF2-40B4-BE49-F238E27FC236}">
                <a16:creationId xmlns:a16="http://schemas.microsoft.com/office/drawing/2014/main" id="{09A58623-EF58-16E4-FFB5-09B3EA357A30}"/>
              </a:ext>
            </a:extLst>
          </p:cNvPr>
          <p:cNvCxnSpPr>
            <a:cxnSpLocks/>
            <a:stCxn id="5" idx="7"/>
            <a:endCxn id="4" idx="2"/>
          </p:cNvCxnSpPr>
          <p:nvPr/>
        </p:nvCxnSpPr>
        <p:spPr>
          <a:xfrm flipV="1">
            <a:off x="2762115" y="1423478"/>
            <a:ext cx="1386551" cy="489636"/>
          </a:xfrm>
          <a:prstGeom prst="line">
            <a:avLst/>
          </a:prstGeom>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20EA87AD-BE73-2BA4-79F7-884E66560162}"/>
              </a:ext>
            </a:extLst>
          </p:cNvPr>
          <p:cNvSpPr/>
          <p:nvPr/>
        </p:nvSpPr>
        <p:spPr>
          <a:xfrm>
            <a:off x="2480733" y="3589869"/>
            <a:ext cx="795867" cy="5757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5</a:t>
            </a:r>
          </a:p>
        </p:txBody>
      </p:sp>
      <p:cxnSp>
        <p:nvCxnSpPr>
          <p:cNvPr id="16" name="Straight Connector 15">
            <a:extLst>
              <a:ext uri="{FF2B5EF4-FFF2-40B4-BE49-F238E27FC236}">
                <a16:creationId xmlns:a16="http://schemas.microsoft.com/office/drawing/2014/main" id="{47DA8A62-16C5-7009-4647-4E916F109703}"/>
              </a:ext>
            </a:extLst>
          </p:cNvPr>
          <p:cNvCxnSpPr>
            <a:stCxn id="4" idx="4"/>
            <a:endCxn id="6" idx="0"/>
          </p:cNvCxnSpPr>
          <p:nvPr/>
        </p:nvCxnSpPr>
        <p:spPr>
          <a:xfrm>
            <a:off x="4546600" y="1711344"/>
            <a:ext cx="1" cy="6931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5A191AB-B741-5493-8A1B-31838AAC0A0E}"/>
              </a:ext>
            </a:extLst>
          </p:cNvPr>
          <p:cNvCxnSpPr>
            <a:cxnSpLocks/>
            <a:stCxn id="5" idx="5"/>
            <a:endCxn id="6" idx="1"/>
          </p:cNvCxnSpPr>
          <p:nvPr/>
        </p:nvCxnSpPr>
        <p:spPr>
          <a:xfrm>
            <a:off x="2762115" y="2320219"/>
            <a:ext cx="1503104" cy="1686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C221A88-AF58-32D1-12A8-E28053406E1C}"/>
              </a:ext>
            </a:extLst>
          </p:cNvPr>
          <p:cNvCxnSpPr>
            <a:stCxn id="5" idx="3"/>
          </p:cNvCxnSpPr>
          <p:nvPr/>
        </p:nvCxnSpPr>
        <p:spPr>
          <a:xfrm flipH="1">
            <a:off x="1828800" y="2320219"/>
            <a:ext cx="370552" cy="37217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51D4063-6D61-CAC3-AED3-5E9186548837}"/>
              </a:ext>
            </a:extLst>
          </p:cNvPr>
          <p:cNvCxnSpPr>
            <a:endCxn id="8" idx="0"/>
          </p:cNvCxnSpPr>
          <p:nvPr/>
        </p:nvCxnSpPr>
        <p:spPr>
          <a:xfrm flipH="1">
            <a:off x="1286933" y="3268131"/>
            <a:ext cx="254000" cy="321738"/>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F138662-0895-1814-1567-7A18FC0A2FDC}"/>
              </a:ext>
            </a:extLst>
          </p:cNvPr>
          <p:cNvCxnSpPr>
            <a:cxnSpLocks/>
            <a:stCxn id="7" idx="5"/>
            <a:endCxn id="14" idx="1"/>
          </p:cNvCxnSpPr>
          <p:nvPr/>
        </p:nvCxnSpPr>
        <p:spPr>
          <a:xfrm>
            <a:off x="1966248" y="3183817"/>
            <a:ext cx="631037" cy="490366"/>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0" name="Table 30">
            <a:extLst>
              <a:ext uri="{FF2B5EF4-FFF2-40B4-BE49-F238E27FC236}">
                <a16:creationId xmlns:a16="http://schemas.microsoft.com/office/drawing/2014/main" id="{4837F24E-408A-273C-474D-F810E5F92BBF}"/>
              </a:ext>
            </a:extLst>
          </p:cNvPr>
          <p:cNvGraphicFramePr>
            <a:graphicFrameLocks noGrp="1"/>
          </p:cNvGraphicFramePr>
          <p:nvPr/>
        </p:nvGraphicFramePr>
        <p:xfrm>
          <a:off x="6525811" y="1388533"/>
          <a:ext cx="4624788" cy="73660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189765">
                <a:tc>
                  <a:txBody>
                    <a:bodyPr/>
                    <a:lstStyle/>
                    <a:p>
                      <a:r>
                        <a:rPr lang="en-IN" b="0" dirty="0">
                          <a:solidFill>
                            <a:schemeClr val="tx1"/>
                          </a:solidFill>
                        </a:rPr>
                        <a:t>0</a:t>
                      </a:r>
                    </a:p>
                  </a:txBody>
                  <a:tcPr/>
                </a:tc>
                <a:tc>
                  <a:txBody>
                    <a:bodyPr/>
                    <a:lstStyle/>
                    <a:p>
                      <a:r>
                        <a:rPr lang="en-IN" dirty="0">
                          <a:solidFill>
                            <a:schemeClr val="tx1"/>
                          </a:solidFill>
                        </a:rPr>
                        <a:t>1</a:t>
                      </a:r>
                    </a:p>
                  </a:txBody>
                  <a:tcPr/>
                </a:tc>
                <a:tc>
                  <a:txBody>
                    <a:bodyPr/>
                    <a:lstStyle/>
                    <a:p>
                      <a:r>
                        <a:rPr lang="en-IN" dirty="0">
                          <a:solidFill>
                            <a:schemeClr val="tx1"/>
                          </a:solidFill>
                        </a:rPr>
                        <a:t>2</a:t>
                      </a:r>
                    </a:p>
                  </a:txBody>
                  <a:tcPr/>
                </a:tc>
                <a:tc>
                  <a:txBody>
                    <a:bodyPr/>
                    <a:lstStyle/>
                    <a:p>
                      <a:r>
                        <a:rPr lang="en-IN" dirty="0">
                          <a:solidFill>
                            <a:schemeClr val="tx1"/>
                          </a:solidFill>
                        </a:rPr>
                        <a:t>3</a:t>
                      </a:r>
                    </a:p>
                  </a:txBody>
                  <a:tcPr/>
                </a:tc>
                <a:tc>
                  <a:txBody>
                    <a:bodyPr/>
                    <a:lstStyle/>
                    <a:p>
                      <a:r>
                        <a:rPr lang="en-IN" dirty="0">
                          <a:solidFill>
                            <a:schemeClr val="tx1"/>
                          </a:solidFill>
                        </a:rPr>
                        <a:t>4</a:t>
                      </a:r>
                    </a:p>
                  </a:txBody>
                  <a:tcPr/>
                </a:tc>
                <a:tc>
                  <a:txBody>
                    <a:bodyPr/>
                    <a:lstStyle/>
                    <a:p>
                      <a:r>
                        <a:rPr lang="en-IN" dirty="0">
                          <a:solidFill>
                            <a:srgbClr val="FF0000"/>
                          </a:solidFill>
                        </a:rPr>
                        <a:t>5</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4" name="Table 30">
            <a:extLst>
              <a:ext uri="{FF2B5EF4-FFF2-40B4-BE49-F238E27FC236}">
                <a16:creationId xmlns:a16="http://schemas.microsoft.com/office/drawing/2014/main" id="{709B6A5F-F912-F803-2CEA-A779E035C599}"/>
              </a:ext>
            </a:extLst>
          </p:cNvPr>
          <p:cNvGraphicFramePr>
            <a:graphicFrameLocks noGrp="1"/>
          </p:cNvGraphicFramePr>
          <p:nvPr/>
        </p:nvGraphicFramePr>
        <p:xfrm>
          <a:off x="6525811" y="2692398"/>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b="0" dirty="0">
                          <a:solidFill>
                            <a:schemeClr val="tx1"/>
                          </a:solidFill>
                        </a:rPr>
                        <a:t>0</a:t>
                      </a:r>
                    </a:p>
                  </a:txBody>
                  <a:tcPr/>
                </a:tc>
                <a:tc>
                  <a:txBody>
                    <a:bodyPr/>
                    <a:lstStyle/>
                    <a:p>
                      <a:r>
                        <a:rPr lang="en-IN" dirty="0">
                          <a:solidFill>
                            <a:schemeClr val="tx1"/>
                          </a:solidFill>
                        </a:rPr>
                        <a:t>0</a:t>
                      </a:r>
                    </a:p>
                  </a:txBody>
                  <a:tcPr/>
                </a:tc>
                <a:tc>
                  <a:txBody>
                    <a:bodyPr/>
                    <a:lstStyle/>
                    <a:p>
                      <a:r>
                        <a:rPr lang="en-IN" dirty="0">
                          <a:solidFill>
                            <a:schemeClr val="tx1"/>
                          </a:solidFill>
                        </a:rPr>
                        <a:t>0</a:t>
                      </a:r>
                    </a:p>
                  </a:txBody>
                  <a:tcPr/>
                </a:tc>
                <a:tc>
                  <a:txBody>
                    <a:bodyPr/>
                    <a:lstStyle/>
                    <a:p>
                      <a:r>
                        <a:rPr lang="en-IN" b="0" dirty="0">
                          <a:solidFill>
                            <a:schemeClr val="tx1"/>
                          </a:solidFill>
                        </a:rPr>
                        <a:t>3</a:t>
                      </a:r>
                    </a:p>
                  </a:txBody>
                  <a:tcPr/>
                </a:tc>
                <a:tc>
                  <a:txBody>
                    <a:bodyPr/>
                    <a:lstStyle/>
                    <a:p>
                      <a:r>
                        <a:rPr lang="en-IN" dirty="0">
                          <a:solidFill>
                            <a:schemeClr val="tx1"/>
                          </a:solidFill>
                        </a:rPr>
                        <a:t>4</a:t>
                      </a:r>
                    </a:p>
                  </a:txBody>
                  <a:tcPr/>
                </a:tc>
                <a:tc>
                  <a:txBody>
                    <a:bodyPr/>
                    <a:lstStyle/>
                    <a:p>
                      <a:r>
                        <a:rPr lang="en-IN" dirty="0">
                          <a:solidFill>
                            <a:srgbClr val="FF0000"/>
                          </a:solidFill>
                        </a:rPr>
                        <a:t>5</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5" name="Table 30">
            <a:extLst>
              <a:ext uri="{FF2B5EF4-FFF2-40B4-BE49-F238E27FC236}">
                <a16:creationId xmlns:a16="http://schemas.microsoft.com/office/drawing/2014/main" id="{DA5B8367-879C-BAC0-7627-684D5E3C8B0A}"/>
              </a:ext>
            </a:extLst>
          </p:cNvPr>
          <p:cNvGraphicFramePr>
            <a:graphicFrameLocks noGrp="1"/>
          </p:cNvGraphicFramePr>
          <p:nvPr/>
        </p:nvGraphicFramePr>
        <p:xfrm>
          <a:off x="6525811" y="3986050"/>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770798">
                  <a:extLst>
                    <a:ext uri="{9D8B030D-6E8A-4147-A177-3AD203B41FA5}">
                      <a16:colId xmlns:a16="http://schemas.microsoft.com/office/drawing/2014/main" val="3228269669"/>
                    </a:ext>
                  </a:extLst>
                </a:gridCol>
                <a:gridCol w="770798">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dirty="0">
                          <a:solidFill>
                            <a:schemeClr val="tx1"/>
                          </a:solidFill>
                        </a:rPr>
                        <a:t>-1</a:t>
                      </a:r>
                    </a:p>
                  </a:txBody>
                  <a:tcPr/>
                </a:tc>
                <a:tc>
                  <a:txBody>
                    <a:bodyPr/>
                    <a:lstStyle/>
                    <a:p>
                      <a:r>
                        <a:rPr lang="en-IN" dirty="0">
                          <a:solidFill>
                            <a:schemeClr val="tx1"/>
                          </a:solidFill>
                        </a:rPr>
                        <a:t>0</a:t>
                      </a:r>
                    </a:p>
                  </a:txBody>
                  <a:tcPr/>
                </a:tc>
                <a:tc>
                  <a:txBody>
                    <a:bodyPr/>
                    <a:lstStyle/>
                    <a:p>
                      <a:r>
                        <a:rPr lang="en-IN" dirty="0">
                          <a:solidFill>
                            <a:schemeClr val="tx1"/>
                          </a:solidFill>
                        </a:rPr>
                        <a:t>1</a:t>
                      </a:r>
                    </a:p>
                  </a:txBody>
                  <a:tcPr/>
                </a:tc>
                <a:tc>
                  <a:txBody>
                    <a:bodyPr/>
                    <a:lstStyle/>
                    <a:p>
                      <a:r>
                        <a:rPr lang="en-IN" b="0" dirty="0">
                          <a:solidFill>
                            <a:schemeClr val="tx1"/>
                          </a:solidFill>
                        </a:rPr>
                        <a:t>0</a:t>
                      </a:r>
                    </a:p>
                  </a:txBody>
                  <a:tcPr/>
                </a:tc>
                <a:tc>
                  <a:txBody>
                    <a:bodyPr/>
                    <a:lstStyle/>
                    <a:p>
                      <a:r>
                        <a:rPr lang="en-IN" b="0" dirty="0">
                          <a:solidFill>
                            <a:schemeClr val="tx1"/>
                          </a:solidFill>
                        </a:rPr>
                        <a:t>3</a:t>
                      </a:r>
                    </a:p>
                  </a:txBody>
                  <a:tcPr/>
                </a:tc>
                <a:tc>
                  <a:txBody>
                    <a:bodyPr/>
                    <a:lstStyle/>
                    <a:p>
                      <a:r>
                        <a:rPr lang="en-IN" dirty="0">
                          <a:solidFill>
                            <a:srgbClr val="FF0000"/>
                          </a:solidFill>
                        </a:rPr>
                        <a:t>3</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graphicFrame>
        <p:nvGraphicFramePr>
          <p:cNvPr id="36" name="Table 30">
            <a:extLst>
              <a:ext uri="{FF2B5EF4-FFF2-40B4-BE49-F238E27FC236}">
                <a16:creationId xmlns:a16="http://schemas.microsoft.com/office/drawing/2014/main" id="{12A300B2-06C4-F89A-CAC6-F789C928860E}"/>
              </a:ext>
            </a:extLst>
          </p:cNvPr>
          <p:cNvGraphicFramePr>
            <a:graphicFrameLocks noGrp="1"/>
          </p:cNvGraphicFramePr>
          <p:nvPr/>
        </p:nvGraphicFramePr>
        <p:xfrm>
          <a:off x="6525811" y="5279702"/>
          <a:ext cx="4624788" cy="741680"/>
        </p:xfrm>
        <a:graphic>
          <a:graphicData uri="http://schemas.openxmlformats.org/drawingml/2006/table">
            <a:tbl>
              <a:tblPr firstRow="1" bandRow="1">
                <a:tableStyleId>{5C22544A-7EE6-4342-B048-85BDC9FD1C3A}</a:tableStyleId>
              </a:tblPr>
              <a:tblGrid>
                <a:gridCol w="770798">
                  <a:extLst>
                    <a:ext uri="{9D8B030D-6E8A-4147-A177-3AD203B41FA5}">
                      <a16:colId xmlns:a16="http://schemas.microsoft.com/office/drawing/2014/main" val="2488291337"/>
                    </a:ext>
                  </a:extLst>
                </a:gridCol>
                <a:gridCol w="770798">
                  <a:extLst>
                    <a:ext uri="{9D8B030D-6E8A-4147-A177-3AD203B41FA5}">
                      <a16:colId xmlns:a16="http://schemas.microsoft.com/office/drawing/2014/main" val="2702793091"/>
                    </a:ext>
                  </a:extLst>
                </a:gridCol>
                <a:gridCol w="839526">
                  <a:extLst>
                    <a:ext uri="{9D8B030D-6E8A-4147-A177-3AD203B41FA5}">
                      <a16:colId xmlns:a16="http://schemas.microsoft.com/office/drawing/2014/main" val="3228269669"/>
                    </a:ext>
                  </a:extLst>
                </a:gridCol>
                <a:gridCol w="702070">
                  <a:extLst>
                    <a:ext uri="{9D8B030D-6E8A-4147-A177-3AD203B41FA5}">
                      <a16:colId xmlns:a16="http://schemas.microsoft.com/office/drawing/2014/main" val="3756042156"/>
                    </a:ext>
                  </a:extLst>
                </a:gridCol>
                <a:gridCol w="770798">
                  <a:extLst>
                    <a:ext uri="{9D8B030D-6E8A-4147-A177-3AD203B41FA5}">
                      <a16:colId xmlns:a16="http://schemas.microsoft.com/office/drawing/2014/main" val="270279902"/>
                    </a:ext>
                  </a:extLst>
                </a:gridCol>
                <a:gridCol w="770798">
                  <a:extLst>
                    <a:ext uri="{9D8B030D-6E8A-4147-A177-3AD203B41FA5}">
                      <a16:colId xmlns:a16="http://schemas.microsoft.com/office/drawing/2014/main" val="4285194373"/>
                    </a:ext>
                  </a:extLst>
                </a:gridCol>
              </a:tblGrid>
              <a:tr h="370840">
                <a:tc>
                  <a:txBody>
                    <a:bodyPr/>
                    <a:lstStyle/>
                    <a:p>
                      <a:r>
                        <a:rPr lang="en-IN" dirty="0">
                          <a:solidFill>
                            <a:srgbClr val="FF0000"/>
                          </a:solidFill>
                        </a:rPr>
                        <a:t>T</a:t>
                      </a:r>
                    </a:p>
                  </a:txBody>
                  <a:tcPr/>
                </a:tc>
                <a:tc>
                  <a:txBody>
                    <a:bodyPr/>
                    <a:lstStyle/>
                    <a:p>
                      <a:r>
                        <a:rPr lang="en-IN" dirty="0"/>
                        <a:t>F</a:t>
                      </a:r>
                    </a:p>
                  </a:txBody>
                  <a:tcPr/>
                </a:tc>
                <a:tc>
                  <a:txBody>
                    <a:bodyPr/>
                    <a:lstStyle/>
                    <a:p>
                      <a:r>
                        <a:rPr lang="en-IN" dirty="0"/>
                        <a:t>F</a:t>
                      </a:r>
                    </a:p>
                  </a:txBody>
                  <a:tcPr/>
                </a:tc>
                <a:tc>
                  <a:txBody>
                    <a:bodyPr/>
                    <a:lstStyle/>
                    <a:p>
                      <a:r>
                        <a:rPr lang="en-IN" dirty="0">
                          <a:solidFill>
                            <a:srgbClr val="FF0000"/>
                          </a:solidFill>
                        </a:rPr>
                        <a:t>T</a:t>
                      </a:r>
                    </a:p>
                  </a:txBody>
                  <a:tcPr/>
                </a:tc>
                <a:tc>
                  <a:txBody>
                    <a:bodyPr/>
                    <a:lstStyle/>
                    <a:p>
                      <a:r>
                        <a:rPr lang="en-IN" dirty="0"/>
                        <a:t>F</a:t>
                      </a:r>
                    </a:p>
                  </a:txBody>
                  <a:tcPr/>
                </a:tc>
                <a:tc>
                  <a:txBody>
                    <a:bodyPr/>
                    <a:lstStyle/>
                    <a:p>
                      <a:r>
                        <a:rPr lang="en-IN" dirty="0"/>
                        <a:t>F</a:t>
                      </a:r>
                    </a:p>
                  </a:txBody>
                  <a:tcPr/>
                </a:tc>
                <a:extLst>
                  <a:ext uri="{0D108BD9-81ED-4DB2-BD59-A6C34878D82A}">
                    <a16:rowId xmlns:a16="http://schemas.microsoft.com/office/drawing/2014/main" val="1987329338"/>
                  </a:ext>
                </a:extLst>
              </a:tr>
              <a:tr h="370840">
                <a:tc>
                  <a:txBody>
                    <a:bodyPr/>
                    <a:lstStyle/>
                    <a:p>
                      <a:r>
                        <a:rPr lang="en-IN" dirty="0"/>
                        <a:t>0</a:t>
                      </a:r>
                    </a:p>
                  </a:txBody>
                  <a:tcPr>
                    <a:solidFill>
                      <a:schemeClr val="bg1"/>
                    </a:solidFill>
                  </a:tcPr>
                </a:tc>
                <a:tc>
                  <a:txBody>
                    <a:bodyPr/>
                    <a:lstStyle/>
                    <a:p>
                      <a:r>
                        <a:rPr lang="en-IN" dirty="0"/>
                        <a:t>1</a:t>
                      </a:r>
                    </a:p>
                  </a:txBody>
                  <a:tcPr>
                    <a:solidFill>
                      <a:schemeClr val="bg1"/>
                    </a:solidFill>
                  </a:tcPr>
                </a:tc>
                <a:tc>
                  <a:txBody>
                    <a:bodyPr/>
                    <a:lstStyle/>
                    <a:p>
                      <a:r>
                        <a:rPr lang="en-IN" dirty="0"/>
                        <a:t>2</a:t>
                      </a:r>
                    </a:p>
                  </a:txBody>
                  <a:tcPr>
                    <a:solidFill>
                      <a:schemeClr val="bg1"/>
                    </a:solidFill>
                  </a:tcPr>
                </a:tc>
                <a:tc>
                  <a:txBody>
                    <a:bodyPr/>
                    <a:lstStyle/>
                    <a:p>
                      <a:r>
                        <a:rPr lang="en-IN" dirty="0"/>
                        <a:t>3</a:t>
                      </a:r>
                    </a:p>
                  </a:txBody>
                  <a:tcPr>
                    <a:solidFill>
                      <a:schemeClr val="bg1"/>
                    </a:solidFill>
                  </a:tcPr>
                </a:tc>
                <a:tc>
                  <a:txBody>
                    <a:bodyPr/>
                    <a:lstStyle/>
                    <a:p>
                      <a:r>
                        <a:rPr lang="en-IN" dirty="0"/>
                        <a:t>4</a:t>
                      </a:r>
                    </a:p>
                  </a:txBody>
                  <a:tcPr>
                    <a:solidFill>
                      <a:schemeClr val="bg1"/>
                    </a:solidFill>
                  </a:tcPr>
                </a:tc>
                <a:tc>
                  <a:txBody>
                    <a:bodyPr/>
                    <a:lstStyle/>
                    <a:p>
                      <a:r>
                        <a:rPr lang="en-IN" dirty="0"/>
                        <a:t>5</a:t>
                      </a:r>
                    </a:p>
                  </a:txBody>
                  <a:tcPr>
                    <a:solidFill>
                      <a:schemeClr val="bg1"/>
                    </a:solidFill>
                  </a:tcPr>
                </a:tc>
                <a:extLst>
                  <a:ext uri="{0D108BD9-81ED-4DB2-BD59-A6C34878D82A}">
                    <a16:rowId xmlns:a16="http://schemas.microsoft.com/office/drawing/2014/main" val="4160752634"/>
                  </a:ext>
                </a:extLst>
              </a:tr>
            </a:tbl>
          </a:graphicData>
        </a:graphic>
      </p:graphicFrame>
      <p:sp>
        <p:nvSpPr>
          <p:cNvPr id="37" name="TextBox 36">
            <a:extLst>
              <a:ext uri="{FF2B5EF4-FFF2-40B4-BE49-F238E27FC236}">
                <a16:creationId xmlns:a16="http://schemas.microsoft.com/office/drawing/2014/main" id="{A22D1001-7329-B480-6EC2-77C92471EDB6}"/>
              </a:ext>
            </a:extLst>
          </p:cNvPr>
          <p:cNvSpPr txBox="1"/>
          <p:nvPr/>
        </p:nvSpPr>
        <p:spPr>
          <a:xfrm>
            <a:off x="5892799" y="5215500"/>
            <a:ext cx="727144" cy="461665"/>
          </a:xfrm>
          <a:prstGeom prst="rect">
            <a:avLst/>
          </a:prstGeom>
          <a:noFill/>
        </p:spPr>
        <p:txBody>
          <a:bodyPr wrap="square" rtlCol="0">
            <a:spAutoFit/>
          </a:bodyPr>
          <a:lstStyle/>
          <a:p>
            <a:r>
              <a:rPr lang="en-IN" sz="2400" b="1" dirty="0">
                <a:solidFill>
                  <a:srgbClr val="FF0000"/>
                </a:solidFill>
              </a:rPr>
              <a:t>AP</a:t>
            </a:r>
          </a:p>
        </p:txBody>
      </p:sp>
      <p:sp>
        <p:nvSpPr>
          <p:cNvPr id="38" name="TextBox 37">
            <a:extLst>
              <a:ext uri="{FF2B5EF4-FFF2-40B4-BE49-F238E27FC236}">
                <a16:creationId xmlns:a16="http://schemas.microsoft.com/office/drawing/2014/main" id="{B2161F4F-8954-3216-799C-4739C2EC4E5A}"/>
              </a:ext>
            </a:extLst>
          </p:cNvPr>
          <p:cNvSpPr txBox="1"/>
          <p:nvPr/>
        </p:nvSpPr>
        <p:spPr>
          <a:xfrm>
            <a:off x="5926667" y="1184725"/>
            <a:ext cx="727144" cy="461665"/>
          </a:xfrm>
          <a:prstGeom prst="rect">
            <a:avLst/>
          </a:prstGeom>
          <a:noFill/>
        </p:spPr>
        <p:txBody>
          <a:bodyPr wrap="square" rtlCol="0">
            <a:spAutoFit/>
          </a:bodyPr>
          <a:lstStyle/>
          <a:p>
            <a:r>
              <a:rPr lang="en-IN" sz="2400" b="1" dirty="0">
                <a:solidFill>
                  <a:srgbClr val="FF0000"/>
                </a:solidFill>
              </a:rPr>
              <a:t>DT</a:t>
            </a:r>
          </a:p>
        </p:txBody>
      </p:sp>
      <p:sp>
        <p:nvSpPr>
          <p:cNvPr id="39" name="TextBox 38">
            <a:extLst>
              <a:ext uri="{FF2B5EF4-FFF2-40B4-BE49-F238E27FC236}">
                <a16:creationId xmlns:a16="http://schemas.microsoft.com/office/drawing/2014/main" id="{48DD2684-8A3A-5530-B0C3-8CCB9BE487F4}"/>
              </a:ext>
            </a:extLst>
          </p:cNvPr>
          <p:cNvSpPr txBox="1"/>
          <p:nvPr/>
        </p:nvSpPr>
        <p:spPr>
          <a:xfrm>
            <a:off x="5798667" y="2742063"/>
            <a:ext cx="727144" cy="461665"/>
          </a:xfrm>
          <a:prstGeom prst="rect">
            <a:avLst/>
          </a:prstGeom>
          <a:noFill/>
        </p:spPr>
        <p:txBody>
          <a:bodyPr wrap="square" rtlCol="0">
            <a:spAutoFit/>
          </a:bodyPr>
          <a:lstStyle/>
          <a:p>
            <a:r>
              <a:rPr lang="en-IN" sz="2400" b="1" dirty="0">
                <a:solidFill>
                  <a:srgbClr val="FF0000"/>
                </a:solidFill>
              </a:rPr>
              <a:t>LT</a:t>
            </a:r>
          </a:p>
        </p:txBody>
      </p:sp>
      <p:sp>
        <p:nvSpPr>
          <p:cNvPr id="40" name="TextBox 39">
            <a:extLst>
              <a:ext uri="{FF2B5EF4-FFF2-40B4-BE49-F238E27FC236}">
                <a16:creationId xmlns:a16="http://schemas.microsoft.com/office/drawing/2014/main" id="{68176EF7-B9ED-1B9A-33D2-0976CEABCF92}"/>
              </a:ext>
            </a:extLst>
          </p:cNvPr>
          <p:cNvSpPr txBox="1"/>
          <p:nvPr/>
        </p:nvSpPr>
        <p:spPr>
          <a:xfrm>
            <a:off x="5528733" y="4000183"/>
            <a:ext cx="1125078" cy="461665"/>
          </a:xfrm>
          <a:prstGeom prst="rect">
            <a:avLst/>
          </a:prstGeom>
          <a:noFill/>
        </p:spPr>
        <p:txBody>
          <a:bodyPr wrap="square" rtlCol="0">
            <a:spAutoFit/>
          </a:bodyPr>
          <a:lstStyle/>
          <a:p>
            <a:r>
              <a:rPr lang="en-IN" sz="2400" b="1" dirty="0">
                <a:solidFill>
                  <a:srgbClr val="FF0000"/>
                </a:solidFill>
              </a:rPr>
              <a:t>Parent</a:t>
            </a:r>
          </a:p>
        </p:txBody>
      </p:sp>
      <p:sp>
        <p:nvSpPr>
          <p:cNvPr id="46" name="TextBox 45">
            <a:extLst>
              <a:ext uri="{FF2B5EF4-FFF2-40B4-BE49-F238E27FC236}">
                <a16:creationId xmlns:a16="http://schemas.microsoft.com/office/drawing/2014/main" id="{CF5433F2-9016-FF81-AC04-EE3757575E7C}"/>
              </a:ext>
            </a:extLst>
          </p:cNvPr>
          <p:cNvSpPr txBox="1"/>
          <p:nvPr/>
        </p:nvSpPr>
        <p:spPr>
          <a:xfrm>
            <a:off x="1670906" y="1423478"/>
            <a:ext cx="682828" cy="461665"/>
          </a:xfrm>
          <a:prstGeom prst="rect">
            <a:avLst/>
          </a:prstGeom>
          <a:noFill/>
        </p:spPr>
        <p:txBody>
          <a:bodyPr wrap="square" rtlCol="0">
            <a:spAutoFit/>
          </a:bodyPr>
          <a:lstStyle/>
          <a:p>
            <a:r>
              <a:rPr lang="en-IN" sz="2400" b="1" dirty="0"/>
              <a:t>C=2</a:t>
            </a:r>
          </a:p>
        </p:txBody>
      </p:sp>
      <p:sp>
        <p:nvSpPr>
          <p:cNvPr id="47" name="TextBox 46">
            <a:extLst>
              <a:ext uri="{FF2B5EF4-FFF2-40B4-BE49-F238E27FC236}">
                <a16:creationId xmlns:a16="http://schemas.microsoft.com/office/drawing/2014/main" id="{1346C774-A701-55B7-96B4-D9EEF71AEB88}"/>
              </a:ext>
            </a:extLst>
          </p:cNvPr>
          <p:cNvSpPr txBox="1"/>
          <p:nvPr/>
        </p:nvSpPr>
        <p:spPr>
          <a:xfrm>
            <a:off x="0" y="741345"/>
            <a:ext cx="5003799" cy="461665"/>
          </a:xfrm>
          <a:prstGeom prst="rect">
            <a:avLst/>
          </a:prstGeom>
          <a:noFill/>
        </p:spPr>
        <p:txBody>
          <a:bodyPr wrap="square" rtlCol="0">
            <a:spAutoFit/>
          </a:bodyPr>
          <a:lstStyle/>
          <a:p>
            <a:r>
              <a:rPr lang="en-IN" sz="2400" b="1" dirty="0">
                <a:solidFill>
                  <a:srgbClr val="FF0000"/>
                </a:solidFill>
              </a:rPr>
              <a:t>Time =6 </a:t>
            </a:r>
          </a:p>
        </p:txBody>
      </p:sp>
      <p:cxnSp>
        <p:nvCxnSpPr>
          <p:cNvPr id="9" name="Straight Connector 8">
            <a:extLst>
              <a:ext uri="{FF2B5EF4-FFF2-40B4-BE49-F238E27FC236}">
                <a16:creationId xmlns:a16="http://schemas.microsoft.com/office/drawing/2014/main" id="{79C7AB70-A857-53E7-167F-9B6ADACCAB62}"/>
              </a:ext>
            </a:extLst>
          </p:cNvPr>
          <p:cNvCxnSpPr>
            <a:cxnSpLocks/>
          </p:cNvCxnSpPr>
          <p:nvPr/>
        </p:nvCxnSpPr>
        <p:spPr>
          <a:xfrm flipH="1">
            <a:off x="2868218" y="1627030"/>
            <a:ext cx="1397000" cy="472173"/>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5F20C0F-AABC-77CA-3E7E-0F2524E7F2B8}"/>
              </a:ext>
            </a:extLst>
          </p:cNvPr>
          <p:cNvSpPr txBox="1"/>
          <p:nvPr/>
        </p:nvSpPr>
        <p:spPr>
          <a:xfrm>
            <a:off x="4708952" y="862622"/>
            <a:ext cx="682828" cy="461665"/>
          </a:xfrm>
          <a:prstGeom prst="rect">
            <a:avLst/>
          </a:prstGeom>
          <a:noFill/>
        </p:spPr>
        <p:txBody>
          <a:bodyPr wrap="square" rtlCol="0">
            <a:spAutoFit/>
          </a:bodyPr>
          <a:lstStyle/>
          <a:p>
            <a:r>
              <a:rPr lang="en-IN" sz="2400" b="1" dirty="0"/>
              <a:t>C=1</a:t>
            </a:r>
          </a:p>
        </p:txBody>
      </p:sp>
      <p:sp>
        <p:nvSpPr>
          <p:cNvPr id="11" name="TextBox 10">
            <a:extLst>
              <a:ext uri="{FF2B5EF4-FFF2-40B4-BE49-F238E27FC236}">
                <a16:creationId xmlns:a16="http://schemas.microsoft.com/office/drawing/2014/main" id="{18516D89-DBFA-CF8E-CA28-822B60879054}"/>
              </a:ext>
            </a:extLst>
          </p:cNvPr>
          <p:cNvSpPr txBox="1"/>
          <p:nvPr/>
        </p:nvSpPr>
        <p:spPr>
          <a:xfrm>
            <a:off x="4603119" y="2044643"/>
            <a:ext cx="682828" cy="461665"/>
          </a:xfrm>
          <a:prstGeom prst="rect">
            <a:avLst/>
          </a:prstGeom>
          <a:noFill/>
        </p:spPr>
        <p:txBody>
          <a:bodyPr wrap="square" rtlCol="0">
            <a:spAutoFit/>
          </a:bodyPr>
          <a:lstStyle/>
          <a:p>
            <a:r>
              <a:rPr lang="en-IN" sz="2400" b="1" dirty="0"/>
              <a:t>C=1</a:t>
            </a:r>
          </a:p>
        </p:txBody>
      </p:sp>
      <p:cxnSp>
        <p:nvCxnSpPr>
          <p:cNvPr id="13" name="Straight Connector 12">
            <a:extLst>
              <a:ext uri="{FF2B5EF4-FFF2-40B4-BE49-F238E27FC236}">
                <a16:creationId xmlns:a16="http://schemas.microsoft.com/office/drawing/2014/main" id="{2345904B-FB1D-BF38-71CC-6D9164EB7614}"/>
              </a:ext>
            </a:extLst>
          </p:cNvPr>
          <p:cNvCxnSpPr>
            <a:cxnSpLocks/>
          </p:cNvCxnSpPr>
          <p:nvPr/>
        </p:nvCxnSpPr>
        <p:spPr>
          <a:xfrm flipV="1">
            <a:off x="4679571" y="1734002"/>
            <a:ext cx="68239" cy="743754"/>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852631E-B97C-1393-DA5F-5290321C617A}"/>
              </a:ext>
            </a:extLst>
          </p:cNvPr>
          <p:cNvCxnSpPr>
            <a:cxnSpLocks/>
            <a:endCxn id="6" idx="2"/>
          </p:cNvCxnSpPr>
          <p:nvPr/>
        </p:nvCxnSpPr>
        <p:spPr>
          <a:xfrm>
            <a:off x="2597285" y="2404532"/>
            <a:ext cx="1551382" cy="287867"/>
          </a:xfrm>
          <a:prstGeom prst="line">
            <a:avLst/>
          </a:prstGeom>
          <a:ln>
            <a:solidFill>
              <a:srgbClr val="FF0000"/>
            </a:solidFill>
            <a:headEnd type="arrow"/>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1C42F3B-4797-3358-96BA-A5DECE6AE73C}"/>
              </a:ext>
            </a:extLst>
          </p:cNvPr>
          <p:cNvSpPr txBox="1"/>
          <p:nvPr/>
        </p:nvSpPr>
        <p:spPr>
          <a:xfrm>
            <a:off x="2713837" y="2573509"/>
            <a:ext cx="1447800" cy="400110"/>
          </a:xfrm>
          <a:prstGeom prst="rect">
            <a:avLst/>
          </a:prstGeom>
          <a:noFill/>
        </p:spPr>
        <p:txBody>
          <a:bodyPr wrap="square" rtlCol="0">
            <a:spAutoFit/>
          </a:bodyPr>
          <a:lstStyle/>
          <a:p>
            <a:r>
              <a:rPr lang="en-IN" sz="2000" dirty="0"/>
              <a:t>Back Edge</a:t>
            </a:r>
          </a:p>
        </p:txBody>
      </p:sp>
      <p:sp>
        <p:nvSpPr>
          <p:cNvPr id="2" name="TextBox 1">
            <a:extLst>
              <a:ext uri="{FF2B5EF4-FFF2-40B4-BE49-F238E27FC236}">
                <a16:creationId xmlns:a16="http://schemas.microsoft.com/office/drawing/2014/main" id="{DB74FAF4-517C-8BB7-1C21-07FD442B6F53}"/>
              </a:ext>
            </a:extLst>
          </p:cNvPr>
          <p:cNvSpPr txBox="1"/>
          <p:nvPr/>
        </p:nvSpPr>
        <p:spPr>
          <a:xfrm>
            <a:off x="724395" y="2624667"/>
            <a:ext cx="900440" cy="461665"/>
          </a:xfrm>
          <a:prstGeom prst="rect">
            <a:avLst/>
          </a:prstGeom>
          <a:noFill/>
        </p:spPr>
        <p:txBody>
          <a:bodyPr wrap="square" rtlCol="0">
            <a:spAutoFit/>
          </a:bodyPr>
          <a:lstStyle/>
          <a:p>
            <a:r>
              <a:rPr lang="en-IN" sz="2400" b="1" dirty="0"/>
              <a:t>C=2</a:t>
            </a:r>
          </a:p>
        </p:txBody>
      </p:sp>
      <p:sp>
        <p:nvSpPr>
          <p:cNvPr id="17" name="TextBox 16">
            <a:extLst>
              <a:ext uri="{FF2B5EF4-FFF2-40B4-BE49-F238E27FC236}">
                <a16:creationId xmlns:a16="http://schemas.microsoft.com/office/drawing/2014/main" id="{CEFE68F2-1344-CF83-CDA3-D00F755DA516}"/>
              </a:ext>
            </a:extLst>
          </p:cNvPr>
          <p:cNvSpPr txBox="1"/>
          <p:nvPr/>
        </p:nvSpPr>
        <p:spPr>
          <a:xfrm>
            <a:off x="383859" y="3656343"/>
            <a:ext cx="795867" cy="461665"/>
          </a:xfrm>
          <a:prstGeom prst="rect">
            <a:avLst/>
          </a:prstGeom>
          <a:noFill/>
        </p:spPr>
        <p:txBody>
          <a:bodyPr wrap="square" rtlCol="0">
            <a:spAutoFit/>
          </a:bodyPr>
          <a:lstStyle/>
          <a:p>
            <a:r>
              <a:rPr lang="en-IN" sz="2400" b="1" dirty="0"/>
              <a:t>C=0</a:t>
            </a:r>
          </a:p>
        </p:txBody>
      </p:sp>
      <p:sp>
        <p:nvSpPr>
          <p:cNvPr id="19" name="TextBox 18">
            <a:extLst>
              <a:ext uri="{FF2B5EF4-FFF2-40B4-BE49-F238E27FC236}">
                <a16:creationId xmlns:a16="http://schemas.microsoft.com/office/drawing/2014/main" id="{FD47430A-2668-765D-D21C-ABD81DA91556}"/>
              </a:ext>
            </a:extLst>
          </p:cNvPr>
          <p:cNvSpPr txBox="1"/>
          <p:nvPr/>
        </p:nvSpPr>
        <p:spPr>
          <a:xfrm>
            <a:off x="794868" y="4357016"/>
            <a:ext cx="5003799" cy="1938992"/>
          </a:xfrm>
          <a:prstGeom prst="rect">
            <a:avLst/>
          </a:prstGeom>
          <a:noFill/>
        </p:spPr>
        <p:txBody>
          <a:bodyPr wrap="square" rtlCol="0">
            <a:spAutoFit/>
          </a:bodyPr>
          <a:lstStyle/>
          <a:p>
            <a:r>
              <a:rPr lang="en-IN" sz="2400" b="1" dirty="0">
                <a:solidFill>
                  <a:srgbClr val="FF0000"/>
                </a:solidFill>
              </a:rPr>
              <a:t>Since we have done single traversal of the graph so time complexity is (V+ E)</a:t>
            </a:r>
          </a:p>
          <a:p>
            <a:endParaRPr lang="en-IN" sz="2400" b="1" dirty="0">
              <a:solidFill>
                <a:srgbClr val="FF0000"/>
              </a:solidFill>
            </a:endParaRPr>
          </a:p>
          <a:p>
            <a:endParaRPr lang="en-IN" sz="2400" b="1" dirty="0">
              <a:solidFill>
                <a:srgbClr val="FF0000"/>
              </a:solidFill>
            </a:endParaRPr>
          </a:p>
          <a:p>
            <a:endParaRPr lang="en-IN" sz="2400" b="1" dirty="0">
              <a:solidFill>
                <a:srgbClr val="FF0000"/>
              </a:solidFill>
            </a:endParaRPr>
          </a:p>
        </p:txBody>
      </p:sp>
      <p:sp>
        <p:nvSpPr>
          <p:cNvPr id="15" name="TextBox 14">
            <a:extLst>
              <a:ext uri="{FF2B5EF4-FFF2-40B4-BE49-F238E27FC236}">
                <a16:creationId xmlns:a16="http://schemas.microsoft.com/office/drawing/2014/main" id="{E1606F84-171F-4E2E-25FE-4C0682118925}"/>
              </a:ext>
            </a:extLst>
          </p:cNvPr>
          <p:cNvSpPr txBox="1"/>
          <p:nvPr/>
        </p:nvSpPr>
        <p:spPr>
          <a:xfrm>
            <a:off x="3251195" y="3538518"/>
            <a:ext cx="795867" cy="461665"/>
          </a:xfrm>
          <a:prstGeom prst="rect">
            <a:avLst/>
          </a:prstGeom>
          <a:noFill/>
        </p:spPr>
        <p:txBody>
          <a:bodyPr wrap="square" rtlCol="0">
            <a:spAutoFit/>
          </a:bodyPr>
          <a:lstStyle/>
          <a:p>
            <a:r>
              <a:rPr lang="en-IN" sz="2400" b="1" dirty="0"/>
              <a:t>C=0</a:t>
            </a:r>
          </a:p>
        </p:txBody>
      </p:sp>
    </p:spTree>
    <p:extLst>
      <p:ext uri="{BB962C8B-B14F-4D97-AF65-F5344CB8AC3E}">
        <p14:creationId xmlns:p14="http://schemas.microsoft.com/office/powerpoint/2010/main" val="401210806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FD42EBD-7DCA-514C-DEF7-DDA3944B5857}"/>
              </a:ext>
            </a:extLst>
          </p:cNvPr>
          <p:cNvSpPr txBox="1"/>
          <p:nvPr/>
        </p:nvSpPr>
        <p:spPr>
          <a:xfrm>
            <a:off x="0" y="1031656"/>
            <a:ext cx="11993217" cy="4093428"/>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Do DFS traversal of the given graph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In DFS traversal, maintain a parent[] array where parent[u] stores the parent of vertex u.</a:t>
            </a:r>
          </a:p>
          <a:p>
            <a:r>
              <a:rPr lang="en-US" sz="2000" dirty="0">
                <a:latin typeface="Times New Roman" panose="02020603050405020304" pitchFamily="18" charset="0"/>
                <a:cs typeface="Times New Roman" panose="02020603050405020304" pitchFamily="18" charset="0"/>
              </a:rPr>
              <a:t>To check if u is the root of the DFS tree and it has at least two children. For every vertex, count children. If the currently visited vertex u is root (parent[u] is NULL) and has more than two children, print it.</a:t>
            </a:r>
          </a:p>
          <a:p>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To handle a second case where u is not the root of the DFS tree and it has a child v such that no vertex in the subtree rooted with v has a back edge to one of the ancestors in DFS tree of u maintain an array disc[] to store the discovery time of vertices.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For every node u, find out the earliest visited vertex (the vertex with minimum discovery time) that can be reached from the subtree rooted with u. So we maintain an additional array low[] such that: </a:t>
            </a:r>
          </a:p>
          <a:p>
            <a:r>
              <a:rPr lang="en-US" sz="2000" dirty="0">
                <a:latin typeface="Times New Roman" panose="02020603050405020304" pitchFamily="18" charset="0"/>
                <a:cs typeface="Times New Roman" panose="02020603050405020304" pitchFamily="18" charset="0"/>
              </a:rPr>
              <a:t>low[u] = min(disc[u], disc[w]) , Here w is an ancestor of u and there is a back edge from some descendant of u to w.</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34565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14">
            <a:extLst>
              <a:ext uri="{FF2B5EF4-FFF2-40B4-BE49-F238E27FC236}">
                <a16:creationId xmlns:a16="http://schemas.microsoft.com/office/drawing/2014/main" id="{23D09407-53BC-485E-B4CE-BC5E4FC4B25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16">
            <a:extLst>
              <a:ext uri="{FF2B5EF4-FFF2-40B4-BE49-F238E27FC236}">
                <a16:creationId xmlns:a16="http://schemas.microsoft.com/office/drawing/2014/main" id="{921DB988-49FC-4608-B0A2-E2F3A401904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664B553-F1F3-4FD8-99F1-5CCF27599298}"/>
              </a:ext>
            </a:extLst>
          </p:cNvPr>
          <p:cNvSpPr txBox="1"/>
          <p:nvPr/>
        </p:nvSpPr>
        <p:spPr>
          <a:xfrm>
            <a:off x="775470" y="3901807"/>
            <a:ext cx="10640754" cy="775845"/>
          </a:xfrm>
          <a:prstGeom prst="rect">
            <a:avLst/>
          </a:prstGeom>
        </p:spPr>
        <p:txBody>
          <a:bodyPr vert="horz" lIns="91440" tIns="45720" rIns="91440" bIns="45720" rtlCol="0" anchor="b">
            <a:noAutofit/>
          </a:bodyPr>
          <a:lstStyle/>
          <a:p>
            <a:pPr algn="ctr">
              <a:lnSpc>
                <a:spcPct val="90000"/>
              </a:lnSpc>
              <a:spcBef>
                <a:spcPct val="0"/>
              </a:spcBef>
              <a:spcAft>
                <a:spcPts val="600"/>
              </a:spcAft>
            </a:pPr>
            <a:r>
              <a:rPr lang="en-US" sz="6600" kern="1200" dirty="0">
                <a:solidFill>
                  <a:schemeClr val="tx2"/>
                </a:solidFill>
                <a:latin typeface="+mj-lt"/>
                <a:ea typeface="+mj-ea"/>
                <a:cs typeface="+mj-cs"/>
              </a:rPr>
              <a:t>Thank You</a:t>
            </a:r>
          </a:p>
        </p:txBody>
      </p:sp>
      <p:grpSp>
        <p:nvGrpSpPr>
          <p:cNvPr id="19" name="Group 18">
            <a:extLst>
              <a:ext uri="{FF2B5EF4-FFF2-40B4-BE49-F238E27FC236}">
                <a16:creationId xmlns:a16="http://schemas.microsoft.com/office/drawing/2014/main" id="{E9B930FD-8671-4C4C-ADCF-73AC1D0CD417}"/>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676747" y="0"/>
            <a:ext cx="2514948" cy="2174333"/>
            <a:chOff x="-305" y="-4155"/>
            <a:chExt cx="2514948" cy="2174333"/>
          </a:xfrm>
        </p:grpSpPr>
        <p:sp>
          <p:nvSpPr>
            <p:cNvPr id="20" name="Freeform: Shape 19">
              <a:extLst>
                <a:ext uri="{FF2B5EF4-FFF2-40B4-BE49-F238E27FC236}">
                  <a16:creationId xmlns:a16="http://schemas.microsoft.com/office/drawing/2014/main" id="{C35B12C1-569C-4E37-AA33-7EF215F201B8}"/>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F23E2660-7810-46F6-8752-187127C830C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C991DC45-0378-45B3-B325-FB8F98545E6A}"/>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3" name="Freeform: Shape 22">
              <a:extLst>
                <a:ext uri="{FF2B5EF4-FFF2-40B4-BE49-F238E27FC236}">
                  <a16:creationId xmlns:a16="http://schemas.microsoft.com/office/drawing/2014/main" id="{E228F5BA-5150-4554-B7EA-93F371F3B17C}"/>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7" name="Graphic 6" descr="Smiling Face with No Fill">
            <a:extLst>
              <a:ext uri="{FF2B5EF4-FFF2-40B4-BE49-F238E27FC236}">
                <a16:creationId xmlns:a16="http://schemas.microsoft.com/office/drawing/2014/main" id="{589619DA-444D-4F21-A4E9-4FCBF460773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4646990" y="320231"/>
            <a:ext cx="2836567" cy="2836567"/>
          </a:xfrm>
          <a:prstGeom prst="rect">
            <a:avLst/>
          </a:prstGeom>
        </p:spPr>
      </p:pic>
      <p:grpSp>
        <p:nvGrpSpPr>
          <p:cNvPr id="25" name="Group 24">
            <a:extLst>
              <a:ext uri="{FF2B5EF4-FFF2-40B4-BE49-F238E27FC236}">
                <a16:creationId xmlns:a16="http://schemas.microsoft.com/office/drawing/2014/main" id="{383C2651-AE0C-4AE4-8725-E2F9414FE219}"/>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305" y="4322879"/>
            <a:ext cx="3378428" cy="2535121"/>
            <a:chOff x="-305" y="-1"/>
            <a:chExt cx="3832880" cy="2876136"/>
          </a:xfrm>
        </p:grpSpPr>
        <p:sp>
          <p:nvSpPr>
            <p:cNvPr id="26" name="Freeform: Shape 25">
              <a:extLst>
                <a:ext uri="{FF2B5EF4-FFF2-40B4-BE49-F238E27FC236}">
                  <a16:creationId xmlns:a16="http://schemas.microsoft.com/office/drawing/2014/main" id="{CCE13265-B5D2-47B4-A199-E05F390D5B9C}"/>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693EBD03-D832-462C-9304-7273698ED4FE}"/>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Freeform: Shape 27">
              <a:extLst>
                <a:ext uri="{FF2B5EF4-FFF2-40B4-BE49-F238E27FC236}">
                  <a16:creationId xmlns:a16="http://schemas.microsoft.com/office/drawing/2014/main" id="{0D53D3E2-805E-40D2-964F-352BF6D476B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Freeform: Shape 28">
              <a:extLst>
                <a:ext uri="{FF2B5EF4-FFF2-40B4-BE49-F238E27FC236}">
                  <a16:creationId xmlns:a16="http://schemas.microsoft.com/office/drawing/2014/main" id="{B7A9A916-A926-43E6-800F-432ABC3F2444}"/>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845055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13981</TotalTime>
  <Words>2917</Words>
  <Application>Microsoft Office PowerPoint</Application>
  <PresentationFormat>Widescreen</PresentationFormat>
  <Paragraphs>1597</Paragraphs>
  <Slides>38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Arial</vt:lpstr>
      <vt:lpstr>Calibri</vt:lpstr>
      <vt:lpstr>Calibri Light</vt:lpstr>
      <vt:lpstr>Times New Roman</vt:lpstr>
      <vt:lpstr>1_Custom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neeraj</dc:creator>
  <cp:lastModifiedBy>agraw</cp:lastModifiedBy>
  <cp:revision>7</cp:revision>
  <dcterms:created xsi:type="dcterms:W3CDTF">2021-11-05T13:18:52Z</dcterms:created>
  <dcterms:modified xsi:type="dcterms:W3CDTF">2025-03-15T08:42:24Z</dcterms:modified>
</cp:coreProperties>
</file>
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6" r:id="rId3"/>
    <p:sldId id="273" r:id="rId4"/>
    <p:sldId id="256" r:id="rId5"/>
    <p:sldId id="257" r:id="rId6"/>
    <p:sldId id="258" r:id="rId7"/>
    <p:sldId id="259" r:id="rId8"/>
    <p:sldId id="260" r:id="rId9"/>
    <p:sldId id="270" r:id="rId10"/>
    <p:sldId id="271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75" r:id="rId19"/>
    <p:sldId id="268" r:id="rId20"/>
    <p:sldId id="269" r:id="rId21"/>
    <p:sldId id="272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7" r:id="rId30"/>
    <p:sldId id="286" r:id="rId31"/>
    <p:sldId id="285" r:id="rId32"/>
    <p:sldId id="293" r:id="rId33"/>
    <p:sldId id="294" r:id="rId34"/>
    <p:sldId id="295" r:id="rId35"/>
    <p:sldId id="288" r:id="rId36"/>
    <p:sldId id="289" r:id="rId37"/>
    <p:sldId id="290" r:id="rId38"/>
    <p:sldId id="291" r:id="rId39"/>
    <p:sldId id="297" r:id="rId40"/>
    <p:sldId id="298" r:id="rId41"/>
    <p:sldId id="299" r:id="rId42"/>
    <p:sldId id="300" r:id="rId43"/>
    <p:sldId id="302" r:id="rId44"/>
    <p:sldId id="303" r:id="rId45"/>
    <p:sldId id="304" r:id="rId46"/>
    <p:sldId id="296" r:id="rId47"/>
    <p:sldId id="305" r:id="rId48"/>
    <p:sldId id="306" r:id="rId49"/>
    <p:sldId id="292" r:id="rId50"/>
    <p:sldId id="307" r:id="rId51"/>
    <p:sldId id="308" r:id="rId52"/>
    <p:sldId id="309" r:id="rId53"/>
    <p:sldId id="314" r:id="rId54"/>
    <p:sldId id="315" r:id="rId55"/>
    <p:sldId id="311" r:id="rId56"/>
    <p:sldId id="312" r:id="rId57"/>
    <p:sldId id="313" r:id="rId58"/>
    <p:sldId id="316" r:id="rId59"/>
    <p:sldId id="317" r:id="rId60"/>
    <p:sldId id="319" r:id="rId61"/>
    <p:sldId id="320" r:id="rId62"/>
    <p:sldId id="321" r:id="rId63"/>
    <p:sldId id="36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82" r:id="rId79"/>
    <p:sldId id="336" r:id="rId80"/>
    <p:sldId id="310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  <p:sldId id="349" r:id="rId94"/>
    <p:sldId id="350" r:id="rId95"/>
    <p:sldId id="351" r:id="rId96"/>
    <p:sldId id="352" r:id="rId97"/>
    <p:sldId id="353" r:id="rId98"/>
    <p:sldId id="354" r:id="rId99"/>
    <p:sldId id="355" r:id="rId100"/>
    <p:sldId id="356" r:id="rId101"/>
    <p:sldId id="357" r:id="rId102"/>
    <p:sldId id="358" r:id="rId103"/>
    <p:sldId id="359" r:id="rId104"/>
    <p:sldId id="360" r:id="rId105"/>
    <p:sldId id="362" r:id="rId106"/>
    <p:sldId id="363" r:id="rId107"/>
    <p:sldId id="364" r:id="rId108"/>
    <p:sldId id="365" r:id="rId109"/>
    <p:sldId id="366" r:id="rId110"/>
    <p:sldId id="367" r:id="rId111"/>
    <p:sldId id="368" r:id="rId112"/>
    <p:sldId id="369" r:id="rId113"/>
    <p:sldId id="370" r:id="rId114"/>
    <p:sldId id="371" r:id="rId115"/>
    <p:sldId id="372" r:id="rId116"/>
    <p:sldId id="373" r:id="rId117"/>
    <p:sldId id="374" r:id="rId118"/>
    <p:sldId id="375" r:id="rId119"/>
    <p:sldId id="377" r:id="rId120"/>
    <p:sldId id="378" r:id="rId121"/>
    <p:sldId id="379" r:id="rId122"/>
    <p:sldId id="383" r:id="rId123"/>
    <p:sldId id="380" r:id="rId124"/>
    <p:sldId id="381" r:id="rId125"/>
    <p:sldId id="417" r:id="rId126"/>
    <p:sldId id="418" r:id="rId127"/>
    <p:sldId id="384" r:id="rId128"/>
    <p:sldId id="386" r:id="rId129"/>
    <p:sldId id="385" r:id="rId130"/>
    <p:sldId id="387" r:id="rId131"/>
    <p:sldId id="388" r:id="rId132"/>
    <p:sldId id="391" r:id="rId133"/>
    <p:sldId id="389" r:id="rId134"/>
    <p:sldId id="390" r:id="rId135"/>
    <p:sldId id="392" r:id="rId136"/>
    <p:sldId id="393" r:id="rId137"/>
    <p:sldId id="394" r:id="rId138"/>
    <p:sldId id="395" r:id="rId139"/>
    <p:sldId id="396" r:id="rId140"/>
    <p:sldId id="397" r:id="rId141"/>
    <p:sldId id="398" r:id="rId142"/>
    <p:sldId id="399" r:id="rId143"/>
    <p:sldId id="400" r:id="rId144"/>
    <p:sldId id="401" r:id="rId145"/>
    <p:sldId id="402" r:id="rId146"/>
    <p:sldId id="403" r:id="rId147"/>
    <p:sldId id="404" r:id="rId148"/>
    <p:sldId id="405" r:id="rId149"/>
    <p:sldId id="406" r:id="rId150"/>
    <p:sldId id="407" r:id="rId151"/>
    <p:sldId id="408" r:id="rId152"/>
    <p:sldId id="409" r:id="rId153"/>
    <p:sldId id="410" r:id="rId154"/>
    <p:sldId id="411" r:id="rId155"/>
    <p:sldId id="412" r:id="rId156"/>
    <p:sldId id="413" r:id="rId157"/>
    <p:sldId id="414" r:id="rId158"/>
    <p:sldId id="415" r:id="rId159"/>
    <p:sldId id="416" r:id="rId1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theme" Target="theme/theme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6:13.924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3846,'14'-1,"-1"-1,1-1,-1 0,0-1,0 0,0-1,-1 0,24-14,23-9,-16 7,-1-2,-2-2,74-57,-50 34,-41 30,-4 3,1 1,0 1,1 1,0 0,1 2,24-9,14 1,-25 9,0-1,-1-2,0-2,-1-1,40-24,-61 31,11-6,-1-1,-1-2,0 0,-1 0,-1-2,24-30,53-74,-55 74,38-60,-52 71,2 1,50-51,-41 48,45-62,-71 87,-8 10,-1 1,1-1,-1 0,0 1,0-1,-1-1,3-4,-5 9,0-1,0 1,0 0,0 0,0 0,0-1,0 1,-1 0,1 0,0 0,-1 0,1-1,-1 1,1 0,-1 0,1 0,-1 0,0 0,0 0,1 0,-1 1,0-1,0 0,0 0,0 1,0-1,0 0,0 1,0-1,0 1,0-1,-1 1,1 0,0-1,0 1,0 0,0 0,-1 0,-1 0,-26-5,-1 1,0 2,1 1,-1 1,0 2,0 1,-33 7,-207 62,225-59,-2 7,46-19,1-1,-1 0,0 1,1-1,-1 1,0-1,1 1,-1 0,0-1,1 1,-1-1,1 1,0 0,-1-1,1 1,-1 0,1 0,0-1,-1 1,1 0,0 0,0 0,0-1,0 1,0 0,0 0,0 0,0 0,0-1,0 1,0 0,0 0,1 0,-1-1,0 1,1 0,-1 0,0-1,1 1,-1 0,1-1,-1 1,1 0,-1-1,1 1,0-1,-1 1,1-1,0 1,-1-1,1 1,0-1,0 0,1 1,17 12,-13-10,0 0,-1 0,1 1,-1 0,0 0,0 0,-1 0,1 1,-1 0,0-1,0 2,0-1,-1 0,0 1,0 0,0 0,-1 0,0 0,0 0,-1 0,2 7,1 40,-2 0,-9 105,6-149,-1 0,0 0,0-1,0 1,-1-1,-1 1,1-1,-1 0,-1 0,1-1,-1 1,-1-1,1 0,-1 0,-13 10,6-7,0 0,-1-1,0 0,0-1,-1-1,0 0,-25 7,5-8,35-6,0-1,1 1,-1 0,0 0,1 0,-1-1,0 1,1 0,-1-1,0 1,0 0,1-1,-1 1,0 0,0-1,0 1,1 0,-1-1,0 1,0-1,0 1,0 0,0-1,0 1,0-1,0 1,0 0,0-1,0 1,0-1,0 1,0 0,0-1,-1 1,1-1,0 1,0 0,0-1,-1 1,1 0,0-1,0 1,-1 0,1-1,0 1,-1 0,1 0,0-1,-1 1,1 0,0 0,-1 0,1 0,0-1,-1 1,1 0,-1 0,1 0,0 0,-1 0,1 0,-1 0,1 0,-1 0,1 0,18-19,2 1,0 1,2 1,28-17,103-50,-62 35,188-120,-169 100,-45 25,-1-2,-2-2,-2-4,-2-2,83-100,-73 50,-12 17,-2 17,83-86,-113 126,-1 0,-2-2,-1-1,31-68,-40 77,-1-7,-10 30,0-1,0 1,0-1,0 1,0-1,-1 1,1-1,0 1,0-1,0 1,0-1,-1 1,1 0,0-1,0 1,-1 0,1-1,0 1,-1-1,1 1,-1 0,1 0,0-1,-1 1,1 0,-1 0,1-1,0 1,-1 0,1 0,-2 0,-3 0,-1 0,0 1,0-1,0 2,0-1,1 0,-7 3,4-1,-35 13,0 2,2 2,0 2,-73 52,-8 4,25-14,4 4,-153 144,100-81,98-87,42-33,34-24,122-86,49-27,-155 102,-1-1,-1-3,-1-1,43-39,66-52,-109 91,-1-2,-1-2,41-45,-54 48,12-15,1 1,3 2,58-46,-32 33,-4-3,67-77,-115 120,0 1,1 1,22-14,-19 14,0-2,19-17,30-40,44-40,148-143,-172 163,-76 80,0 1,24-15,16-13,188-145,-102 85,-128 89,0 0,-1-1,0 0,-1-1,-1 0,1 0,-2-1,0 0,0 0,-1-1,5-19,-10 30,1-1,-1 1,1-1,0 1,0 0,0 0,0-1,1 2,-1-1,1 0,-1 0,1 1,0 0,0-1,1 1,-1 0,0 0,0 1,6-3,-3 3,0 0,0 0,0 0,0 1,0 0,0 0,1 1,-1-1,0 1,11 4,7 3,-2 1,1 2,-1 0,36 24,52 45,-76-53,1-1,1-2,1-2,69 31,41-3,119 50,-213-79,1-2,1-3,65 12,-56-14,20 9,121 51,-96-31,-68-31,0-1,59 8,-65-14,0 1,-1 2,0 2,41 16,110 49,-96-41,232 77,-128-57,-75-23,-20-8,1-4,103 5,-182-22,16 4,1 2,53 18,-26-7,-26-8,-12-2,0-2,1-1,0-2,41 3,-29-4,0 1,-1 2,72 20,-61-13,95 12,-8-1,-10 0,189 13,-108-17,-174-16,14 1,71 17,-102-17,-1 0,1 1,-1 0,-1 2,1-1,-1 2,-1 0,17 13,10 16,-30-27,1 0,0-1,1-1,0 0,19 11,14 1,-20-9,0 0,0 2,-1 1,35 28,-43-31,-1 0,2 0,0-2,0 0,28 11,95 27,-96-35,-1 2,60 29,-71-28,0-2,1-1,0-1,37 8,89 15,-135-30,1 2,-1 0,0 2,28 14,-28-12,0-1,0-1,1-1,27 5,94 22,-16-3,285 23,-213-33,-152-16,98 26,-126-25,-1 1,0 0,0 2,-1 0,0 2,33 24,-40-26,0-1,1-1,0 0,1-1,0-1,0 0,30 7,-36-10,17 7,-1 1,0 1,-1 1,38 27,-33-20,0-2,43 19,38 15,-77-34,1-2,1-1,0-2,1-1,38 7,137 25,-115-23,14 7,-59-14,2-2,63 6,395 9,-248 7,-209-28,69 1,-89-8,0 3,0 0,0 2,0 2,0 1,36 13,12 17,-50-22,1-1,40 12,-72-26,66 20,1-4,1-2,0-3,97 2,-142-12,1 1,-1 1,25 8,-35-8,16 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7:02.47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14398 2440,'0'-2,"-1"0,1 1,-1-1,0 0,0 0,1 1,-1-1,0 0,-1 1,1-1,0 1,0-1,-1 1,1 0,0 0,-1-1,0 1,1 0,-4-1,-40-20,33 17,-188-77,93 54,73 20,-57-19,68 18,0 1,-1 2,0 0,0 1,0 2,-1 0,1 2,-1 0,0 2,1 1,-1 1,-31 8,8-2,-1-1,-90 3,-99-18,194 4,0-2,0-2,1-2,0-2,-74-29,73 24,-61-15,-21-7,36 6,-182-41,82 26,145 35,-55-23,64 21,-1 1,-74-14,-118-5,218 29,0 0,0 0,0-1,1 0,-18-11,-36-12,51 23,-5 0,1-1,0 0,0-1,1-1,0-1,-21-12,14 6,-1 2,-1 0,1 2,-2 0,1 2,-35-6,23 5,2-1,-51-22,-17-23,70 36,0 1,-2 2,1 1,-57-15,71 26,0-1,1 0,-1-2,1 0,0-1,-25-16,21 11,0 1,-1 1,0 1,-34-9,-33-14,74 27,-1 1,1 1,-1 0,0 1,0 1,-22 0,19 1,1-1,-1 0,1-2,-27-7,-88-25,83 23,-33-15,61 19,-1 1,-39-8,-164-25,-127-21,304 48,-58-23,75 24,-1 1,0 2,0 1,-51-6,70 13,1-1,0 0,0-2,0 1,-21-11,20 8,-1 0,-1 1,-27-5,25 6,0 0,1-2,-1 0,1-2,1 0,-29-18,31 16,-1 1,0 1,0 1,-1 0,0 1,-1 1,1 1,-24-4,9 5,0-3,0 0,-35-14,19 6,-53-12,50 15,-71-28,96 30,1 2,-1 1,-1 1,1 2,-53-3,70 7,-95-15,64 8,-54-2,42 5,1-2,-72-19,69 13,-104-10,129 19,0-2,1-1,-48-16,-18-5,25 12,-256-45,89 22,143 9,57 17,-44-9,-131-32,31 6,164 44,-38-10,-1 3,-97-4,143 14,-360 4,287 1,1 4,-117 28,136-18,1 3,-115 58,123-49,0 3,-49 42,8-7,77-56,1 0,0 1,1 1,0 0,-25 33,35-39,0-1,1 1,0 0,1 0,0 1,1 0,-1-1,2 1,-1 0,2 0,-1 1,1-1,1 0,1 18,0-22,1 1,0-1,0-1,0 1,1 0,0 0,0-1,1 0,-1 0,1 0,1 0,-1 0,0-1,1 0,0 1,0-2,0 1,1-1,-1 0,1 0,6 2,18 8,0-1,58 14,443 70,-94-22,-420-71,56 16,-70-18,0 0,0 0,0 0,0 0,-1 1,1-1,0 1,-1 0,1 0,-1 0,1 0,-1 0,0 0,0 1,0-1,0 1,1 3,-3-5,0 0,0 0,0 1,0-1,0 0,0 1,0-1,-1 0,1 0,-1 1,1-1,-1 0,1 0,-1 0,1 0,-1 0,0 0,0 0,0 0,0 0,0 0,0 0,0 0,0-1,0 1,0 0,0-1,0 1,-3 0,-15 10,-2 0,1-2,-1-1,-37 10,-103 17,125-28,-1045 120,-6-93,732-30,-80-4,429 0,10-1,21 1,66-2,170 1,111 0,1982 48,-2032-30,-109 3,-202-19,-1 0,0 1,0 0,-1 1,1 0,0 0,13 7,-23-9,0-1,1 0,-1 0,0 0,0 1,1-1,-1 0,0 1,0-1,1 0,-1 0,0 1,0-1,0 0,0 1,0-1,1 1,-1-1,0 0,0 1,0-1,0 0,0 1,0-1,0 1,0-1,0 0,0 1,0-1,-1 0,1 1,0-1,0 0,0 1,0-1,0 0,-1 1,1-1,0 0,0 1,-1-1,-25 14,-27-1,0-2,0-3,-87 4,107-10,-857 24,670-23,21 4,188-7,0 1,0 0,0 1,0 0,-17 6,27-7,1-1,0 0,0 0,-1 0,1 0,0 1,-1-1,1 0,0 0,0 1,-1-1,1 0,0 1,0-1,0 0,0 1,-1-1,1 0,0 1,0-1,0 0,0 1,0-1,0 0,0 1,0-1,0 0,0 1,0-1,0 1,0-1,0 0,0 1,0-1,0 0,1 1,-1-1,0 0,0 1,0-1,1 0,-1 0,0 1,0-1,1 0,-1 0,0 1,0-1,1 0,-1 0,1 1,47 22,142 34,139 14,139 2,109-1,2227 160,-2714-226,240 23,-321-28,0 0,0 1,-1 0,1 0,8 4,-17-6,0 0,1 0,-1 1,0-1,0 0,1 0,-1 0,0 0,0 1,0-1,1 0,-1 0,0 0,0 1,0-1,1 0,-1 0,0 0,0 1,0-1,0 0,0 0,0 1,0-1,0 0,0 1,0-1,0 0,0 0,0 1,0-1,0 0,0 0,0 1,0-1,0 0,0 1,0-1,0 0,0 0,0 1,-1-1,1 0,0 0,0 0,0 1,0-1,-1 0,1 0,0 0,0 1,-1-1,1 0,0 0,0 0,-1 0,1 0,0 0,0 0,-1 1,1-1,0 0,0 0,-1 0,1 0,0 0,0 0,-1 0,-20 7,0-1,0-1,-35 5,30-7,0 2,-38 13,49-13,0 1,1 1,-1 0,-14 11,26-17,1 1,-1-1,1 1,0 0,0 0,-1 0,1 1,1-1,-1 0,0 1,0-1,1 1,-1-1,1 1,0 0,0 0,0 0,0-1,1 1,-1 0,1 0,0 0,-1 0,1 0,1 0,-1 0,0 0,1 0,0 3,0-5,-1 0,0 1,1-1,-1 0,0 1,0-1,0 0,0 1,0-1,0 0,0 1,0-1,0 0,-1 1,1-1,-1 0,1 1,-1-1,1 0,-1 0,0 0,1 0,-1 0,0 1,0-1,0 0,0-1,0 1,0 0,0 0,0 0,0-1,-1 1,1 0,0-1,0 1,0-1,-1 0,1 1,0-1,-2 0,-9 3,-1-1,1-1,-23 0,18 0,-559 1,302-5,-239-21,380 9,-233-58,296 48,56 13,22 3,31 0,65 0,138 6,-128 4,768 2,-855-3,69-4,-89 3,0 1,-1-2,1 1,-1-1,0 0,1 0,-1 0,0-1,0 0,7-6,-12 9,0-1,0 1,-1-1,1 0,0 0,-1 1,1-1,-1 0,1 0,-1 0,1 0,-1 1,1-1,-1 0,0 0,1 0,-1 0,0 0,0 0,0 0,0 0,0 0,0 0,0 0,0 0,0 0,0 0,-1 0,1 0,0 0,-1 0,1 0,-1 0,1 0,-1 0,1 1,-1-1,0 0,-1-1,-4-4,0-1,-1 2,0-1,0 1,0 0,-1 0,-15-6,-70-27,86 35,-212-67,-295-53,320 81,-196-44,-1342-330,1665 397,6 4,0-3,2-3,-69-35,99 34,29 22,0 0,0-1,0 1,-1 0,1-1,0 1,0-1,0 1,0 0,0-1,0 1,-1-1,1 1,0-1,0 1,1 0,-1-1,0 1,0-1,0 1,0-1,0 1,0 0,0-1,1 1,-1 0,0-1,0 1,1-1,-1 1,0 0,0 0,1-1,-1 1,0 0,1-1,5-1,-1-1,1 1,0 1,-1-1,1 1,0 0,9-1,136-7,217 14,-190 1,13-1,188 2,-669-8,610 0,1012 3,-990 10,-293-6,-49-5,0-1,0 0,0 0,0 0,0 0,0 0,-1 0,1 0,0 1,0-1,0 0,0 0,0 0,0 0,0 0,0 1,0-1,0 0,0 0,0 0,0 0,0 0,0 1,0-1,0 0,0 0,0 0,0 0,0 0,0 1,0-1,0 0,1 0,-1 0,0 0,0 0,0 0,0 1,0-1,0 0,0 0,0 0,1 0,-1 0,0 0,0 0,0 0,0 0,1 0,-69 11,42-8,-9 2,1 1,-64 20,95-25,1-1,0 1,0 0,0 0,-1 0,1 0,0 0,0 1,0-1,1 1,-1-1,0 1,1 0,-1-1,0 1,1 0,0 0,-2 2,3-2,0-1,0 1,0-1,-1 1,1-1,1 1,-1 0,0-1,0 1,1-1,-1 0,0 1,1-1,0 1,-1-1,1 0,0 1,0-1,-1 0,1 0,2 2,4 4,0 0,1-1,0 1,0-2,1 1,-1-1,18 7,29 8,1-2,100 18,-134-31,1445 235,-890-156,-50 18,-506-97,-1 1,0 1,31 15,-35-6,-16-15,0-1,0 1,0-1,0 1,0-1,0 1,0-1,0 1,-1-1,1 1,0-1,0 1,0-1,0 1,-1-1,1 1,0-1,0 0,-1 1,1-1,0 1,-1-1,1 0,-1 1,1-1,0 0,-2 1,-3 2,-1 1,0-2,0 1,0-1,-1 0,1 0,0-1,-1 1,-6-1,-75 4,54-4,-713 1,126-5,491 12,123-8,1 0,0 0,-1 0,1 1,0 0,-6 2,11-3,1-1,0 0,0 0,0 0,-1 0,1 0,0 1,0-1,0 0,0 0,0 0,-1 1,1-1,0 0,0 0,0 0,0 1,0-1,0 0,0 0,0 1,0-1,0 0,0 0,0 1,0-1,0 0,0 0,0 1,0-1,0 0,0 0,0 1,0-1,0 0,0 0,0 0,1 1,-1-1,0 0,0 0,0 0,0 1,1-1,-1 0,0 0,0 0,1 0,28 14,53 8,139 18,-189-35,1049 126,-385-53,-603-64,-85-9,-25-2,-394 3,237-9,-182 0,-405 1,748 2,-1 0,1 1,-21 4,33-2,8 2,41 6,138 19,837 112,104 15,-1067-148,44 6,147 42,-248-57,-1 1,1 0,0 0,-1 0,1 0,0 0,-1 1,0-1,1 1,-1-1,4 5,-6-6,0 1,0-1,0 1,0-1,0 1,0-1,0 0,0 1,-1-1,1 1,0-1,0 1,-1-1,1 1,0-1,0 0,-1 1,1-1,0 0,-1 1,1-1,-1 0,1 1,0-1,-1 0,1 0,-1 1,1-1,-1 0,1 0,-1 0,1 0,-1 0,1 1,0-1,-1 0,0 0,-76 11,-730 2,434-17,322 3,-46 2,89 0,0 0,1 0,-1 0,0 1,0 0,1 1,-1 0,-9 5,17-8,0 0,-1 0,1 0,-1 0,1 0,0 1,-1-1,1 0,0 0,0 1,-1-1,1 0,0 1,0-1,-1 0,1 1,0-1,0 0,0 1,-1-1,1 0,0 1,0-1,0 0,0 1,0-1,0 1,0-1,0 0,0 1,0 0,15 10,22 3,1-2,0-2,49 7,-8-1,1475 213,-1493-223,543 58,-20 27,-517-73,-66-18,-1 0,0 0,0 0,1 0,-1 0,0 0,0 0,1 0,-1 0,0 0,0 0,0 0,1 0,-1 0,0 0,0 0,1 0,-1 0,0 1,0-1,0 0,0 0,1 0,-1 0,0 0,0 1,0-1,0 0,0 0,1 0,-1 1,0-1,0 0,0 0,0 0,0 1,0-1,0 0,0 0,0 1,0-1,0 0,0 0,0 1,0-1,0 0,0 0,0 0,0 1,0-1,0 0,0 0,-1 1,1-1,0 0,0 0,0 0,0 0,0 1,-1-1,-38 8,-526 6,358-16,-511-1,-440 1,955 9,190-7,0 2,0-1,0 1,0 1,-20 7,32-9,1-1,-1 0,1 0,-1 0,1 0,0 1,-1-1,1 0,-1 1,1-1,0 0,-1 1,1-1,0 0,-1 1,1-1,0 0,-1 1,1-1,0 1,0-1,0 1,0-1,-1 1,1-1,0 1,0-1,0 1,0-1,0 1,0-1,0 1,0 0,19 14,21 2,0-3,1-1,1-2,75 10,-72-13,847 118,16-37,-554-56,-217-20,673 84,-777-90,-63-7,-86-5,-321-26,424 30,0-1,0-1,1 1,-1-2,-16-6,28 9,-1 0,0 0,1 0,-1 0,1 0,-1 0,1 0,-1-1,1 1,0 0,0-1,-1 1,1-1,0 0,1 1,-1-1,0 0,-1-2,2 2,0-1,0 1,0-1,1 1,-1-1,1 1,-1 0,1-1,0 1,-1 0,1-1,1 1,-1 0,0 0,0 0,1 0,-1 0,3-2,13-14,1 1,0 1,1 1,1 1,0 0,34-16,58-41,-102 63,-1 0,1 0,-1-1,-1 0,1-1,-2 0,14-22,-19 29,0-1,-1 1,1-1,-1 1,0-1,0 0,0 0,0 0,-1 1,0-1,1 0,-2 0,1 0,0 0,-1 0,1 0,-1 1,0-1,0 0,-1 0,1 1,-1-1,0 1,0 0,0-1,0 1,0 0,-5-4,-3-3,0 1,-1 1,-1 0,1 0,-1 1,0 0,-18-6,-61-21,-2 5,-128-25,191 48,-724-148,-914-66,1614 214,116 6,-43 0,1723-18,-1598 10,-109 1,-25 0,-13 5,1 0,-1 1,1-1,-1 1,1 0,-1 0,0-1,0 2,0-1,0 0,0 1,-5-1,-124-17,-256 0,151 12,117 1,-169-14,464 50,1040 109,-900-110,-71-8,415 50,-649-71,16 2,1 0,-1 2,-1 1,1 1,-1 1,44 21,-67-28,0 0,0 0,-1 0,1 0,0 0,0 1,-1-1,1 1,-1 0,1-1,-1 1,0 0,0 0,0 0,0 0,0 0,1 3,-2-3,0-1,0 1,0-1,0 1,0 0,0-1,-1 1,1-1,-1 1,1-1,-1 1,0-1,1 1,-1-1,0 1,0-1,0 0,-2 2,-5 5,-1-1,0 1,0-2,-1 1,-13 5,23-11,-188 94,-232 82,55-12,361-163,-12 5,0 1,1 1,0 1,-18 15,31-24,0 0,0 1,1-1,-1 1,0-1,1 1,-1 0,1 0,-1 0,1 0,0 0,0 0,0 0,0 0,0 0,1 0,-1 1,1-1,-1 0,1 0,0 1,0-1,0 0,0 1,0-1,0 0,1 1,-1-1,1 0,0 0,-1 1,1-1,0 0,0 0,1 0,-1 0,0 0,1-1,-1 1,1 0,-1 0,4 1,2 3,0-1,0 0,1 0,0-1,0 0,0 0,1-1,-1 0,10 2,90 14,-107-19,230 19,274-11,-381-9,486-6,-525 8,-70 2,-18 3,-17 1,0 0,0-1,-42 6,14-3,-1085 165,-9-68,1135-105,-590 63,-615 150,1077-182,86-14,40-9,22-4,26-3,0-3,0-1,58-11,-25 3,-10 3,238-36,-268 33,-38 6,-16 2,-190 10,140-2,-207 15,-95 12,-93 5,-2957 65,3370-104,52 1,13-1,89 0,147-1,2004-149,-2061 124,-139 15,-41 8,-11 0,-11 1,-1 1,0 0,0 0,-20 1,-214-4,-173 1,-191-8,-187-12,-2613-163,2938 150,251 11,207 21,16-1,50-5,239-14,231 0,187 5,1076-10,794-21,-2357 43,-174 1,-45 3,-11 0,-75-13,76 16,-1067-162,-273-44,1123 166,207 38,0-1,1-1,-1 0,-18-10,36 15,0 0,-1 0,1 0,-1 0,1 0,0-1,-1 1,1 0,0 0,-1 0,1-1,0 1,-1 0,1-1,0 1,0 0,-1-1,1 1,0 0,0-1,-1 1,1 0,0-1,0 1,0-1,0 1,0 0,0-1,0 1,0-1,0 1,0 0,0-1,0 1,0-1,0 1,0-1,0 1,23-11,32 2,1 2,108 0,-103 6,454-5,331-13,-808 16,-71 1,-473-12,-467-5,961 19,-52 5,63-5,1 0,0 0,0 0,-1 0,1 0,0 0,0 0,0 0,-1 0,1 0,0 0,0 0,0 1,-1-1,1 0,0 0,0 0,0 0,0 0,-1 1,1-1,0 0,0 0,0 0,0 1,0-1,0 0,0 0,0 0,0 1,-1-1,1 0,0 0,0 1,0-1,0 0,0 0,0 0,0 1,0-1,1 0,-1 0,0 1,0-1,0 0,0 0,0 0,0 1,0-1,0 0,1 0,-1 0,0 0,0 1,0-1,0 0,1 0,-1 0,0 0,0 0,0 0,0 1,1-1,40 19,155 42,181 40,161 30,1058 179,13-87,-1203-175,-156-15,-161-17,-75-8,-45-4,-515-34,425 19,-973-111,942 93,143 27,1 0,-1-1,1 0,-1 0,1 0,0-1,-9-7,17 11,-1-1,0 1,1-1,-1 1,1-1,-1 1,1-1,0 0,-1 1,1-1,0 0,-1 1,1-1,0 0,0 0,-1 1,1-1,0 0,0 0,0 1,0-1,0 0,0 0,0 0,1 1,-1-1,0 0,0 0,0 1,1-1,-1 0,0 1,1-1,-1 0,1 1,-1-1,1 1,-1-1,1 0,-1 1,1-1,0 1,-1 0,1-1,0 1,1-1,12-7,1 0,0 1,0 0,1 2,24-6,10-5,508-198,-526 201,0-1,0-2,-2-1,53-39,-77 51,1-1,-2 1,1-1,-1-1,0 1,0-1,-1 1,0-1,0-1,0 1,4-14,-7 15,0 0,-1 0,1 0,-1 0,0-1,-1 1,1 0,-1 0,-1 0,1 0,-1 1,0-1,0 0,0 1,-1-1,0 1,-7-10,-1 1,-1 0,0 0,-1 1,-1 1,0 0,-1 1,0 1,0 0,-25-11,-11-2,-106-34,-239-37,-9 31,79 13,213 25,113 25,-1 0,1 0,-1 0,1 0,-1 0,1 0,0 0,-1 0,1-1,-1 1,1 0,0 0,-1 0,1-1,0 1,-1 0,1 0,0-1,-1 1,1 0,0-1,-1 1,1 0,0-1,0 1,0 0,-1-1,1 1,0-1,0 1,0 0,0-1,0 0,19-6,56 0,102 2,-122 5,92-2,315 9,-600-5,-2914 1,1673-5,1321 2,-298 6,302 1,40-3,19 0,48 1,72 0,-81-6,1 3,-1 1,53 12,-79-7,-18 0,-2-6,-1 0,0 0,1-1,-1 1,0-1,0 1,0-1,0 0,-5 1,-48 11,-113 10,116-18,-761 64,27-3,786-66,-52 5,-92 22,126-21,1 1,0 1,-26 15,26-13,-1-1,-28 11,-41 9,3 0,-1-4,-137 23,221-48,-8 2,0-1,-1-1,1 0,-19-2,28 2,0 0,-1-1,1 1,-1 0,1 0,0-1,-1 1,1-1,0 0,0 1,-1-1,1 0,0 0,0 0,0 1,0-1,0 0,0 0,0-1,0 1,0 0,0 0,1 0,-1-1,1 1,-1 0,1-1,-1 1,1 0,0-1,-1 1,1-1,0 1,0 0,0-1,0 1,0-1,0 1,1 0,-1-1,0 1,1-1,-1 1,1 0,0-2,9-17,0 0,2 1,0 0,1 0,22-24,-27 34,84-100,4 5,5 4,4 5,5 4,3 5,3 5,190-98,-268 160,1 2,78-24,-93 35,1 1,0 1,0 1,1 1,-1 2,33 3,584 11,-189-12,-450-2,10 0,1 1,-1 0,17 5,-27-5,0 0,1 0,-1 1,1-1,-1 1,0-1,0 1,0 0,0 1,0-1,-1 0,1 1,-1-1,1 1,-1 0,0 0,2 3,3 11,-1 0,0 0,-2 1,0 0,-1-1,2 37,-3-27,2 1,10 39,-12-58,1-1,0 1,1-1,0 0,0-1,1 1,0-1,0 0,1 0,0 0,0-1,7 6,8 3,0-1,1-1,1 0,0-2,0-1,1-1,32 8,187 32,-235-48,1216 151,-3-54,-796-66,-239-17,-121-6,-65-9,0 1,0-1,0 0,0 0,0 0,0 0,0 0,0 0,0 0,0 0,0 1,0-1,0 0,0 0,0 0,0 0,0 0,0 0,0 0,0 0,0 1,0-1,0 0,0 0,0 0,0 0,0 0,0 0,0 0,1 0,-1 0,0 0,0 0,0 0,0 0,0 1,0-1,0 0,0 0,-31 1,-83-6,-222-40,267 33,-1633-377,1637 371,-247-79,297 91,1 0,1 0,-1-1,1-1,-17-14,26 19,0-1,0 1,1-1,-1-1,1 1,0 0,0-1,1 1,0-1,-1 0,1 0,1 0,-1 0,1 0,0 0,0-1,0 1,1-6,1-16,2-1,1 1,1 0,9-26,5-34,-2-1,29-93,-19 80,-4-2,-5 0,5-117,-23 217,4-35,-3 0,-3-51,1 77,-1 0,0 0,-1 0,0 1,-1-1,-1 1,0 0,0 0,-1 0,0 1,-11-14,-14-11,-47-40,56 56,0-1,2 0,0-2,1 0,2-1,-24-40,29 38,5 8,-1 0,0 0,-1 1,-1 1,-13-16,21 29,1 0,-1 0,0 0,0 0,0 0,0 1,0-1,-1 1,1-1,0 1,-1 0,1 0,-1 0,1 0,-1 0,1 1,-1-1,0 1,1 0,-1 0,0 0,1 0,-1 0,0 0,1 1,-1-1,0 1,1 0,-1 0,1 0,-1 0,1 0,0 1,0-1,-1 1,1-1,0 1,0 0,0 0,1 0,-1 0,-2 3,-6 8,0-1,1 2,1-1,0 1,1 0,0 1,1 0,1 0,-4 18,-1 12,-9 90,18-111,1 0,1 0,1 1,1-1,1-1,1 1,1-1,1 1,1-2,1 1,1-1,21 34,3-6,2-2,1-1,88 82,7-9,5-6,200 125,337 150,-344-230,548 183,383 28,320-22,343-57,-1388-205,-164-21,2-32,10-37,-374 3,0 0,0-1,-1 0,1 0,0-1,-1 0,0-1,0 0,0-1,0 0,-1 0,0-1,0 0,0 0,-1-1,0 0,0 0,0-1,8-14,9-13,-2-2,-2 0,19-49,-32 63,-1 0,-1-1,-1 1,-1-1,-1 0,-2 0,0 0,-1 0,-6-32,5 50,1 1,-1 0,0-1,0 1,0 0,-1 0,1 0,-1 1,0-1,-1 1,1 0,-1-1,0 2,0-1,0 0,-1 1,1 0,-1 0,0 0,0 0,0 1,0 0,0 0,-6-1,-17-5,1 2,-1 1,-44-3,32 4,-159-28,174 23,25 9,0 0,0 0,0-1,0 1,0 0,0 0,0-1,0 1,0 0,0 0,0 0,0-1,0 1,0 0,0 0,0 0,1-1,-1 1,0 0,0 0,0 0,0-1,0 1,1 0,-1 0,0 0,0 0,0 0,0-1,1 1,-1 0,0 0,0 0,1 0,-1 0,0 0,0 0,0 0,1 0,-1 0,0 0,0 0,1 0,-1 0,0 0,0 0,1 0,55-6,310 4,-21 1,-328 0,-1-1,0-1,1 0,-1-1,-1 0,1-1,0-1,20-11,3-6,62-48,-73 51,31-24,1 4,3 2,1 2,89-34,-129 63,1 1,0 1,0 1,42-1,48-7,-66 4,-36 8,0-2,-1 0,1-1,-1 0,1 0,19-10,-32 13,0 0,0 0,1 0,-1 0,0 0,0 0,1 0,-1 0,0 0,0 0,1-1,-1 1,0 0,0 0,0 0,1 0,-1-1,0 1,0 0,0 0,1-1,-1 1,0 0,0 0,0-1,0 1,0 0,0 0,0-1,0 1,0 0,0 0,0-1,0 1,0 0,0 0,0-1,0 1,0 0,0-1,0 1,0 0,0 0,0-1,0 1,-15-6,-22 1,24 5,0 1,0 0,1 2,-1-1,1 1,-1 1,1 0,0 1,1 0,-1 1,-13 9,-19 13,-55 47,82-61,-3 5,0 0,1 2,-23 33,-15 15,43-51,0 0,2 0,-17 33,20-34,0-1,-1 0,-1 0,0-1,-26 26,37-40,-34 31,-2-1,-1-2,-1-2,-58 33,83-53,1 1,0 1,0 0,1 1,-12 12,-38 30,-293 180,316-206,1 1,1 3,2 0,-31 36,0 25,20-25,14-20,-36 68,50-80,-2-1,-2 0,0-2,-52 57,39-55,-92 85,16-15,75-67,-2-1,-43 30,37-32,-57 59,53-48,-27 36,56-58,-1-1,0-1,-2 0,-26 18,15-12,0 1,2 1,1 2,2 0,-29 43,-69 73,-150 155,61-63,38-48,8-34,64-44,11-11,7-12,-78 107,-49 51,170-201,25-25,-1-1,0-1,-1-1,-1-1,-1 0,0-2,-33 17,-15 5,53-27,-1-1,1 0,-2-1,1-1,-1-1,-23 5,16-8,1-1,0-1,-1-1,1-1,0-2,0 0,0-2,-46-14,13-3,1-2,-78-45,24 19,86 38,-1 1,0 1,0 1,-1 1,0 2,-1 1,-29-3,50 7,-54-8,-39-7,-182-5,-857 22,1119-2,-1-1,1-1,-1-1,1-1,0-1,-31-13,27 12,0 1,-1 0,-44-2,42 5,-1 0,-48-14,16-1,-79-11,76 15,40 7,-47-4,39 7,0-2,0-1,-33-12,35 10,0 0,0 3,-54-7,-95 12,121 3,0-2,0-3,0-2,-81-18,-131-26,50 12,183 31,0 2,-41-1,-37-3,91 3,1 0,-36-15,35 12,-1 0,-28-5,9 8,-72 1,84 5,1-2,0-1,-1-1,1-1,-36-11,30 4,-1 2,0 1,-60-3,-113 7,-695 5,884 0,0 1,0 1,0 1,1 1,-1 1,-28 12,5-2,17-10,-1 0,-1-2,1-1,0-2,-1 0,-31-4,-4 1,44 2,-12-2,1 2,-1 1,0 2,1 1,-56 15,70-13,6-2,0 0,1-1,-1-1,-21 3,28-5,0 0,1 0,-1 0,0-1,0 0,0 0,1 0,-1 0,0 0,1-1,-1 0,1 0,0 0,0 0,0 0,0 0,0-1,-4-3,-20-24,1-1,1 0,2-2,1-1,-25-53,-13-36,-166-309,197 378,21 38,-1-1,0 2,-20-26,5 9,2-1,2 0,1-2,-19-47,-2-1,21 42,-2 2,-2 0,-2 1,-1 2,-2 0,-43-41,-142-141,183 186,20 22,0-1,0 2,-1-1,-16-10,-168-121,148 103,-151-127,157 127,2-1,-55-74,76 91,-1 1,-38-33,37 35,0 0,1-1,-18-24,-148-199,147 188,-67-88,87 122,0 1,-2 1,0 0,-33-22,16 17,2-1,0-3,2 0,-59-66,89 92,1-1,0 1,0-1,0 0,1 1,-1-1,0 0,1 0,0 0,0 0,0 0,0 0,0-1,1 1,-1 0,1 0,0-1,0 1,0-4,2 4,0 0,0 1,-1-1,1 0,1 1,-1 0,0-1,1 1,-1 0,1 0,0 0,-1 1,1-1,0 0,0 1,0 0,0 0,0 0,1 0,3 0,35-10,1 3,0 1,49-2,142 5,-156 5,1247 3,-1293-2,-32-2,0 0,1 0,-1 0,0 0,0 0,0 0,1 0,-1 1,0-1,0 0,0 0,0 0,1 0,-1 0,0 0,0 0,0 0,0 0,1 1,-1-1,0 0,0 0,0 0,0 0,0 0,0 1,0-1,1 0,-1 0,0 0,0 1,0-1,0 0,0 0,0 0,0 0,0 1,0-1,0 0,0 0,0 0,0 1,0-1,0 0,0 0,0 0,0 1,-1-1,1 0,0 0,0 0,0 0,0 1,0-1,-44 24,-395 154,428-173,-1 1,1 0,0 1,1 1,0 0,0 0,1 0,-10 12,0 4,1 1,-15 28,29-46,-19 24,-13 22,35-51,0 1,0-1,0 0,0 1,1-1,-1 0,1 1,-1-1,1 1,0-1,0 1,0-1,0 1,1-1,-1 1,0-1,1 0,0 1,0-1,0 0,1 3,1 0,1-1,0 1,0-1,0 0,0-1,0 1,1-1,0 0,0 0,-1 0,2 0,-1-1,8 3,85 19,-66-18,856 154,-193-39,-633-110,0 3,79 30,-133-41,0 0,-1 0,0 1,0 0,0 1,6 5,-12-10,0 1,-1-1,1 1,0-1,-1 1,1-1,-1 1,1 0,-1-1,1 1,-1 0,1-1,-1 1,1 0,-1 0,0-1,0 1,1 0,-1 0,0 0,0-1,0 1,0 0,0 0,0 0,0-1,0 1,0 0,0 0,0 0,-1-1,1 1,0 0,-1 0,1-1,0 1,-1 0,1 0,-1-1,1 1,-1-1,0 2,-3 0,1 0,-1 0,1 0,-1 0,0 0,0-1,-7 2,-38 6,1-2,-2-1,1-4,-55-3,19 1,-692-3,688 3,77 2,25 1,250 28,-244-29,449 36,531 62,-967-95,3-1,-1 1,0 2,0 2,50 18,-67-14,-17-12,0-1,0 0,0 1,0-1,0 0,0 1,0-1,0 0,0 1,0-1,0 0,0 1,0-1,0 0,0 1,0-1,0 0,-1 1,1-1,0 0,0 0,0 1,-1-1,1 0,0 0,0 1,-1-1,1 0,0 0,-1 0,1 0,-1 1,-36 10,36-11,-160 22,79-12,55-5,57-2,239-2,-11-1,2608 29,-2814-26,-65-2,-93 0,-2533-2,2958 1,-8 0,89 0,2308 27,-2221-16,-72 4,-408-15,534 31,-402-15,-134-15,0 0,1 0,-1 0,0 1,0 0,-1 0,1 0,5 3,-10-4,1-1,-1 0,1 1,-1-1,0 0,1 1,-1-1,1 1,-1-1,0 1,1-1,-1 1,0-1,0 1,0-1,1 1,-1-1,0 1,0 0,0-1,0 1,0-1,0 1,0-1,0 1,0 0,0-1,0 1,0-1,-1 1,1-1,0 1,0-1,0 1,-1-1,1 1,-1 0,-5 4,0 1,0-2,0 1,-1-1,0 0,1 0,-9 2,-3 4,9-1,17-3,34-1,464 2,-251-8,763 52,77 0,-1324-54,0-10,-310-57,522 67,0-1,1 0,-1-2,1 0,-22-11,36 16,0 0,0-1,0 1,0 0,0-1,0 1,1-1,-1 0,1 1,-1-1,1 0,0 0,-1 0,1 0,0 0,0 0,1 0,-1-1,0-3,1 3,0 0,1 0,0 1,0-1,0 0,0 0,0 0,0 1,1-1,-1 0,1 1,0 0,0-1,0 1,0 0,0 0,0 0,1 0,4-3,20-13,0 0,42-19,-33 18,-34 18,0 1,0-1,-1 0,1 0,0-1,-1 1,1 0,-1 0,1-1,-1 1,0-1,2-2,-3 4,0 0,0-1,0 1,0-1,0 1,0-1,0 1,0 0,0-1,0 1,0-1,0 1,0-1,0 1,-1 0,1-1,0 1,0-1,0 1,-1 0,1-1,0 1,0 0,-1-1,1 1,0 0,-1-1,1 1,0 0,-1 0,1 0,-1-1,-7-2,1 0,0 1,-1 0,-14-3,8 3,-220-55,193 41,36 8,15 2,24 0,739-30,-754 36,-307 27,268-28,32-4,37-7,-46 12,137-26,188-10,122 19,-1031-17,468 23,-1820-215,1596 185,-1 16,-358 18,831 17,259 30,438 102,-831-142,143 37,-126-31,0 1,0 0,0 1,-1 1,16 12,-29-19,0 1,0 0,-1-1,1 2,-1-1,0 0,0 0,0 1,0 0,-1 0,0-1,1 2,-1-1,-1 0,1 0,0 0,0 7,-2-7,0 1,0-1,0 0,-1 0,0 0,1 0,-2 0,1 0,0 0,-1 0,0 0,0 0,0-1,0 1,-4 4,-7 6,0 0,-1-2,0 0,-1 0,-1-1,1-1,-20 9,-78 34,-238 76,193-76,-641 261,775-303,-75 37,89-42,-1 0,2 1,-1 0,1 0,0 1,-10 11,18-18,1-1,-1 1,0 0,0 0,0 0,0 0,1 0,-1 0,0 0,1 0,-1 0,1 0,0 0,-1 1,1-1,0 0,-1 0,1 0,0 1,0-1,0 0,0 0,0 0,0 1,1-1,-1 0,0 0,1 0,-1 1,0-1,1 0,0 0,-1 0,1 0,0 0,-1 0,1 0,0 0,0 0,0-1,1 2,5 2,0 0,0-1,0 0,0 0,13 3,82 16,1-4,179 9,-166-20,215 42,-324-47,2-1,0 1,-1 0,1 0,-1 1,0 0,0 1,0 0,0 0,0 0,-1 1,13 10,-20-14,1 0,0 1,-1-1,1 0,0 0,-1 1,0-1,1 0,-1 1,0-1,1 0,-1 1,0-1,0 1,0-1,0 0,-1 1,1-1,0 0,-1 1,1-1,0 0,-1 1,0-1,1 0,-1 0,-1 3,-30 27,5-12,-1-2,-1-1,-1-1,-44 16,-133 31,20-29,114-23,-83 24,126-20,30-13,0-1,0 0,-1 0,1 1,0-1,0 0,0 0,0 1,0-1,0 0,0 1,0-1,0 0,0 1,0-1,0 0,0 0,0 1,0-1,0 0,0 1,0-1,0 0,1 0,-1 1,0-1,0 0,0 0,0 1,1-1,-1 0,0 0,0 0,0 1,1-1,-1 0,0 0,0 0,1 0,-1 1,0-1,0 0,1 0,-1 0,0 0,1 0,8 3,0-1,-1 0,1 0,18 1,424 6,-48-3,-378-6,-1 1,1 2,0 0,-1 2,1 0,40 16,-63-21,-1 1,1-1,-1 1,0-1,0 1,1 0,-1-1,0 1,0 0,0 0,0 0,0 0,0 0,0 0,0 0,0 0,0 0,-1 0,1 0,0 1,-1-1,1 0,-1 1,0-1,1 0,-1 1,0-1,1 2,-2-1,0 0,-1 0,1 0,0 0,-1 0,1 0,-1 0,1 0,-1-1,0 1,0-1,1 1,-1-1,0 0,-3 2,-47 23,-1-2,-1-2,-1-3,-68 15,35-9,23-7,-9 2,0 4,-119 55,187-76,0 0,0 0,1 1,-1 0,1 0,0 0,0 1,1 0,-1 0,1 0,-4 6,7-8,0 0,0 0,0 0,0-1,0 1,1 0,-1 0,1 0,0 0,0 0,0 0,0 0,0 0,1 0,-1 0,1 0,0 0,0 0,0 0,0-1,1 1,-1 0,1-1,-1 1,4 3,9 11,0-1,2 0,-1-1,32 22,79 45,-90-60,-10-5,1-1,1-1,0-2,1 0,0-2,60 14,-6-14,124 0,86-17,-232 4,213-21,-232 17,0-2,-1-2,0-2,55-24,-79 28,0-2,-1 0,0-1,-1-1,0 0,-1-1,-1 0,0-1,16-21,4-14,45-85,-60 99,85-144,-35 63,79-185,-131 263,-10 25,0 0,-1 0,0-1,-1 1,-1-1,4-24,-7 37,0-1,0 1,0-1,0 1,-1-1,1 1,0-1,0 1,-1-1,1 1,-1-1,0 1,1 0,-1-1,0 1,0 0,0 0,0-1,0 1,0 0,0 0,0 0,0 0,0 0,-1 0,1 1,0-1,-1 0,1 1,0-1,-1 1,1-1,-3 1,-4-2,1 2,-1-1,0 1,0 0,-9 2,14-2,-399 53,88-8,-123-9,44-5,378-29,-5-1,42-16,77-33,187-64,113 3,-365 101,-11 2,-1 1,1 0,1 2,-1 1,0 0,30 3,-52-1,0 0,-1 0,1 0,0 0,0 0,-1 0,1 0,0 0,-1 0,1 1,0-1,-1 0,1 0,-1 1,1-1,0 0,-1 1,1-1,-1 1,1-1,-1 1,1-1,-1 1,1-1,-1 1,1-1,-1 1,0-1,1 1,-1 0,0-1,0 1,1 0,-1-1,0 1,0 0,0-1,0 1,0 0,0-1,0 1,0 0,0-1,0 1,0 0,0-1,-1 1,1 0,0-1,-1 2,-3 4,0 0,-1 0,1 0,-1 0,-1-1,1 0,-1 0,0-1,-9 7,-75 40,65-38,-143 69,-327 112,-194 1,564-162,122-33,0 1,-1 0,1-1,0 1,0 1,0-1,0 0,1 1,-1-1,0 1,1 0,-4 2,8-3,-1 0,1 0,-1 0,1 0,0 0,-1-1,1 1,0 0,-1-1,1 0,0 1,0-1,-1 0,1 0,0 0,0 0,0 0,2-1,67-3,-2-3,1-3,119-33,-88 19,-31 7,-35 7,0 2,0 2,65-4,-97 10,0 0,0 0,0 0,0 1,0-1,0 1,-1-1,1 1,0 0,0 1,-1-1,1 0,0 1,-1-1,1 1,-1 0,0 0,0 0,0 0,0 0,0 0,0 1,0-1,-1 1,1-1,-1 1,1 0,-1-1,0 1,0 0,-1 0,1 0,-1 0,1 0,-1 0,0 0,0 5,0-1,-1 1,1-1,-1 0,-1 0,1 0,-1 0,-1 0,1 0,-1 0,0-1,-1 1,1-1,-1 0,-9 10,-48 37,60-53,1 0,0 0,-1 1,1-1,0 0,0 1,-1-1,1 1,0-1,0 0,-1 1,1-1,0 1,0-1,0 1,0-1,0 0,0 1,0-1,-1 1,1-1,1 1,-1-1,0 1,0-1,0 1,0-1,0 0,0 1,0-1,1 1,-1-1,0 0,0 1,1-1,-1 1,0-1,0 0,1 1,-1-1,0 0,1 0,-1 1,1-1,23 7,16-3,81-2,-83-3,72 7,-89 1,-20-7,-1 0,0 0,0 0,0 0,0 0,0 1,1-1,-1 0,0 0,0 0,0 0,0 1,0-1,0 0,0 0,1 0,-1 1,0-1,0 0,0 0,0 0,0 1,0-1,0 0,0 0,0 0,0 1,0-1,0 0,0 0,0 0,-1 1,1-1,0 0,0 0,0 0,0 1,0-1,0 0,0 0,-1 0,1 0,0 1,-32 15,-25 2,-1-3,-1-2,-70 6,-184 2,289-20,-1480 6,1522-8,-1 0,1-1,-1 0,0-1,26-9,-41 9,-10 0,-47-3,0 2,-84 4,42 1,-1745-47,1718 36,92 6,32 4,0-1,0 1,0 0,0 0,0 0,0 0,0 0,0 0,0 0,0 0,0-1,0 1,0 0,0 0,0 0,0 0,0 0,0 0,0 0,0 0,0 0,0-1,0 1,0 0,-1 0,1 0,0 0,0 0,0 0,0 0,0 0,0 0,0 0,0 0,0 0,0 0,-1 0,1 0,0 0,0 0,0 0,0 0,51-4,988 1,-708 6,-311-4,-47-2,-7-1,-1745-271,242 16,1503 253,-751-137,775 139,28 8,-1 5,-16-9,-1 1,0-1,0 1,0-1,0 0,-1 1,1-1,0 1,0-1,0 1,0-1,0 1,-1-1,1 0,0 1,0-1,-1 1,1-1,0 0,0 1,-1-1,1 0,0 1,-1-1,1 0,-1 1,1-1,0 0,-1 0,1 0,-1 1,1-1,-1 0,1 0,-1 0,1 0,-1 0,1 0,-1 0,1 0,-1 0,-24 6,0 0,-1-2,0-1,1-1,-33-2,-49 5,-1 6,-194 26,296-36,1 0,0 0,0 1,0-1,0 1,0 0,0 0,1 1,-1-1,1 1,-1 0,-3 4,7-6,0 0,0 1,0-1,0 0,1 0,-1 0,0 1,1-1,-1 0,1 1,-1-1,1 1,0-1,-1 1,1-1,0 1,0-1,0 0,1 3,-1-1,1 0,0 0,0-1,1 1,-1 0,1-1,-1 1,1-1,0 1,0-1,0 0,0 1,3 1,19 14,1 0,0-2,1 0,39 16,-8-4,363 203,-205-120,-211-109,1 0,-1 0,1 0,-1-1,1 0,0 1,0-2,5 2,-10-2,1 0,-1 0,1 0,-1-1,1 1,-1 0,1 0,-1 0,1 0,-1 0,1-1,-1 1,0 0,1 0,-1-1,1 1,-1 0,0-1,1 1,-1-1,0 1,1 0,-1-1,0 1,0-1,1 1,-1-1,0 1,0-1,1-1,-1-1,0 1,-1 0,1 0,0 0,-1 0,1 0,-1 0,1 0,-1 0,-2-3,-40-70,33 61,1-1,1 0,0 0,0-1,-7-25,14 35,0 1,0-1,1 1,-1-1,1 1,1-1,-1 0,1 1,0-1,0 1,1-1,-1 1,1 0,0 0,1 0,-1 0,1 0,0 0,0 1,1-1,6-7,-2 5,0 1,0 0,1 0,-1 0,1 1,0 0,1 1,-1 0,1 1,0-1,0 2,0 0,20-2,77-9,152 2,-224 11,1099 0,55 0,-1106-1,-26 1,84-12,-152 7,-21 1,-12 2,-589-45,346 22,-76-9,-106-48,-52-8,478 80,0-1,1-2,0-2,1-2,-45-25,-73-29,-172-79,238 103,0 1,-106-71,182 107,0 0,-1 1,1 1,-2 0,1 2,-26-6,-119-15,79 16,35 4,1 2,-1 2,-86 7,133-4,0 0,0 0,1 0,-1 0,0 1,0-1,1 0,-1 1,0 0,1-1,-1 1,1 0,-1 0,1 0,-1 0,-1 2,3-2,-1-1,1 1,0 0,0-1,0 1,-1 0,1-1,0 1,0 0,0-1,0 1,0 0,1 0,-1-1,0 1,0 0,0-1,1 1,-1 0,0-1,0 1,1 0,-1-1,1 1,-1-1,1 1,0 0,3 4,1-1,0 1,0-1,0-1,1 1,-1 0,12 4,19 5,0-1,1-2,1-2,-1-1,62 2,-19-1,89 12,1780 199,5-50,-517-120,-1075-41,-112-1,353 55,-375-6,-190-45,-29-9,0 1,0 0,0 1,0 0,8 5,-15-9,-1 1,0 0,0-1,0 1,0 0,0 0,-1 0,1 0,0-1,0 1,0 0,-1 1,1-1,-1 0,1 0,-1 0,1 0,-1 0,1 1,-1-1,0 0,0 0,0 0,0 1,0-1,0 0,0 0,0 1,0-1,0 0,-1 0,1 0,0 1,-1-1,1 0,-1 0,0 0,1 0,-1 0,0 0,1 0,-1 0,0 0,0 0,0 0,0-1,0 1,-1 1,-6 4,1 0,-1-1,-1 0,1 0,-1-1,1 0,-1 0,0-1,-1 0,-10 2,-19 2,-47 3,60-8,-788 18,584-22,-106 2,-705-6,852 0,117 0,62 2,43-1,767-10,-531 16,-32-2,420 3,-527 4,-85 5,-45-11,1 0,-1 0,0 0,0 0,0 0,1 0,-1 0,0 0,0 0,0 1,1-1,-1 0,0 0,0 0,0 0,0 1,0-1,0 0,1 0,-1 0,0 1,0-1,0 0,0 0,0 0,0 1,0-1,0 0,0 0,0 0,0 1,0-1,0 0,0 0,0 1,0-1,0 0,0 0,0 0,0 1,0-1,-1 0,1 0,0 0,0 1,-20 9,-64 14,-105 15,-4 1,97-17,1 4,-169 73,259-97,-1 0,1 0,-1 0,1 1,0-1,1 1,-1 1,1-1,-1 1,1-1,0 1,1 0,0 1,-1-1,2 0,-5 10,6-10,0 1,0-1,0 1,1-1,0 1,0-1,0 1,1 0,0-1,0 1,0-1,1 0,0 1,0-1,0 0,0 0,1 0,4 6,3 3,1-1,1 0,0-1,25 20,-24-22,0 1,0 1,-2 0,20 25,-28-32,0-1,-1 1,0 0,0 0,0-1,0 2,-1-1,0 0,0 0,0 0,-1 0,0 1,0-1,0 0,-1 0,1 1,-1-1,0 0,-4 10,0-4,0-1,0 1,-1-1,-1 0,0-1,0 1,-1-2,0 1,0-1,-1 0,0 0,0-1,-1 0,0-1,-14 7,-18 6,-1-1,-68 18,93-30,-21 6,-253 83,227-70,0-3,-1-2,-2-4,1-3,-2-2,-122 2,-68 2,126-4,6-9,-17 1,142-3,-1 0,1 1,0-1,-1 0,1 1,0 0,-1 0,1 0,0 0,0 0,0 0,0 0,0 1,0-1,0 1,0-1,1 1,-1 0,0 0,1-1,0 1,-1 0,1 1,0-1,0 0,0 0,0 0,1 1,-1-1,0 0,1 1,0-1,-1 0,1 1,0-1,0 1,1-1,-1 0,0 1,2 2,0 6,0 1,1-1,1 1,0-1,0 0,12 19,-5-11,2-1,0 0,1-1,1 0,0-2,2 1,-1-2,2 0,0-1,0-1,1 0,1-2,0 0,0-1,1-2,0 0,0 0,1-2,0-1,0-1,0-1,0 0,0-2,40-4,-59 3,0 1,-1 0,1-1,0 0,0 1,-1-1,1 0,-1-1,1 1,-1 0,1-1,-1 1,0-1,0 0,0 0,0 0,0 0,3-4,-5 5,1 1,-1-1,0 0,0 0,0 1,1-1,-1 0,0 1,0-1,0 0,0 0,0 1,0-1,0 0,-1 0,1 1,0-1,0 0,-1 0,1 1,0-1,-1 0,1 1,0-1,-2 0,1-1,-1 0,0 1,0-1,0 1,0 0,-1 0,1-1,0 1,-1 0,1 1,-5-2,-40-8,-53-4,22 3,1 3,-1 3,-100 7,-54-3,165-7,0-4,-90-26,138 33,-65-26,63 22,-1 1,-43-11,-140-20,185 34,1 0,-36-15,35 12,0 0,-32-6,-49-1,67 12,0-2,0-1,1-1,0-2,-44-19,51 18,-1 0,0 2,0 1,-55-7,47 9,0-2,-44-14,41 10,1 2,-66-7,19 3,-13 1,70 10,-1-1,1-2,-49-13,12-3,0 4,-2 2,-102-9,62 9,64 8,1 2,-1 1,-73 3,112 2,-1-1,1 1,-1 0,1 0,-1 1,1-1,-1 1,1-1,0 1,0 0,0 1,-4 2,7-4,-1-1,1 1,-1-1,1 1,-1 0,1-1,-1 1,1 0,0-1,-1 1,1 0,0-1,0 1,-1 0,1 0,0 0,0-1,0 1,0 0,0 0,0-1,0 1,0 1,1-1,0 1,0-1,0 0,0 0,0 0,0 0,0 0,0 0,0 0,0 0,0 0,1 0,-1-1,0 1,1-1,-1 1,3 0,32 10,2-1,-1-2,1-1,0-2,51-1,-29 0,7 3,68 18,-70-12,75 6,127-16,-176-4,-72 3,1 0,-1 2,0 0,-1 1,1 1,-1 1,25 13,-20-10,1 0,0-1,42 8,162 6,-146-9,201 27,-52-10,25 1,-153-25,1 3,176 42,61 28,-31-26,-201-35,142 6,-193-19,87 21,-9-2,-44-16,175-8,-115-5,398 5,-490 2,-1 3,78 18,46 5,101-22,-267-6,1 1,-1 1,1 1,-1 0,29 12,30 7,-35-17,0-1,0-2,48-3,37 3,-40 9,-72-8,1-1,0-1,-1 0,1-1,0 0,0-1,0-1,0-1,0 0,16-5,-21 4,0-1,0 0,0-1,-1 0,0 0,0-1,-1 0,1-1,-1 0,-1 0,9-10,-4 0,0 0,-2-1,0 0,15-36,262-518,-236 479,187-308,-168 299,148-166,-117 168,-61 62,-2-1,-1-2,59-86,-3-30,66-105,-113 194,92-106,-107 144,1 2,50-35,-29 23,104-65,-102 70,-21 16,0 0,0 3,54-18,113-25,-61 21,-101 24,-1-2,-1-2,43-27,-9 5,-44 24,-7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7:12.59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14219 277,'893'0,"-874"-1,-1-1,-1-1,1-1,0-1,32-12,-25 8,0 1,26-5,193-29,-216 37,1-2,38-14,-43 13,0 0,0 2,1 1,26-3,144 9,22-2,-204-1,0-1,-1-1,0 0,1 0,-1-1,-1-1,1 0,17-13,-13 9,0 1,1 1,17-8,-27 14,0 0,-1 1,1 0,0 0,0 0,0 0,0 1,-1 1,1-1,0 1,0 0,8 2,61 24,-57-19,1 0,0-2,0 0,33 4,39-9,-71-3,-1 2,1 1,0 0,22 5,-32 1,-23-1,-27 1,-432 4,302-13,-3432 1,2483 62,460 24,517-68,-219-2,70-7,-417 53,149-30,-1-32,253-1,-3954 1,3974 24,207-14,-34 6,-126 8,22-6,6 0,84-16,25-2,-106 14,128-5,50-6,0 0,0 2,0 2,1 1,0 1,-43 17,49-13,-1-2,0-1,-1 0,0-2,0-1,0-1,-1-1,0-2,-40 0,-109-6,-163 5,117 32,156-20,0-3,-86 2,-409-14,1165 4,828-5,-600-31,110 0,-898 34,-1-1,0-2,73-15,-101 14,-2 0,1-2,0 1,-1-2,0 0,-1 0,1-1,-2-1,1 0,-1-1,0-1,-1 1,18-24,-10 5,-1-1,-2-1,-1 0,-1-1,13-46,-11 30,31-62,-23 75,-24 35,1-1,-1 1,1-1,-1 1,1 0,-1-1,1 1,0 0,-1-1,1 1,0 0,-1-1,1 1,0 0,-1 0,1 0,0 0,-1 0,1 0,0 0,0 0,0 0,0 1,0 0,0-1,0 1,0 0,-1-1,1 1,0 0,0 0,-1 0,1-1,-1 1,1 0,-1 0,1 0,-1 0,1 0,-1 0,0 1,6 18,-1 0,-2 0,0 0,1 28,-5 93,0-75,6 249,1-229,28 140,61 158,16 80,-102-419,-2 0,-2 0,-1 0,-7 88,2-127,0-1,0 0,0 1,-1-1,0 0,0 1,-1-1,1-1,-1 1,0 0,-1-1,-4 7,-4 1,-1-1,-24 18,24-20,1 0,0 1,-21 22,6 5,2 1,-28 57,28-48,-50 71,-402 486,465-592,0 0,0-1,-1 0,0-1,-1 0,0-1,0-1,-1 0,0-1,-1-1,1 0,-1-1,0 0,-24 2,-19 0,0-2,-103-6,78-1,-366 1,442 1,0 0,0 0,0 1,1 0,-1 1,0 0,1 0,-1 0,1 1,0 0,0 1,0 0,-7 4,9-4,1 1,-1-1,1 1,0 0,0 0,0 0,1 0,0 1,0-1,0 1,1 0,0 0,0 0,0 0,1 0,-1 11,1 44,2-43,-1-1,-1 0,0 1,-6 26,6-40,1-1,-1 0,0 0,-1 0,1 0,0 0,-1 0,0-1,0 1,0-1,0 1,0-1,0 1,0-1,-1 0,1 0,-1 0,0 0,0-1,1 1,-1-1,0 0,0 0,0 0,-1 0,1 0,0 0,0-1,-6 0,3 0,-1 0,1-1,0 0,-1 0,1-1,0 0,0 0,0-1,0 1,0-1,-7-5,-61-48,42 31,-13-9,1-2,-61-65,58 49,2-3,-51-82,33 43,45 71,1-1,1-1,1-1,-19-45,7 1,-16-50,13 30,-72-146,-14-42,85 194,-4 1,-4 1,-72-113,37 92,47 68,-41-69,48 69,3 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8:13.76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0 525,'18'-19,"0"1,2 1,22-17,204-125,-214 139,0 1,0 1,2 3,0 0,1 2,67-15,-17-1,-85 29,0 0,0 0,1 0,-1 0,0 0,0 0,0 0,1 0,-1 0,0 1,0-1,0 0,0 0,1 0,-1 0,0 0,0 0,0 0,0 0,0 0,1 1,-1-1,0 0,0 0,0 0,0 0,0 0,0 0,0 1,0-1,1 0,-1 0,0 0,0 0,0 1,0-1,0 0,0 0,0 0,0 1,0-1,0 0,0 0,0 0,0 0,0 1,0-1,0 0,-1 0,1 0,0 0,0 1,0-1,-7 17,-11 13,-2-3,13-15,-1 0,-1-1,0 0,0 0,-1-1,-15 11,40-33,-1 0,20-22,10-12,0 8,1 2,2 2,80-44,-135 92,-11 9,-42 34,-2-2,-2-3,-100 60,164-111,1-1,0 1,-1-1,1 0,-1 1,1-1,0 1,-1-1,1 0,-1 1,0-1,1 0,-1 1,1-1,-1 0,1 0,-1 0,0 1,1-1,-1 0,0 0,1 0,-1 0,1 0,-1 0,0 0,1 0,-1-1,1 1,-1 0,0 0,1 0,-1-1,1 1,-1 0,1-1,-1 1,1 0,-1-1,1 1,-1-1,1 1,-1-1,1 1,0-1,-1 1,1-1,0 1,0-1,-1 1,1-1,0 0,0 1,0-1,0 1,-1-1,1 0,0 1,0-1,0 1,0-1,1 0,-1 1,0-1,0 0,0 1,1-1,12-44,-5 31,0 1,1 1,0-1,1 2,0-1,1 1,0 1,1 0,0 0,27-15,-22 21,-22 17,-20 19,8-17,1 0,-2 0,0-2,0 0,-2-1,1-1,-1-1,-1-1,-28 9,39-16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8:19.479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4 4,'-1'-2,"-1"0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8:21.2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1 316,'6'-1,"1"-1,-1 0,1 0,-1-1,0 0,0 0,0 0,-1-1,9-6,12-7,302-145,-208 105,-118 56,0 0,-1 0,1 0,0 0,0 1,0-1,0 1,0-1,0 1,0-1,0 1,0 0,3 0,-4 1,-1-1,0 0,1 1,-1-1,0 0,0 1,1-1,-1 0,0 1,0-1,0 1,1-1,-1 1,0-1,0 0,0 1,0-1,0 1,0-1,0 1,0-1,0 1,0-1,0 1,-1-1,1 0,0 1,0-1,0 1,0-1,-1 0,1 1,0-1,-1 1,-3 5,1 0,-1 0,-1 0,1-1,-1 0,-8 7,-11 5,-1-2,-1 0,0-2,-1-1,0-1,-1-2,-31 7,58-15,1-1,-1 1,1-1,-1 0,0 1,1-1,-1 0,1 0,-1 1,0-1,1 0,-1 0,0 0,1 0,-1 0,0 0,1 0,-1 0,0 0,1 0,-1 0,0 0,1-1,-1 1,0 0,1 0,-1-1,1 1,-1 0,0-1,1 1,-1 0,1-1,-1 1,1-1,0 1,-1-2,14-21,36-25,-13 16,2 3,65-40,-103 69,0-1,0 1,0 0,0 0,0 0,0 0,0-1,0 1,0 0,1 0,-1 0,0 0,0 0,0 0,0-1,0 1,1 0,-1 0,0 0,0 0,0 0,0 0,1 0,-1 0,0 0,0 0,0 0,1 0,-1 0,0 0,0 0,0 0,0 0,1 0,-1 0,0 0,0 0,0 0,1 0,-1 0,0 0,0 0,0 0,0 0,0 1,1-1,-1 0,0 0,0 0,0 0,0 0,0 1,0-1,1 0,-1 0,0 0,0 0,0 1,0-1,0 0,0 0,0 1,-8 15,-17 19,7-14,-36 32,47-47,0 0,-1 0,0-1,-1 1,1-2,-1 1,0-1,-13 4,11-7,4-3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8:32.351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808 245,'15'-19,"35"-34,-29 31,-14 14,1 1,0-1,1 1,11-8,-16 17,-8 7,-9 12,-29 26,-3-2,-1-1,-2-3,-57 37,149-131,5 7,1 2,2 3,112-68,-136 95,-27 14,-1 0,0 0,0 0,0 0,0 0,0 0,1 0,-1 0,0 0,0 0,0 0,0 0,1 0,-1 0,0 0,0 0,0 0,0 0,0 0,1 0,-1 1,0-1,0 0,0 0,0 0,0 0,0 0,0 0,1 1,-1-1,0 0,0 0,0 0,0 0,0 0,0 1,0-1,0 0,0 0,0 0,0 0,0 1,0-1,0 0,0 0,0 0,0 0,0 0,0 1,0-1,0 0,0 0,0 0,0 0,-1 0,1 1,0-1,0 0,0 0,0 0,0 0,0 0,0 0,-1 0,1 1,0-1,-5 6,0 1,0-1,-1 0,-11 10,-53 37,-2-3,-2-3,-2-4,-85 36,154-76,-1 1,0-1,1-1,-1 1,-13 1,20-4,1 0,-1 0,0 0,1 0,-1 0,1 0,-1 0,1 0,-1 0,0 0,1 0,-1 0,1 0,-1-1,1 1,-1 0,1 0,-1-1,1 1,-1 0,1-1,0 1,-1-1,1 1,-1 0,1-1,0 1,-1-1,1 1,0-1,-1 0,1-1,0-1,1 1,-1 0,0 0,1-1,-1 1,1 0,0 0,-1 0,1 0,0 0,1 0,0-3,16-21,0 0,2 1,1 0,1 2,0 1,2 1,39-28,-46 42,-23 22,-23 24,2-11,-1-1,-2-1,-1-2,0-1,-2-1,-1-2,0-2,-71 28,104-45,-1-1,1 1,-1 0,0-1,1 1,-1-1,0 0,0 1,1-1,-1 0,0 0,0 0,1 0,-3-1,3 1,1-1,0 1,-1 0,1-1,0 1,0-1,-1 1,1 0,0-1,0 1,0-1,-1 1,1 0,0-1,0 1,0-1,0 1,0-1,0 1,0-1,0 1,0 0,0-1,0 1,0-1,0 1,1-1,-1 1,0-1,0 1,0 0,1-1,2-6,1 0,0 1,1 0,-1 0,8-7,29-28,2 3,1 1,2 2,51-30,-17 19,150-64,-223 107,-1 1,-1-1,1 1,0 0,-1 0,1 0,0 1,0 0,0 0,0 0,1 1,9 0,-15 1,0-1,0 0,-1 1,1-1,0 1,0-1,0 1,-1-1,1 1,0 0,-1-1,1 1,-1 0,1-1,0 1,-1 0,0 0,1 0,-1-1,1 1,-1 0,0 0,0 0,0 0,1 0,-1 0,0 0,0 0,0-1,0 1,0 0,-1 0,1 0,0 0,0 0,-1 0,1 0,0-1,-1 1,1 0,-1 0,0 1,-23 39,22-38,-42 52,-2-1,-2-2,-2-2,-3-3,-1-2,-3-2,-108 62,162-103,0 0,0 0,-1-1,1 1,0-1,-1 0,1 0,0 0,-1 0,-3 0,6-1,1 0,0-1,-1 1,1 0,-1 0,1 0,-1 0,1 0,0-1,-1 1,1 0,-1 0,1-1,0 1,-1 0,1-1,0 1,0 0,-1-1,1 1,0-1,0 1,-1 0,1-1,0 1,0-1,0 0,1-23,8-7,2 1,0 0,3 0,0 1,20-29,-40 66,-1-1,0 0,0 0,-1 0,1-1,-1 0,-14 7,-66 33,21-19,-1-3,-138 30,250-88,12 1,1 2,1 3,80-28,-137 55,0 1,0-1,0 1,1-1,-1 1,0 0,0-1,1 1,-1 0,0 0,1 0,-1 0,0 0,0 0,1 0,-1 0,3 1,-11 14,-34 18,11-18,0-1,-1-2,-46 12,66-23,10-5,16-14,30-19,-29 26,1 1,1 0,0 1,0 1,1 1,0 1,34-7,-54 13,1 0,0 0,0 0,0 0,0 0,0 0,0 0,0 0,0 0,0 0,-1 0,1 0,0 0,0 0,0 0,0 0,0 0,0 1,0-1,0 0,0 0,0 0,0 0,0 0,0 0,0 0,0 0,0 0,0 0,0 1,0-1,0 0,0 0,0 0,0 0,0 0,0 0,0 0,0 0,0 1,0-1,0 0,0 0,0 0,0 0,0 0,0 0,0 0,0 0,0 0,0 0,0 0,1 0,-1 1,0-1,0 0,0 0,-15 11,-19 12,1-5,1-2,-2 0,-42 12,64-26,17-7,21-8,100-30,1 5,231-37,-297 72,-61 3,1 0,0 0,-1 0,1 0,-1 0,1 0,0 0,-1 1,1-1,-1 0,1 0,-1 0,1 1,-1-1,1 0,-1 1,1-1,-1 1,1-1,-1 0,1 1,-1-1,0 1,1-1,-1 1,0-1,1 1,-1 0,0 1,-1-1,1 1,-1-1,1 1,-1-1,0 1,0-1,0 0,0 1,1-1,-2 0,1 0,0 0,0 0,0 0,-3 2,-20 16,0-1,-2-1,0-2,-1 0,-1-2,-50 18,25-15,0-2,-103 14,132-28,24 0,0 0,0 0,-1 0,1 0,0 0,0 0,0 0,0 0,0-1,-1 1,1 0,0 0,0 0,0 0,0 0,0 0,0 0,0 0,0-1,0 1,-1 0,1 0,0 0,0 0,0 0,0 0,0-1,0 1,0 0,0 0,0 0,0 0,0-1,0 1,0 0,0 0,0 0,0 0,0 0,0-1,0 1,0 0,0 0,1 0,-1 0,0 0,0 0,0-1,0 1,0 0,0 0,0 0,0 0,0 0,1 0,-1 0,0 0,0 0,0-1,39-22,45-22,3 4,1 4,99-28,-178 64,-8 5,-16 12,-29 16,-1-7,-2-2,-1-2,-1-2,-74 18,121-37,1 1,-1 0,1-1,-1 0,0 1,0-1,1 0,-1 0,0 0,1 0,-1 0,0 0,-3-2,5 2,0 0,0-1,0 1,0-1,0 1,0-1,0 1,0-1,0 1,0-1,0 1,0-1,0 1,1 0,-1-1,0 1,0-1,0 1,1-1,-1 1,0 0,0-1,1 1,-1 0,0-1,1 1,-1 0,1 0,-1-1,1 1,45-34,10 2,2 3,0 3,90-28,-100 46,-47 8,-1 0,0 0,1 0,-1 0,0 0,1 0,-1 0,0 0,1 0,-1 0,1 0,-1 0,0 0,1 1,-1-1,0 0,1 0,-1 0,0 1,0-1,1 0,-1 0,0 1,0-1,1 0,-1 0,0 1,0-1,0 0,1 1,-1-1,0 0,0 1,0 0,-14 18,-14 4,0-1,-1-1,-2-2,0-1,0-1,-2-2,0-1,-57 15,89-28,0-1,0 1,-1-1,1 1,0-1,0 0,-1 1,1-1,0 0,-1 0,1 0,0 0,-1 0,1 0,0-1,-1 1,1 0,0-1,0 1,-1-1,1 1,-2-2,3 1,0 0,0 0,0 0,0 0,0 0,0 0,0 0,0 0,0 0,1 0,-1 0,0 0,1 0,-1 0,1 0,-1 0,1 0,-1 0,1 1,0-1,0-1,7-8,1 0,0 0,13-9,13-9,1 3,1 0,1 3,1 1,60-22,-83 38,-8 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8:33.6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893 586,'24'-1,"0"-1,-1-1,0-1,0-1,0-1,22-10,130-62,-117 50,221-110,328-144,-590 275,-14 4,1 1,0 0,0 1,0-1,1 1,-1-1,0 1,0 1,1-1,-1 0,0 1,1 0,-1 0,6 1,-9-1,-1 1,0-1,0 0,1 0,-1 0,0 0,0 1,0-1,0 0,1 0,-1 1,0-1,0 0,0 0,0 1,0-1,0 0,0 0,0 1,0-1,1 0,-1 1,0-1,0 0,-1 0,1 1,0-1,0 0,0 0,0 1,0-1,0 0,0 1,0-1,0 0,-1 0,1 0,0 1,0-1,0 0,0 0,-1 0,1 1,0-1,0 0,-1 0,1 0,-11 11,0-1,0-1,-1 0,-1-1,1 0,-1-1,-28 10,7 0,-1186 480,348-203,841-282,55-18,659-238,-529 184,546-221,-538 215,-232 99,-97 43,-29-9,204-70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9:03.24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240 334,'7'-5,"0"-1,0 0,-1 0,1 0,-1-1,8-11,12-12,159-171,-234 261,-11 14,-92 89,188-221,0 16,3 2,51-42,-66 62,2 1,0 2,0 0,2 2,40-17,-67 32,-1-1,1 1,0-1,0 1,-1 0,1-1,0 1,0 0,0 0,0 0,-1 0,1-1,0 1,0 0,0 0,0 1,0-1,-1 0,1 0,0 0,0 1,1-1,-6 15,-25 23,28-37,-213 214,171-178,-1-3,-2-1,-68 37,78-57,35-13,1 0,-1 0,0 0,1 0,-1-1,0 1,1 0,-1 0,1 0,-1-1,0 1,1 0,-1 0,1-1,-1 1,1-1,-1 1,1 0,-1-1,1 1,0-1,-1 1,1-1,-1 0,1 1,0-1,0 1,-1-1,1 1,0-1,0 0,0 1,0-1,0 0,0 1,0-1,0 0,0 1,0-1,0 1,0-1,0 0,0 1,0-1,1 0,-1 1,0-1,1 1,-1-1,0 1,1-1,0 0,4-11,2 1,0-1,0 1,1 1,0-1,1 1,0 1,0 0,13-10,-4 3,27-26,2 1,2 3,1 2,102-54,-151 89,0 0,0 1,0-1,1 0,-1 0,0 1,1-1,-1 1,1 0,-1-1,1 1,-1 0,1 0,-1-1,0 1,1 1,-1-1,1 0,1 1,-2-1,-1 1,0 0,0 0,0 0,0 0,0 0,0-1,0 1,0 0,0 0,0 0,-1 0,1 0,0-1,-1 1,1 0,0 0,-1-1,1 1,-1 0,1 0,-2 0,-38 49,-3-5,-3-3,-1-1,-61 39,-166 86,273-166,0 1,1 0,-1-1,0 1,0-1,1 1,-1-1,0 1,0-1,0 1,0-1,0 0,0 0,1 1,-1-1,0 0,0 0,0 0,0 0,0 0,0 0,-1-1,11-16,32-29,-39 45,41-39,3 1,1 3,2 2,1 2,91-43,-132 71,0 0,0 1,0-1,18-2,-26 5,-1 1,1 0,-1 0,1 0,-1 0,1 0,-1 0,0 0,1 0,-1 0,1 0,-1 0,1 0,-1 0,1 0,-1 1,1-1,-1 0,1 0,-1 0,0 1,1-1,-1 0,1 1,-1-1,0 0,1 1,-1-1,0 0,0 1,1-1,-1 1,0-1,1 1,-2 2,1-1,-1 0,1 0,-1 0,0 0,1 0,-1 0,-1 0,1 0,0 0,0 0,0-1,-3 3,-17 21,-1 0,-2-1,0-2,-42 30,-120 70,147-99,-88 58,253-179,-51 36,3 4,2 2,106-53,-178 105,-1 1,1 0,0 0,0 1,16-2,-24 3,1 1,-1 0,1 0,0 0,-1 0,1 0,0 0,-1 0,1 0,-1 1,1-1,0 0,-1 0,1 0,-1 1,1-1,-1 0,1 0,-1 1,1-1,-1 1,1-1,-1 0,1 1,-1-1,1 1,-1-1,0 1,1 0,-1 1,0 0,0 0,0 0,-1 0,1 0,0-1,-1 1,0 0,1 0,-1-1,0 1,0 0,0-1,0 1,-2 2,-13 19,-1-1,-1 0,-1-1,-25 20,-95 72,54-47,13-6,263-192,-102 73,3 4,135-60,-191 102,-36 13,0 0,0 0,1-1,-1 1,0 0,0 0,1 0,-1 0,0 0,0 0,0 0,1 0,-1 0,0 0,0 0,1 0,-1 0,0 0,0 0,1 0,-1 0,0 0,0 0,1 0,-1 0,0 0,0 0,0 0,1 1,-1-1,0 0,0 0,0 0,1 0,-1 1,0-1,0 0,0 0,0 0,0 1,1-1,-1 0,0 0,0 0,0 1,0-1,-7 13,-17 13,-40 28,-140 90,-84 23,275-160,3-1,0-1,0 0,0 0,-11 2,20-7,1 1,-1-1,1 0,-1 0,1 0,-1 1,1-1,-1 0,1 0,0 0,-1 0,1 0,-1 0,1 0,-1 0,1 0,-1 0,1 0,-1 0,1-1,-1 1,1 0,-1 0,1 0,0-1,-1 1,1 0,-1-1,1 1,0 0,-1-1,1 1,0 0,-1-1,1 1,0-1,0 1,-1 0,1-1,0 1,0-1,0 1,0-1,-1 1,1-1,0 1,0-1,0 1,0-1,0 1,0-1,0 1,1-1,-1 1,0 0,0-1,0 1,0-1,1 1,-1-1,0 1,0-1,1 1,-1 0,0-1,1 0,18-32,36-38,3 3,3 2,107-88,-139 130,-29 24,0 0,0 0,0 0,0 0,0 0,0 1,0-1,0 0,0 0,0 0,0 0,0 0,0 0,0 0,0 0,0 1,0-1,0 0,0 0,0 0,0 0,1 0,-1 0,0 0,0 0,0 0,0 0,0 0,0 0,0 0,0 0,0 1,0-1,1 0,-1 0,0 0,0 0,-13 19,-25 27,-8-2,-1-1,-3-2,-1-3,-106 60,147-93,4-1,0-1,0 0,-1 1,0-2,0 1,-13 2,20-5,0 0,-1 0,1 0,0 0,-1 0,1 0,0 0,-1 0,1 0,0 0,-1 0,1 0,0 0,-1 0,1-1,0 1,0 0,-1 0,1 0,0 0,0-1,-1 1,1 0,0 0,0-1,0 1,-1 0,1 0,0-1,0 1,0 0,0-1,0 1,-1 0,1 0,0-1,0 1,0 0,0-1,0 1,0 0,0-1,0 1,0 0,0-1,0 1,1 0,-1-1,0 1,0 0,0 0,0-1,10-19,-9 19,25-39,1 1,60-62,24-33,-109 128,-5 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09:04.5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274 489,'21'-1,"0"-1,-1-1,0 0,1-2,22-8,99-43,-76 28,123-50,207-81,9 34,-385 120,-11 3,0-1,-1 1,1 1,0 0,0 0,0 1,10 0,-19 0,1 0,-1 0,0 0,1 0,-1 0,0 0,0 1,1-1,-1 0,0 0,1 0,-1 0,0 0,0 1,1-1,-1 0,0 0,0 0,1 1,-1-1,0 0,0 0,0 1,0-1,1 0,-1 1,0-1,0 0,0 0,0 1,0-1,0 0,0 1,0-1,0 0,0 1,0-1,0 0,0 1,0-1,0 0,0 0,0 1,0-1,0 0,0 1,-1-1,1 0,0 0,0 1,0-1,0 0,-1 0,1 1,0-1,0 0,-1 0,1 0,0 1,-1-1,-18 16,-21 12,-1-3,-1-1,-68 28,-145 40,224-81,-524 138,-6-42,524-100,7 0,57-8,1196-152,-1047 122,-152 24,-39 6,-40 7,-68 21,-199 34,99-38,-42 5,304-26,38-6,-32-4,63-19,-95 23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83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4.03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5.40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357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48.91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59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0.938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04:11:55.18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2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3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4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5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1-09T14:22:21.066"/>
    </inkml:context>
    <inkml:brush xml:id="br0">
      <inkml:brushProperty name="width" value="0.4" units="cm"/>
      <inkml:brushProperty name="height" value="0.8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1,'0'0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AA1D3-0AF2-75F0-51A3-481A3CE66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6E44C8-B7AD-8D19-8D47-B85753F22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6036D-3B27-7F9B-81FB-DA574ADE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79F27-79D9-45BE-0415-56A746335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D675D-E144-72F7-D899-0FCA07C19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978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3217B-3B26-A41C-C89C-B4B518C96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69108-E3A0-B8A3-5261-A0634BAE71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91ADD-339B-5D9B-FF63-62FEC698B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DF68D-C431-24EF-E392-36A2FC865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06A7E3-F64C-C29A-A99F-F1046E0F0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686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11A2-9FE7-8260-CBAB-410264CB9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D437F-5C2F-BDDF-5A4D-761F9DF4F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9F3CF-3255-81BE-8075-39C682E5D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1125F-68A5-D2B8-3659-24E6BA04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FAC3E-0A55-90B1-3ECD-922C486B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965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4041B-B2CB-C49A-9653-AA175969C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2CAC96-2713-51B7-A575-71FDACFEED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D216F-866D-0CB7-1B01-8AB1850455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33E80-0195-4527-B6F0-91715EBED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367CD-93F6-63A1-AE28-818F99AA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B972B-40A4-93D1-1C31-9F11C3C9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3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F616-6D7A-7B03-FD21-45C470023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40FA18-8B79-E6AB-D8E1-F24EEE4AF0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AF4455-9425-0D96-CA5F-3B92881C0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27079-BDF9-AE12-8CB3-35312FB62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1808A3-F3CF-7450-469D-19D2BD62E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C4A446-0168-BE71-5F84-686C68758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8C9B63-8D50-C15C-C0F5-92A1D0CB1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5E9FEB-463A-6ACD-7D3B-733D2CEB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090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EEC1E-EAAE-36C0-426E-BD2426B32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D275B-66A8-0922-56E8-B6C232812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F50F9-7E62-5BFD-1970-B9DD8A91F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C74D9B-5BE8-A326-BD67-44DB2010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7372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09C387-E6E3-F9E3-794D-E55FFE76C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A0339F-7F88-E3AA-1A41-2ED8E9B43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D17218-E797-6E13-9C01-D244F86EE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442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4FAAD-A13E-C2ED-3EB8-F25655A24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048BC-81F3-6449-896A-B4A6B2EBC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EF2527-B72D-4AA2-274C-8061CBA760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1B8A0-0DD4-42EB-BF9D-E442C71B3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D05485-CC23-6CDF-856C-C94C4408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FE17C-FF09-3B5F-82AA-F2274C4A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003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4EC4-B0F8-B240-96E7-2BD858447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20C22B-54FD-2B3D-86EB-AD9C906F3D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D5EAE6-9764-5863-F594-79F58441CE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C421A-E294-6A14-F5DA-3D536101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A9945F-B629-4D34-3CB0-957F5E172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49DD0-CA7C-207C-9F73-2DC00BBA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234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4FC3-811A-9F39-7947-B85928D22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33EC8D-82B6-F362-19CD-F8E9E5BAC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2C480-EF5F-E03B-C9A7-8222FD03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11531-85E5-6DB6-1F0B-06C22EEE0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875FE-FFD9-47A6-CA7D-B1D49BF44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69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C35113-E79A-011A-5625-98C76BA5CB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9CCAB3-F5CD-4D42-59FE-3B32C77D93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15622-C9C4-FA81-C7E4-10E01500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18431-D2E5-FBA1-F468-9CEDB5635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2F43C-6C89-F05D-01C2-937081EF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46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641D9-1B28-659A-428A-D39AC2ED5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38197-6C05-5D17-5B05-83DE62129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BF3C3-0D58-1A42-1391-E0DA00289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82E94-E376-456F-AC7D-3E1E193CAF00}" type="datetimeFigureOut">
              <a:rPr lang="en-IN" smtClean="0"/>
              <a:t>16-04-2024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85490-2882-DAC9-2B0D-3989157C34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36399-C661-F8D2-3571-75912F6C13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6046BC-91BD-406E-91AD-DB2D1A65EB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5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38.png"/><Relationship Id="rId18" Type="http://schemas.openxmlformats.org/officeDocument/2006/relationships/customXml" Target="../ink/ink9.xml"/><Relationship Id="rId3" Type="http://schemas.openxmlformats.org/officeDocument/2006/relationships/image" Target="../media/image33.png"/><Relationship Id="rId21" Type="http://schemas.openxmlformats.org/officeDocument/2006/relationships/image" Target="../media/image42.png"/><Relationship Id="rId7" Type="http://schemas.openxmlformats.org/officeDocument/2006/relationships/image" Target="../media/image35.png"/><Relationship Id="rId12" Type="http://schemas.openxmlformats.org/officeDocument/2006/relationships/customXml" Target="../ink/ink6.xml"/><Relationship Id="rId17" Type="http://schemas.openxmlformats.org/officeDocument/2006/relationships/image" Target="../media/image40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37.png"/><Relationship Id="rId5" Type="http://schemas.openxmlformats.org/officeDocument/2006/relationships/image" Target="../media/image34.png"/><Relationship Id="rId15" Type="http://schemas.openxmlformats.org/officeDocument/2006/relationships/image" Target="../media/image39.png"/><Relationship Id="rId10" Type="http://schemas.openxmlformats.org/officeDocument/2006/relationships/customXml" Target="../ink/ink5.xml"/><Relationship Id="rId19" Type="http://schemas.openxmlformats.org/officeDocument/2006/relationships/image" Target="../media/image41.png"/><Relationship Id="rId4" Type="http://schemas.openxmlformats.org/officeDocument/2006/relationships/customXml" Target="../ink/ink2.xml"/><Relationship Id="rId9" Type="http://schemas.openxmlformats.org/officeDocument/2006/relationships/image" Target="../media/image36.png"/><Relationship Id="rId14" Type="http://schemas.openxmlformats.org/officeDocument/2006/relationships/customXml" Target="../ink/ink7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.xml"/><Relationship Id="rId3" Type="http://schemas.openxmlformats.org/officeDocument/2006/relationships/customXml" Target="../ink/ink11.xml"/><Relationship Id="rId7" Type="http://schemas.openxmlformats.org/officeDocument/2006/relationships/customXml" Target="../ink/ink14.xml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11" Type="http://schemas.openxmlformats.org/officeDocument/2006/relationships/customXml" Target="../ink/ink18.xml"/><Relationship Id="rId5" Type="http://schemas.openxmlformats.org/officeDocument/2006/relationships/customXml" Target="../ink/ink12.xml"/><Relationship Id="rId10" Type="http://schemas.openxmlformats.org/officeDocument/2006/relationships/customXml" Target="../ink/ink17.xml"/><Relationship Id="rId4" Type="http://schemas.openxmlformats.org/officeDocument/2006/relationships/image" Target="../media/image44.png"/><Relationship Id="rId9" Type="http://schemas.openxmlformats.org/officeDocument/2006/relationships/customXml" Target="../ink/ink16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13" Type="http://schemas.openxmlformats.org/officeDocument/2006/relationships/image" Target="../media/image48.png"/><Relationship Id="rId3" Type="http://schemas.openxmlformats.org/officeDocument/2006/relationships/customXml" Target="../ink/ink19.xml"/><Relationship Id="rId7" Type="http://schemas.openxmlformats.org/officeDocument/2006/relationships/customXml" Target="../ink/ink22.xml"/><Relationship Id="rId12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.xml"/><Relationship Id="rId11" Type="http://schemas.openxmlformats.org/officeDocument/2006/relationships/image" Target="../media/image46.png"/><Relationship Id="rId5" Type="http://schemas.openxmlformats.org/officeDocument/2006/relationships/customXml" Target="../ink/ink20.xml"/><Relationship Id="rId15" Type="http://schemas.openxmlformats.org/officeDocument/2006/relationships/image" Target="../media/image50.png"/><Relationship Id="rId10" Type="http://schemas.openxmlformats.org/officeDocument/2006/relationships/customXml" Target="../ink/ink25.xml"/><Relationship Id="rId4" Type="http://schemas.openxmlformats.org/officeDocument/2006/relationships/image" Target="../media/image44.png"/><Relationship Id="rId9" Type="http://schemas.openxmlformats.org/officeDocument/2006/relationships/customXml" Target="../ink/ink24.xml"/><Relationship Id="rId14" Type="http://schemas.openxmlformats.org/officeDocument/2006/relationships/image" Target="../media/image4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1.xml"/><Relationship Id="rId3" Type="http://schemas.openxmlformats.org/officeDocument/2006/relationships/image" Target="../media/image44.png"/><Relationship Id="rId7" Type="http://schemas.openxmlformats.org/officeDocument/2006/relationships/customXml" Target="../ink/ink30.xml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.xml"/><Relationship Id="rId5" Type="http://schemas.openxmlformats.org/officeDocument/2006/relationships/customXml" Target="../ink/ink28.xml"/><Relationship Id="rId4" Type="http://schemas.openxmlformats.org/officeDocument/2006/relationships/customXml" Target="../ink/ink27.xml"/><Relationship Id="rId9" Type="http://schemas.openxmlformats.org/officeDocument/2006/relationships/customXml" Target="../ink/ink3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customXml" Target="../ink/ink38.xml"/><Relationship Id="rId3" Type="http://schemas.openxmlformats.org/officeDocument/2006/relationships/image" Target="../media/image44.png"/><Relationship Id="rId7" Type="http://schemas.openxmlformats.org/officeDocument/2006/relationships/customXml" Target="../ink/ink37.xml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.xml"/><Relationship Id="rId5" Type="http://schemas.openxmlformats.org/officeDocument/2006/relationships/customXml" Target="../ink/ink35.xml"/><Relationship Id="rId4" Type="http://schemas.openxmlformats.org/officeDocument/2006/relationships/customXml" Target="../ink/ink34.xml"/><Relationship Id="rId9" Type="http://schemas.openxmlformats.org/officeDocument/2006/relationships/customXml" Target="../ink/ink39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5.xml"/><Relationship Id="rId3" Type="http://schemas.openxmlformats.org/officeDocument/2006/relationships/image" Target="../media/image44.png"/><Relationship Id="rId7" Type="http://schemas.openxmlformats.org/officeDocument/2006/relationships/customXml" Target="../ink/ink44.xml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.xml"/><Relationship Id="rId5" Type="http://schemas.openxmlformats.org/officeDocument/2006/relationships/customXml" Target="../ink/ink42.xml"/><Relationship Id="rId4" Type="http://schemas.openxmlformats.org/officeDocument/2006/relationships/customXml" Target="../ink/ink41.xml"/><Relationship Id="rId9" Type="http://schemas.openxmlformats.org/officeDocument/2006/relationships/customXml" Target="../ink/ink46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3" Type="http://schemas.openxmlformats.org/officeDocument/2006/relationships/image" Target="../media/image44.png"/><Relationship Id="rId7" Type="http://schemas.openxmlformats.org/officeDocument/2006/relationships/customXml" Target="../ink/ink51.xml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.xml"/><Relationship Id="rId5" Type="http://schemas.openxmlformats.org/officeDocument/2006/relationships/customXml" Target="../ink/ink49.xml"/><Relationship Id="rId4" Type="http://schemas.openxmlformats.org/officeDocument/2006/relationships/customXml" Target="../ink/ink48.xml"/><Relationship Id="rId9" Type="http://schemas.openxmlformats.org/officeDocument/2006/relationships/customXml" Target="../ink/ink53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9.xml"/><Relationship Id="rId3" Type="http://schemas.openxmlformats.org/officeDocument/2006/relationships/image" Target="../media/image44.png"/><Relationship Id="rId7" Type="http://schemas.openxmlformats.org/officeDocument/2006/relationships/customXml" Target="../ink/ink58.xml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7.xml"/><Relationship Id="rId5" Type="http://schemas.openxmlformats.org/officeDocument/2006/relationships/customXml" Target="../ink/ink56.xml"/><Relationship Id="rId4" Type="http://schemas.openxmlformats.org/officeDocument/2006/relationships/customXml" Target="../ink/ink55.xml"/><Relationship Id="rId9" Type="http://schemas.openxmlformats.org/officeDocument/2006/relationships/customXml" Target="../ink/ink60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6.xml"/><Relationship Id="rId3" Type="http://schemas.openxmlformats.org/officeDocument/2006/relationships/image" Target="../media/image44.png"/><Relationship Id="rId7" Type="http://schemas.openxmlformats.org/officeDocument/2006/relationships/customXml" Target="../ink/ink65.xml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4.xml"/><Relationship Id="rId5" Type="http://schemas.openxmlformats.org/officeDocument/2006/relationships/customXml" Target="../ink/ink63.xml"/><Relationship Id="rId4" Type="http://schemas.openxmlformats.org/officeDocument/2006/relationships/customXml" Target="../ink/ink62.xml"/><Relationship Id="rId9" Type="http://schemas.openxmlformats.org/officeDocument/2006/relationships/customXml" Target="../ink/ink67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customXml" Target="../ink/ink73.xml"/><Relationship Id="rId3" Type="http://schemas.openxmlformats.org/officeDocument/2006/relationships/image" Target="../media/image44.png"/><Relationship Id="rId7" Type="http://schemas.openxmlformats.org/officeDocument/2006/relationships/customXml" Target="../ink/ink72.xml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1.xml"/><Relationship Id="rId5" Type="http://schemas.openxmlformats.org/officeDocument/2006/relationships/customXml" Target="../ink/ink70.xml"/><Relationship Id="rId4" Type="http://schemas.openxmlformats.org/officeDocument/2006/relationships/customXml" Target="../ink/ink69.xml"/><Relationship Id="rId9" Type="http://schemas.openxmlformats.org/officeDocument/2006/relationships/customXml" Target="../ink/ink74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0.xml"/><Relationship Id="rId3" Type="http://schemas.openxmlformats.org/officeDocument/2006/relationships/image" Target="../media/image44.png"/><Relationship Id="rId7" Type="http://schemas.openxmlformats.org/officeDocument/2006/relationships/customXml" Target="../ink/ink79.xml"/><Relationship Id="rId2" Type="http://schemas.openxmlformats.org/officeDocument/2006/relationships/customXml" Target="../ink/ink7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8.xml"/><Relationship Id="rId5" Type="http://schemas.openxmlformats.org/officeDocument/2006/relationships/customXml" Target="../ink/ink77.xml"/><Relationship Id="rId4" Type="http://schemas.openxmlformats.org/officeDocument/2006/relationships/customXml" Target="../ink/ink76.xml"/><Relationship Id="rId9" Type="http://schemas.openxmlformats.org/officeDocument/2006/relationships/customXml" Target="../ink/ink81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customXml" Target="../ink/ink87.xml"/><Relationship Id="rId3" Type="http://schemas.openxmlformats.org/officeDocument/2006/relationships/image" Target="../media/image44.png"/><Relationship Id="rId7" Type="http://schemas.openxmlformats.org/officeDocument/2006/relationships/customXml" Target="../ink/ink86.xml"/><Relationship Id="rId2" Type="http://schemas.openxmlformats.org/officeDocument/2006/relationships/customXml" Target="../ink/ink8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5.xml"/><Relationship Id="rId5" Type="http://schemas.openxmlformats.org/officeDocument/2006/relationships/customXml" Target="../ink/ink84.xml"/><Relationship Id="rId4" Type="http://schemas.openxmlformats.org/officeDocument/2006/relationships/customXml" Target="../ink/ink83.xml"/><Relationship Id="rId9" Type="http://schemas.openxmlformats.org/officeDocument/2006/relationships/customXml" Target="../ink/ink88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4.xml"/><Relationship Id="rId3" Type="http://schemas.openxmlformats.org/officeDocument/2006/relationships/image" Target="../media/image44.png"/><Relationship Id="rId7" Type="http://schemas.openxmlformats.org/officeDocument/2006/relationships/customXml" Target="../ink/ink93.xml"/><Relationship Id="rId2" Type="http://schemas.openxmlformats.org/officeDocument/2006/relationships/customXml" Target="../ink/ink8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2.xml"/><Relationship Id="rId5" Type="http://schemas.openxmlformats.org/officeDocument/2006/relationships/customXml" Target="../ink/ink91.xml"/><Relationship Id="rId4" Type="http://schemas.openxmlformats.org/officeDocument/2006/relationships/customXml" Target="../ink/ink90.xml"/><Relationship Id="rId9" Type="http://schemas.openxmlformats.org/officeDocument/2006/relationships/customXml" Target="../ink/ink95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1.xml"/><Relationship Id="rId3" Type="http://schemas.openxmlformats.org/officeDocument/2006/relationships/image" Target="../media/image44.png"/><Relationship Id="rId7" Type="http://schemas.openxmlformats.org/officeDocument/2006/relationships/customXml" Target="../ink/ink100.xml"/><Relationship Id="rId2" Type="http://schemas.openxmlformats.org/officeDocument/2006/relationships/customXml" Target="../ink/ink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9.xml"/><Relationship Id="rId5" Type="http://schemas.openxmlformats.org/officeDocument/2006/relationships/customXml" Target="../ink/ink98.xml"/><Relationship Id="rId4" Type="http://schemas.openxmlformats.org/officeDocument/2006/relationships/customXml" Target="../ink/ink97.xml"/><Relationship Id="rId9" Type="http://schemas.openxmlformats.org/officeDocument/2006/relationships/customXml" Target="../ink/ink10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8.xml"/><Relationship Id="rId3" Type="http://schemas.openxmlformats.org/officeDocument/2006/relationships/image" Target="../media/image44.png"/><Relationship Id="rId7" Type="http://schemas.openxmlformats.org/officeDocument/2006/relationships/customXml" Target="../ink/ink107.xml"/><Relationship Id="rId2" Type="http://schemas.openxmlformats.org/officeDocument/2006/relationships/customXml" Target="../ink/ink1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6.xml"/><Relationship Id="rId5" Type="http://schemas.openxmlformats.org/officeDocument/2006/relationships/customXml" Target="../ink/ink105.xml"/><Relationship Id="rId4" Type="http://schemas.openxmlformats.org/officeDocument/2006/relationships/customXml" Target="../ink/ink104.xml"/><Relationship Id="rId9" Type="http://schemas.openxmlformats.org/officeDocument/2006/relationships/customXml" Target="../ink/ink109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5.xml"/><Relationship Id="rId3" Type="http://schemas.openxmlformats.org/officeDocument/2006/relationships/image" Target="../media/image44.png"/><Relationship Id="rId7" Type="http://schemas.openxmlformats.org/officeDocument/2006/relationships/customXml" Target="../ink/ink114.xml"/><Relationship Id="rId2" Type="http://schemas.openxmlformats.org/officeDocument/2006/relationships/customXml" Target="../ink/ink110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3.xml"/><Relationship Id="rId5" Type="http://schemas.openxmlformats.org/officeDocument/2006/relationships/customXml" Target="../ink/ink112.xml"/><Relationship Id="rId4" Type="http://schemas.openxmlformats.org/officeDocument/2006/relationships/customXml" Target="../ink/ink111.xml"/><Relationship Id="rId9" Type="http://schemas.openxmlformats.org/officeDocument/2006/relationships/customXml" Target="../ink/ink116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2.xml"/><Relationship Id="rId3" Type="http://schemas.openxmlformats.org/officeDocument/2006/relationships/image" Target="../media/image44.png"/><Relationship Id="rId7" Type="http://schemas.openxmlformats.org/officeDocument/2006/relationships/customXml" Target="../ink/ink121.xml"/><Relationship Id="rId2" Type="http://schemas.openxmlformats.org/officeDocument/2006/relationships/customXml" Target="../ink/ink11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0.xml"/><Relationship Id="rId5" Type="http://schemas.openxmlformats.org/officeDocument/2006/relationships/customXml" Target="../ink/ink119.xml"/><Relationship Id="rId4" Type="http://schemas.openxmlformats.org/officeDocument/2006/relationships/customXml" Target="../ink/ink118.xml"/><Relationship Id="rId9" Type="http://schemas.openxmlformats.org/officeDocument/2006/relationships/customXml" Target="../ink/ink123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9.xml"/><Relationship Id="rId3" Type="http://schemas.openxmlformats.org/officeDocument/2006/relationships/image" Target="../media/image44.png"/><Relationship Id="rId7" Type="http://schemas.openxmlformats.org/officeDocument/2006/relationships/customXml" Target="../ink/ink128.xml"/><Relationship Id="rId2" Type="http://schemas.openxmlformats.org/officeDocument/2006/relationships/customXml" Target="../ink/ink12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7.xml"/><Relationship Id="rId5" Type="http://schemas.openxmlformats.org/officeDocument/2006/relationships/customXml" Target="../ink/ink126.xml"/><Relationship Id="rId4" Type="http://schemas.openxmlformats.org/officeDocument/2006/relationships/customXml" Target="../ink/ink125.xml"/><Relationship Id="rId9" Type="http://schemas.openxmlformats.org/officeDocument/2006/relationships/customXml" Target="../ink/ink130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36.xml"/><Relationship Id="rId3" Type="http://schemas.openxmlformats.org/officeDocument/2006/relationships/image" Target="../media/image44.png"/><Relationship Id="rId7" Type="http://schemas.openxmlformats.org/officeDocument/2006/relationships/customXml" Target="../ink/ink135.xml"/><Relationship Id="rId2" Type="http://schemas.openxmlformats.org/officeDocument/2006/relationships/customXml" Target="../ink/ink1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4.xml"/><Relationship Id="rId5" Type="http://schemas.openxmlformats.org/officeDocument/2006/relationships/customXml" Target="../ink/ink133.xml"/><Relationship Id="rId4" Type="http://schemas.openxmlformats.org/officeDocument/2006/relationships/customXml" Target="../ink/ink132.xml"/><Relationship Id="rId9" Type="http://schemas.openxmlformats.org/officeDocument/2006/relationships/customXml" Target="../ink/ink137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3.xml"/><Relationship Id="rId3" Type="http://schemas.openxmlformats.org/officeDocument/2006/relationships/image" Target="../media/image44.png"/><Relationship Id="rId7" Type="http://schemas.openxmlformats.org/officeDocument/2006/relationships/customXml" Target="../ink/ink142.xml"/><Relationship Id="rId2" Type="http://schemas.openxmlformats.org/officeDocument/2006/relationships/customXml" Target="../ink/ink1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1.xml"/><Relationship Id="rId5" Type="http://schemas.openxmlformats.org/officeDocument/2006/relationships/customXml" Target="../ink/ink140.xml"/><Relationship Id="rId4" Type="http://schemas.openxmlformats.org/officeDocument/2006/relationships/customXml" Target="../ink/ink139.xml"/><Relationship Id="rId9" Type="http://schemas.openxmlformats.org/officeDocument/2006/relationships/customXml" Target="../ink/ink144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0.xml"/><Relationship Id="rId3" Type="http://schemas.openxmlformats.org/officeDocument/2006/relationships/image" Target="../media/image44.png"/><Relationship Id="rId7" Type="http://schemas.openxmlformats.org/officeDocument/2006/relationships/customXml" Target="../ink/ink149.xml"/><Relationship Id="rId2" Type="http://schemas.openxmlformats.org/officeDocument/2006/relationships/customXml" Target="../ink/ink14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8.xml"/><Relationship Id="rId5" Type="http://schemas.openxmlformats.org/officeDocument/2006/relationships/customXml" Target="../ink/ink147.xml"/><Relationship Id="rId4" Type="http://schemas.openxmlformats.org/officeDocument/2006/relationships/customXml" Target="../ink/ink146.xml"/><Relationship Id="rId9" Type="http://schemas.openxmlformats.org/officeDocument/2006/relationships/customXml" Target="../ink/ink151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57.xml"/><Relationship Id="rId3" Type="http://schemas.openxmlformats.org/officeDocument/2006/relationships/image" Target="../media/image44.png"/><Relationship Id="rId7" Type="http://schemas.openxmlformats.org/officeDocument/2006/relationships/customXml" Target="../ink/ink156.xml"/><Relationship Id="rId2" Type="http://schemas.openxmlformats.org/officeDocument/2006/relationships/customXml" Target="../ink/ink15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5.xml"/><Relationship Id="rId5" Type="http://schemas.openxmlformats.org/officeDocument/2006/relationships/customXml" Target="../ink/ink154.xml"/><Relationship Id="rId4" Type="http://schemas.openxmlformats.org/officeDocument/2006/relationships/customXml" Target="../ink/ink153.xml"/><Relationship Id="rId9" Type="http://schemas.openxmlformats.org/officeDocument/2006/relationships/customXml" Target="../ink/ink158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64.xml"/><Relationship Id="rId3" Type="http://schemas.openxmlformats.org/officeDocument/2006/relationships/image" Target="../media/image44.png"/><Relationship Id="rId7" Type="http://schemas.openxmlformats.org/officeDocument/2006/relationships/customXml" Target="../ink/ink163.xml"/><Relationship Id="rId2" Type="http://schemas.openxmlformats.org/officeDocument/2006/relationships/customXml" Target="../ink/ink15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2.xml"/><Relationship Id="rId5" Type="http://schemas.openxmlformats.org/officeDocument/2006/relationships/customXml" Target="../ink/ink161.xml"/><Relationship Id="rId4" Type="http://schemas.openxmlformats.org/officeDocument/2006/relationships/customXml" Target="../ink/ink160.xml"/><Relationship Id="rId9" Type="http://schemas.openxmlformats.org/officeDocument/2006/relationships/customXml" Target="../ink/ink165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170.xml"/><Relationship Id="rId2" Type="http://schemas.openxmlformats.org/officeDocument/2006/relationships/customXml" Target="../ink/ink16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9.xml"/><Relationship Id="rId5" Type="http://schemas.openxmlformats.org/officeDocument/2006/relationships/customXml" Target="../ink/ink168.xml"/><Relationship Id="rId4" Type="http://schemas.openxmlformats.org/officeDocument/2006/relationships/customXml" Target="../ink/ink16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175.xml"/><Relationship Id="rId2" Type="http://schemas.openxmlformats.org/officeDocument/2006/relationships/customXml" Target="../ink/ink1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4.xml"/><Relationship Id="rId5" Type="http://schemas.openxmlformats.org/officeDocument/2006/relationships/customXml" Target="../ink/ink173.xml"/><Relationship Id="rId4" Type="http://schemas.openxmlformats.org/officeDocument/2006/relationships/customXml" Target="../ink/ink17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180.xml"/><Relationship Id="rId2" Type="http://schemas.openxmlformats.org/officeDocument/2006/relationships/customXml" Target="../ink/ink17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79.xml"/><Relationship Id="rId5" Type="http://schemas.openxmlformats.org/officeDocument/2006/relationships/customXml" Target="../ink/ink178.xml"/><Relationship Id="rId4" Type="http://schemas.openxmlformats.org/officeDocument/2006/relationships/customXml" Target="../ink/ink17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185.xml"/><Relationship Id="rId2" Type="http://schemas.openxmlformats.org/officeDocument/2006/relationships/customXml" Target="../ink/ink1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4.xml"/><Relationship Id="rId5" Type="http://schemas.openxmlformats.org/officeDocument/2006/relationships/customXml" Target="../ink/ink183.xml"/><Relationship Id="rId4" Type="http://schemas.openxmlformats.org/officeDocument/2006/relationships/customXml" Target="../ink/ink18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190.xml"/><Relationship Id="rId2" Type="http://schemas.openxmlformats.org/officeDocument/2006/relationships/customXml" Target="../ink/ink18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9.xml"/><Relationship Id="rId5" Type="http://schemas.openxmlformats.org/officeDocument/2006/relationships/customXml" Target="../ink/ink188.xml"/><Relationship Id="rId4" Type="http://schemas.openxmlformats.org/officeDocument/2006/relationships/customXml" Target="../ink/ink18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195.xml"/><Relationship Id="rId2" Type="http://schemas.openxmlformats.org/officeDocument/2006/relationships/customXml" Target="../ink/ink19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4.xml"/><Relationship Id="rId5" Type="http://schemas.openxmlformats.org/officeDocument/2006/relationships/customXml" Target="../ink/ink193.xml"/><Relationship Id="rId4" Type="http://schemas.openxmlformats.org/officeDocument/2006/relationships/customXml" Target="../ink/ink19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00.xml"/><Relationship Id="rId2" Type="http://schemas.openxmlformats.org/officeDocument/2006/relationships/customXml" Target="../ink/ink1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99.xml"/><Relationship Id="rId5" Type="http://schemas.openxmlformats.org/officeDocument/2006/relationships/customXml" Target="../ink/ink198.xml"/><Relationship Id="rId4" Type="http://schemas.openxmlformats.org/officeDocument/2006/relationships/customXml" Target="../ink/ink19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05.xml"/><Relationship Id="rId2" Type="http://schemas.openxmlformats.org/officeDocument/2006/relationships/customXml" Target="../ink/ink20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4.xml"/><Relationship Id="rId5" Type="http://schemas.openxmlformats.org/officeDocument/2006/relationships/customXml" Target="../ink/ink203.xml"/><Relationship Id="rId4" Type="http://schemas.openxmlformats.org/officeDocument/2006/relationships/customXml" Target="../ink/ink20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10.xml"/><Relationship Id="rId2" Type="http://schemas.openxmlformats.org/officeDocument/2006/relationships/customXml" Target="../ink/ink2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09.xml"/><Relationship Id="rId5" Type="http://schemas.openxmlformats.org/officeDocument/2006/relationships/customXml" Target="../ink/ink208.xml"/><Relationship Id="rId4" Type="http://schemas.openxmlformats.org/officeDocument/2006/relationships/customXml" Target="../ink/ink20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15.xml"/><Relationship Id="rId2" Type="http://schemas.openxmlformats.org/officeDocument/2006/relationships/customXml" Target="../ink/ink2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4.xml"/><Relationship Id="rId5" Type="http://schemas.openxmlformats.org/officeDocument/2006/relationships/customXml" Target="../ink/ink213.xml"/><Relationship Id="rId4" Type="http://schemas.openxmlformats.org/officeDocument/2006/relationships/customXml" Target="../ink/ink21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20.xml"/><Relationship Id="rId2" Type="http://schemas.openxmlformats.org/officeDocument/2006/relationships/customXml" Target="../ink/ink2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9.xml"/><Relationship Id="rId5" Type="http://schemas.openxmlformats.org/officeDocument/2006/relationships/customXml" Target="../ink/ink218.xml"/><Relationship Id="rId4" Type="http://schemas.openxmlformats.org/officeDocument/2006/relationships/customXml" Target="../ink/ink21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25.xml"/><Relationship Id="rId2" Type="http://schemas.openxmlformats.org/officeDocument/2006/relationships/customXml" Target="../ink/ink2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4.xml"/><Relationship Id="rId5" Type="http://schemas.openxmlformats.org/officeDocument/2006/relationships/customXml" Target="../ink/ink223.xml"/><Relationship Id="rId4" Type="http://schemas.openxmlformats.org/officeDocument/2006/relationships/customXml" Target="../ink/ink22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30.xml"/><Relationship Id="rId2" Type="http://schemas.openxmlformats.org/officeDocument/2006/relationships/customXml" Target="../ink/ink2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9.xml"/><Relationship Id="rId5" Type="http://schemas.openxmlformats.org/officeDocument/2006/relationships/customXml" Target="../ink/ink228.xml"/><Relationship Id="rId4" Type="http://schemas.openxmlformats.org/officeDocument/2006/relationships/customXml" Target="../ink/ink22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35.xml"/><Relationship Id="rId2" Type="http://schemas.openxmlformats.org/officeDocument/2006/relationships/customXml" Target="../ink/ink2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4.xml"/><Relationship Id="rId5" Type="http://schemas.openxmlformats.org/officeDocument/2006/relationships/customXml" Target="../ink/ink233.xml"/><Relationship Id="rId4" Type="http://schemas.openxmlformats.org/officeDocument/2006/relationships/customXml" Target="../ink/ink23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40.xml"/><Relationship Id="rId2" Type="http://schemas.openxmlformats.org/officeDocument/2006/relationships/customXml" Target="../ink/ink2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39.xml"/><Relationship Id="rId5" Type="http://schemas.openxmlformats.org/officeDocument/2006/relationships/customXml" Target="../ink/ink238.xml"/><Relationship Id="rId4" Type="http://schemas.openxmlformats.org/officeDocument/2006/relationships/customXml" Target="../ink/ink23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45.xml"/><Relationship Id="rId2" Type="http://schemas.openxmlformats.org/officeDocument/2006/relationships/customXml" Target="../ink/ink2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4.xml"/><Relationship Id="rId5" Type="http://schemas.openxmlformats.org/officeDocument/2006/relationships/customXml" Target="../ink/ink243.xml"/><Relationship Id="rId4" Type="http://schemas.openxmlformats.org/officeDocument/2006/relationships/customXml" Target="../ink/ink24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50.xml"/><Relationship Id="rId2" Type="http://schemas.openxmlformats.org/officeDocument/2006/relationships/customXml" Target="../ink/ink2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49.xml"/><Relationship Id="rId5" Type="http://schemas.openxmlformats.org/officeDocument/2006/relationships/customXml" Target="../ink/ink248.xml"/><Relationship Id="rId4" Type="http://schemas.openxmlformats.org/officeDocument/2006/relationships/customXml" Target="../ink/ink24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55.xml"/><Relationship Id="rId2" Type="http://schemas.openxmlformats.org/officeDocument/2006/relationships/customXml" Target="../ink/ink25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4.xml"/><Relationship Id="rId5" Type="http://schemas.openxmlformats.org/officeDocument/2006/relationships/customXml" Target="../ink/ink253.xml"/><Relationship Id="rId4" Type="http://schemas.openxmlformats.org/officeDocument/2006/relationships/customXml" Target="../ink/ink25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60.xml"/><Relationship Id="rId2" Type="http://schemas.openxmlformats.org/officeDocument/2006/relationships/customXml" Target="../ink/ink2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59.xml"/><Relationship Id="rId5" Type="http://schemas.openxmlformats.org/officeDocument/2006/relationships/customXml" Target="../ink/ink258.xml"/><Relationship Id="rId4" Type="http://schemas.openxmlformats.org/officeDocument/2006/relationships/customXml" Target="../ink/ink25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65.xml"/><Relationship Id="rId2" Type="http://schemas.openxmlformats.org/officeDocument/2006/relationships/customXml" Target="../ink/ink2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4.xml"/><Relationship Id="rId5" Type="http://schemas.openxmlformats.org/officeDocument/2006/relationships/customXml" Target="../ink/ink263.xml"/><Relationship Id="rId4" Type="http://schemas.openxmlformats.org/officeDocument/2006/relationships/customXml" Target="../ink/ink26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70.xml"/><Relationship Id="rId2" Type="http://schemas.openxmlformats.org/officeDocument/2006/relationships/customXml" Target="../ink/ink26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9.xml"/><Relationship Id="rId5" Type="http://schemas.openxmlformats.org/officeDocument/2006/relationships/customXml" Target="../ink/ink268.xml"/><Relationship Id="rId4" Type="http://schemas.openxmlformats.org/officeDocument/2006/relationships/customXml" Target="../ink/ink26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75.xml"/><Relationship Id="rId2" Type="http://schemas.openxmlformats.org/officeDocument/2006/relationships/customXml" Target="../ink/ink2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4.xml"/><Relationship Id="rId5" Type="http://schemas.openxmlformats.org/officeDocument/2006/relationships/customXml" Target="../ink/ink273.xml"/><Relationship Id="rId4" Type="http://schemas.openxmlformats.org/officeDocument/2006/relationships/customXml" Target="../ink/ink27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80.xml"/><Relationship Id="rId2" Type="http://schemas.openxmlformats.org/officeDocument/2006/relationships/customXml" Target="../ink/ink27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79.xml"/><Relationship Id="rId5" Type="http://schemas.openxmlformats.org/officeDocument/2006/relationships/customXml" Target="../ink/ink278.xml"/><Relationship Id="rId4" Type="http://schemas.openxmlformats.org/officeDocument/2006/relationships/customXml" Target="../ink/ink27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85.xml"/><Relationship Id="rId2" Type="http://schemas.openxmlformats.org/officeDocument/2006/relationships/customXml" Target="../ink/ink2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4.xml"/><Relationship Id="rId5" Type="http://schemas.openxmlformats.org/officeDocument/2006/relationships/customXml" Target="../ink/ink283.xml"/><Relationship Id="rId4" Type="http://schemas.openxmlformats.org/officeDocument/2006/relationships/customXml" Target="../ink/ink28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290.xml"/><Relationship Id="rId2" Type="http://schemas.openxmlformats.org/officeDocument/2006/relationships/customXml" Target="../ink/ink28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89.xml"/><Relationship Id="rId5" Type="http://schemas.openxmlformats.org/officeDocument/2006/relationships/customXml" Target="../ink/ink288.xml"/><Relationship Id="rId4" Type="http://schemas.openxmlformats.org/officeDocument/2006/relationships/customXml" Target="../ink/ink287.xml"/></Relationships>
</file>

<file path=ppt/slides/_rels/slide10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44.png"/><Relationship Id="rId7" Type="http://schemas.openxmlformats.org/officeDocument/2006/relationships/customXml" Target="../ink/ink295.xml"/><Relationship Id="rId2" Type="http://schemas.openxmlformats.org/officeDocument/2006/relationships/customXml" Target="../ink/ink29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4.xml"/><Relationship Id="rId5" Type="http://schemas.openxmlformats.org/officeDocument/2006/relationships/customXml" Target="../ink/ink293.xml"/><Relationship Id="rId4" Type="http://schemas.openxmlformats.org/officeDocument/2006/relationships/customXml" Target="../ink/ink292.xml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44.png"/><Relationship Id="rId7" Type="http://schemas.openxmlformats.org/officeDocument/2006/relationships/customXml" Target="../ink/ink300.xml"/><Relationship Id="rId2" Type="http://schemas.openxmlformats.org/officeDocument/2006/relationships/customXml" Target="../ink/ink2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99.xml"/><Relationship Id="rId5" Type="http://schemas.openxmlformats.org/officeDocument/2006/relationships/customXml" Target="../ink/ink298.xml"/><Relationship Id="rId4" Type="http://schemas.openxmlformats.org/officeDocument/2006/relationships/customXml" Target="../ink/ink297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4.png"/><Relationship Id="rId7" Type="http://schemas.openxmlformats.org/officeDocument/2006/relationships/customXml" Target="../ink/ink305.xml"/><Relationship Id="rId2" Type="http://schemas.openxmlformats.org/officeDocument/2006/relationships/customXml" Target="../ink/ink30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4.xml"/><Relationship Id="rId5" Type="http://schemas.openxmlformats.org/officeDocument/2006/relationships/customXml" Target="../ink/ink303.xml"/><Relationship Id="rId4" Type="http://schemas.openxmlformats.org/officeDocument/2006/relationships/customXml" Target="../ink/ink30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10.xml"/><Relationship Id="rId2" Type="http://schemas.openxmlformats.org/officeDocument/2006/relationships/customXml" Target="../ink/ink3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09.xml"/><Relationship Id="rId5" Type="http://schemas.openxmlformats.org/officeDocument/2006/relationships/customXml" Target="../ink/ink308.xml"/><Relationship Id="rId4" Type="http://schemas.openxmlformats.org/officeDocument/2006/relationships/customXml" Target="../ink/ink30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15.xml"/><Relationship Id="rId2" Type="http://schemas.openxmlformats.org/officeDocument/2006/relationships/customXml" Target="../ink/ink3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4.xml"/><Relationship Id="rId5" Type="http://schemas.openxmlformats.org/officeDocument/2006/relationships/customXml" Target="../ink/ink313.xml"/><Relationship Id="rId4" Type="http://schemas.openxmlformats.org/officeDocument/2006/relationships/customXml" Target="../ink/ink31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20.xml"/><Relationship Id="rId2" Type="http://schemas.openxmlformats.org/officeDocument/2006/relationships/customXml" Target="../ink/ink3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9.xml"/><Relationship Id="rId5" Type="http://schemas.openxmlformats.org/officeDocument/2006/relationships/customXml" Target="../ink/ink318.xml"/><Relationship Id="rId4" Type="http://schemas.openxmlformats.org/officeDocument/2006/relationships/customXml" Target="../ink/ink31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25.xml"/><Relationship Id="rId2" Type="http://schemas.openxmlformats.org/officeDocument/2006/relationships/customXml" Target="../ink/ink3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4.xml"/><Relationship Id="rId5" Type="http://schemas.openxmlformats.org/officeDocument/2006/relationships/customXml" Target="../ink/ink323.xml"/><Relationship Id="rId4" Type="http://schemas.openxmlformats.org/officeDocument/2006/relationships/customXml" Target="../ink/ink32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30.xml"/><Relationship Id="rId2" Type="http://schemas.openxmlformats.org/officeDocument/2006/relationships/customXml" Target="../ink/ink3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29.xml"/><Relationship Id="rId5" Type="http://schemas.openxmlformats.org/officeDocument/2006/relationships/customXml" Target="../ink/ink328.xml"/><Relationship Id="rId4" Type="http://schemas.openxmlformats.org/officeDocument/2006/relationships/customXml" Target="../ink/ink32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35.xml"/><Relationship Id="rId2" Type="http://schemas.openxmlformats.org/officeDocument/2006/relationships/customXml" Target="../ink/ink3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4.xml"/><Relationship Id="rId5" Type="http://schemas.openxmlformats.org/officeDocument/2006/relationships/customXml" Target="../ink/ink333.xml"/><Relationship Id="rId4" Type="http://schemas.openxmlformats.org/officeDocument/2006/relationships/customXml" Target="../ink/ink33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40.xml"/><Relationship Id="rId2" Type="http://schemas.openxmlformats.org/officeDocument/2006/relationships/customXml" Target="../ink/ink3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9.xml"/><Relationship Id="rId5" Type="http://schemas.openxmlformats.org/officeDocument/2006/relationships/customXml" Target="../ink/ink338.xml"/><Relationship Id="rId4" Type="http://schemas.openxmlformats.org/officeDocument/2006/relationships/customXml" Target="../ink/ink337.xml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44.png"/><Relationship Id="rId7" Type="http://schemas.openxmlformats.org/officeDocument/2006/relationships/customXml" Target="../ink/ink345.xml"/><Relationship Id="rId2" Type="http://schemas.openxmlformats.org/officeDocument/2006/relationships/customXml" Target="../ink/ink3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4.xml"/><Relationship Id="rId5" Type="http://schemas.openxmlformats.org/officeDocument/2006/relationships/customXml" Target="../ink/ink343.xml"/><Relationship Id="rId4" Type="http://schemas.openxmlformats.org/officeDocument/2006/relationships/customXml" Target="../ink/ink34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50.xml"/><Relationship Id="rId2" Type="http://schemas.openxmlformats.org/officeDocument/2006/relationships/customXml" Target="../ink/ink3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49.xml"/><Relationship Id="rId5" Type="http://schemas.openxmlformats.org/officeDocument/2006/relationships/customXml" Target="../ink/ink348.xml"/><Relationship Id="rId4" Type="http://schemas.openxmlformats.org/officeDocument/2006/relationships/customXml" Target="../ink/ink34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55.xml"/><Relationship Id="rId2" Type="http://schemas.openxmlformats.org/officeDocument/2006/relationships/customXml" Target="../ink/ink35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4.xml"/><Relationship Id="rId5" Type="http://schemas.openxmlformats.org/officeDocument/2006/relationships/customXml" Target="../ink/ink353.xml"/><Relationship Id="rId4" Type="http://schemas.openxmlformats.org/officeDocument/2006/relationships/customXml" Target="../ink/ink35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60.xml"/><Relationship Id="rId2" Type="http://schemas.openxmlformats.org/officeDocument/2006/relationships/customXml" Target="../ink/ink3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59.xml"/><Relationship Id="rId5" Type="http://schemas.openxmlformats.org/officeDocument/2006/relationships/customXml" Target="../ink/ink358.xml"/><Relationship Id="rId4" Type="http://schemas.openxmlformats.org/officeDocument/2006/relationships/customXml" Target="../ink/ink35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65.xml"/><Relationship Id="rId2" Type="http://schemas.openxmlformats.org/officeDocument/2006/relationships/customXml" Target="../ink/ink3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4.xml"/><Relationship Id="rId5" Type="http://schemas.openxmlformats.org/officeDocument/2006/relationships/customXml" Target="../ink/ink363.xml"/><Relationship Id="rId4" Type="http://schemas.openxmlformats.org/officeDocument/2006/relationships/customXml" Target="../ink/ink36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70.xml"/><Relationship Id="rId2" Type="http://schemas.openxmlformats.org/officeDocument/2006/relationships/customXml" Target="../ink/ink36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69.xml"/><Relationship Id="rId5" Type="http://schemas.openxmlformats.org/officeDocument/2006/relationships/customXml" Target="../ink/ink368.xml"/><Relationship Id="rId4" Type="http://schemas.openxmlformats.org/officeDocument/2006/relationships/customXml" Target="../ink/ink36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75.xml"/><Relationship Id="rId2" Type="http://schemas.openxmlformats.org/officeDocument/2006/relationships/customXml" Target="../ink/ink3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74.xml"/><Relationship Id="rId5" Type="http://schemas.openxmlformats.org/officeDocument/2006/relationships/customXml" Target="../ink/ink373.xml"/><Relationship Id="rId4" Type="http://schemas.openxmlformats.org/officeDocument/2006/relationships/customXml" Target="../ink/ink372.xml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3" Type="http://schemas.openxmlformats.org/officeDocument/2006/relationships/image" Target="../media/image44.png"/><Relationship Id="rId7" Type="http://schemas.openxmlformats.org/officeDocument/2006/relationships/customXml" Target="../ink/ink380.xml"/><Relationship Id="rId2" Type="http://schemas.openxmlformats.org/officeDocument/2006/relationships/customXml" Target="../ink/ink37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79.xml"/><Relationship Id="rId5" Type="http://schemas.openxmlformats.org/officeDocument/2006/relationships/customXml" Target="../ink/ink378.xml"/><Relationship Id="rId4" Type="http://schemas.openxmlformats.org/officeDocument/2006/relationships/customXml" Target="../ink/ink37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85.xml"/><Relationship Id="rId2" Type="http://schemas.openxmlformats.org/officeDocument/2006/relationships/customXml" Target="../ink/ink3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4.xml"/><Relationship Id="rId5" Type="http://schemas.openxmlformats.org/officeDocument/2006/relationships/customXml" Target="../ink/ink383.xml"/><Relationship Id="rId4" Type="http://schemas.openxmlformats.org/officeDocument/2006/relationships/customXml" Target="../ink/ink38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390.xml"/><Relationship Id="rId2" Type="http://schemas.openxmlformats.org/officeDocument/2006/relationships/customXml" Target="../ink/ink38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9.xml"/><Relationship Id="rId5" Type="http://schemas.openxmlformats.org/officeDocument/2006/relationships/customXml" Target="../ink/ink388.xml"/><Relationship Id="rId4" Type="http://schemas.openxmlformats.org/officeDocument/2006/relationships/customXml" Target="../ink/ink387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4.png"/><Relationship Id="rId7" Type="http://schemas.openxmlformats.org/officeDocument/2006/relationships/customXml" Target="../ink/ink395.xml"/><Relationship Id="rId2" Type="http://schemas.openxmlformats.org/officeDocument/2006/relationships/customXml" Target="../ink/ink39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4.xml"/><Relationship Id="rId5" Type="http://schemas.openxmlformats.org/officeDocument/2006/relationships/customXml" Target="../ink/ink393.xml"/><Relationship Id="rId4" Type="http://schemas.openxmlformats.org/officeDocument/2006/relationships/customXml" Target="../ink/ink39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00.xml"/><Relationship Id="rId2" Type="http://schemas.openxmlformats.org/officeDocument/2006/relationships/customXml" Target="../ink/ink3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9.xml"/><Relationship Id="rId5" Type="http://schemas.openxmlformats.org/officeDocument/2006/relationships/customXml" Target="../ink/ink398.xml"/><Relationship Id="rId4" Type="http://schemas.openxmlformats.org/officeDocument/2006/relationships/customXml" Target="../ink/ink39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05.xml"/><Relationship Id="rId2" Type="http://schemas.openxmlformats.org/officeDocument/2006/relationships/customXml" Target="../ink/ink40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04.xml"/><Relationship Id="rId5" Type="http://schemas.openxmlformats.org/officeDocument/2006/relationships/customXml" Target="../ink/ink403.xml"/><Relationship Id="rId4" Type="http://schemas.openxmlformats.org/officeDocument/2006/relationships/customXml" Target="../ink/ink402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4.png"/><Relationship Id="rId7" Type="http://schemas.openxmlformats.org/officeDocument/2006/relationships/customXml" Target="../ink/ink410.xml"/><Relationship Id="rId2" Type="http://schemas.openxmlformats.org/officeDocument/2006/relationships/customXml" Target="../ink/ink4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09.xml"/><Relationship Id="rId5" Type="http://schemas.openxmlformats.org/officeDocument/2006/relationships/customXml" Target="../ink/ink408.xml"/><Relationship Id="rId4" Type="http://schemas.openxmlformats.org/officeDocument/2006/relationships/customXml" Target="../ink/ink407.xml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44.png"/><Relationship Id="rId7" Type="http://schemas.openxmlformats.org/officeDocument/2006/relationships/customXml" Target="../ink/ink415.xml"/><Relationship Id="rId2" Type="http://schemas.openxmlformats.org/officeDocument/2006/relationships/customXml" Target="../ink/ink4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4.xml"/><Relationship Id="rId5" Type="http://schemas.openxmlformats.org/officeDocument/2006/relationships/customXml" Target="../ink/ink413.xml"/><Relationship Id="rId4" Type="http://schemas.openxmlformats.org/officeDocument/2006/relationships/customXml" Target="../ink/ink41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20.xml"/><Relationship Id="rId2" Type="http://schemas.openxmlformats.org/officeDocument/2006/relationships/customXml" Target="../ink/ink41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19.xml"/><Relationship Id="rId5" Type="http://schemas.openxmlformats.org/officeDocument/2006/relationships/customXml" Target="../ink/ink418.xml"/><Relationship Id="rId4" Type="http://schemas.openxmlformats.org/officeDocument/2006/relationships/customXml" Target="../ink/ink417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44.png"/><Relationship Id="rId7" Type="http://schemas.openxmlformats.org/officeDocument/2006/relationships/customXml" Target="../ink/ink425.xml"/><Relationship Id="rId2" Type="http://schemas.openxmlformats.org/officeDocument/2006/relationships/customXml" Target="../ink/ink4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4.xml"/><Relationship Id="rId5" Type="http://schemas.openxmlformats.org/officeDocument/2006/relationships/customXml" Target="../ink/ink423.xml"/><Relationship Id="rId4" Type="http://schemas.openxmlformats.org/officeDocument/2006/relationships/customXml" Target="../ink/ink422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44.png"/><Relationship Id="rId7" Type="http://schemas.openxmlformats.org/officeDocument/2006/relationships/customXml" Target="../ink/ink430.xml"/><Relationship Id="rId2" Type="http://schemas.openxmlformats.org/officeDocument/2006/relationships/customXml" Target="../ink/ink42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29.xml"/><Relationship Id="rId5" Type="http://schemas.openxmlformats.org/officeDocument/2006/relationships/customXml" Target="../ink/ink428.xml"/><Relationship Id="rId4" Type="http://schemas.openxmlformats.org/officeDocument/2006/relationships/customXml" Target="../ink/ink42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35.xml"/><Relationship Id="rId2" Type="http://schemas.openxmlformats.org/officeDocument/2006/relationships/customXml" Target="../ink/ink43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4.xml"/><Relationship Id="rId5" Type="http://schemas.openxmlformats.org/officeDocument/2006/relationships/customXml" Target="../ink/ink433.xml"/><Relationship Id="rId4" Type="http://schemas.openxmlformats.org/officeDocument/2006/relationships/customXml" Target="../ink/ink43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40.xml"/><Relationship Id="rId2" Type="http://schemas.openxmlformats.org/officeDocument/2006/relationships/customXml" Target="../ink/ink43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39.xml"/><Relationship Id="rId5" Type="http://schemas.openxmlformats.org/officeDocument/2006/relationships/customXml" Target="../ink/ink438.xml"/><Relationship Id="rId4" Type="http://schemas.openxmlformats.org/officeDocument/2006/relationships/customXml" Target="../ink/ink43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45.xml"/><Relationship Id="rId2" Type="http://schemas.openxmlformats.org/officeDocument/2006/relationships/customXml" Target="../ink/ink44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4.xml"/><Relationship Id="rId5" Type="http://schemas.openxmlformats.org/officeDocument/2006/relationships/customXml" Target="../ink/ink443.xml"/><Relationship Id="rId4" Type="http://schemas.openxmlformats.org/officeDocument/2006/relationships/customXml" Target="../ink/ink442.xml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4.png"/><Relationship Id="rId7" Type="http://schemas.openxmlformats.org/officeDocument/2006/relationships/customXml" Target="../ink/ink450.xml"/><Relationship Id="rId2" Type="http://schemas.openxmlformats.org/officeDocument/2006/relationships/customXml" Target="../ink/ink44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49.xml"/><Relationship Id="rId5" Type="http://schemas.openxmlformats.org/officeDocument/2006/relationships/customXml" Target="../ink/ink448.xml"/><Relationship Id="rId4" Type="http://schemas.openxmlformats.org/officeDocument/2006/relationships/customXml" Target="../ink/ink44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55.xml"/><Relationship Id="rId2" Type="http://schemas.openxmlformats.org/officeDocument/2006/relationships/customXml" Target="../ink/ink45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54.xml"/><Relationship Id="rId5" Type="http://schemas.openxmlformats.org/officeDocument/2006/relationships/customXml" Target="../ink/ink453.xml"/><Relationship Id="rId4" Type="http://schemas.openxmlformats.org/officeDocument/2006/relationships/customXml" Target="../ink/ink452.xml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44.png"/><Relationship Id="rId7" Type="http://schemas.openxmlformats.org/officeDocument/2006/relationships/customXml" Target="../ink/ink460.xml"/><Relationship Id="rId2" Type="http://schemas.openxmlformats.org/officeDocument/2006/relationships/customXml" Target="../ink/ink45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59.xml"/><Relationship Id="rId5" Type="http://schemas.openxmlformats.org/officeDocument/2006/relationships/customXml" Target="../ink/ink458.xml"/><Relationship Id="rId4" Type="http://schemas.openxmlformats.org/officeDocument/2006/relationships/customXml" Target="../ink/ink45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65.xml"/><Relationship Id="rId2" Type="http://schemas.openxmlformats.org/officeDocument/2006/relationships/customXml" Target="../ink/ink46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64.xml"/><Relationship Id="rId5" Type="http://schemas.openxmlformats.org/officeDocument/2006/relationships/customXml" Target="../ink/ink463.xml"/><Relationship Id="rId4" Type="http://schemas.openxmlformats.org/officeDocument/2006/relationships/customXml" Target="../ink/ink462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70.xml"/><Relationship Id="rId2" Type="http://schemas.openxmlformats.org/officeDocument/2006/relationships/customXml" Target="../ink/ink46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69.xml"/><Relationship Id="rId5" Type="http://schemas.openxmlformats.org/officeDocument/2006/relationships/customXml" Target="../ink/ink468.xml"/><Relationship Id="rId4" Type="http://schemas.openxmlformats.org/officeDocument/2006/relationships/customXml" Target="../ink/ink46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75.xml"/><Relationship Id="rId2" Type="http://schemas.openxmlformats.org/officeDocument/2006/relationships/customXml" Target="../ink/ink47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4.xml"/><Relationship Id="rId5" Type="http://schemas.openxmlformats.org/officeDocument/2006/relationships/customXml" Target="../ink/ink473.xml"/><Relationship Id="rId4" Type="http://schemas.openxmlformats.org/officeDocument/2006/relationships/customXml" Target="../ink/ink472.xml"/></Relationships>
</file>

<file path=ppt/slides/_rels/slide1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44.png"/><Relationship Id="rId7" Type="http://schemas.openxmlformats.org/officeDocument/2006/relationships/customXml" Target="../ink/ink480.xml"/><Relationship Id="rId2" Type="http://schemas.openxmlformats.org/officeDocument/2006/relationships/customXml" Target="../ink/ink47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79.xml"/><Relationship Id="rId5" Type="http://schemas.openxmlformats.org/officeDocument/2006/relationships/customXml" Target="../ink/ink478.xml"/><Relationship Id="rId4" Type="http://schemas.openxmlformats.org/officeDocument/2006/relationships/customXml" Target="../ink/ink477.xml"/></Relationships>
</file>

<file path=ppt/slides/_rels/slide1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44.png"/><Relationship Id="rId7" Type="http://schemas.openxmlformats.org/officeDocument/2006/relationships/customXml" Target="../ink/ink485.xml"/><Relationship Id="rId2" Type="http://schemas.openxmlformats.org/officeDocument/2006/relationships/customXml" Target="../ink/ink48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4.xml"/><Relationship Id="rId5" Type="http://schemas.openxmlformats.org/officeDocument/2006/relationships/customXml" Target="../ink/ink483.xml"/><Relationship Id="rId4" Type="http://schemas.openxmlformats.org/officeDocument/2006/relationships/customXml" Target="../ink/ink482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44.png"/><Relationship Id="rId7" Type="http://schemas.openxmlformats.org/officeDocument/2006/relationships/customXml" Target="../ink/ink490.xml"/><Relationship Id="rId2" Type="http://schemas.openxmlformats.org/officeDocument/2006/relationships/customXml" Target="../ink/ink48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89.xml"/><Relationship Id="rId5" Type="http://schemas.openxmlformats.org/officeDocument/2006/relationships/customXml" Target="../ink/ink488.xml"/><Relationship Id="rId4" Type="http://schemas.openxmlformats.org/officeDocument/2006/relationships/customXml" Target="../ink/ink48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customXml" Target="../ink/ink495.xml"/><Relationship Id="rId2" Type="http://schemas.openxmlformats.org/officeDocument/2006/relationships/customXml" Target="../ink/ink49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4.xml"/><Relationship Id="rId5" Type="http://schemas.openxmlformats.org/officeDocument/2006/relationships/customXml" Target="../ink/ink493.xml"/><Relationship Id="rId4" Type="http://schemas.openxmlformats.org/officeDocument/2006/relationships/customXml" Target="../ink/ink492.xml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44.png"/><Relationship Id="rId7" Type="http://schemas.openxmlformats.org/officeDocument/2006/relationships/customXml" Target="../ink/ink500.xml"/><Relationship Id="rId2" Type="http://schemas.openxmlformats.org/officeDocument/2006/relationships/customXml" Target="../ink/ink49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9.xml"/><Relationship Id="rId5" Type="http://schemas.openxmlformats.org/officeDocument/2006/relationships/customXml" Target="../ink/ink498.xml"/><Relationship Id="rId4" Type="http://schemas.openxmlformats.org/officeDocument/2006/relationships/customXml" Target="../ink/ink497.xml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44.png"/><Relationship Id="rId7" Type="http://schemas.openxmlformats.org/officeDocument/2006/relationships/customXml" Target="../ink/ink505.xml"/><Relationship Id="rId2" Type="http://schemas.openxmlformats.org/officeDocument/2006/relationships/customXml" Target="../ink/ink50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4.xml"/><Relationship Id="rId5" Type="http://schemas.openxmlformats.org/officeDocument/2006/relationships/customXml" Target="../ink/ink503.xml"/><Relationship Id="rId4" Type="http://schemas.openxmlformats.org/officeDocument/2006/relationships/customXml" Target="../ink/ink502.xml"/></Relationships>
</file>

<file path=ppt/slides/_rels/slide1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44.png"/><Relationship Id="rId7" Type="http://schemas.openxmlformats.org/officeDocument/2006/relationships/customXml" Target="../ink/ink510.xml"/><Relationship Id="rId2" Type="http://schemas.openxmlformats.org/officeDocument/2006/relationships/customXml" Target="../ink/ink50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9.xml"/><Relationship Id="rId5" Type="http://schemas.openxmlformats.org/officeDocument/2006/relationships/customXml" Target="../ink/ink508.xml"/><Relationship Id="rId4" Type="http://schemas.openxmlformats.org/officeDocument/2006/relationships/customXml" Target="../ink/ink507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jpeg"/><Relationship Id="rId3" Type="http://schemas.openxmlformats.org/officeDocument/2006/relationships/image" Target="../media/image44.png"/><Relationship Id="rId7" Type="http://schemas.openxmlformats.org/officeDocument/2006/relationships/customXml" Target="../ink/ink515.xml"/><Relationship Id="rId2" Type="http://schemas.openxmlformats.org/officeDocument/2006/relationships/customXml" Target="../ink/ink5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14.xml"/><Relationship Id="rId5" Type="http://schemas.openxmlformats.org/officeDocument/2006/relationships/customXml" Target="../ink/ink513.xml"/><Relationship Id="rId4" Type="http://schemas.openxmlformats.org/officeDocument/2006/relationships/customXml" Target="../ink/ink51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1934818" y="2822713"/>
            <a:ext cx="105089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Arial Black" panose="020B0A04020102020204" pitchFamily="34" charset="0"/>
              </a:rPr>
              <a:t>Lecture:</a:t>
            </a:r>
            <a:r>
              <a:rPr lang="en-IN" sz="9600" dirty="0">
                <a:solidFill>
                  <a:srgbClr val="00B050"/>
                </a:solidFill>
                <a:latin typeface="Arial Black" panose="020B0A04020102020204" pitchFamily="34" charset="0"/>
              </a:rPr>
              <a:t>32</a:t>
            </a:r>
            <a:endParaRPr lang="en-IN" sz="60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6340E-09B8-47F0-DCA1-49B1ECFFBB98}"/>
              </a:ext>
            </a:extLst>
          </p:cNvPr>
          <p:cNvSpPr txBox="1"/>
          <p:nvPr/>
        </p:nvSpPr>
        <p:spPr>
          <a:xfrm>
            <a:off x="10546080" y="168813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06 Nov 2023</a:t>
            </a:r>
          </a:p>
        </p:txBody>
      </p:sp>
    </p:spTree>
    <p:extLst>
      <p:ext uri="{BB962C8B-B14F-4D97-AF65-F5344CB8AC3E}">
        <p14:creationId xmlns:p14="http://schemas.microsoft.com/office/powerpoint/2010/main" val="88434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1934818" y="2822713"/>
            <a:ext cx="1050897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Arial Black" panose="020B0A04020102020204" pitchFamily="34" charset="0"/>
              </a:rPr>
              <a:t>NP Completeness</a:t>
            </a:r>
          </a:p>
        </p:txBody>
      </p:sp>
    </p:spTree>
    <p:extLst>
      <p:ext uri="{BB962C8B-B14F-4D97-AF65-F5344CB8AC3E}">
        <p14:creationId xmlns:p14="http://schemas.microsoft.com/office/powerpoint/2010/main" val="646933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2CCD44-199D-4123-7A50-18484D41A0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616" t="3874" r="14500" b="11776"/>
          <a:stretch/>
        </p:blipFill>
        <p:spPr>
          <a:xfrm>
            <a:off x="801858" y="73871"/>
            <a:ext cx="10283484" cy="678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43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FE51BDD-889F-8D43-3533-EA0BCDA24E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693" t="-24" r="16115" b="8492"/>
          <a:stretch/>
        </p:blipFill>
        <p:spPr>
          <a:xfrm>
            <a:off x="1603717" y="0"/>
            <a:ext cx="9397107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EF8FDAE-7FCD-0933-4EAD-444738668CB9}"/>
              </a:ext>
            </a:extLst>
          </p:cNvPr>
          <p:cNvSpPr/>
          <p:nvPr/>
        </p:nvSpPr>
        <p:spPr>
          <a:xfrm>
            <a:off x="2025748" y="3291840"/>
            <a:ext cx="5669280" cy="8159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61689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9F7FEA-8D5B-ADF2-F541-B79F41A8C0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78" t="-24" r="15538" b="8903"/>
          <a:stretch/>
        </p:blipFill>
        <p:spPr>
          <a:xfrm>
            <a:off x="1076320" y="0"/>
            <a:ext cx="92212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44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180CF2-508D-BBB7-ED2D-3587EA10B5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69" t="-24" r="16346" b="19370"/>
          <a:stretch/>
        </p:blipFill>
        <p:spPr>
          <a:xfrm>
            <a:off x="900333" y="0"/>
            <a:ext cx="107959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316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4FA152-45DC-8450-9E0C-49A2AF47AA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114" t="2028" r="22116" b="23474"/>
          <a:stretch/>
        </p:blipFill>
        <p:spPr>
          <a:xfrm>
            <a:off x="367425" y="-2845"/>
            <a:ext cx="10281817" cy="6860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279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39C68F-F911-F8EA-D540-4FC2B322BA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77" t="2028" r="16692" b="35259"/>
          <a:stretch/>
        </p:blipFill>
        <p:spPr>
          <a:xfrm>
            <a:off x="706066" y="0"/>
            <a:ext cx="10798997" cy="629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437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C649AA-1655-21E2-BAA7-0FFC671FEE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85" t="2233" r="17384" b="11982"/>
          <a:stretch/>
        </p:blipFill>
        <p:spPr>
          <a:xfrm>
            <a:off x="1350498" y="-5783"/>
            <a:ext cx="9425354" cy="6863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277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EFACB-32F5-F9DA-9D63-5B8343F7D644}"/>
              </a:ext>
            </a:extLst>
          </p:cNvPr>
          <p:cNvSpPr txBox="1"/>
          <p:nvPr/>
        </p:nvSpPr>
        <p:spPr>
          <a:xfrm>
            <a:off x="649357" y="1228397"/>
            <a:ext cx="1137036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4000" b="0" i="0" dirty="0">
                <a:solidFill>
                  <a:srgbClr val="111516"/>
                </a:solidFill>
                <a:effectLst/>
                <a:latin typeface="TiemposTextWeb-Regular"/>
              </a:rPr>
              <a:t>One of the deepest questions in computer science is called </a:t>
            </a:r>
            <a:r>
              <a:rPr lang="en-US" sz="4000" b="0" i="0" u="none" strike="noStrike" dirty="0">
                <a:solidFill>
                  <a:srgbClr val="185F7D"/>
                </a:solidFill>
                <a:effectLst/>
                <a:latin typeface="TiemposTextWeb-Regular"/>
              </a:rPr>
              <a:t>P vs NP</a:t>
            </a:r>
            <a:r>
              <a:rPr lang="en-US" sz="4000" b="0" i="0" dirty="0">
                <a:solidFill>
                  <a:srgbClr val="111516"/>
                </a:solidFill>
                <a:effectLst/>
                <a:latin typeface="TiemposTextWeb-Regular"/>
              </a:rPr>
              <a:t>, and answering the question would earn you a million dollar prize. </a:t>
            </a:r>
          </a:p>
          <a:p>
            <a:pPr algn="just"/>
            <a:endParaRPr lang="en-US" sz="4000" dirty="0">
              <a:solidFill>
                <a:srgbClr val="111516"/>
              </a:solidFill>
              <a:latin typeface="TiemposTextWeb-Regular"/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4000" b="0" i="0" dirty="0">
                <a:solidFill>
                  <a:srgbClr val="111516"/>
                </a:solidFill>
                <a:effectLst/>
                <a:latin typeface="TiemposTextWeb-Regular"/>
              </a:rPr>
              <a:t>P vs NP is one of the </a:t>
            </a:r>
            <a:r>
              <a:rPr lang="en-US" sz="4000" b="0" i="0" u="none" strike="noStrike" dirty="0">
                <a:solidFill>
                  <a:srgbClr val="185F7D"/>
                </a:solidFill>
                <a:effectLst/>
                <a:latin typeface="TiemposTextWeb-Regular"/>
              </a:rPr>
              <a:t>Clay Mathematics Institute Millennium Prize Problems</a:t>
            </a:r>
            <a:r>
              <a:rPr lang="en-US" sz="4000" b="0" i="0" dirty="0">
                <a:solidFill>
                  <a:srgbClr val="111516"/>
                </a:solidFill>
                <a:effectLst/>
                <a:latin typeface="TiemposTextWeb-Regular"/>
              </a:rPr>
              <a:t>, seven problems judged to be among the most important open questions in mathematics.</a:t>
            </a:r>
            <a:endParaRPr lang="en-IN" sz="4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381B2D-CE62-3123-6A70-D27D6232D306}"/>
              </a:ext>
            </a:extLst>
          </p:cNvPr>
          <p:cNvSpPr txBox="1"/>
          <p:nvPr/>
        </p:nvSpPr>
        <p:spPr>
          <a:xfrm>
            <a:off x="3949148" y="225987"/>
            <a:ext cx="396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P=NP ?</a:t>
            </a:r>
          </a:p>
        </p:txBody>
      </p:sp>
    </p:spTree>
    <p:extLst>
      <p:ext uri="{BB962C8B-B14F-4D97-AF65-F5344CB8AC3E}">
        <p14:creationId xmlns:p14="http://schemas.microsoft.com/office/powerpoint/2010/main" val="3872008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A14FEC-417F-207D-6258-CB718ED2BD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038" t="-24" r="15423" b="23885"/>
          <a:stretch/>
        </p:blipFill>
        <p:spPr>
          <a:xfrm>
            <a:off x="534572" y="1"/>
            <a:ext cx="10993313" cy="686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702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EF29FA-0C73-01EC-0CE1-1156C3655A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154" t="2233" r="16000" b="15061"/>
          <a:stretch/>
        </p:blipFill>
        <p:spPr>
          <a:xfrm>
            <a:off x="737943" y="-2439"/>
            <a:ext cx="10009773" cy="686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098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9F77BA-EB30-ACA6-5EC6-44E29C95D8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1" t="-24" r="17174" b="31972"/>
          <a:stretch/>
        </p:blipFill>
        <p:spPr>
          <a:xfrm>
            <a:off x="218658" y="0"/>
            <a:ext cx="11711615" cy="669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523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42AE7-A33F-7BDF-2A89-E9E9109131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23" t="-24" r="18769" b="20190"/>
          <a:stretch/>
        </p:blipFill>
        <p:spPr>
          <a:xfrm>
            <a:off x="1463040" y="0"/>
            <a:ext cx="9975766" cy="685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38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6B9836-DB0B-7213-284F-4BCF3F4C35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31" t="1412" r="18192" b="23667"/>
          <a:stretch/>
        </p:blipFill>
        <p:spPr>
          <a:xfrm>
            <a:off x="1463796" y="0"/>
            <a:ext cx="9030702" cy="58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530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D82A04-A3B4-4CFD-B9EB-B3E5AD2FEA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23" t="-24" r="17616" b="29631"/>
          <a:stretch/>
        </p:blipFill>
        <p:spPr>
          <a:xfrm>
            <a:off x="547531" y="-1"/>
            <a:ext cx="11126849" cy="662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080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4161C1-CA93-7964-748C-44606205F7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85" t="-24" r="17730" b="32094"/>
          <a:stretch/>
        </p:blipFill>
        <p:spPr>
          <a:xfrm>
            <a:off x="575069" y="0"/>
            <a:ext cx="11830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890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7DB365-38C6-79D6-5C99-EBCBAA2D3A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577" t="12084" r="15423" b="7261"/>
          <a:stretch/>
        </p:blipFill>
        <p:spPr>
          <a:xfrm>
            <a:off x="1139233" y="182834"/>
            <a:ext cx="10157123" cy="667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05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23B960-1D90-02E6-2923-7EEA00AAEA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923" t="1617" r="17846" b="14650"/>
          <a:stretch/>
        </p:blipFill>
        <p:spPr>
          <a:xfrm>
            <a:off x="526262" y="2549"/>
            <a:ext cx="9644680" cy="685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554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47B8F-4D86-DE31-2B4A-3217E9C428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847" t="-24" r="18769" b="14650"/>
          <a:stretch/>
        </p:blipFill>
        <p:spPr>
          <a:xfrm>
            <a:off x="1582142" y="0"/>
            <a:ext cx="9076300" cy="676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815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, NP, NP-Complete and NP-Hard Problems in Computer Science | Baeldung on  Computer Science">
            <a:extLst>
              <a:ext uri="{FF2B5EF4-FFF2-40B4-BE49-F238E27FC236}">
                <a16:creationId xmlns:a16="http://schemas.microsoft.com/office/drawing/2014/main" id="{AC6E4DCB-F075-F1A4-A762-AE38C6132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1313" y="0"/>
            <a:ext cx="8969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90070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1934818" y="2822713"/>
            <a:ext cx="105089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Arial Black" panose="020B0A04020102020204" pitchFamily="34" charset="0"/>
              </a:rPr>
              <a:t>Lecture:</a:t>
            </a:r>
            <a:r>
              <a:rPr lang="en-IN" sz="9600" dirty="0">
                <a:solidFill>
                  <a:srgbClr val="00B050"/>
                </a:solidFill>
                <a:latin typeface="Arial Black" panose="020B0A04020102020204" pitchFamily="34" charset="0"/>
              </a:rPr>
              <a:t>33</a:t>
            </a:r>
            <a:endParaRPr lang="en-IN" sz="60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6340E-09B8-47F0-DCA1-49B1ECFFBB98}"/>
              </a:ext>
            </a:extLst>
          </p:cNvPr>
          <p:cNvSpPr txBox="1"/>
          <p:nvPr/>
        </p:nvSpPr>
        <p:spPr>
          <a:xfrm>
            <a:off x="10546080" y="168813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08 Nov 2023</a:t>
            </a:r>
          </a:p>
        </p:txBody>
      </p:sp>
    </p:spTree>
    <p:extLst>
      <p:ext uri="{BB962C8B-B14F-4D97-AF65-F5344CB8AC3E}">
        <p14:creationId xmlns:p14="http://schemas.microsoft.com/office/powerpoint/2010/main" val="2820132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2430193"/>
            <a:ext cx="12192000" cy="19976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</p:spTree>
    <p:extLst>
      <p:ext uri="{BB962C8B-B14F-4D97-AF65-F5344CB8AC3E}">
        <p14:creationId xmlns:p14="http://schemas.microsoft.com/office/powerpoint/2010/main" val="3931116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0714-2F9B-9F7A-22ED-07CCBBDBDD14}"/>
              </a:ext>
            </a:extLst>
          </p:cNvPr>
          <p:cNvSpPr txBox="1"/>
          <p:nvPr/>
        </p:nvSpPr>
        <p:spPr>
          <a:xfrm>
            <a:off x="225084" y="1637638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omic Sans MS" panose="030F0702030302020204" pitchFamily="66" charset="0"/>
              </a:rPr>
              <a:t>There is a strong evidence to support that </a:t>
            </a: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No NP-Hard problems </a:t>
            </a:r>
            <a:r>
              <a:rPr lang="en-IN" sz="2800" b="1" dirty="0">
                <a:latin typeface="Comic Sans MS" panose="030F0702030302020204" pitchFamily="66" charset="0"/>
              </a:rPr>
              <a:t>can be solved in </a:t>
            </a:r>
            <a:r>
              <a:rPr lang="en-IN" sz="2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polynomial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8BA757-3CE9-99E5-C989-F715D99474AA}"/>
              </a:ext>
            </a:extLst>
          </p:cNvPr>
          <p:cNvSpPr txBox="1"/>
          <p:nvPr/>
        </p:nvSpPr>
        <p:spPr>
          <a:xfrm>
            <a:off x="225084" y="2991426"/>
            <a:ext cx="1219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omic Sans MS" panose="030F0702030302020204" pitchFamily="66" charset="0"/>
              </a:rPr>
              <a:t>Yet many </a:t>
            </a: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NP-Hard problems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have great </a:t>
            </a:r>
            <a:r>
              <a:rPr lang="en-IN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practical importance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and it is </a:t>
            </a:r>
            <a:r>
              <a:rPr lang="en-IN" sz="2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desirable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 to solve large instance of these problems in </a:t>
            </a:r>
            <a:r>
              <a:rPr lang="en-IN" sz="2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reasonable amount of time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414E0-14E2-A039-E78A-56FB398E4D73}"/>
              </a:ext>
            </a:extLst>
          </p:cNvPr>
          <p:cNvSpPr txBox="1"/>
          <p:nvPr/>
        </p:nvSpPr>
        <p:spPr>
          <a:xfrm>
            <a:off x="225084" y="4776102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omic Sans MS" panose="030F0702030302020204" pitchFamily="66" charset="0"/>
              </a:rPr>
              <a:t>The </a:t>
            </a: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best known algorithm </a:t>
            </a:r>
            <a:r>
              <a:rPr lang="en-IN" sz="2800" b="1" dirty="0">
                <a:latin typeface="Comic Sans MS" panose="030F0702030302020204" pitchFamily="66" charset="0"/>
              </a:rPr>
              <a:t>for NP-Hard problems have a </a:t>
            </a:r>
            <a:r>
              <a:rPr lang="en-IN" sz="2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worst case complexity</a:t>
            </a:r>
            <a:r>
              <a:rPr lang="en-IN" sz="2800" b="1" dirty="0">
                <a:latin typeface="Comic Sans MS" panose="030F0702030302020204" pitchFamily="66" charset="0"/>
              </a:rPr>
              <a:t> that </a:t>
            </a:r>
            <a:r>
              <a:rPr lang="en-IN" sz="2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is exponential</a:t>
            </a:r>
          </a:p>
        </p:txBody>
      </p:sp>
    </p:spTree>
    <p:extLst>
      <p:ext uri="{BB962C8B-B14F-4D97-AF65-F5344CB8AC3E}">
        <p14:creationId xmlns:p14="http://schemas.microsoft.com/office/powerpoint/2010/main" val="2148062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0714-2F9B-9F7A-22ED-07CCBBDBDD14}"/>
              </a:ext>
            </a:extLst>
          </p:cNvPr>
          <p:cNvSpPr txBox="1"/>
          <p:nvPr/>
        </p:nvSpPr>
        <p:spPr>
          <a:xfrm>
            <a:off x="225084" y="1637638"/>
            <a:ext cx="10578904" cy="368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Comic Sans MS" panose="030F0702030302020204" pitchFamily="66" charset="0"/>
              </a:rPr>
              <a:t>NP-Hard problems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0/1 Knapsack Problem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Sum of Subset Problem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Maximum Size Clique Problem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TSP Problem</a:t>
            </a:r>
          </a:p>
          <a:p>
            <a:pPr marL="914400" lvl="1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Etc….</a:t>
            </a:r>
          </a:p>
        </p:txBody>
      </p:sp>
    </p:spTree>
    <p:extLst>
      <p:ext uri="{BB962C8B-B14F-4D97-AF65-F5344CB8AC3E}">
        <p14:creationId xmlns:p14="http://schemas.microsoft.com/office/powerpoint/2010/main" val="3187983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0714-2F9B-9F7A-22ED-07CCBBDBDD14}"/>
              </a:ext>
            </a:extLst>
          </p:cNvPr>
          <p:cNvSpPr txBox="1"/>
          <p:nvPr/>
        </p:nvSpPr>
        <p:spPr>
          <a:xfrm>
            <a:off x="548640" y="2091095"/>
            <a:ext cx="10578904" cy="1959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1. Brute-Force Algorithms</a:t>
            </a:r>
          </a:p>
          <a:p>
            <a:pPr lvl="1">
              <a:lnSpc>
                <a:spcPct val="150000"/>
              </a:lnSpc>
            </a:pP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2. Heuristics</a:t>
            </a:r>
          </a:p>
          <a:p>
            <a:pPr lvl="1">
              <a:lnSpc>
                <a:spcPct val="150000"/>
              </a:lnSpc>
            </a:pP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3. Approximation Algorithms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95422" y="1420837"/>
            <a:ext cx="8243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Copying with NP-Hardness</a:t>
            </a:r>
          </a:p>
          <a:p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4440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0714-2F9B-9F7A-22ED-07CCBBDBDD14}"/>
              </a:ext>
            </a:extLst>
          </p:cNvPr>
          <p:cNvSpPr txBox="1"/>
          <p:nvPr/>
        </p:nvSpPr>
        <p:spPr>
          <a:xfrm>
            <a:off x="-126609" y="2372448"/>
            <a:ext cx="10578904" cy="1959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Brute-Force Algorithm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Guaranteed to find optimal solution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NO guarantees on running time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95422" y="1420837"/>
            <a:ext cx="8243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Copying with NP-Hardness</a:t>
            </a:r>
          </a:p>
          <a:p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54694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0714-2F9B-9F7A-22ED-07CCBBDBDD14}"/>
              </a:ext>
            </a:extLst>
          </p:cNvPr>
          <p:cNvSpPr txBox="1"/>
          <p:nvPr/>
        </p:nvSpPr>
        <p:spPr>
          <a:xfrm>
            <a:off x="-126609" y="2372448"/>
            <a:ext cx="10578904" cy="2138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Heuristics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7030A0"/>
                </a:solidFill>
              </a:rPr>
              <a:t>Guaranteed to run in polynomial time. 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7030A0"/>
                </a:solidFill>
              </a:rPr>
              <a:t>No guarantees on </a:t>
            </a:r>
            <a:r>
              <a:rPr lang="en-US" sz="3200" b="1" dirty="0">
                <a:solidFill>
                  <a:srgbClr val="FF0000"/>
                </a:solidFill>
              </a:rPr>
              <a:t>quality of solution</a:t>
            </a:r>
            <a:r>
              <a:rPr lang="en-US" sz="3200" b="1" dirty="0">
                <a:solidFill>
                  <a:srgbClr val="7030A0"/>
                </a:solidFill>
              </a:rPr>
              <a:t>.</a:t>
            </a:r>
            <a:endParaRPr lang="en-IN" sz="3200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95422" y="1420837"/>
            <a:ext cx="8243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Copying with NP-Hardness</a:t>
            </a:r>
          </a:p>
          <a:p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46842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0714-2F9B-9F7A-22ED-07CCBBDBDD14}"/>
              </a:ext>
            </a:extLst>
          </p:cNvPr>
          <p:cNvSpPr txBox="1"/>
          <p:nvPr/>
        </p:nvSpPr>
        <p:spPr>
          <a:xfrm>
            <a:off x="-135988" y="1988277"/>
            <a:ext cx="12463975" cy="3991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To produce an algorithm of </a:t>
            </a:r>
            <a:r>
              <a:rPr lang="en-IN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low polynomial time complexity 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to solve NP-Hard problem it is necessary to relax the meaning of “</a:t>
            </a:r>
            <a:r>
              <a:rPr lang="en-I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SOLVE</a:t>
            </a: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”</a:t>
            </a:r>
          </a:p>
          <a:p>
            <a:pPr lvl="1">
              <a:lnSpc>
                <a:spcPct val="150000"/>
              </a:lnSpc>
            </a:pPr>
            <a:endParaRPr lang="en-IN" sz="24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omic Sans MS" panose="030F0702030302020204" pitchFamily="66" charset="0"/>
              </a:rPr>
              <a:t>We remove the requirement that the algorithm that solves the optimization problem P must always generates optimal solution i.e. Algorithm for P must always generate the feasible solution</a:t>
            </a:r>
          </a:p>
          <a:p>
            <a:pPr lvl="1">
              <a:lnSpc>
                <a:spcPct val="150000"/>
              </a:lnSpc>
            </a:pP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95422" y="1420837"/>
            <a:ext cx="8243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Copying with NP-Hardness</a:t>
            </a:r>
          </a:p>
          <a:p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023319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0714-2F9B-9F7A-22ED-07CCBBDBDD14}"/>
              </a:ext>
            </a:extLst>
          </p:cNvPr>
          <p:cNvSpPr txBox="1"/>
          <p:nvPr/>
        </p:nvSpPr>
        <p:spPr>
          <a:xfrm>
            <a:off x="492369" y="4004301"/>
            <a:ext cx="10578904" cy="2606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2800" dirty="0">
                <a:latin typeface="Comic Sans MS" panose="030F0702030302020204" pitchFamily="66" charset="0"/>
              </a:rPr>
              <a:t>Given an </a:t>
            </a: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optimization problem P</a:t>
            </a:r>
            <a:r>
              <a:rPr lang="en-US" sz="2800" dirty="0">
                <a:latin typeface="Comic Sans MS" panose="030F0702030302020204" pitchFamily="66" charset="0"/>
              </a:rPr>
              <a:t>, an algorithm A is said to be an </a:t>
            </a:r>
            <a:r>
              <a:rPr lang="en-US" sz="2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approximation algorithm </a:t>
            </a:r>
            <a:r>
              <a:rPr lang="en-US" sz="2800" dirty="0">
                <a:latin typeface="Comic Sans MS" panose="030F0702030302020204" pitchFamily="66" charset="0"/>
              </a:rPr>
              <a:t>for P, if for any given instance I, it returns an </a:t>
            </a:r>
            <a:r>
              <a:rPr lang="en-US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approximate solution</a:t>
            </a:r>
            <a:r>
              <a:rPr lang="en-US" sz="2800" dirty="0">
                <a:latin typeface="Comic Sans MS" panose="030F0702030302020204" pitchFamily="66" charset="0"/>
              </a:rPr>
              <a:t>, that is a </a:t>
            </a:r>
            <a:r>
              <a:rPr lang="en-US" sz="2800" dirty="0">
                <a:solidFill>
                  <a:srgbClr val="00B050"/>
                </a:solidFill>
                <a:latin typeface="Comic Sans MS" panose="030F0702030302020204" pitchFamily="66" charset="0"/>
              </a:rPr>
              <a:t>feasible solution</a:t>
            </a:r>
            <a:r>
              <a:rPr lang="en-US" sz="2800" dirty="0">
                <a:latin typeface="Comic Sans MS" panose="030F0702030302020204" pitchFamily="66" charset="0"/>
              </a:rPr>
              <a:t>.</a:t>
            </a:r>
            <a:endParaRPr lang="en-IN" sz="3200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95422" y="1420837"/>
            <a:ext cx="8243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Def:</a:t>
            </a:r>
          </a:p>
          <a:p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7A8A83-37D6-0D9F-51B6-A334CDB16D72}"/>
              </a:ext>
            </a:extLst>
          </p:cNvPr>
          <p:cNvSpPr txBox="1"/>
          <p:nvPr/>
        </p:nvSpPr>
        <p:spPr>
          <a:xfrm>
            <a:off x="928467" y="2583917"/>
            <a:ext cx="10142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Comic Sans MS" panose="030F0702030302020204" pitchFamily="66" charset="0"/>
              </a:rPr>
              <a:t>A </a:t>
            </a: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feasible solution </a:t>
            </a:r>
            <a:r>
              <a:rPr lang="en-IN" sz="2800" dirty="0">
                <a:latin typeface="Comic Sans MS" panose="030F0702030302020204" pitchFamily="66" charset="0"/>
              </a:rPr>
              <a:t>with a value close to </a:t>
            </a:r>
            <a:r>
              <a:rPr lang="en-IN" sz="2800" dirty="0">
                <a:solidFill>
                  <a:srgbClr val="FF0000"/>
                </a:solidFill>
                <a:latin typeface="Comic Sans MS" panose="030F0702030302020204" pitchFamily="66" charset="0"/>
              </a:rPr>
              <a:t>optimal solution </a:t>
            </a:r>
            <a:r>
              <a:rPr lang="en-IN" sz="2800" dirty="0">
                <a:latin typeface="Comic Sans MS" panose="030F0702030302020204" pitchFamily="66" charset="0"/>
              </a:rPr>
              <a:t>is known as </a:t>
            </a:r>
            <a:r>
              <a:rPr lang="en-IN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Approximate Solution</a:t>
            </a:r>
          </a:p>
        </p:txBody>
      </p:sp>
    </p:spTree>
    <p:extLst>
      <p:ext uri="{BB962C8B-B14F-4D97-AF65-F5344CB8AC3E}">
        <p14:creationId xmlns:p14="http://schemas.microsoft.com/office/powerpoint/2010/main" val="26990100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0714-2F9B-9F7A-22ED-07CCBBDBDD14}"/>
              </a:ext>
            </a:extLst>
          </p:cNvPr>
          <p:cNvSpPr txBox="1"/>
          <p:nvPr/>
        </p:nvSpPr>
        <p:spPr>
          <a:xfrm>
            <a:off x="-295421" y="1897890"/>
            <a:ext cx="12191999" cy="4354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Approximation Algorithms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7030A0"/>
                </a:solidFill>
              </a:rPr>
              <a:t>Guaranteed to run in polynomial time. 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dirty="0"/>
              <a:t>Guaranteed to get a solution which is close to the optimal solution (</a:t>
            </a:r>
            <a:r>
              <a:rPr lang="en-US" sz="3200" dirty="0" err="1"/>
              <a:t>a.k.a</a:t>
            </a:r>
            <a:r>
              <a:rPr lang="en-US" sz="3200" dirty="0"/>
              <a:t> </a:t>
            </a:r>
            <a:r>
              <a:rPr lang="en-US" sz="3200" b="1" dirty="0">
                <a:solidFill>
                  <a:srgbClr val="7030A0"/>
                </a:solidFill>
              </a:rPr>
              <a:t>near optimal</a:t>
            </a:r>
            <a:r>
              <a:rPr lang="en-US" sz="3200" dirty="0"/>
              <a:t>). </a:t>
            </a:r>
          </a:p>
          <a:p>
            <a:pPr marL="1371600" lvl="2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200" b="1" dirty="0"/>
              <a:t>Obstacle </a:t>
            </a:r>
            <a:r>
              <a:rPr lang="en-US" sz="3200" dirty="0"/>
              <a:t>: need to prove a solution’s value is close to optimum value, without even knowing what the optimum value is !</a:t>
            </a:r>
            <a:endParaRPr lang="en-IN" sz="3200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95422" y="1420837"/>
            <a:ext cx="8243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Copying with NP-Hardness</a:t>
            </a:r>
          </a:p>
          <a:p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92504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95422" y="1420837"/>
            <a:ext cx="12191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C* = The Cost of optimal solution of the problem</a:t>
            </a:r>
          </a:p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  =  The cost of solution using approximation algorithm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F81077-0A01-08DF-C5A5-A085B682890C}"/>
                  </a:ext>
                </a:extLst>
              </p:cNvPr>
              <p:cNvSpPr txBox="1"/>
              <p:nvPr/>
            </p:nvSpPr>
            <p:spPr>
              <a:xfrm>
                <a:off x="295421" y="2855934"/>
                <a:ext cx="7307878" cy="124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36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Maximization Problem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3600" b="1" i="1" smtClean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IN" sz="3600" b="1" i="1" smtClean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IN" sz="3600" b="1" i="1" smtClean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𝑪</m:t>
                      </m:r>
                      <m:r>
                        <a:rPr lang="en-IN" sz="3600" b="1" i="1" smtClean="0">
                          <a:solidFill>
                            <a:srgbClr val="00B05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IN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𝑪</m:t>
                          </m:r>
                        </m:e>
                        <m:sup>
                          <m:r>
                            <a:rPr lang="en-IN" sz="3600" b="1" i="1" smtClean="0">
                              <a:solidFill>
                                <a:srgbClr val="00B050"/>
                              </a:solidFill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IN" sz="36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F81077-0A01-08DF-C5A5-A085B6828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21" y="2855934"/>
                <a:ext cx="7307878" cy="1247777"/>
              </a:xfrm>
              <a:prstGeom prst="rect">
                <a:avLst/>
              </a:prstGeom>
              <a:blipFill>
                <a:blip r:embed="rId2"/>
                <a:stretch>
                  <a:fillRect l="-2585" t="-7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8375E-D435-EE1B-082C-8AEFA2B699DC}"/>
                  </a:ext>
                </a:extLst>
              </p:cNvPr>
              <p:cNvSpPr txBox="1"/>
              <p:nvPr/>
            </p:nvSpPr>
            <p:spPr>
              <a:xfrm>
                <a:off x="413359" y="4483057"/>
                <a:ext cx="7778663" cy="919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b="1" dirty="0">
                    <a:solidFill>
                      <a:srgbClr val="7030A0"/>
                    </a:solidFill>
                  </a:rPr>
                  <a:t>Approximation ratio </a:t>
                </a:r>
                <a:r>
                  <a:rPr lang="en-IN" sz="3600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r>
                              <a:rPr lang="en-IN" sz="36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I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den>
                    </m:f>
                    <m:r>
                      <a:rPr lang="en-I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IN" sz="3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8375E-D435-EE1B-082C-8AEFA2B69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59" y="4483057"/>
                <a:ext cx="7778663" cy="919867"/>
              </a:xfrm>
              <a:prstGeom prst="rect">
                <a:avLst/>
              </a:prstGeom>
              <a:blipFill>
                <a:blip r:embed="rId3"/>
                <a:stretch>
                  <a:fillRect l="-2429" b="-119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982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95422" y="1420837"/>
            <a:ext cx="121919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C* = The Cost of optimal solution of the problem</a:t>
            </a:r>
          </a:p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  =  The cost of solution using approximation algorithm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F81077-0A01-08DF-C5A5-A085B682890C}"/>
                  </a:ext>
                </a:extLst>
              </p:cNvPr>
              <p:cNvSpPr txBox="1"/>
              <p:nvPr/>
            </p:nvSpPr>
            <p:spPr>
              <a:xfrm>
                <a:off x="295421" y="2855934"/>
                <a:ext cx="7307878" cy="124777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IN" sz="36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Minimization Problem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IN" sz="3600" b="1" i="1" smtClean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IN" sz="3600" b="1" i="1" smtClean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IN" sz="36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36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𝑪</m:t>
                        </m:r>
                      </m:e>
                      <m:sup>
                        <m:r>
                          <a:rPr lang="en-IN" sz="36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IN" sz="3600" b="1" i="1" smtClean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IN" sz="36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14:m>
                  <m:oMath xmlns:m="http://schemas.openxmlformats.org/officeDocument/2006/math">
                    <m:r>
                      <a:rPr lang="en-IN" sz="3600" b="1" i="1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endParaRPr lang="en-IN" sz="36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F81077-0A01-08DF-C5A5-A085B6828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21" y="2855934"/>
                <a:ext cx="7307878" cy="1247777"/>
              </a:xfrm>
              <a:prstGeom prst="rect">
                <a:avLst/>
              </a:prstGeom>
              <a:blipFill>
                <a:blip r:embed="rId2"/>
                <a:stretch>
                  <a:fillRect l="-2585" t="-78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8375E-D435-EE1B-082C-8AEFA2B699DC}"/>
                  </a:ext>
                </a:extLst>
              </p:cNvPr>
              <p:cNvSpPr txBox="1"/>
              <p:nvPr/>
            </p:nvSpPr>
            <p:spPr>
              <a:xfrm>
                <a:off x="413359" y="4483057"/>
                <a:ext cx="7778663" cy="919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b="1" dirty="0">
                    <a:solidFill>
                      <a:srgbClr val="7030A0"/>
                    </a:solidFill>
                  </a:rPr>
                  <a:t>Approximation ratio </a:t>
                </a:r>
                <a:r>
                  <a:rPr lang="en-IN" sz="3600" b="1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num>
                      <m:den>
                        <m:sSup>
                          <m:sSupPr>
                            <m:ctrlPr>
                              <a:rPr lang="en-IN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r>
                              <a:rPr lang="en-IN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I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sz="3600" b="1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IN" sz="3600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8375E-D435-EE1B-082C-8AEFA2B69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59" y="4483057"/>
                <a:ext cx="7778663" cy="919867"/>
              </a:xfrm>
              <a:prstGeom prst="rect">
                <a:avLst/>
              </a:prstGeom>
              <a:blipFill>
                <a:blip r:embed="rId3"/>
                <a:stretch>
                  <a:fillRect l="-2429" b="-92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55394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F81077-0A01-08DF-C5A5-A085B682890C}"/>
              </a:ext>
            </a:extLst>
          </p:cNvPr>
          <p:cNvSpPr txBox="1"/>
          <p:nvPr/>
        </p:nvSpPr>
        <p:spPr>
          <a:xfrm>
            <a:off x="413359" y="2051777"/>
            <a:ext cx="730787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 general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8375E-D435-EE1B-082C-8AEFA2B699DC}"/>
                  </a:ext>
                </a:extLst>
              </p:cNvPr>
              <p:cNvSpPr txBox="1"/>
              <p:nvPr/>
            </p:nvSpPr>
            <p:spPr>
              <a:xfrm>
                <a:off x="676406" y="3429000"/>
                <a:ext cx="7778663" cy="919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b="1" dirty="0">
                    <a:solidFill>
                      <a:srgbClr val="7030A0"/>
                    </a:solidFill>
                  </a:rPr>
                  <a:t>Approximation ratio </a:t>
                </a:r>
                <a:r>
                  <a:rPr lang="en-IN" sz="3600" b="1" dirty="0"/>
                  <a:t>= max {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num>
                      <m:den>
                        <m:sSup>
                          <m:sSupPr>
                            <m:ctrlPr>
                              <a:rPr lang="en-IN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r>
                              <a:rPr lang="en-IN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</m:oMath>
                </a14:m>
                <a:r>
                  <a:rPr lang="en-IN" sz="3600" b="1" dirty="0"/>
                  <a:t>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3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𝑪</m:t>
                            </m:r>
                          </m:e>
                          <m:sup>
                            <m:r>
                              <a:rPr lang="en-IN" sz="3600" b="1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num>
                      <m:den>
                        <m:r>
                          <a:rPr lang="en-IN" sz="3600" b="1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den>
                    </m:f>
                  </m:oMath>
                </a14:m>
                <a:r>
                  <a:rPr lang="en-IN" sz="3600" b="1" dirty="0"/>
                  <a:t>}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58375E-D435-EE1B-082C-8AEFA2B69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06" y="3429000"/>
                <a:ext cx="7778663" cy="919867"/>
              </a:xfrm>
              <a:prstGeom prst="rect">
                <a:avLst/>
              </a:prstGeom>
              <a:blipFill>
                <a:blip r:embed="rId2"/>
                <a:stretch>
                  <a:fillRect l="-2429" b="-12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C16C24-0D6E-20D0-D4B5-F0FB3F9A7AD6}"/>
                  </a:ext>
                </a:extLst>
              </p:cNvPr>
              <p:cNvSpPr txBox="1"/>
              <p:nvPr/>
            </p:nvSpPr>
            <p:spPr>
              <a:xfrm>
                <a:off x="676406" y="4889151"/>
                <a:ext cx="777866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800" b="1" dirty="0">
                    <a:solidFill>
                      <a:srgbClr val="00B050"/>
                    </a:solidFill>
                  </a:rPr>
                  <a:t>As Approximation ratio </a:t>
                </a:r>
                <a14:m>
                  <m:oMath xmlns:m="http://schemas.openxmlformats.org/officeDocument/2006/math">
                    <m:r>
                      <a:rPr lang="en-IN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IN" sz="28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IN" sz="28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4C16C24-0D6E-20D0-D4B5-F0FB3F9A7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406" y="4889151"/>
                <a:ext cx="7778663" cy="523220"/>
              </a:xfrm>
              <a:prstGeom prst="rect">
                <a:avLst/>
              </a:prstGeom>
              <a:blipFill>
                <a:blip r:embed="rId3"/>
                <a:stretch>
                  <a:fillRect l="-1646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568002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Approximation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10714-2F9B-9F7A-22ED-07CCBBDBDD14}"/>
              </a:ext>
            </a:extLst>
          </p:cNvPr>
          <p:cNvSpPr txBox="1"/>
          <p:nvPr/>
        </p:nvSpPr>
        <p:spPr>
          <a:xfrm>
            <a:off x="464235" y="2224237"/>
            <a:ext cx="12191999" cy="667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en-IN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A TSP where  </a:t>
            </a:r>
            <a:r>
              <a:rPr lang="en-I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</a:t>
            </a:r>
            <a:r>
              <a:rPr lang="en-IN" sz="2800" b="1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ij</a:t>
            </a: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=</a:t>
            </a:r>
            <a:r>
              <a:rPr lang="en-IN" sz="2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C</a:t>
            </a:r>
            <a:r>
              <a:rPr lang="en-IN" sz="2800" b="1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ji</a:t>
            </a:r>
            <a:endParaRPr lang="en-IN" sz="32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15705" y="1420836"/>
            <a:ext cx="824366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Symmetric TSP</a:t>
            </a:r>
          </a:p>
          <a:p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CE2AA-CAE5-2BA0-C0FC-EE884CB63021}"/>
              </a:ext>
            </a:extLst>
          </p:cNvPr>
          <p:cNvSpPr txBox="1"/>
          <p:nvPr/>
        </p:nvSpPr>
        <p:spPr>
          <a:xfrm>
            <a:off x="215704" y="3217754"/>
            <a:ext cx="117136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Metric TSP:</a:t>
            </a:r>
          </a:p>
          <a:p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             A TSP which satisfy </a:t>
            </a:r>
            <a:r>
              <a:rPr lang="en-IN" sz="28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triangle inequality</a:t>
            </a:r>
          </a:p>
          <a:p>
            <a:endParaRPr lang="en-IN" sz="2800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DA4FAC33-CAC1-AEA6-9E7F-ED68D8E3A3FF}"/>
              </a:ext>
            </a:extLst>
          </p:cNvPr>
          <p:cNvSpPr/>
          <p:nvPr/>
        </p:nvSpPr>
        <p:spPr>
          <a:xfrm>
            <a:off x="1491175" y="4951828"/>
            <a:ext cx="2686930" cy="1463040"/>
          </a:xfrm>
          <a:prstGeom prst="triangle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88B8F6-E351-B3A8-34A7-04BC53E9A7A6}"/>
              </a:ext>
            </a:extLst>
          </p:cNvPr>
          <p:cNvSpPr txBox="1"/>
          <p:nvPr/>
        </p:nvSpPr>
        <p:spPr>
          <a:xfrm>
            <a:off x="1842867" y="5175554"/>
            <a:ext cx="436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467196-26B0-6FAF-9C25-A651BA80E8CA}"/>
              </a:ext>
            </a:extLst>
          </p:cNvPr>
          <p:cNvSpPr txBox="1"/>
          <p:nvPr/>
        </p:nvSpPr>
        <p:spPr>
          <a:xfrm>
            <a:off x="3542713" y="5203690"/>
            <a:ext cx="436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9B763-4A6A-7538-06D5-0BD3C59A4229}"/>
              </a:ext>
            </a:extLst>
          </p:cNvPr>
          <p:cNvSpPr txBox="1"/>
          <p:nvPr/>
        </p:nvSpPr>
        <p:spPr>
          <a:xfrm>
            <a:off x="2616591" y="6334780"/>
            <a:ext cx="436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2CB27E-4E9A-0EF6-7375-E08F4AF0F346}"/>
              </a:ext>
            </a:extLst>
          </p:cNvPr>
          <p:cNvSpPr txBox="1"/>
          <p:nvPr/>
        </p:nvSpPr>
        <p:spPr>
          <a:xfrm>
            <a:off x="5600700" y="4567107"/>
            <a:ext cx="4748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b &gt; 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26F231-34C4-4056-153C-0ED9C2A9FED8}"/>
              </a:ext>
            </a:extLst>
          </p:cNvPr>
          <p:cNvSpPr txBox="1"/>
          <p:nvPr/>
        </p:nvSpPr>
        <p:spPr>
          <a:xfrm>
            <a:off x="5600699" y="5284258"/>
            <a:ext cx="4748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+ c &gt;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AC7DE8-7003-BDC1-326A-68BC17D5A2E4}"/>
              </a:ext>
            </a:extLst>
          </p:cNvPr>
          <p:cNvSpPr txBox="1"/>
          <p:nvPr/>
        </p:nvSpPr>
        <p:spPr>
          <a:xfrm>
            <a:off x="5600698" y="6001409"/>
            <a:ext cx="47484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 + c &gt; a</a:t>
            </a:r>
          </a:p>
        </p:txBody>
      </p:sp>
      <p:sp>
        <p:nvSpPr>
          <p:cNvPr id="13" name="Star: 6 Points 12">
            <a:extLst>
              <a:ext uri="{FF2B5EF4-FFF2-40B4-BE49-F238E27FC236}">
                <a16:creationId xmlns:a16="http://schemas.microsoft.com/office/drawing/2014/main" id="{0310F6C9-D55A-5F6F-7023-DFA0FF8D1D29}"/>
              </a:ext>
            </a:extLst>
          </p:cNvPr>
          <p:cNvSpPr/>
          <p:nvPr/>
        </p:nvSpPr>
        <p:spPr>
          <a:xfrm rot="20196641">
            <a:off x="9020005" y="3849952"/>
            <a:ext cx="2684874" cy="3009900"/>
          </a:xfrm>
          <a:prstGeom prst="star6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Helps to take Shortcuts</a:t>
            </a:r>
          </a:p>
        </p:txBody>
      </p:sp>
    </p:spTree>
    <p:extLst>
      <p:ext uri="{BB962C8B-B14F-4D97-AF65-F5344CB8AC3E}">
        <p14:creationId xmlns:p14="http://schemas.microsoft.com/office/powerpoint/2010/main" val="30562941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735D42-B871-E92E-4092-82F69494F307}"/>
              </a:ext>
            </a:extLst>
          </p:cNvPr>
          <p:cNvSpPr txBox="1"/>
          <p:nvPr/>
        </p:nvSpPr>
        <p:spPr>
          <a:xfrm>
            <a:off x="215705" y="1420836"/>
            <a:ext cx="824366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Double Tree Algorithm:</a:t>
            </a:r>
          </a:p>
          <a:p>
            <a:endParaRPr lang="en-IN" sz="40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3B33F4-2094-158C-F86D-640002BF25BA}"/>
              </a:ext>
            </a:extLst>
          </p:cNvPr>
          <p:cNvSpPr txBox="1"/>
          <p:nvPr/>
        </p:nvSpPr>
        <p:spPr>
          <a:xfrm>
            <a:off x="631727" y="2570565"/>
            <a:ext cx="10928545" cy="368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IN" sz="4000" b="1" dirty="0">
                <a:latin typeface="Comic Sans MS" panose="030F0702030302020204" pitchFamily="66" charset="0"/>
              </a:rPr>
              <a:t>Find The Minimum Spanning Tree T 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IN" sz="4000" b="1" dirty="0">
                <a:latin typeface="Comic Sans MS" panose="030F0702030302020204" pitchFamily="66" charset="0"/>
              </a:rPr>
              <a:t>Duplicate the edges of T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IN" sz="4000" b="1" dirty="0">
                <a:latin typeface="Comic Sans MS" panose="030F0702030302020204" pitchFamily="66" charset="0"/>
              </a:rPr>
              <a:t>Find Eulerian Tour </a:t>
            </a: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en-IN" sz="4000" b="1" dirty="0">
                <a:latin typeface="Comic Sans MS" panose="030F0702030302020204" pitchFamily="66" charset="0"/>
              </a:rPr>
              <a:t>Shortcut the Eulerian tour </a:t>
            </a:r>
          </a:p>
        </p:txBody>
      </p:sp>
    </p:spTree>
    <p:extLst>
      <p:ext uri="{BB962C8B-B14F-4D97-AF65-F5344CB8AC3E}">
        <p14:creationId xmlns:p14="http://schemas.microsoft.com/office/powerpoint/2010/main" val="456781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2F010E-3169-6E3F-8BD9-62027A9D9546}"/>
              </a:ext>
            </a:extLst>
          </p:cNvPr>
          <p:cNvGrpSpPr/>
          <p:nvPr/>
        </p:nvGrpSpPr>
        <p:grpSpPr>
          <a:xfrm>
            <a:off x="513567" y="1339761"/>
            <a:ext cx="3845491" cy="4171691"/>
            <a:chOff x="513567" y="1339761"/>
            <a:chExt cx="4554256" cy="451983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01753F3-EC67-CFAD-9BEB-4F0532BBE122}"/>
                </a:ext>
              </a:extLst>
            </p:cNvPr>
            <p:cNvSpPr/>
            <p:nvPr/>
          </p:nvSpPr>
          <p:spPr>
            <a:xfrm>
              <a:off x="513567" y="3712401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B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3135AE-272F-5931-48FF-E661F7121138}"/>
                </a:ext>
              </a:extLst>
            </p:cNvPr>
            <p:cNvSpPr/>
            <p:nvPr/>
          </p:nvSpPr>
          <p:spPr>
            <a:xfrm>
              <a:off x="2735914" y="5292789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F81D3FC-2B02-86A2-B136-8DF1EDA590A5}"/>
                </a:ext>
              </a:extLst>
            </p:cNvPr>
            <p:cNvSpPr/>
            <p:nvPr/>
          </p:nvSpPr>
          <p:spPr>
            <a:xfrm>
              <a:off x="4501020" y="3428999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D9AC137-F2FC-8DB0-C4E2-A4B326BA557B}"/>
                </a:ext>
              </a:extLst>
            </p:cNvPr>
            <p:cNvSpPr/>
            <p:nvPr/>
          </p:nvSpPr>
          <p:spPr>
            <a:xfrm>
              <a:off x="2536522" y="1339761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A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17F1DC-8275-DB94-E00A-51C3F975B5CF}"/>
                </a:ext>
              </a:extLst>
            </p:cNvPr>
            <p:cNvSpPr/>
            <p:nvPr/>
          </p:nvSpPr>
          <p:spPr>
            <a:xfrm>
              <a:off x="2999171" y="3723548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D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308D90A-5881-FC53-2541-653D08D8E610}"/>
                </a:ext>
              </a:extLst>
            </p:cNvPr>
            <p:cNvCxnSpPr>
              <a:stCxn id="2" idx="7"/>
              <a:endCxn id="8" idx="3"/>
            </p:cNvCxnSpPr>
            <p:nvPr/>
          </p:nvCxnSpPr>
          <p:spPr>
            <a:xfrm flipV="1">
              <a:off x="997364" y="1823558"/>
              <a:ext cx="1622164" cy="197184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4E1BEB3-B623-22F8-CD1B-D8D4A5EDC610}"/>
                </a:ext>
              </a:extLst>
            </p:cNvPr>
            <p:cNvCxnSpPr>
              <a:stCxn id="8" idx="5"/>
              <a:endCxn id="7" idx="1"/>
            </p:cNvCxnSpPr>
            <p:nvPr/>
          </p:nvCxnSpPr>
          <p:spPr>
            <a:xfrm>
              <a:off x="3020319" y="1823558"/>
              <a:ext cx="1563707" cy="168844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A7F31E-9B25-BC2B-5467-FBF82D4A01E6}"/>
                </a:ext>
              </a:extLst>
            </p:cNvPr>
            <p:cNvCxnSpPr>
              <a:cxnSpLocks/>
              <a:stCxn id="2" idx="6"/>
              <a:endCxn id="9" idx="2"/>
            </p:cNvCxnSpPr>
            <p:nvPr/>
          </p:nvCxnSpPr>
          <p:spPr>
            <a:xfrm>
              <a:off x="1080370" y="3995803"/>
              <a:ext cx="1918801" cy="1114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3A74468-5A70-B8A6-9E12-F75190746D3B}"/>
                </a:ext>
              </a:extLst>
            </p:cNvPr>
            <p:cNvCxnSpPr>
              <a:cxnSpLocks/>
              <a:stCxn id="9" idx="0"/>
              <a:endCxn id="8" idx="4"/>
            </p:cNvCxnSpPr>
            <p:nvPr/>
          </p:nvCxnSpPr>
          <p:spPr>
            <a:xfrm flipH="1" flipV="1">
              <a:off x="2819924" y="1906564"/>
              <a:ext cx="462649" cy="181698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7F71EE2-3791-21AA-AA1F-30EC96226F74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 flipV="1">
              <a:off x="3565974" y="3712401"/>
              <a:ext cx="935046" cy="29454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C623E0F-0501-1BF3-5F83-68BBD926A470}"/>
                </a:ext>
              </a:extLst>
            </p:cNvPr>
            <p:cNvCxnSpPr>
              <a:cxnSpLocks/>
              <a:stCxn id="2" idx="5"/>
              <a:endCxn id="6" idx="1"/>
            </p:cNvCxnSpPr>
            <p:nvPr/>
          </p:nvCxnSpPr>
          <p:spPr>
            <a:xfrm>
              <a:off x="997364" y="4196198"/>
              <a:ext cx="1821556" cy="117959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F8A877-66F3-8B9B-967F-E3B8AF2FFE27}"/>
                </a:ext>
              </a:extLst>
            </p:cNvPr>
            <p:cNvCxnSpPr>
              <a:cxnSpLocks/>
              <a:stCxn id="6" idx="7"/>
              <a:endCxn id="7" idx="3"/>
            </p:cNvCxnSpPr>
            <p:nvPr/>
          </p:nvCxnSpPr>
          <p:spPr>
            <a:xfrm flipV="1">
              <a:off x="3219711" y="3912796"/>
              <a:ext cx="1364315" cy="146299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F79ADF2-7403-DA1E-658B-FA8C1E301433}"/>
                </a:ext>
              </a:extLst>
            </p:cNvPr>
            <p:cNvCxnSpPr>
              <a:cxnSpLocks/>
              <a:stCxn id="9" idx="4"/>
              <a:endCxn id="6" idx="0"/>
            </p:cNvCxnSpPr>
            <p:nvPr/>
          </p:nvCxnSpPr>
          <p:spPr>
            <a:xfrm flipH="1">
              <a:off x="3019316" y="4290351"/>
              <a:ext cx="263257" cy="100243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6FF0F0-EAB3-09AD-ABD9-943ED5A1879E}"/>
                </a:ext>
              </a:extLst>
            </p:cNvPr>
            <p:cNvSpPr txBox="1"/>
            <p:nvPr/>
          </p:nvSpPr>
          <p:spPr>
            <a:xfrm>
              <a:off x="1419116" y="2344899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100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584F94-47B6-4933-DB44-7146FDA20E7E}"/>
                </a:ext>
              </a:extLst>
            </p:cNvPr>
            <p:cNvSpPr txBox="1"/>
            <p:nvPr/>
          </p:nvSpPr>
          <p:spPr>
            <a:xfrm>
              <a:off x="1270138" y="4648456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101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EB43E0-8BFA-640F-D199-A56E2F9DD681}"/>
                </a:ext>
              </a:extLst>
            </p:cNvPr>
            <p:cNvSpPr txBox="1"/>
            <p:nvPr/>
          </p:nvSpPr>
          <p:spPr>
            <a:xfrm>
              <a:off x="3802694" y="4701528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110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1709A4D-D885-8068-CB2C-9D5FC7DBC3D2}"/>
                </a:ext>
              </a:extLst>
            </p:cNvPr>
            <p:cNvSpPr txBox="1"/>
            <p:nvPr/>
          </p:nvSpPr>
          <p:spPr>
            <a:xfrm>
              <a:off x="3760168" y="2388478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85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7483FE-FE58-516C-CB94-137EA521DF32}"/>
                </a:ext>
              </a:extLst>
            </p:cNvPr>
            <p:cNvSpPr txBox="1"/>
            <p:nvPr/>
          </p:nvSpPr>
          <p:spPr>
            <a:xfrm>
              <a:off x="1908655" y="3637617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20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9CA5D4-D5DD-142D-D5C5-C3655C933F2D}"/>
                </a:ext>
              </a:extLst>
            </p:cNvPr>
            <p:cNvSpPr txBox="1"/>
            <p:nvPr/>
          </p:nvSpPr>
          <p:spPr>
            <a:xfrm>
              <a:off x="2674850" y="4538306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65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999C26-66D5-41B4-CFE7-008C8E95201B}"/>
                </a:ext>
              </a:extLst>
            </p:cNvPr>
            <p:cNvSpPr txBox="1"/>
            <p:nvPr/>
          </p:nvSpPr>
          <p:spPr>
            <a:xfrm>
              <a:off x="3760168" y="3527734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30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5607F5-81CE-F552-2848-F4A85CEE99A2}"/>
                </a:ext>
              </a:extLst>
            </p:cNvPr>
            <p:cNvSpPr txBox="1"/>
            <p:nvPr/>
          </p:nvSpPr>
          <p:spPr>
            <a:xfrm>
              <a:off x="2539820" y="2638105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66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31841927-AD1D-E5F3-4EFF-4AD202E402AA}"/>
              </a:ext>
            </a:extLst>
          </p:cNvPr>
          <p:cNvGrpSpPr/>
          <p:nvPr/>
        </p:nvGrpSpPr>
        <p:grpSpPr>
          <a:xfrm>
            <a:off x="6941507" y="1454091"/>
            <a:ext cx="3845491" cy="4171691"/>
            <a:chOff x="513567" y="1339761"/>
            <a:chExt cx="4554256" cy="4519831"/>
          </a:xfrm>
        </p:grpSpPr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2EAF1D4-92A9-3BE2-3081-E3F281DDBB54}"/>
                </a:ext>
              </a:extLst>
            </p:cNvPr>
            <p:cNvSpPr/>
            <p:nvPr/>
          </p:nvSpPr>
          <p:spPr>
            <a:xfrm>
              <a:off x="513567" y="3712401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B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ABD39150-D397-9AF6-13E1-671AF05E2C40}"/>
                </a:ext>
              </a:extLst>
            </p:cNvPr>
            <p:cNvSpPr/>
            <p:nvPr/>
          </p:nvSpPr>
          <p:spPr>
            <a:xfrm>
              <a:off x="2735914" y="5292789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E</a:t>
              </a: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6FE097C4-A204-4334-D6B9-93687A3EABFE}"/>
                </a:ext>
              </a:extLst>
            </p:cNvPr>
            <p:cNvSpPr/>
            <p:nvPr/>
          </p:nvSpPr>
          <p:spPr>
            <a:xfrm>
              <a:off x="4501020" y="3428999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189748F-6894-694B-741B-CB34DCC0ACAA}"/>
                </a:ext>
              </a:extLst>
            </p:cNvPr>
            <p:cNvSpPr/>
            <p:nvPr/>
          </p:nvSpPr>
          <p:spPr>
            <a:xfrm>
              <a:off x="2536522" y="1339761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A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7698236-E830-32EB-B223-BEBBC6802F20}"/>
                </a:ext>
              </a:extLst>
            </p:cNvPr>
            <p:cNvSpPr/>
            <p:nvPr/>
          </p:nvSpPr>
          <p:spPr>
            <a:xfrm>
              <a:off x="2999171" y="3723548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D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F7C293D-97E0-9ABE-4119-A27DDE73EC80}"/>
                </a:ext>
              </a:extLst>
            </p:cNvPr>
            <p:cNvCxnSpPr>
              <a:cxnSpLocks/>
              <a:stCxn id="48" idx="6"/>
              <a:endCxn id="52" idx="2"/>
            </p:cNvCxnSpPr>
            <p:nvPr/>
          </p:nvCxnSpPr>
          <p:spPr>
            <a:xfrm>
              <a:off x="1080370" y="3995803"/>
              <a:ext cx="1918801" cy="1114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7FD6056-FCCC-BFE7-92F8-3C28CCD0B13D}"/>
                </a:ext>
              </a:extLst>
            </p:cNvPr>
            <p:cNvCxnSpPr>
              <a:cxnSpLocks/>
              <a:stCxn id="52" idx="0"/>
              <a:endCxn id="51" idx="4"/>
            </p:cNvCxnSpPr>
            <p:nvPr/>
          </p:nvCxnSpPr>
          <p:spPr>
            <a:xfrm flipH="1" flipV="1">
              <a:off x="2819924" y="1906564"/>
              <a:ext cx="462649" cy="1816984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9616A8-F802-24C4-5E1F-4E690BC3F028}"/>
                </a:ext>
              </a:extLst>
            </p:cNvPr>
            <p:cNvCxnSpPr>
              <a:cxnSpLocks/>
              <a:stCxn id="52" idx="6"/>
              <a:endCxn id="50" idx="2"/>
            </p:cNvCxnSpPr>
            <p:nvPr/>
          </p:nvCxnSpPr>
          <p:spPr>
            <a:xfrm flipV="1">
              <a:off x="3565974" y="3712401"/>
              <a:ext cx="935046" cy="294549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FB00811B-BF7E-D4D8-3E34-7BFE57A533D4}"/>
                </a:ext>
              </a:extLst>
            </p:cNvPr>
            <p:cNvCxnSpPr>
              <a:cxnSpLocks/>
              <a:stCxn id="52" idx="4"/>
              <a:endCxn id="49" idx="0"/>
            </p:cNvCxnSpPr>
            <p:nvPr/>
          </p:nvCxnSpPr>
          <p:spPr>
            <a:xfrm flipH="1">
              <a:off x="3019316" y="4290351"/>
              <a:ext cx="263257" cy="100243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B10670B8-F1B0-A19A-895C-8E64C657590F}"/>
                </a:ext>
              </a:extLst>
            </p:cNvPr>
            <p:cNvSpPr txBox="1"/>
            <p:nvPr/>
          </p:nvSpPr>
          <p:spPr>
            <a:xfrm>
              <a:off x="1908655" y="3637617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20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152BA95-8453-85CC-22A7-F2F3770460BD}"/>
                </a:ext>
              </a:extLst>
            </p:cNvPr>
            <p:cNvSpPr txBox="1"/>
            <p:nvPr/>
          </p:nvSpPr>
          <p:spPr>
            <a:xfrm>
              <a:off x="2674850" y="4538306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65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71C24E84-D86E-6D68-FA77-B87889A88BA4}"/>
                </a:ext>
              </a:extLst>
            </p:cNvPr>
            <p:cNvSpPr txBox="1"/>
            <p:nvPr/>
          </p:nvSpPr>
          <p:spPr>
            <a:xfrm>
              <a:off x="3760168" y="3527734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30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DCA2B54-D831-4174-0660-FE0FB6DEEBD2}"/>
                </a:ext>
              </a:extLst>
            </p:cNvPr>
            <p:cNvSpPr txBox="1"/>
            <p:nvPr/>
          </p:nvSpPr>
          <p:spPr>
            <a:xfrm>
              <a:off x="2539820" y="2638105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66</a:t>
              </a:r>
            </a:p>
          </p:txBody>
        </p:sp>
      </p:grpSp>
      <p:sp>
        <p:nvSpPr>
          <p:cNvPr id="69" name="Arrow: Right 68">
            <a:extLst>
              <a:ext uri="{FF2B5EF4-FFF2-40B4-BE49-F238E27FC236}">
                <a16:creationId xmlns:a16="http://schemas.microsoft.com/office/drawing/2014/main" id="{F9FCA695-F7C5-C68E-4B1B-4CD681AFF56F}"/>
              </a:ext>
            </a:extLst>
          </p:cNvPr>
          <p:cNvSpPr/>
          <p:nvPr/>
        </p:nvSpPr>
        <p:spPr>
          <a:xfrm>
            <a:off x="5010411" y="3382405"/>
            <a:ext cx="1408663" cy="670388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/>
              <a:t>MST</a:t>
            </a:r>
          </a:p>
        </p:txBody>
      </p:sp>
    </p:spTree>
    <p:extLst>
      <p:ext uri="{BB962C8B-B14F-4D97-AF65-F5344CB8AC3E}">
        <p14:creationId xmlns:p14="http://schemas.microsoft.com/office/powerpoint/2010/main" val="4058904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806243" y="2595422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29884" y="1968622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41732" y="2690958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</a:t>
            </a:r>
          </a:p>
        </p:txBody>
      </p:sp>
    </p:spTree>
    <p:extLst>
      <p:ext uri="{BB962C8B-B14F-4D97-AF65-F5344CB8AC3E}">
        <p14:creationId xmlns:p14="http://schemas.microsoft.com/office/powerpoint/2010/main" val="636077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41732" y="2690958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</a:t>
            </a:r>
          </a:p>
        </p:txBody>
      </p:sp>
    </p:spTree>
    <p:extLst>
      <p:ext uri="{BB962C8B-B14F-4D97-AF65-F5344CB8AC3E}">
        <p14:creationId xmlns:p14="http://schemas.microsoft.com/office/powerpoint/2010/main" val="38324631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41732" y="2690958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D</a:t>
            </a:r>
          </a:p>
        </p:txBody>
      </p:sp>
    </p:spTree>
    <p:extLst>
      <p:ext uri="{BB962C8B-B14F-4D97-AF65-F5344CB8AC3E}">
        <p14:creationId xmlns:p14="http://schemas.microsoft.com/office/powerpoint/2010/main" val="16088736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41732" y="2690958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D, E</a:t>
            </a:r>
          </a:p>
        </p:txBody>
      </p:sp>
    </p:spTree>
    <p:extLst>
      <p:ext uri="{BB962C8B-B14F-4D97-AF65-F5344CB8AC3E}">
        <p14:creationId xmlns:p14="http://schemas.microsoft.com/office/powerpoint/2010/main" val="13293264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41732" y="2690958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D, E, D</a:t>
            </a:r>
          </a:p>
        </p:txBody>
      </p:sp>
    </p:spTree>
    <p:extLst>
      <p:ext uri="{BB962C8B-B14F-4D97-AF65-F5344CB8AC3E}">
        <p14:creationId xmlns:p14="http://schemas.microsoft.com/office/powerpoint/2010/main" val="3509266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41732" y="2690958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D, E, D, B</a:t>
            </a:r>
          </a:p>
        </p:txBody>
      </p:sp>
    </p:spTree>
    <p:extLst>
      <p:ext uri="{BB962C8B-B14F-4D97-AF65-F5344CB8AC3E}">
        <p14:creationId xmlns:p14="http://schemas.microsoft.com/office/powerpoint/2010/main" val="32190968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41732" y="2690958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D, E, D, B, D</a:t>
            </a:r>
          </a:p>
        </p:txBody>
      </p:sp>
    </p:spTree>
    <p:extLst>
      <p:ext uri="{BB962C8B-B14F-4D97-AF65-F5344CB8AC3E}">
        <p14:creationId xmlns:p14="http://schemas.microsoft.com/office/powerpoint/2010/main" val="165731976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41732" y="2690958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D, E, D, B, D, A</a:t>
            </a:r>
          </a:p>
        </p:txBody>
      </p:sp>
    </p:spTree>
    <p:extLst>
      <p:ext uri="{BB962C8B-B14F-4D97-AF65-F5344CB8AC3E}">
        <p14:creationId xmlns:p14="http://schemas.microsoft.com/office/powerpoint/2010/main" val="35551806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73341" y="2167372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D, E, D, B, D, A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F983C6-FAEC-4E10-9589-49E74E2FD4C2}"/>
              </a:ext>
            </a:extLst>
          </p:cNvPr>
          <p:cNvSpPr txBox="1"/>
          <p:nvPr/>
        </p:nvSpPr>
        <p:spPr>
          <a:xfrm>
            <a:off x="6741732" y="3587857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 the Shortcuts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504363-0ABE-CE20-6FFE-EDE9EEE9D3FE}"/>
              </a:ext>
            </a:extLst>
          </p:cNvPr>
          <p:cNvSpPr txBox="1"/>
          <p:nvPr/>
        </p:nvSpPr>
        <p:spPr>
          <a:xfrm>
            <a:off x="6741732" y="414106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</a:t>
            </a:r>
            <a:r>
              <a:rPr lang="en-IN" sz="28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E, </a:t>
            </a: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D, B, D, A </a:t>
            </a: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3B5A20B4-54DC-0EE7-192D-32E61E134FDC}"/>
              </a:ext>
            </a:extLst>
          </p:cNvPr>
          <p:cNvSpPr/>
          <p:nvPr/>
        </p:nvSpPr>
        <p:spPr>
          <a:xfrm rot="5400000">
            <a:off x="7680010" y="2763447"/>
            <a:ext cx="879872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8572973-CBA2-4A63-903E-458BDC4207F0}"/>
              </a:ext>
            </a:extLst>
          </p:cNvPr>
          <p:cNvCxnSpPr>
            <a:stCxn id="70" idx="0"/>
            <a:endCxn id="49" idx="7"/>
          </p:cNvCxnSpPr>
          <p:nvPr/>
        </p:nvCxnSpPr>
        <p:spPr>
          <a:xfrm flipH="1">
            <a:off x="2751874" y="3973608"/>
            <a:ext cx="1320655" cy="1776997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2257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255915" y="232458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1070489" y="4251529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73341" y="2167372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D, E, D, B, D, A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F983C6-FAEC-4E10-9589-49E74E2FD4C2}"/>
              </a:ext>
            </a:extLst>
          </p:cNvPr>
          <p:cNvSpPr txBox="1"/>
          <p:nvPr/>
        </p:nvSpPr>
        <p:spPr>
          <a:xfrm>
            <a:off x="6741732" y="3587857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 the Shortcuts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504363-0ABE-CE20-6FFE-EDE9EEE9D3FE}"/>
              </a:ext>
            </a:extLst>
          </p:cNvPr>
          <p:cNvSpPr txBox="1"/>
          <p:nvPr/>
        </p:nvSpPr>
        <p:spPr>
          <a:xfrm>
            <a:off x="6741732" y="414106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</a:t>
            </a:r>
            <a:r>
              <a:rPr lang="en-IN" sz="28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E, </a:t>
            </a:r>
            <a:r>
              <a:rPr lang="en-IN" sz="28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B, </a:t>
            </a:r>
            <a:r>
              <a:rPr lang="en-IN" sz="28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 </a:t>
            </a: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3B5A20B4-54DC-0EE7-192D-32E61E134FDC}"/>
              </a:ext>
            </a:extLst>
          </p:cNvPr>
          <p:cNvSpPr/>
          <p:nvPr/>
        </p:nvSpPr>
        <p:spPr>
          <a:xfrm rot="5400000">
            <a:off x="7680010" y="2763447"/>
            <a:ext cx="879872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97DBECC-884B-707F-4CDB-8A0B0824995E}"/>
              </a:ext>
            </a:extLst>
          </p:cNvPr>
          <p:cNvCxnSpPr/>
          <p:nvPr/>
        </p:nvCxnSpPr>
        <p:spPr>
          <a:xfrm flipH="1">
            <a:off x="2751874" y="3973608"/>
            <a:ext cx="1320655" cy="1776997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25EE423-AFD6-1463-648F-D1B1F25751E4}"/>
              </a:ext>
            </a:extLst>
          </p:cNvPr>
          <p:cNvCxnSpPr>
            <a:stCxn id="48" idx="4"/>
            <a:endCxn id="49" idx="3"/>
          </p:cNvCxnSpPr>
          <p:nvPr/>
        </p:nvCxnSpPr>
        <p:spPr>
          <a:xfrm>
            <a:off x="416749" y="4292383"/>
            <a:ext cx="1954194" cy="1764088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87184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2EAF1D4-92A9-3BE2-3081-E3F281DDBB54}"/>
              </a:ext>
            </a:extLst>
          </p:cNvPr>
          <p:cNvSpPr/>
          <p:nvPr/>
        </p:nvSpPr>
        <p:spPr>
          <a:xfrm>
            <a:off x="177452" y="3769238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ABD39150-D397-9AF6-13E1-671AF05E2C40}"/>
              </a:ext>
            </a:extLst>
          </p:cNvPr>
          <p:cNvSpPr/>
          <p:nvPr/>
        </p:nvSpPr>
        <p:spPr>
          <a:xfrm>
            <a:off x="2300855" y="5609939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E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E097C4-A204-4334-D6B9-93687A3EABFE}"/>
              </a:ext>
            </a:extLst>
          </p:cNvPr>
          <p:cNvSpPr/>
          <p:nvPr/>
        </p:nvSpPr>
        <p:spPr>
          <a:xfrm>
            <a:off x="3757055" y="34607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189748F-6894-694B-741B-CB34DCC0ACAA}"/>
              </a:ext>
            </a:extLst>
          </p:cNvPr>
          <p:cNvSpPr/>
          <p:nvPr/>
        </p:nvSpPr>
        <p:spPr>
          <a:xfrm>
            <a:off x="1885581" y="1579351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A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27698236-E830-32EB-B223-BEBBC6802F20}"/>
              </a:ext>
            </a:extLst>
          </p:cNvPr>
          <p:cNvSpPr/>
          <p:nvPr/>
        </p:nvSpPr>
        <p:spPr>
          <a:xfrm>
            <a:off x="2276229" y="3779527"/>
            <a:ext cx="478593" cy="523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D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0670B8-F1B0-A19A-895C-8E64C657590F}"/>
              </a:ext>
            </a:extLst>
          </p:cNvPr>
          <p:cNvSpPr txBox="1"/>
          <p:nvPr/>
        </p:nvSpPr>
        <p:spPr>
          <a:xfrm>
            <a:off x="783610" y="3253103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152BA95-8453-85CC-22A7-F2F3770460BD}"/>
              </a:ext>
            </a:extLst>
          </p:cNvPr>
          <p:cNvSpPr txBox="1"/>
          <p:nvPr/>
        </p:nvSpPr>
        <p:spPr>
          <a:xfrm>
            <a:off x="1719139" y="494690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1C24E84-D86E-6D68-FA77-B87889A88BA4}"/>
              </a:ext>
            </a:extLst>
          </p:cNvPr>
          <p:cNvSpPr txBox="1"/>
          <p:nvPr/>
        </p:nvSpPr>
        <p:spPr>
          <a:xfrm>
            <a:off x="2992529" y="3523436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DCA2B54-D831-4174-0660-FE0FB6DEEBD2}"/>
              </a:ext>
            </a:extLst>
          </p:cNvPr>
          <p:cNvSpPr txBox="1"/>
          <p:nvPr/>
        </p:nvSpPr>
        <p:spPr>
          <a:xfrm>
            <a:off x="1631410" y="252415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0FABC143-8F9F-26CE-752C-5798571984B8}"/>
              </a:ext>
            </a:extLst>
          </p:cNvPr>
          <p:cNvSpPr/>
          <p:nvPr/>
        </p:nvSpPr>
        <p:spPr>
          <a:xfrm rot="2534933">
            <a:off x="182363" y="1665016"/>
            <a:ext cx="2832441" cy="2450207"/>
          </a:xfrm>
          <a:prstGeom prst="arc">
            <a:avLst>
              <a:gd name="adj1" fmla="val 15994174"/>
              <a:gd name="adj2" fmla="val 0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8" name="Arc 57">
            <a:extLst>
              <a:ext uri="{FF2B5EF4-FFF2-40B4-BE49-F238E27FC236}">
                <a16:creationId xmlns:a16="http://schemas.microsoft.com/office/drawing/2014/main" id="{F78E7B67-2E02-FBB2-94BA-CDAF0BCE65A7}"/>
              </a:ext>
            </a:extLst>
          </p:cNvPr>
          <p:cNvSpPr/>
          <p:nvPr/>
        </p:nvSpPr>
        <p:spPr>
          <a:xfrm rot="14531625">
            <a:off x="1348734" y="2145133"/>
            <a:ext cx="2312741" cy="1614870"/>
          </a:xfrm>
          <a:prstGeom prst="arc">
            <a:avLst>
              <a:gd name="adj1" fmla="val 13124117"/>
              <a:gd name="adj2" fmla="val 2147091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9" name="Arc 58">
            <a:extLst>
              <a:ext uri="{FF2B5EF4-FFF2-40B4-BE49-F238E27FC236}">
                <a16:creationId xmlns:a16="http://schemas.microsoft.com/office/drawing/2014/main" id="{7CA84E6C-8D70-448C-6950-BF4CC8F4F5F7}"/>
              </a:ext>
            </a:extLst>
          </p:cNvPr>
          <p:cNvSpPr/>
          <p:nvPr/>
        </p:nvSpPr>
        <p:spPr>
          <a:xfrm rot="20023754">
            <a:off x="-384670" y="3628017"/>
            <a:ext cx="2918276" cy="2421524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1" name="Arc 60">
            <a:extLst>
              <a:ext uri="{FF2B5EF4-FFF2-40B4-BE49-F238E27FC236}">
                <a16:creationId xmlns:a16="http://schemas.microsoft.com/office/drawing/2014/main" id="{7B189BC6-A1A1-17DC-6D9F-8382D5F1E6F2}"/>
              </a:ext>
            </a:extLst>
          </p:cNvPr>
          <p:cNvSpPr/>
          <p:nvPr/>
        </p:nvSpPr>
        <p:spPr>
          <a:xfrm rot="8747825">
            <a:off x="68969" y="2096976"/>
            <a:ext cx="3154633" cy="2335213"/>
          </a:xfrm>
          <a:prstGeom prst="arc">
            <a:avLst>
              <a:gd name="adj1" fmla="val 15994174"/>
              <a:gd name="adj2" fmla="val 21223271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740DB9B-1693-C050-69B5-8EABDA85BF24}"/>
              </a:ext>
            </a:extLst>
          </p:cNvPr>
          <p:cNvSpPr txBox="1"/>
          <p:nvPr/>
        </p:nvSpPr>
        <p:spPr>
          <a:xfrm>
            <a:off x="732310" y="446379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20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A32C030-0BB4-A96C-FB64-A527C67F851F}"/>
              </a:ext>
            </a:extLst>
          </p:cNvPr>
          <p:cNvSpPr txBox="1"/>
          <p:nvPr/>
        </p:nvSpPr>
        <p:spPr>
          <a:xfrm>
            <a:off x="2764619" y="2338050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66</a:t>
            </a:r>
          </a:p>
        </p:txBody>
      </p:sp>
      <p:sp>
        <p:nvSpPr>
          <p:cNvPr id="64" name="Arc 63">
            <a:extLst>
              <a:ext uri="{FF2B5EF4-FFF2-40B4-BE49-F238E27FC236}">
                <a16:creationId xmlns:a16="http://schemas.microsoft.com/office/drawing/2014/main" id="{D58E8DDB-D04D-3AB5-05C1-C220711AA44D}"/>
              </a:ext>
            </a:extLst>
          </p:cNvPr>
          <p:cNvSpPr/>
          <p:nvPr/>
        </p:nvSpPr>
        <p:spPr>
          <a:xfrm rot="18137938">
            <a:off x="2098608" y="3597678"/>
            <a:ext cx="2755607" cy="2429484"/>
          </a:xfrm>
          <a:prstGeom prst="arc">
            <a:avLst>
              <a:gd name="adj1" fmla="val 17251669"/>
              <a:gd name="adj2" fmla="val 20654427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Arc 69">
            <a:extLst>
              <a:ext uri="{FF2B5EF4-FFF2-40B4-BE49-F238E27FC236}">
                <a16:creationId xmlns:a16="http://schemas.microsoft.com/office/drawing/2014/main" id="{272736A6-0747-3E27-9BC4-45BBE8678002}"/>
              </a:ext>
            </a:extLst>
          </p:cNvPr>
          <p:cNvSpPr/>
          <p:nvPr/>
        </p:nvSpPr>
        <p:spPr>
          <a:xfrm rot="8356194">
            <a:off x="2090653" y="1781554"/>
            <a:ext cx="2760915" cy="2351679"/>
          </a:xfrm>
          <a:prstGeom prst="arc">
            <a:avLst>
              <a:gd name="adj1" fmla="val 16806727"/>
              <a:gd name="adj2" fmla="val 20560642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6A3620-09D5-03B9-5C99-12EE8E4CB663}"/>
              </a:ext>
            </a:extLst>
          </p:cNvPr>
          <p:cNvSpPr txBox="1"/>
          <p:nvPr/>
        </p:nvSpPr>
        <p:spPr>
          <a:xfrm>
            <a:off x="3383622" y="4147231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30</a:t>
            </a:r>
          </a:p>
        </p:txBody>
      </p:sp>
      <p:sp>
        <p:nvSpPr>
          <p:cNvPr id="72" name="Arc 71">
            <a:extLst>
              <a:ext uri="{FF2B5EF4-FFF2-40B4-BE49-F238E27FC236}">
                <a16:creationId xmlns:a16="http://schemas.microsoft.com/office/drawing/2014/main" id="{A19EBEE7-4F9E-E3BC-98AC-1A4B9C56A882}"/>
              </a:ext>
            </a:extLst>
          </p:cNvPr>
          <p:cNvSpPr/>
          <p:nvPr/>
        </p:nvSpPr>
        <p:spPr>
          <a:xfrm rot="3626648">
            <a:off x="240186" y="3683857"/>
            <a:ext cx="2832441" cy="2450207"/>
          </a:xfrm>
          <a:prstGeom prst="arc">
            <a:avLst>
              <a:gd name="adj1" fmla="val 15994174"/>
              <a:gd name="adj2" fmla="val 20225449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3" name="Arc 72">
            <a:extLst>
              <a:ext uri="{FF2B5EF4-FFF2-40B4-BE49-F238E27FC236}">
                <a16:creationId xmlns:a16="http://schemas.microsoft.com/office/drawing/2014/main" id="{6E0385CC-5D7C-30C2-BD51-869325990B36}"/>
              </a:ext>
            </a:extLst>
          </p:cNvPr>
          <p:cNvSpPr/>
          <p:nvPr/>
        </p:nvSpPr>
        <p:spPr>
          <a:xfrm rot="14039549">
            <a:off x="2151305" y="3583313"/>
            <a:ext cx="2539166" cy="2688944"/>
          </a:xfrm>
          <a:prstGeom prst="arc">
            <a:avLst>
              <a:gd name="adj1" fmla="val 16059059"/>
              <a:gd name="adj2" fmla="val 20404118"/>
            </a:avLst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B2E60-E573-A3A3-2C45-FC9FAE095811}"/>
              </a:ext>
            </a:extLst>
          </p:cNvPr>
          <p:cNvSpPr txBox="1"/>
          <p:nvPr/>
        </p:nvSpPr>
        <p:spPr>
          <a:xfrm>
            <a:off x="2885131" y="4849452"/>
            <a:ext cx="581716" cy="340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65</a:t>
            </a:r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69AA8471-C4D5-4AFB-8B83-CCFE0942B13D}"/>
              </a:ext>
            </a:extLst>
          </p:cNvPr>
          <p:cNvSpPr/>
          <p:nvPr/>
        </p:nvSpPr>
        <p:spPr>
          <a:xfrm>
            <a:off x="4995541" y="2044509"/>
            <a:ext cx="1503124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E674C48-0AE0-207C-6399-85A3083064F7}"/>
              </a:ext>
            </a:extLst>
          </p:cNvPr>
          <p:cNvSpPr txBox="1"/>
          <p:nvPr/>
        </p:nvSpPr>
        <p:spPr>
          <a:xfrm>
            <a:off x="6741732" y="145858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Euler Tour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AC82E6F-0E0C-C20B-AB59-2625B25DFDEA}"/>
              </a:ext>
            </a:extLst>
          </p:cNvPr>
          <p:cNvSpPr txBox="1"/>
          <p:nvPr/>
        </p:nvSpPr>
        <p:spPr>
          <a:xfrm>
            <a:off x="6773341" y="2167372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D, E, D, B, D, A 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F983C6-FAEC-4E10-9589-49E74E2FD4C2}"/>
              </a:ext>
            </a:extLst>
          </p:cNvPr>
          <p:cNvSpPr txBox="1"/>
          <p:nvPr/>
        </p:nvSpPr>
        <p:spPr>
          <a:xfrm>
            <a:off x="6741732" y="3587857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Take the Shortcuts 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D504363-0ABE-CE20-6FFE-EDE9EEE9D3FE}"/>
              </a:ext>
            </a:extLst>
          </p:cNvPr>
          <p:cNvSpPr txBox="1"/>
          <p:nvPr/>
        </p:nvSpPr>
        <p:spPr>
          <a:xfrm>
            <a:off x="6741732" y="4141060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</a:t>
            </a:r>
            <a:r>
              <a:rPr lang="en-IN" sz="28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E, </a:t>
            </a:r>
            <a:r>
              <a:rPr lang="en-IN" sz="28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B, </a:t>
            </a:r>
            <a:r>
              <a:rPr lang="en-IN" sz="2800" b="1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</a:t>
            </a:r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A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0F0262E-E38D-2C9B-35CF-ED1EDC78F796}"/>
              </a:ext>
            </a:extLst>
          </p:cNvPr>
          <p:cNvSpPr txBox="1"/>
          <p:nvPr/>
        </p:nvSpPr>
        <p:spPr>
          <a:xfrm>
            <a:off x="6773341" y="5287785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E, B, A </a:t>
            </a:r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3B5A20B4-54DC-0EE7-192D-32E61E134FDC}"/>
              </a:ext>
            </a:extLst>
          </p:cNvPr>
          <p:cNvSpPr/>
          <p:nvPr/>
        </p:nvSpPr>
        <p:spPr>
          <a:xfrm rot="5400000">
            <a:off x="7680010" y="2763447"/>
            <a:ext cx="879872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DAE43CCC-A17F-6D66-4E8E-7514FF17698B}"/>
              </a:ext>
            </a:extLst>
          </p:cNvPr>
          <p:cNvSpPr/>
          <p:nvPr/>
        </p:nvSpPr>
        <p:spPr>
          <a:xfrm rot="5400000">
            <a:off x="7725343" y="4626880"/>
            <a:ext cx="789205" cy="768947"/>
          </a:xfrm>
          <a:prstGeom prst="rightArrow">
            <a:avLst/>
          </a:prstGeom>
          <a:solidFill>
            <a:srgbClr val="00B050"/>
          </a:solidFill>
          <a:ln>
            <a:solidFill>
              <a:schemeClr val="bg1"/>
            </a:solidFill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BA21671-36EB-B8E9-883F-D426A685A7ED}"/>
              </a:ext>
            </a:extLst>
          </p:cNvPr>
          <p:cNvCxnSpPr/>
          <p:nvPr/>
        </p:nvCxnSpPr>
        <p:spPr>
          <a:xfrm flipH="1">
            <a:off x="2751874" y="3973608"/>
            <a:ext cx="1320655" cy="1776997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1BB5D41-4D1A-F2B5-F20C-03EA36DFE13B}"/>
              </a:ext>
            </a:extLst>
          </p:cNvPr>
          <p:cNvCxnSpPr/>
          <p:nvPr/>
        </p:nvCxnSpPr>
        <p:spPr>
          <a:xfrm>
            <a:off x="416749" y="4292383"/>
            <a:ext cx="1954194" cy="1764088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FF37A3E-A2A0-7449-48D5-49C6FFF8F1CC}"/>
              </a:ext>
            </a:extLst>
          </p:cNvPr>
          <p:cNvCxnSpPr>
            <a:stCxn id="48" idx="0"/>
            <a:endCxn id="51" idx="2"/>
          </p:cNvCxnSpPr>
          <p:nvPr/>
        </p:nvCxnSpPr>
        <p:spPr>
          <a:xfrm flipV="1">
            <a:off x="416749" y="1840924"/>
            <a:ext cx="1468832" cy="1928314"/>
          </a:xfrm>
          <a:prstGeom prst="line">
            <a:avLst/>
          </a:prstGeom>
          <a:ln w="38100">
            <a:solidFill>
              <a:srgbClr val="00B050"/>
            </a:solidFill>
            <a:prstDash val="dash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69644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0"/>
            <a:ext cx="12192000" cy="12379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6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TSP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02F010E-3169-6E3F-8BD9-62027A9D9546}"/>
              </a:ext>
            </a:extLst>
          </p:cNvPr>
          <p:cNvGrpSpPr/>
          <p:nvPr/>
        </p:nvGrpSpPr>
        <p:grpSpPr>
          <a:xfrm>
            <a:off x="513567" y="1339761"/>
            <a:ext cx="3845491" cy="4171691"/>
            <a:chOff x="513567" y="1339761"/>
            <a:chExt cx="4554256" cy="4519831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01753F3-EC67-CFAD-9BEB-4F0532BBE122}"/>
                </a:ext>
              </a:extLst>
            </p:cNvPr>
            <p:cNvSpPr/>
            <p:nvPr/>
          </p:nvSpPr>
          <p:spPr>
            <a:xfrm>
              <a:off x="513567" y="3712401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B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4D3135AE-272F-5931-48FF-E661F7121138}"/>
                </a:ext>
              </a:extLst>
            </p:cNvPr>
            <p:cNvSpPr/>
            <p:nvPr/>
          </p:nvSpPr>
          <p:spPr>
            <a:xfrm>
              <a:off x="2735914" y="5292789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E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2F81D3FC-2B02-86A2-B136-8DF1EDA590A5}"/>
                </a:ext>
              </a:extLst>
            </p:cNvPr>
            <p:cNvSpPr/>
            <p:nvPr/>
          </p:nvSpPr>
          <p:spPr>
            <a:xfrm>
              <a:off x="4501020" y="3428999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D9AC137-F2FC-8DB0-C4E2-A4B326BA557B}"/>
                </a:ext>
              </a:extLst>
            </p:cNvPr>
            <p:cNvSpPr/>
            <p:nvPr/>
          </p:nvSpPr>
          <p:spPr>
            <a:xfrm>
              <a:off x="2536522" y="1339761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A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317F1DC-8275-DB94-E00A-51C3F975B5CF}"/>
                </a:ext>
              </a:extLst>
            </p:cNvPr>
            <p:cNvSpPr/>
            <p:nvPr/>
          </p:nvSpPr>
          <p:spPr>
            <a:xfrm>
              <a:off x="2999171" y="3723548"/>
              <a:ext cx="566803" cy="56680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D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9308D90A-5881-FC53-2541-653D08D8E610}"/>
                </a:ext>
              </a:extLst>
            </p:cNvPr>
            <p:cNvCxnSpPr>
              <a:stCxn id="2" idx="7"/>
              <a:endCxn id="8" idx="3"/>
            </p:cNvCxnSpPr>
            <p:nvPr/>
          </p:nvCxnSpPr>
          <p:spPr>
            <a:xfrm flipV="1">
              <a:off x="997364" y="1823558"/>
              <a:ext cx="1622164" cy="197184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4E1BEB3-B623-22F8-CD1B-D8D4A5EDC610}"/>
                </a:ext>
              </a:extLst>
            </p:cNvPr>
            <p:cNvCxnSpPr>
              <a:stCxn id="8" idx="5"/>
              <a:endCxn id="7" idx="1"/>
            </p:cNvCxnSpPr>
            <p:nvPr/>
          </p:nvCxnSpPr>
          <p:spPr>
            <a:xfrm>
              <a:off x="3020319" y="1823558"/>
              <a:ext cx="1563707" cy="168844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26A7F31E-9B25-BC2B-5467-FBF82D4A01E6}"/>
                </a:ext>
              </a:extLst>
            </p:cNvPr>
            <p:cNvCxnSpPr>
              <a:cxnSpLocks/>
              <a:stCxn id="2" idx="6"/>
              <a:endCxn id="9" idx="2"/>
            </p:cNvCxnSpPr>
            <p:nvPr/>
          </p:nvCxnSpPr>
          <p:spPr>
            <a:xfrm>
              <a:off x="1080370" y="3995803"/>
              <a:ext cx="1918801" cy="11147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3A74468-5A70-B8A6-9E12-F75190746D3B}"/>
                </a:ext>
              </a:extLst>
            </p:cNvPr>
            <p:cNvCxnSpPr>
              <a:cxnSpLocks/>
              <a:stCxn id="9" idx="0"/>
              <a:endCxn id="8" idx="4"/>
            </p:cNvCxnSpPr>
            <p:nvPr/>
          </p:nvCxnSpPr>
          <p:spPr>
            <a:xfrm flipH="1" flipV="1">
              <a:off x="2819924" y="1906564"/>
              <a:ext cx="462649" cy="1816984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7F71EE2-3791-21AA-AA1F-30EC96226F74}"/>
                </a:ext>
              </a:extLst>
            </p:cNvPr>
            <p:cNvCxnSpPr>
              <a:cxnSpLocks/>
              <a:stCxn id="9" idx="6"/>
              <a:endCxn id="7" idx="2"/>
            </p:cNvCxnSpPr>
            <p:nvPr/>
          </p:nvCxnSpPr>
          <p:spPr>
            <a:xfrm flipV="1">
              <a:off x="3565974" y="3712401"/>
              <a:ext cx="935046" cy="29454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C623E0F-0501-1BF3-5F83-68BBD926A470}"/>
                </a:ext>
              </a:extLst>
            </p:cNvPr>
            <p:cNvCxnSpPr>
              <a:cxnSpLocks/>
              <a:stCxn id="2" idx="5"/>
              <a:endCxn id="6" idx="1"/>
            </p:cNvCxnSpPr>
            <p:nvPr/>
          </p:nvCxnSpPr>
          <p:spPr>
            <a:xfrm>
              <a:off x="997364" y="4196198"/>
              <a:ext cx="1821556" cy="1179597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F8A877-66F3-8B9B-967F-E3B8AF2FFE27}"/>
                </a:ext>
              </a:extLst>
            </p:cNvPr>
            <p:cNvCxnSpPr>
              <a:cxnSpLocks/>
              <a:stCxn id="6" idx="7"/>
              <a:endCxn id="7" idx="3"/>
            </p:cNvCxnSpPr>
            <p:nvPr/>
          </p:nvCxnSpPr>
          <p:spPr>
            <a:xfrm flipV="1">
              <a:off x="3219711" y="3912796"/>
              <a:ext cx="1364315" cy="1462999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F79ADF2-7403-DA1E-658B-FA8C1E301433}"/>
                </a:ext>
              </a:extLst>
            </p:cNvPr>
            <p:cNvCxnSpPr>
              <a:cxnSpLocks/>
              <a:stCxn id="9" idx="4"/>
              <a:endCxn id="6" idx="0"/>
            </p:cNvCxnSpPr>
            <p:nvPr/>
          </p:nvCxnSpPr>
          <p:spPr>
            <a:xfrm flipH="1">
              <a:off x="3019316" y="4290351"/>
              <a:ext cx="263257" cy="100243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96FF0F0-EAB3-09AD-ABD9-943ED5A1879E}"/>
                </a:ext>
              </a:extLst>
            </p:cNvPr>
            <p:cNvSpPr txBox="1"/>
            <p:nvPr/>
          </p:nvSpPr>
          <p:spPr>
            <a:xfrm>
              <a:off x="1419116" y="2344899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100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F584F94-47B6-4933-DB44-7146FDA20E7E}"/>
                </a:ext>
              </a:extLst>
            </p:cNvPr>
            <p:cNvSpPr txBox="1"/>
            <p:nvPr/>
          </p:nvSpPr>
          <p:spPr>
            <a:xfrm>
              <a:off x="1270138" y="4648456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101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AEB43E0-8BFA-640F-D199-A56E2F9DD681}"/>
                </a:ext>
              </a:extLst>
            </p:cNvPr>
            <p:cNvSpPr txBox="1"/>
            <p:nvPr/>
          </p:nvSpPr>
          <p:spPr>
            <a:xfrm>
              <a:off x="3802694" y="4701528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110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1709A4D-D885-8068-CB2C-9D5FC7DBC3D2}"/>
                </a:ext>
              </a:extLst>
            </p:cNvPr>
            <p:cNvSpPr txBox="1"/>
            <p:nvPr/>
          </p:nvSpPr>
          <p:spPr>
            <a:xfrm>
              <a:off x="3760168" y="2388478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85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67483FE-FE58-516C-CB94-137EA521DF32}"/>
                </a:ext>
              </a:extLst>
            </p:cNvPr>
            <p:cNvSpPr txBox="1"/>
            <p:nvPr/>
          </p:nvSpPr>
          <p:spPr>
            <a:xfrm>
              <a:off x="1908655" y="3637617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20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79CA5D4-D5DD-142D-D5C5-C3655C933F2D}"/>
                </a:ext>
              </a:extLst>
            </p:cNvPr>
            <p:cNvSpPr txBox="1"/>
            <p:nvPr/>
          </p:nvSpPr>
          <p:spPr>
            <a:xfrm>
              <a:off x="2674850" y="4538306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65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999C26-66D5-41B4-CFE7-008C8E95201B}"/>
                </a:ext>
              </a:extLst>
            </p:cNvPr>
            <p:cNvSpPr txBox="1"/>
            <p:nvPr/>
          </p:nvSpPr>
          <p:spPr>
            <a:xfrm>
              <a:off x="3760168" y="3527734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30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5607F5-81CE-F552-2848-F4A85CEE99A2}"/>
                </a:ext>
              </a:extLst>
            </p:cNvPr>
            <p:cNvSpPr txBox="1"/>
            <p:nvPr/>
          </p:nvSpPr>
          <p:spPr>
            <a:xfrm>
              <a:off x="2539820" y="2638105"/>
              <a:ext cx="6889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66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70A990D-4A11-AA1C-009D-F5827B6329AA}"/>
              </a:ext>
            </a:extLst>
          </p:cNvPr>
          <p:cNvSpPr txBox="1"/>
          <p:nvPr/>
        </p:nvSpPr>
        <p:spPr>
          <a:xfrm>
            <a:off x="5465524" y="3022074"/>
            <a:ext cx="67264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The Tour Cost = 66 + 30 + 110 + 101 + 100</a:t>
            </a:r>
          </a:p>
          <a:p>
            <a:r>
              <a:rPr lang="en-IN" sz="2800" b="1" dirty="0"/>
              <a:t>                         = </a:t>
            </a:r>
            <a:r>
              <a:rPr lang="en-I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407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56B33B-C3CE-DBFA-4DA8-9F5BC882FCF9}"/>
              </a:ext>
            </a:extLst>
          </p:cNvPr>
          <p:cNvSpPr txBox="1"/>
          <p:nvPr/>
        </p:nvSpPr>
        <p:spPr>
          <a:xfrm>
            <a:off x="5562356" y="5760298"/>
            <a:ext cx="92266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NOTE: </a:t>
            </a:r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Double Tree Algorithm is a 2-factor </a:t>
            </a:r>
          </a:p>
          <a:p>
            <a:r>
              <a:rPr lang="en-US" sz="28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approximation algorithm</a:t>
            </a:r>
            <a:endParaRPr lang="en-IN" sz="28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4C5C533-564E-373D-2E7A-EE05BD9D32F0}"/>
              </a:ext>
            </a:extLst>
          </p:cNvPr>
          <p:cNvSpPr txBox="1"/>
          <p:nvPr/>
        </p:nvSpPr>
        <p:spPr>
          <a:xfrm>
            <a:off x="7725319" y="1860582"/>
            <a:ext cx="53736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A, D, C, E, B, A </a:t>
            </a:r>
          </a:p>
        </p:txBody>
      </p:sp>
    </p:spTree>
    <p:extLst>
      <p:ext uri="{BB962C8B-B14F-4D97-AF65-F5344CB8AC3E}">
        <p14:creationId xmlns:p14="http://schemas.microsoft.com/office/powerpoint/2010/main" val="2245681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6A7AFFF-B23C-07C3-0F49-6CD4D270E522}"/>
              </a:ext>
            </a:extLst>
          </p:cNvPr>
          <p:cNvSpPr/>
          <p:nvPr/>
        </p:nvSpPr>
        <p:spPr>
          <a:xfrm>
            <a:off x="0" y="1"/>
            <a:ext cx="3118981" cy="9269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Quiz-12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92747F7-1C32-3575-372B-B790D960E1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451" y="-3076"/>
            <a:ext cx="6807050" cy="686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83776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1934818" y="2822713"/>
            <a:ext cx="105089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Arial Black" panose="020B0A04020102020204" pitchFamily="34" charset="0"/>
              </a:rPr>
              <a:t>Lecture:</a:t>
            </a:r>
            <a:r>
              <a:rPr lang="en-IN" sz="9600" dirty="0">
                <a:solidFill>
                  <a:srgbClr val="00B050"/>
                </a:solidFill>
                <a:latin typeface="Arial Black" panose="020B0A04020102020204" pitchFamily="34" charset="0"/>
              </a:rPr>
              <a:t>34</a:t>
            </a:r>
            <a:endParaRPr lang="en-IN" sz="60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6340E-09B8-47F0-DCA1-49B1ECFFBB98}"/>
              </a:ext>
            </a:extLst>
          </p:cNvPr>
          <p:cNvSpPr txBox="1"/>
          <p:nvPr/>
        </p:nvSpPr>
        <p:spPr>
          <a:xfrm>
            <a:off x="10546080" y="168813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10 Nov 2023</a:t>
            </a:r>
          </a:p>
        </p:txBody>
      </p:sp>
    </p:spTree>
    <p:extLst>
      <p:ext uri="{BB962C8B-B14F-4D97-AF65-F5344CB8AC3E}">
        <p14:creationId xmlns:p14="http://schemas.microsoft.com/office/powerpoint/2010/main" val="24177996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2822713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Computational Geometry: Convex Hull</a:t>
            </a:r>
          </a:p>
        </p:txBody>
      </p:sp>
    </p:spTree>
    <p:extLst>
      <p:ext uri="{BB962C8B-B14F-4D97-AF65-F5344CB8AC3E}">
        <p14:creationId xmlns:p14="http://schemas.microsoft.com/office/powerpoint/2010/main" val="303010139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Computational Geometry: Convex Hull</a:t>
            </a:r>
          </a:p>
        </p:txBody>
      </p:sp>
      <p:pic>
        <p:nvPicPr>
          <p:cNvPr id="2052" name="Picture 4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B3B6DAE0-9D5D-3298-5C85-C9E24615A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671" y="1731819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AFBBD46F-3EA6-009C-6C1F-73E335374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689" y="2599460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5457448C-4E53-9FE1-3DD9-7EEAC5162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707" y="3467101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FCD71B8E-B27C-B56D-F5CC-3FDDC248B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944" y="3429000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B6B6D9D3-91C3-4A97-7C41-0BCF97867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010" y="3983182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7A3972B8-0A27-21C8-BA17-6CD1C82EB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349" y="1434598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3F10FE5D-0C0A-428B-0437-2662E0C47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477" y="3304310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4685FD08-9547-1755-9AB4-13F916613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321" y="4512467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CE657035-6A86-5B57-1A58-4BEA1A54C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798" y="4876801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9CD50A34-9DD0-0309-C154-941AD2975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973" y="2143992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17E566B6-C0B0-83E3-865A-3E8BB46E5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165" y="4339936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044CF1-014B-EA42-99FA-D172E46E0DDF}"/>
              </a:ext>
            </a:extLst>
          </p:cNvPr>
          <p:cNvSpPr txBox="1"/>
          <p:nvPr/>
        </p:nvSpPr>
        <p:spPr>
          <a:xfrm>
            <a:off x="280087" y="853855"/>
            <a:ext cx="11825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</a:rPr>
              <a:t>We want to surround the following set of trees by as less fence as possible  </a:t>
            </a:r>
          </a:p>
        </p:txBody>
      </p:sp>
    </p:spTree>
    <p:extLst>
      <p:ext uri="{BB962C8B-B14F-4D97-AF65-F5344CB8AC3E}">
        <p14:creationId xmlns:p14="http://schemas.microsoft.com/office/powerpoint/2010/main" val="290854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Computational Geometry: Convex Hull</a:t>
            </a:r>
          </a:p>
        </p:txBody>
      </p:sp>
      <p:pic>
        <p:nvPicPr>
          <p:cNvPr id="2052" name="Picture 4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B3B6DAE0-9D5D-3298-5C85-C9E24615A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671" y="1731819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AFBBD46F-3EA6-009C-6C1F-73E335374D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689" y="2599460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5457448C-4E53-9FE1-3DD9-7EEAC5162D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707" y="3467101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FCD71B8E-B27C-B56D-F5CC-3FDDC248B8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944" y="3429000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B6B6D9D3-91C3-4A97-7C41-0BCF97867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010" y="3983182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7A3972B8-0A27-21C8-BA17-6CD1C82EB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349" y="1434598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3F10FE5D-0C0A-428B-0437-2662E0C47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0477" y="3304310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4685FD08-9547-1755-9AB4-13F916613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321" y="4512467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CE657035-6A86-5B57-1A58-4BEA1A54CC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5798" y="4876801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9CD50A34-9DD0-0309-C154-941AD2975F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1973" y="2143992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17E566B6-C0B0-83E3-865A-3E8BB46E5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165" y="4339936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0B5A181-0CBE-A74D-EC2B-E0F93814B367}"/>
              </a:ext>
            </a:extLst>
          </p:cNvPr>
          <p:cNvSpPr/>
          <p:nvPr/>
        </p:nvSpPr>
        <p:spPr>
          <a:xfrm rot="21387634">
            <a:off x="2316364" y="5586370"/>
            <a:ext cx="7145725" cy="2262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80FF9D-5AF5-48B5-BCCB-D8B855A3D328}"/>
              </a:ext>
            </a:extLst>
          </p:cNvPr>
          <p:cNvSpPr/>
          <p:nvPr/>
        </p:nvSpPr>
        <p:spPr>
          <a:xfrm rot="3475552">
            <a:off x="255718" y="4671920"/>
            <a:ext cx="2851918" cy="1994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B0A037-62FD-E8F1-A0E0-A85F3D71DC95}"/>
              </a:ext>
            </a:extLst>
          </p:cNvPr>
          <p:cNvSpPr/>
          <p:nvPr/>
        </p:nvSpPr>
        <p:spPr>
          <a:xfrm rot="19113745">
            <a:off x="316819" y="2146273"/>
            <a:ext cx="4068854" cy="201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735DA4-315A-BBA7-E4E7-E963953064EF}"/>
              </a:ext>
            </a:extLst>
          </p:cNvPr>
          <p:cNvSpPr/>
          <p:nvPr/>
        </p:nvSpPr>
        <p:spPr>
          <a:xfrm rot="588793">
            <a:off x="3786528" y="1261182"/>
            <a:ext cx="6039024" cy="21918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80B821D-ABB6-C42A-59C0-815D6C6B0B01}"/>
              </a:ext>
            </a:extLst>
          </p:cNvPr>
          <p:cNvSpPr/>
          <p:nvPr/>
        </p:nvSpPr>
        <p:spPr>
          <a:xfrm rot="5830885">
            <a:off x="7766420" y="3531278"/>
            <a:ext cx="3637192" cy="2237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 descr="How to Draw a Cartoon Tree | Easy Step by Step Drawing Guides | Cartoon  trees, Tree drawing, Tree drawing simple">
            <a:extLst>
              <a:ext uri="{FF2B5EF4-FFF2-40B4-BE49-F238E27FC236}">
                <a16:creationId xmlns:a16="http://schemas.microsoft.com/office/drawing/2014/main" id="{3F6D1466-0DFF-7EA3-09FC-A66E75408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3006" y="1109054"/>
            <a:ext cx="1029358" cy="91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peech Bubble: Rectangle 3">
            <a:extLst>
              <a:ext uri="{FF2B5EF4-FFF2-40B4-BE49-F238E27FC236}">
                <a16:creationId xmlns:a16="http://schemas.microsoft.com/office/drawing/2014/main" id="{30F4F9D7-F550-F03B-C1A8-9AE2B19AA23D}"/>
              </a:ext>
            </a:extLst>
          </p:cNvPr>
          <p:cNvSpPr/>
          <p:nvPr/>
        </p:nvSpPr>
        <p:spPr>
          <a:xfrm>
            <a:off x="6019349" y="6131859"/>
            <a:ext cx="4630722" cy="726141"/>
          </a:xfrm>
          <a:prstGeom prst="wedgeRectCallout">
            <a:avLst>
              <a:gd name="adj1" fmla="val -20833"/>
              <a:gd name="adj2" fmla="val -107870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400" dirty="0">
                <a:latin typeface="Arial Black" panose="020B0A04020102020204" pitchFamily="34" charset="0"/>
              </a:rPr>
              <a:t>Convex Hull</a:t>
            </a:r>
          </a:p>
        </p:txBody>
      </p:sp>
    </p:spTree>
    <p:extLst>
      <p:ext uri="{BB962C8B-B14F-4D97-AF65-F5344CB8AC3E}">
        <p14:creationId xmlns:p14="http://schemas.microsoft.com/office/powerpoint/2010/main" val="656258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Computational Geometry: Convex Hull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C7489F-4D39-9178-CC0D-2B9F7594F1F1}"/>
                  </a:ext>
                </a:extLst>
              </p:cNvPr>
              <p:cNvSpPr txBox="1"/>
              <p:nvPr/>
            </p:nvSpPr>
            <p:spPr>
              <a:xfrm>
                <a:off x="150312" y="926926"/>
                <a:ext cx="118872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Convex Set: </a:t>
                </a:r>
                <a:r>
                  <a:rPr lang="en-IN" sz="2400" b="1" dirty="0">
                    <a:solidFill>
                      <a:srgbClr val="00B050"/>
                    </a:solidFill>
                    <a:effectLst/>
                  </a:rPr>
                  <a:t>A set S is convex set if for any two points p and q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IN" sz="2400" b="1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IN" sz="2400" b="1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b="1" dirty="0">
                    <a:solidFill>
                      <a:srgbClr val="00B050"/>
                    </a:solidFill>
                    <a:effectLst/>
                  </a:rPr>
                  <a:t>the line segment joining p and q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IN" sz="2400" b="1" dirty="0">
                    <a:solidFill>
                      <a:srgbClr val="00B050"/>
                    </a:solidFill>
                    <a:effectLst/>
                  </a:rPr>
                  <a:t> S </a:t>
                </a:r>
                <a:endParaRPr lang="en-IN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C7489F-4D39-9178-CC0D-2B9F7594F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12" y="926926"/>
                <a:ext cx="11887200" cy="830997"/>
              </a:xfrm>
              <a:prstGeom prst="rect">
                <a:avLst/>
              </a:prstGeom>
              <a:blipFill>
                <a:blip r:embed="rId2"/>
                <a:stretch>
                  <a:fillRect l="-872" t="-6618" b="-16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418D5F-0C02-CA66-2218-3CF757D98E5F}"/>
              </a:ext>
            </a:extLst>
          </p:cNvPr>
          <p:cNvCxnSpPr>
            <a:cxnSpLocks/>
          </p:cNvCxnSpPr>
          <p:nvPr/>
        </p:nvCxnSpPr>
        <p:spPr>
          <a:xfrm flipV="1">
            <a:off x="764088" y="2016690"/>
            <a:ext cx="2467627" cy="1693047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7DA68B-8C99-3D11-C7FC-0DAFC07A2E5D}"/>
              </a:ext>
            </a:extLst>
          </p:cNvPr>
          <p:cNvCxnSpPr>
            <a:cxnSpLocks/>
          </p:cNvCxnSpPr>
          <p:nvPr/>
        </p:nvCxnSpPr>
        <p:spPr>
          <a:xfrm>
            <a:off x="3192379" y="2016690"/>
            <a:ext cx="2369177" cy="131902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F339D0-7633-6A5F-EA5B-7E93EF9ED3E4}"/>
              </a:ext>
            </a:extLst>
          </p:cNvPr>
          <p:cNvCxnSpPr>
            <a:cxnSpLocks/>
          </p:cNvCxnSpPr>
          <p:nvPr/>
        </p:nvCxnSpPr>
        <p:spPr>
          <a:xfrm flipH="1">
            <a:off x="4957011" y="3306871"/>
            <a:ext cx="604545" cy="1565754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12194-99A9-B4E0-4903-70B7F15A4056}"/>
              </a:ext>
            </a:extLst>
          </p:cNvPr>
          <p:cNvCxnSpPr/>
          <p:nvPr/>
        </p:nvCxnSpPr>
        <p:spPr>
          <a:xfrm flipH="1">
            <a:off x="2154477" y="4872625"/>
            <a:ext cx="2830882" cy="876822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2551E2-F48E-4775-E9E5-2805A9FC50EF}"/>
              </a:ext>
            </a:extLst>
          </p:cNvPr>
          <p:cNvCxnSpPr>
            <a:cxnSpLocks/>
          </p:cNvCxnSpPr>
          <p:nvPr/>
        </p:nvCxnSpPr>
        <p:spPr>
          <a:xfrm flipH="1" flipV="1">
            <a:off x="764088" y="3670126"/>
            <a:ext cx="1425659" cy="2079321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A3CAE31-6461-3A1A-35E4-C80EE233DF82}"/>
              </a:ext>
            </a:extLst>
          </p:cNvPr>
          <p:cNvSpPr/>
          <p:nvPr/>
        </p:nvSpPr>
        <p:spPr>
          <a:xfrm>
            <a:off x="2213545" y="2801133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57A347-CE31-3671-DD60-771F3BC33349}"/>
              </a:ext>
            </a:extLst>
          </p:cNvPr>
          <p:cNvSpPr/>
          <p:nvPr/>
        </p:nvSpPr>
        <p:spPr>
          <a:xfrm>
            <a:off x="4355271" y="4436518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F8352F-266C-DF16-6FBF-13892FAFA649}"/>
              </a:ext>
            </a:extLst>
          </p:cNvPr>
          <p:cNvCxnSpPr>
            <a:cxnSpLocks/>
            <a:stCxn id="20" idx="5"/>
          </p:cNvCxnSpPr>
          <p:nvPr/>
        </p:nvCxnSpPr>
        <p:spPr>
          <a:xfrm>
            <a:off x="2319521" y="2907109"/>
            <a:ext cx="2057446" cy="1555098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Graphic 29" descr="Badge Tick1 with solid fill">
            <a:extLst>
              <a:ext uri="{FF2B5EF4-FFF2-40B4-BE49-F238E27FC236}">
                <a16:creationId xmlns:a16="http://schemas.microsoft.com/office/drawing/2014/main" id="{C381B842-78DE-A9B9-61BD-F5E1EA192E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76291" y="5749447"/>
            <a:ext cx="914400" cy="914400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3B17BA9-1135-B2D5-E288-9F8A04F6536C}"/>
              </a:ext>
            </a:extLst>
          </p:cNvPr>
          <p:cNvCxnSpPr>
            <a:cxnSpLocks/>
          </p:cNvCxnSpPr>
          <p:nvPr/>
        </p:nvCxnSpPr>
        <p:spPr>
          <a:xfrm flipV="1">
            <a:off x="6932716" y="1704742"/>
            <a:ext cx="2467627" cy="1693047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276D538-EE7C-3830-4431-5C8BDFA2B031}"/>
              </a:ext>
            </a:extLst>
          </p:cNvPr>
          <p:cNvCxnSpPr>
            <a:cxnSpLocks/>
          </p:cNvCxnSpPr>
          <p:nvPr/>
        </p:nvCxnSpPr>
        <p:spPr>
          <a:xfrm>
            <a:off x="9361007" y="1704742"/>
            <a:ext cx="2369177" cy="131902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1CE9043-391D-B8F4-1549-D62567A2B95B}"/>
              </a:ext>
            </a:extLst>
          </p:cNvPr>
          <p:cNvCxnSpPr>
            <a:cxnSpLocks/>
          </p:cNvCxnSpPr>
          <p:nvPr/>
        </p:nvCxnSpPr>
        <p:spPr>
          <a:xfrm>
            <a:off x="9132277" y="3845169"/>
            <a:ext cx="1993362" cy="715508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86D5FA-4846-DE39-33E8-95A5F21730B3}"/>
              </a:ext>
            </a:extLst>
          </p:cNvPr>
          <p:cNvCxnSpPr>
            <a:cxnSpLocks/>
          </p:cNvCxnSpPr>
          <p:nvPr/>
        </p:nvCxnSpPr>
        <p:spPr>
          <a:xfrm flipH="1">
            <a:off x="8323105" y="4560677"/>
            <a:ext cx="2830882" cy="876822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5D92ECB-4210-A101-C9E1-6D7074E18F08}"/>
              </a:ext>
            </a:extLst>
          </p:cNvPr>
          <p:cNvCxnSpPr>
            <a:cxnSpLocks/>
          </p:cNvCxnSpPr>
          <p:nvPr/>
        </p:nvCxnSpPr>
        <p:spPr>
          <a:xfrm flipH="1" flipV="1">
            <a:off x="6932716" y="3358178"/>
            <a:ext cx="1425659" cy="2079321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3EB69B5-A667-0056-7E6D-47B0537EE2F8}"/>
              </a:ext>
            </a:extLst>
          </p:cNvPr>
          <p:cNvCxnSpPr>
            <a:cxnSpLocks/>
          </p:cNvCxnSpPr>
          <p:nvPr/>
        </p:nvCxnSpPr>
        <p:spPr>
          <a:xfrm flipV="1">
            <a:off x="9132277" y="3012831"/>
            <a:ext cx="2597907" cy="846523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5AF73808-7624-FADC-B94D-25B65BA1FDBD}"/>
              </a:ext>
            </a:extLst>
          </p:cNvPr>
          <p:cNvSpPr/>
          <p:nvPr/>
        </p:nvSpPr>
        <p:spPr>
          <a:xfrm>
            <a:off x="9624828" y="2489185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7DEE4D1-653C-E481-AB7D-20E804A9E852}"/>
              </a:ext>
            </a:extLst>
          </p:cNvPr>
          <p:cNvSpPr/>
          <p:nvPr/>
        </p:nvSpPr>
        <p:spPr>
          <a:xfrm>
            <a:off x="9992833" y="4556602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A704A0-DA84-CD4F-8042-BFD3B0D17A17}"/>
              </a:ext>
            </a:extLst>
          </p:cNvPr>
          <p:cNvCxnSpPr>
            <a:cxnSpLocks/>
            <a:stCxn id="54" idx="4"/>
          </p:cNvCxnSpPr>
          <p:nvPr/>
        </p:nvCxnSpPr>
        <p:spPr>
          <a:xfrm>
            <a:off x="9686908" y="2613344"/>
            <a:ext cx="368005" cy="1947333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2" name="Graphic 61" descr="Badge Cross with solid fill">
            <a:extLst>
              <a:ext uri="{FF2B5EF4-FFF2-40B4-BE49-F238E27FC236}">
                <a16:creationId xmlns:a16="http://schemas.microsoft.com/office/drawing/2014/main" id="{D00061FA-77CA-2D92-A71B-E3E623D031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76663" y="5714796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7D4D1C89-1C66-6506-FA5E-6B934BD4004A}"/>
              </a:ext>
            </a:extLst>
          </p:cNvPr>
          <p:cNvSpPr txBox="1"/>
          <p:nvPr/>
        </p:nvSpPr>
        <p:spPr>
          <a:xfrm>
            <a:off x="2372507" y="2496691"/>
            <a:ext cx="60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1FB2769-9635-79F8-1526-056348C4511A}"/>
              </a:ext>
            </a:extLst>
          </p:cNvPr>
          <p:cNvSpPr txBox="1"/>
          <p:nvPr/>
        </p:nvSpPr>
        <p:spPr>
          <a:xfrm>
            <a:off x="9743207" y="2177239"/>
            <a:ext cx="60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B77A759-A099-0ACC-DEF3-858316A435D6}"/>
              </a:ext>
            </a:extLst>
          </p:cNvPr>
          <p:cNvSpPr txBox="1"/>
          <p:nvPr/>
        </p:nvSpPr>
        <p:spPr>
          <a:xfrm>
            <a:off x="10128958" y="4344029"/>
            <a:ext cx="60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q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63E3540-FBFE-B97F-D257-9F3C63158641}"/>
              </a:ext>
            </a:extLst>
          </p:cNvPr>
          <p:cNvSpPr txBox="1"/>
          <p:nvPr/>
        </p:nvSpPr>
        <p:spPr>
          <a:xfrm>
            <a:off x="4389515" y="4387848"/>
            <a:ext cx="60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87761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54" grpId="0" animBg="1"/>
      <p:bldP spid="55" grpId="0" animBg="1"/>
      <p:bldP spid="63" grpId="0"/>
      <p:bldP spid="64" grpId="0"/>
      <p:bldP spid="65" grpId="0"/>
      <p:bldP spid="6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Computational Geometry: Convex Hull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7489F-4D39-9178-CC0D-2B9F7594F1F1}"/>
              </a:ext>
            </a:extLst>
          </p:cNvPr>
          <p:cNvSpPr txBox="1"/>
          <p:nvPr/>
        </p:nvSpPr>
        <p:spPr>
          <a:xfrm>
            <a:off x="150312" y="926926"/>
            <a:ext cx="11887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Convex Set: </a:t>
            </a:r>
            <a:r>
              <a:rPr lang="en-IN" sz="2400" b="1" dirty="0">
                <a:solidFill>
                  <a:srgbClr val="00B050"/>
                </a:solidFill>
                <a:effectLst/>
              </a:rPr>
              <a:t>A set S is convex if It an intersection of half spaces</a:t>
            </a:r>
            <a:endParaRPr lang="en-I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18BE65D-D696-0B9A-949D-1BC8C0D818D0}"/>
              </a:ext>
            </a:extLst>
          </p:cNvPr>
          <p:cNvCxnSpPr/>
          <p:nvPr/>
        </p:nvCxnSpPr>
        <p:spPr>
          <a:xfrm flipV="1">
            <a:off x="1507525" y="1342424"/>
            <a:ext cx="5115697" cy="4893276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14D3F8D-5C90-F603-6B96-518053C55222}"/>
              </a:ext>
            </a:extLst>
          </p:cNvPr>
          <p:cNvCxnSpPr/>
          <p:nvPr/>
        </p:nvCxnSpPr>
        <p:spPr>
          <a:xfrm>
            <a:off x="2310714" y="1556951"/>
            <a:ext cx="9726798" cy="270613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5C13529-5EF2-A1C1-A8A5-94FBA37F7062}"/>
              </a:ext>
            </a:extLst>
          </p:cNvPr>
          <p:cNvCxnSpPr>
            <a:cxnSpLocks/>
          </p:cNvCxnSpPr>
          <p:nvPr/>
        </p:nvCxnSpPr>
        <p:spPr>
          <a:xfrm flipV="1">
            <a:off x="6993924" y="2001795"/>
            <a:ext cx="4757352" cy="4720281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A997BBA-8149-E77F-350B-2E14C2E4C6E7}"/>
              </a:ext>
            </a:extLst>
          </p:cNvPr>
          <p:cNvCxnSpPr/>
          <p:nvPr/>
        </p:nvCxnSpPr>
        <p:spPr>
          <a:xfrm>
            <a:off x="2310714" y="2025909"/>
            <a:ext cx="3558745" cy="4523172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B180BB-6A7D-4130-BB90-18C45D7BCB9E}"/>
              </a:ext>
            </a:extLst>
          </p:cNvPr>
          <p:cNvCxnSpPr/>
          <p:nvPr/>
        </p:nvCxnSpPr>
        <p:spPr>
          <a:xfrm>
            <a:off x="667265" y="5100078"/>
            <a:ext cx="11269362" cy="1016517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985F554-F0CA-DC1E-A71E-08A38B4C46C0}"/>
                  </a:ext>
                </a:extLst>
              </p14:cNvPr>
              <p14:cNvContentPartPr/>
              <p14:nvPr/>
            </p14:nvContentPartPr>
            <p14:xfrm>
              <a:off x="4027884" y="2643431"/>
              <a:ext cx="5745240" cy="13849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985F554-F0CA-DC1E-A71E-08A38B4C46C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37884" y="2463431"/>
                <a:ext cx="5924880" cy="174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22C3D986-537B-3A36-1B5D-F3FD5FB35C41}"/>
                  </a:ext>
                </a:extLst>
              </p14:cNvPr>
              <p14:cNvContentPartPr/>
              <p14:nvPr/>
            </p14:nvContentPartPr>
            <p14:xfrm>
              <a:off x="4108884" y="2779151"/>
              <a:ext cx="5601240" cy="28191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22C3D986-537B-3A36-1B5D-F3FD5FB35C4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19244" y="2599511"/>
                <a:ext cx="5780880" cy="31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3B214A1-38DC-A2D9-6AAC-47EA4B5901DB}"/>
                  </a:ext>
                </a:extLst>
              </p14:cNvPr>
              <p14:cNvContentPartPr/>
              <p14:nvPr/>
            </p14:nvContentPartPr>
            <p14:xfrm>
              <a:off x="3864084" y="3730631"/>
              <a:ext cx="6129360" cy="1369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3B214A1-38DC-A2D9-6AAC-47EA4B5901D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74084" y="3550631"/>
                <a:ext cx="6309000" cy="172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8F771CD-2DB4-23C8-A2F2-AEF67496562E}"/>
                  </a:ext>
                </a:extLst>
              </p14:cNvPr>
              <p14:cNvContentPartPr/>
              <p14:nvPr/>
            </p14:nvContentPartPr>
            <p14:xfrm>
              <a:off x="4191631" y="3031029"/>
              <a:ext cx="353880" cy="189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8F771CD-2DB4-23C8-A2F2-AEF6749656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101631" y="2851029"/>
                <a:ext cx="533520" cy="5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018A1B6A-66D0-F187-4373-516C6977E5BA}"/>
                  </a:ext>
                </a:extLst>
              </p14:cNvPr>
              <p14:cNvContentPartPr/>
              <p14:nvPr/>
            </p14:nvContentPartPr>
            <p14:xfrm>
              <a:off x="4235551" y="3131109"/>
              <a:ext cx="1440" cy="1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018A1B6A-66D0-F187-4373-516C6977E5B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163911" y="2987109"/>
                <a:ext cx="14508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0000DFD-65EC-3334-DAB7-DDEC90192C20}"/>
                  </a:ext>
                </a:extLst>
              </p14:cNvPr>
              <p14:cNvContentPartPr/>
              <p14:nvPr/>
            </p14:nvContentPartPr>
            <p14:xfrm>
              <a:off x="4306111" y="3054789"/>
              <a:ext cx="208080" cy="1141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0000DFD-65EC-3334-DAB7-DDEC90192C2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34471" y="2911149"/>
                <a:ext cx="35172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4BF2654-C60D-A41F-4A1A-9818D3AA1228}"/>
                  </a:ext>
                </a:extLst>
              </p14:cNvPr>
              <p14:cNvContentPartPr/>
              <p14:nvPr/>
            </p14:nvContentPartPr>
            <p14:xfrm>
              <a:off x="4160311" y="3023109"/>
              <a:ext cx="374040" cy="1962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4BF2654-C60D-A41F-4A1A-9818D3AA122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088671" y="2879469"/>
                <a:ext cx="517680" cy="4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80FC60FF-33AC-1764-E2E3-9E9ABA04390A}"/>
                  </a:ext>
                </a:extLst>
              </p14:cNvPr>
              <p14:cNvContentPartPr/>
              <p14:nvPr/>
            </p14:nvContentPartPr>
            <p14:xfrm>
              <a:off x="4558111" y="3515949"/>
              <a:ext cx="822960" cy="328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80FC60FF-33AC-1764-E2E3-9E9ABA04390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486471" y="3371949"/>
                <a:ext cx="966600" cy="61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010B385E-2E28-C1E8-6760-899B9BF60909}"/>
                  </a:ext>
                </a:extLst>
              </p14:cNvPr>
              <p14:cNvContentPartPr/>
              <p14:nvPr/>
            </p14:nvContentPartPr>
            <p14:xfrm>
              <a:off x="4298551" y="3036429"/>
              <a:ext cx="305280" cy="231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010B385E-2E28-C1E8-6760-899B9BF6090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226551" y="2892429"/>
                <a:ext cx="448920" cy="51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B1B2EC1-16C4-1130-8B68-07C9AD6487F6}"/>
                  </a:ext>
                </a:extLst>
              </p14:cNvPr>
              <p14:cNvContentPartPr/>
              <p14:nvPr/>
            </p14:nvContentPartPr>
            <p14:xfrm>
              <a:off x="4898671" y="3508749"/>
              <a:ext cx="621360" cy="1918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B1B2EC1-16C4-1130-8B68-07C9AD6487F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827031" y="3365109"/>
                <a:ext cx="765000" cy="47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77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Computational Geometry: Convex Hull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C7489F-4D39-9178-CC0D-2B9F7594F1F1}"/>
                  </a:ext>
                </a:extLst>
              </p:cNvPr>
              <p:cNvSpPr txBox="1"/>
              <p:nvPr/>
            </p:nvSpPr>
            <p:spPr>
              <a:xfrm>
                <a:off x="150312" y="926926"/>
                <a:ext cx="1188720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Convex Hull: </a:t>
                </a:r>
                <a:r>
                  <a:rPr lang="en-IN" sz="2400" b="1" dirty="0">
                    <a:solidFill>
                      <a:srgbClr val="00B050"/>
                    </a:solidFill>
                    <a:effectLst/>
                  </a:rPr>
                  <a:t>Given a finite set of points P = {p</a:t>
                </a:r>
                <a:r>
                  <a:rPr lang="en-IN" sz="2400" b="1" baseline="-25000" dirty="0">
                    <a:solidFill>
                      <a:srgbClr val="00B050"/>
                    </a:solidFill>
                    <a:effectLst/>
                  </a:rPr>
                  <a:t>1</a:t>
                </a:r>
                <a:r>
                  <a:rPr lang="en-IN" sz="2400" b="1" dirty="0">
                    <a:solidFill>
                      <a:srgbClr val="00B050"/>
                    </a:solidFill>
                    <a:effectLst/>
                  </a:rPr>
                  <a:t>, p</a:t>
                </a:r>
                <a:r>
                  <a:rPr lang="en-IN" sz="2400" b="1" baseline="-25000" dirty="0">
                    <a:solidFill>
                      <a:srgbClr val="00B050"/>
                    </a:solidFill>
                    <a:effectLst/>
                  </a:rPr>
                  <a:t>2</a:t>
                </a:r>
                <a:r>
                  <a:rPr lang="en-IN" sz="2400" b="1" dirty="0">
                    <a:solidFill>
                      <a:srgbClr val="00B050"/>
                    </a:solidFill>
                    <a:effectLst/>
                  </a:rPr>
                  <a:t>, p</a:t>
                </a:r>
                <a:r>
                  <a:rPr lang="en-IN" sz="2400" b="1" baseline="-25000" dirty="0">
                    <a:solidFill>
                      <a:srgbClr val="00B050"/>
                    </a:solidFill>
                    <a:effectLst/>
                  </a:rPr>
                  <a:t>3</a:t>
                </a:r>
                <a:r>
                  <a:rPr lang="en-IN" sz="2400" b="1" dirty="0">
                    <a:solidFill>
                      <a:srgbClr val="00B050"/>
                    </a:solidFill>
                    <a:effectLst/>
                  </a:rPr>
                  <a:t>,……</a:t>
                </a:r>
                <a:r>
                  <a:rPr lang="en-IN" sz="2400" b="1" dirty="0" err="1">
                    <a:solidFill>
                      <a:srgbClr val="00B050"/>
                    </a:solidFill>
                    <a:effectLst/>
                  </a:rPr>
                  <a:t>p</a:t>
                </a:r>
                <a:r>
                  <a:rPr lang="en-IN" sz="2400" b="1" baseline="-25000" dirty="0" err="1">
                    <a:solidFill>
                      <a:srgbClr val="00B050"/>
                    </a:solidFill>
                    <a:effectLst/>
                  </a:rPr>
                  <a:t>n</a:t>
                </a:r>
                <a:r>
                  <a:rPr lang="en-IN" sz="2400" b="1" dirty="0">
                    <a:solidFill>
                      <a:srgbClr val="00B050"/>
                    </a:solidFill>
                    <a:effectLst/>
                  </a:rPr>
                  <a:t>} the the convex hull of P is the smallest convex set C such that   </a:t>
                </a:r>
                <a14:m>
                  <m:oMath xmlns:m="http://schemas.openxmlformats.org/officeDocument/2006/math">
                    <m:r>
                      <a:rPr lang="en-IN" sz="2400" b="1" i="0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𝐏</m:t>
                    </m:r>
                    <m:r>
                      <a:rPr lang="en-IN" sz="2400" b="1" i="0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IN" sz="2400" b="1" i="1" smtClean="0">
                        <a:solidFill>
                          <a:srgbClr val="00B05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⊂</m:t>
                    </m:r>
                  </m:oMath>
                </a14:m>
                <a:r>
                  <a:rPr lang="en-IN" sz="2400" b="1" dirty="0">
                    <a:solidFill>
                      <a:srgbClr val="00B050"/>
                    </a:solidFill>
                    <a:effectLst/>
                  </a:rPr>
                  <a:t> S </a:t>
                </a:r>
                <a:endParaRPr lang="en-IN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C7489F-4D39-9178-CC0D-2B9F7594F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12" y="926926"/>
                <a:ext cx="11887200" cy="830997"/>
              </a:xfrm>
              <a:prstGeom prst="rect">
                <a:avLst/>
              </a:prstGeom>
              <a:blipFill>
                <a:blip r:embed="rId2"/>
                <a:stretch>
                  <a:fillRect l="-872" t="-6618" b="-16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418D5F-0C02-CA66-2218-3CF757D98E5F}"/>
              </a:ext>
            </a:extLst>
          </p:cNvPr>
          <p:cNvCxnSpPr>
            <a:cxnSpLocks/>
          </p:cNvCxnSpPr>
          <p:nvPr/>
        </p:nvCxnSpPr>
        <p:spPr>
          <a:xfrm flipV="1">
            <a:off x="764088" y="2016690"/>
            <a:ext cx="2467627" cy="1693047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7DA68B-8C99-3D11-C7FC-0DAFC07A2E5D}"/>
              </a:ext>
            </a:extLst>
          </p:cNvPr>
          <p:cNvCxnSpPr>
            <a:cxnSpLocks/>
          </p:cNvCxnSpPr>
          <p:nvPr/>
        </p:nvCxnSpPr>
        <p:spPr>
          <a:xfrm>
            <a:off x="3192379" y="2016690"/>
            <a:ext cx="2369177" cy="131902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F339D0-7633-6A5F-EA5B-7E93EF9ED3E4}"/>
              </a:ext>
            </a:extLst>
          </p:cNvPr>
          <p:cNvCxnSpPr>
            <a:cxnSpLocks/>
          </p:cNvCxnSpPr>
          <p:nvPr/>
        </p:nvCxnSpPr>
        <p:spPr>
          <a:xfrm flipH="1">
            <a:off x="4957011" y="3306871"/>
            <a:ext cx="604545" cy="1565754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12194-99A9-B4E0-4903-70B7F15A4056}"/>
              </a:ext>
            </a:extLst>
          </p:cNvPr>
          <p:cNvCxnSpPr/>
          <p:nvPr/>
        </p:nvCxnSpPr>
        <p:spPr>
          <a:xfrm flipH="1">
            <a:off x="2154477" y="4872625"/>
            <a:ext cx="2830882" cy="876822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2551E2-F48E-4775-E9E5-2805A9FC50EF}"/>
              </a:ext>
            </a:extLst>
          </p:cNvPr>
          <p:cNvCxnSpPr>
            <a:cxnSpLocks/>
          </p:cNvCxnSpPr>
          <p:nvPr/>
        </p:nvCxnSpPr>
        <p:spPr>
          <a:xfrm flipH="1" flipV="1">
            <a:off x="764088" y="3670126"/>
            <a:ext cx="1425659" cy="2079321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A3CAE31-6461-3A1A-35E4-C80EE233DF82}"/>
              </a:ext>
            </a:extLst>
          </p:cNvPr>
          <p:cNvSpPr/>
          <p:nvPr/>
        </p:nvSpPr>
        <p:spPr>
          <a:xfrm>
            <a:off x="2213545" y="2801133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F57A347-CE31-3671-DD60-771F3BC33349}"/>
              </a:ext>
            </a:extLst>
          </p:cNvPr>
          <p:cNvSpPr/>
          <p:nvPr/>
        </p:nvSpPr>
        <p:spPr>
          <a:xfrm>
            <a:off x="4355271" y="4436518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C0863D5-334B-101D-091C-1E3BC5A4CB24}"/>
                  </a:ext>
                </a:extLst>
              </p14:cNvPr>
              <p14:cNvContentPartPr/>
              <p14:nvPr/>
            </p14:nvContentPartPr>
            <p14:xfrm>
              <a:off x="1795311" y="1156333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C0863D5-334B-101D-091C-1E3BC5A4CB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23311" y="101269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5071" y="107893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8104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764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1929" y="108673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1929" y="108673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5889" y="106333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Oval 35">
            <a:extLst>
              <a:ext uri="{FF2B5EF4-FFF2-40B4-BE49-F238E27FC236}">
                <a16:creationId xmlns:a16="http://schemas.microsoft.com/office/drawing/2014/main" id="{08A4C03D-AD2C-32AE-A00C-098BEECDA6A3}"/>
              </a:ext>
            </a:extLst>
          </p:cNvPr>
          <p:cNvSpPr/>
          <p:nvPr/>
        </p:nvSpPr>
        <p:spPr>
          <a:xfrm>
            <a:off x="3068220" y="3120632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52F95267-D601-75DC-CADB-CAD30D7FAB4B}"/>
              </a:ext>
            </a:extLst>
          </p:cNvPr>
          <p:cNvSpPr/>
          <p:nvPr/>
        </p:nvSpPr>
        <p:spPr>
          <a:xfrm>
            <a:off x="3571568" y="4311993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702B066-66B9-4F8E-D672-7EC35D189A93}"/>
              </a:ext>
            </a:extLst>
          </p:cNvPr>
          <p:cNvSpPr/>
          <p:nvPr/>
        </p:nvSpPr>
        <p:spPr>
          <a:xfrm>
            <a:off x="1414837" y="4647706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5E27648-A577-119B-69D0-7D883588C2D4}"/>
              </a:ext>
            </a:extLst>
          </p:cNvPr>
          <p:cNvSpPr/>
          <p:nvPr/>
        </p:nvSpPr>
        <p:spPr>
          <a:xfrm>
            <a:off x="3148349" y="3999678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75CC6921-D99A-FF0F-D000-DA7427E0067C}"/>
              </a:ext>
            </a:extLst>
          </p:cNvPr>
          <p:cNvSpPr/>
          <p:nvPr/>
        </p:nvSpPr>
        <p:spPr>
          <a:xfrm>
            <a:off x="3445759" y="2244801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29075FA-4615-61A6-A395-68BCFB857DEB}"/>
              </a:ext>
            </a:extLst>
          </p:cNvPr>
          <p:cNvSpPr/>
          <p:nvPr/>
        </p:nvSpPr>
        <p:spPr>
          <a:xfrm>
            <a:off x="5197203" y="3733316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731D738-8D03-4559-3577-1BE734F99C7B}"/>
              </a:ext>
            </a:extLst>
          </p:cNvPr>
          <p:cNvSpPr/>
          <p:nvPr/>
        </p:nvSpPr>
        <p:spPr>
          <a:xfrm>
            <a:off x="3463393" y="5168892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6C2AF1F-50FD-DC8C-F6AE-5A46D709D402}"/>
              </a:ext>
            </a:extLst>
          </p:cNvPr>
          <p:cNvSpPr/>
          <p:nvPr/>
        </p:nvSpPr>
        <p:spPr>
          <a:xfrm>
            <a:off x="2434442" y="4872625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84AB247-58D3-1312-C92C-549E14E2980A}"/>
              </a:ext>
            </a:extLst>
          </p:cNvPr>
          <p:cNvSpPr/>
          <p:nvPr/>
        </p:nvSpPr>
        <p:spPr>
          <a:xfrm>
            <a:off x="1873742" y="3653453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273E752F-CF3E-BE97-324F-3DA4408339F3}"/>
              </a:ext>
            </a:extLst>
          </p:cNvPr>
          <p:cNvSpPr/>
          <p:nvPr/>
        </p:nvSpPr>
        <p:spPr>
          <a:xfrm>
            <a:off x="4112516" y="3182712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298029A8-3B5D-D602-5785-F263ACC471D4}"/>
              </a:ext>
            </a:extLst>
          </p:cNvPr>
          <p:cNvSpPr/>
          <p:nvPr/>
        </p:nvSpPr>
        <p:spPr>
          <a:xfrm>
            <a:off x="2413402" y="3671236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6BB1430-3856-6EB3-C6A8-3A3B40FEABAC}"/>
              </a:ext>
            </a:extLst>
          </p:cNvPr>
          <p:cNvSpPr/>
          <p:nvPr/>
        </p:nvSpPr>
        <p:spPr>
          <a:xfrm>
            <a:off x="1153472" y="3416583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F4D9687-F63C-EFE7-7E4E-C42E340FEEF9}"/>
              </a:ext>
            </a:extLst>
          </p:cNvPr>
          <p:cNvSpPr/>
          <p:nvPr/>
        </p:nvSpPr>
        <p:spPr>
          <a:xfrm>
            <a:off x="4705130" y="2835153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6886AA5B-3310-B266-151C-11E0C6F21B9F}"/>
              </a:ext>
            </a:extLst>
          </p:cNvPr>
          <p:cNvSpPr/>
          <p:nvPr/>
        </p:nvSpPr>
        <p:spPr>
          <a:xfrm>
            <a:off x="2702962" y="2306880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1878E4C-95DF-6291-D57A-25197EE88342}"/>
              </a:ext>
            </a:extLst>
          </p:cNvPr>
          <p:cNvSpPr/>
          <p:nvPr/>
        </p:nvSpPr>
        <p:spPr>
          <a:xfrm>
            <a:off x="4112515" y="5062795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67AC4C1-FFFC-FD0B-1D6C-D9DAF4990066}"/>
              </a:ext>
            </a:extLst>
          </p:cNvPr>
          <p:cNvSpPr/>
          <p:nvPr/>
        </p:nvSpPr>
        <p:spPr>
          <a:xfrm>
            <a:off x="2213544" y="5311036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A2C3232A-F4FB-EF2E-2A57-BDAF2B5412DF}"/>
              </a:ext>
            </a:extLst>
          </p:cNvPr>
          <p:cNvSpPr/>
          <p:nvPr/>
        </p:nvSpPr>
        <p:spPr>
          <a:xfrm>
            <a:off x="1029313" y="4104942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EE52E68C-A578-CA94-CD07-6413A0BFBCBE}"/>
              </a:ext>
            </a:extLst>
          </p:cNvPr>
          <p:cNvSpPr/>
          <p:nvPr/>
        </p:nvSpPr>
        <p:spPr>
          <a:xfrm>
            <a:off x="2206084" y="4271931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274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2" grpId="0" animBg="1"/>
      <p:bldP spid="53" grpId="0" animBg="1"/>
      <p:bldP spid="57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Computational Geometry: Convex Hull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C7489F-4D39-9178-CC0D-2B9F7594F1F1}"/>
                  </a:ext>
                </a:extLst>
              </p:cNvPr>
              <p:cNvSpPr txBox="1"/>
              <p:nvPr/>
            </p:nvSpPr>
            <p:spPr>
              <a:xfrm>
                <a:off x="150312" y="926926"/>
                <a:ext cx="118872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3600" b="1" dirty="0">
                    <a:solidFill>
                      <a:srgbClr val="C0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Observation: </a:t>
                </a:r>
                <a:r>
                  <a:rPr lang="en-IN" sz="2400" b="1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Each interior angle of convex hull is </a:t>
                </a:r>
                <a14:m>
                  <m:oMath xmlns:m="http://schemas.openxmlformats.org/officeDocument/2006/math">
                    <m:r>
                      <a:rPr lang="en-IN" sz="2400" b="1" i="1" smtClean="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IN" sz="2400" b="1" i="1" smtClean="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𝟏𝟖𝟎</m:t>
                    </m:r>
                    <m:r>
                      <a:rPr lang="en-IN" sz="2400" b="1" i="1" baseline="30000" smtClean="0">
                        <a:solidFill>
                          <a:srgbClr val="7030A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𝒐</m:t>
                    </m:r>
                  </m:oMath>
                </a14:m>
                <a:r>
                  <a:rPr lang="en-IN" sz="2400" b="1" dirty="0">
                    <a:solidFill>
                      <a:srgbClr val="7030A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  <a:endParaRPr lang="en-IN" sz="2400" b="1" dirty="0">
                  <a:solidFill>
                    <a:srgbClr val="C0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2C7489F-4D39-9178-CC0D-2B9F7594F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312" y="926926"/>
                <a:ext cx="11887200" cy="646331"/>
              </a:xfrm>
              <a:prstGeom prst="rect">
                <a:avLst/>
              </a:prstGeom>
              <a:blipFill>
                <a:blip r:embed="rId2"/>
                <a:stretch>
                  <a:fillRect l="-1641" t="-16038" b="-415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418D5F-0C02-CA66-2218-3CF757D98E5F}"/>
              </a:ext>
            </a:extLst>
          </p:cNvPr>
          <p:cNvCxnSpPr>
            <a:cxnSpLocks/>
          </p:cNvCxnSpPr>
          <p:nvPr/>
        </p:nvCxnSpPr>
        <p:spPr>
          <a:xfrm flipV="1">
            <a:off x="764088" y="2016690"/>
            <a:ext cx="2467627" cy="1693047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B7DA68B-8C99-3D11-C7FC-0DAFC07A2E5D}"/>
              </a:ext>
            </a:extLst>
          </p:cNvPr>
          <p:cNvCxnSpPr>
            <a:cxnSpLocks/>
          </p:cNvCxnSpPr>
          <p:nvPr/>
        </p:nvCxnSpPr>
        <p:spPr>
          <a:xfrm>
            <a:off x="3192379" y="2016690"/>
            <a:ext cx="2369177" cy="131902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F339D0-7633-6A5F-EA5B-7E93EF9ED3E4}"/>
              </a:ext>
            </a:extLst>
          </p:cNvPr>
          <p:cNvCxnSpPr>
            <a:cxnSpLocks/>
          </p:cNvCxnSpPr>
          <p:nvPr/>
        </p:nvCxnSpPr>
        <p:spPr>
          <a:xfrm flipH="1">
            <a:off x="4957011" y="3306871"/>
            <a:ext cx="604545" cy="1565754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312194-99A9-B4E0-4903-70B7F15A4056}"/>
              </a:ext>
            </a:extLst>
          </p:cNvPr>
          <p:cNvCxnSpPr/>
          <p:nvPr/>
        </p:nvCxnSpPr>
        <p:spPr>
          <a:xfrm flipH="1">
            <a:off x="2154477" y="4872625"/>
            <a:ext cx="2830882" cy="876822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2551E2-F48E-4775-E9E5-2805A9FC50EF}"/>
              </a:ext>
            </a:extLst>
          </p:cNvPr>
          <p:cNvCxnSpPr>
            <a:cxnSpLocks/>
          </p:cNvCxnSpPr>
          <p:nvPr/>
        </p:nvCxnSpPr>
        <p:spPr>
          <a:xfrm flipH="1" flipV="1">
            <a:off x="764088" y="3670126"/>
            <a:ext cx="1425659" cy="2079321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Arc 16">
            <a:extLst>
              <a:ext uri="{FF2B5EF4-FFF2-40B4-BE49-F238E27FC236}">
                <a16:creationId xmlns:a16="http://schemas.microsoft.com/office/drawing/2014/main" id="{9FEAA7F3-CC71-051C-168D-05B5BC5A4125}"/>
              </a:ext>
            </a:extLst>
          </p:cNvPr>
          <p:cNvSpPr/>
          <p:nvPr/>
        </p:nvSpPr>
        <p:spPr>
          <a:xfrm rot="5400000">
            <a:off x="83555" y="3002313"/>
            <a:ext cx="691978" cy="1414848"/>
          </a:xfrm>
          <a:prstGeom prst="arc">
            <a:avLst>
              <a:gd name="adj1" fmla="val 15228382"/>
              <a:gd name="adj2" fmla="val 17517544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0D67599F-64C6-3A94-172B-C8652940A383}"/>
              </a:ext>
            </a:extLst>
          </p:cNvPr>
          <p:cNvSpPr/>
          <p:nvPr/>
        </p:nvSpPr>
        <p:spPr>
          <a:xfrm rot="21241047">
            <a:off x="1946905" y="5361779"/>
            <a:ext cx="691978" cy="1414848"/>
          </a:xfrm>
          <a:prstGeom prst="arc">
            <a:avLst>
              <a:gd name="adj1" fmla="val 15228382"/>
              <a:gd name="adj2" fmla="val 1813257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Arc 53">
            <a:extLst>
              <a:ext uri="{FF2B5EF4-FFF2-40B4-BE49-F238E27FC236}">
                <a16:creationId xmlns:a16="http://schemas.microsoft.com/office/drawing/2014/main" id="{118F9E19-0078-563D-9AA1-6195F5A6EEFE}"/>
              </a:ext>
            </a:extLst>
          </p:cNvPr>
          <p:cNvSpPr/>
          <p:nvPr/>
        </p:nvSpPr>
        <p:spPr>
          <a:xfrm rot="19716562">
            <a:off x="4737024" y="4462634"/>
            <a:ext cx="691978" cy="1337434"/>
          </a:xfrm>
          <a:prstGeom prst="arc">
            <a:avLst>
              <a:gd name="adj1" fmla="val 13669713"/>
              <a:gd name="adj2" fmla="val 1813257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Arc 54">
            <a:extLst>
              <a:ext uri="{FF2B5EF4-FFF2-40B4-BE49-F238E27FC236}">
                <a16:creationId xmlns:a16="http://schemas.microsoft.com/office/drawing/2014/main" id="{84156671-5120-4EC3-C98D-C28FD9AF6690}"/>
              </a:ext>
            </a:extLst>
          </p:cNvPr>
          <p:cNvSpPr/>
          <p:nvPr/>
        </p:nvSpPr>
        <p:spPr>
          <a:xfrm rot="15420562">
            <a:off x="5380687" y="2739668"/>
            <a:ext cx="691978" cy="1248160"/>
          </a:xfrm>
          <a:prstGeom prst="arc">
            <a:avLst>
              <a:gd name="adj1" fmla="val 14156687"/>
              <a:gd name="adj2" fmla="val 1813257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5EEF6860-5F53-BE2E-8668-A0197BA50E7C}"/>
              </a:ext>
            </a:extLst>
          </p:cNvPr>
          <p:cNvSpPr/>
          <p:nvPr/>
        </p:nvSpPr>
        <p:spPr>
          <a:xfrm rot="11629258">
            <a:off x="2990302" y="1287847"/>
            <a:ext cx="691978" cy="1200586"/>
          </a:xfrm>
          <a:prstGeom prst="arc">
            <a:avLst>
              <a:gd name="adj1" fmla="val 13431347"/>
              <a:gd name="adj2" fmla="val 18132570"/>
            </a:avLst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9835D7-5725-364C-8420-C4081EBE2A08}"/>
                  </a:ext>
                </a:extLst>
              </p:cNvPr>
              <p:cNvSpPr txBox="1"/>
              <p:nvPr/>
            </p:nvSpPr>
            <p:spPr>
              <a:xfrm>
                <a:off x="2292894" y="2425699"/>
                <a:ext cx="2038865" cy="38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</m:t>
                      </m:r>
                      <m:r>
                        <a:rPr lang="en-IN" sz="1800" b="1" i="1" baseline="30000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59835D7-5725-364C-8420-C4081EBE2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894" y="2425699"/>
                <a:ext cx="2038865" cy="3812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4EF22F8-F471-964F-7984-9AADCACF6A45}"/>
                  </a:ext>
                </a:extLst>
              </p:cNvPr>
              <p:cNvSpPr txBox="1"/>
              <p:nvPr/>
            </p:nvSpPr>
            <p:spPr>
              <a:xfrm>
                <a:off x="3687811" y="3353934"/>
                <a:ext cx="2038865" cy="38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</m:t>
                      </m:r>
                      <m:r>
                        <a:rPr lang="en-IN" sz="1800" b="1" i="1" baseline="30000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4EF22F8-F471-964F-7984-9AADCACF6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7811" y="3353934"/>
                <a:ext cx="2038865" cy="38126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2B591AD-6ED3-354D-78BD-493EE402CBF0}"/>
                  </a:ext>
                </a:extLst>
              </p:cNvPr>
              <p:cNvSpPr txBox="1"/>
              <p:nvPr/>
            </p:nvSpPr>
            <p:spPr>
              <a:xfrm>
                <a:off x="571795" y="3542539"/>
                <a:ext cx="2038865" cy="38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</m:t>
                      </m:r>
                      <m:r>
                        <a:rPr lang="en-IN" sz="1800" b="1" i="1" baseline="30000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2B591AD-6ED3-354D-78BD-493EE402C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795" y="3542539"/>
                <a:ext cx="2038865" cy="38126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DCF6824-8225-4DEB-C62A-9B0F311C24E6}"/>
                  </a:ext>
                </a:extLst>
              </p:cNvPr>
              <p:cNvSpPr txBox="1"/>
              <p:nvPr/>
            </p:nvSpPr>
            <p:spPr>
              <a:xfrm>
                <a:off x="1319325" y="5044951"/>
                <a:ext cx="2038865" cy="38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</m:t>
                      </m:r>
                      <m:r>
                        <a:rPr lang="en-IN" sz="1800" b="1" i="1" baseline="30000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DCF6824-8225-4DEB-C62A-9B0F311C2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325" y="5044951"/>
                <a:ext cx="2038865" cy="38126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14E4039-79BB-3934-DF8F-E6A023221A37}"/>
                  </a:ext>
                </a:extLst>
              </p:cNvPr>
              <p:cNvSpPr txBox="1"/>
              <p:nvPr/>
            </p:nvSpPr>
            <p:spPr>
              <a:xfrm>
                <a:off x="3271588" y="4412429"/>
                <a:ext cx="2038865" cy="38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IN" sz="1800" b="1" i="1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𝟏𝟖𝟎</m:t>
                      </m:r>
                      <m:r>
                        <a:rPr lang="en-IN" sz="1800" b="1" i="1" baseline="30000" smtClean="0">
                          <a:solidFill>
                            <a:srgbClr val="7030A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𝒐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14E4039-79BB-3934-DF8F-E6A023221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588" y="4412429"/>
                <a:ext cx="2038865" cy="38126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252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4" grpId="0" animBg="1"/>
      <p:bldP spid="55" grpId="0" animBg="1"/>
      <p:bldP spid="56" grpId="0" animBg="1"/>
      <p:bldP spid="18" grpId="0"/>
      <p:bldP spid="58" grpId="0"/>
      <p:bldP spid="59" grpId="0"/>
      <p:bldP spid="60" grpId="0"/>
      <p:bldP spid="6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Convex Hull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7489F-4D39-9178-CC0D-2B9F7594F1F1}"/>
              </a:ext>
            </a:extLst>
          </p:cNvPr>
          <p:cNvSpPr txBox="1"/>
          <p:nvPr/>
        </p:nvSpPr>
        <p:spPr>
          <a:xfrm>
            <a:off x="150312" y="926926"/>
            <a:ext cx="1188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Given: 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finite set of points P = {p</a:t>
            </a:r>
            <a:r>
              <a:rPr lang="en-IN" sz="24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</a:t>
            </a:r>
            <a:r>
              <a:rPr lang="en-IN" sz="24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p</a:t>
            </a:r>
            <a:r>
              <a:rPr lang="en-IN" sz="2400" b="1" baseline="-25000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…………….</a:t>
            </a:r>
            <a:r>
              <a:rPr lang="en-IN" sz="24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IN" sz="2400" b="1" baseline="-25000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 is given</a:t>
            </a:r>
            <a:endParaRPr lang="en-I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8DB9426-802D-62FC-14E1-B7E0BEDE02DE}"/>
              </a:ext>
            </a:extLst>
          </p:cNvPr>
          <p:cNvSpPr txBox="1"/>
          <p:nvPr/>
        </p:nvSpPr>
        <p:spPr>
          <a:xfrm>
            <a:off x="150312" y="2782669"/>
            <a:ext cx="11887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Goal: </a:t>
            </a:r>
            <a:r>
              <a:rPr lang="en-IN" sz="24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 a Convex Hull for P</a:t>
            </a:r>
            <a:endParaRPr lang="en-IN" sz="2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D98F4A8-29A5-D0DB-3C08-B16F150191F1}"/>
              </a:ext>
            </a:extLst>
          </p:cNvPr>
          <p:cNvCxnSpPr>
            <a:cxnSpLocks/>
          </p:cNvCxnSpPr>
          <p:nvPr/>
        </p:nvCxnSpPr>
        <p:spPr>
          <a:xfrm flipV="1">
            <a:off x="6163991" y="2572744"/>
            <a:ext cx="2467627" cy="1693047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80E7294-EC0B-1D0A-8050-B4CA5CDA6C5C}"/>
              </a:ext>
            </a:extLst>
          </p:cNvPr>
          <p:cNvCxnSpPr>
            <a:cxnSpLocks/>
          </p:cNvCxnSpPr>
          <p:nvPr/>
        </p:nvCxnSpPr>
        <p:spPr>
          <a:xfrm>
            <a:off x="8592282" y="2572744"/>
            <a:ext cx="2369177" cy="1319020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42F04E-02DB-DD7B-BE74-9C0648FD6F20}"/>
              </a:ext>
            </a:extLst>
          </p:cNvPr>
          <p:cNvCxnSpPr>
            <a:cxnSpLocks/>
          </p:cNvCxnSpPr>
          <p:nvPr/>
        </p:nvCxnSpPr>
        <p:spPr>
          <a:xfrm flipH="1">
            <a:off x="10356914" y="3862925"/>
            <a:ext cx="604545" cy="1565754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BA38BA7-284F-9A4A-38A6-F5F6F3294063}"/>
              </a:ext>
            </a:extLst>
          </p:cNvPr>
          <p:cNvCxnSpPr/>
          <p:nvPr/>
        </p:nvCxnSpPr>
        <p:spPr>
          <a:xfrm flipH="1">
            <a:off x="7554380" y="5428679"/>
            <a:ext cx="2830882" cy="876822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019387-80FA-437F-8C91-7C06C166A9AF}"/>
              </a:ext>
            </a:extLst>
          </p:cNvPr>
          <p:cNvCxnSpPr>
            <a:cxnSpLocks/>
          </p:cNvCxnSpPr>
          <p:nvPr/>
        </p:nvCxnSpPr>
        <p:spPr>
          <a:xfrm flipH="1" flipV="1">
            <a:off x="6163991" y="4226180"/>
            <a:ext cx="1425659" cy="2079321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E20B603F-4E6B-D444-6109-90468666214B}"/>
              </a:ext>
            </a:extLst>
          </p:cNvPr>
          <p:cNvSpPr/>
          <p:nvPr/>
        </p:nvSpPr>
        <p:spPr>
          <a:xfrm>
            <a:off x="7613448" y="3357187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F4FA616D-6DFA-2674-1016-4AD53E324ADE}"/>
              </a:ext>
            </a:extLst>
          </p:cNvPr>
          <p:cNvSpPr/>
          <p:nvPr/>
        </p:nvSpPr>
        <p:spPr>
          <a:xfrm>
            <a:off x="9755174" y="4992572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ECB9D623-F432-B618-9744-535AE28A2CB2}"/>
              </a:ext>
            </a:extLst>
          </p:cNvPr>
          <p:cNvSpPr/>
          <p:nvPr/>
        </p:nvSpPr>
        <p:spPr>
          <a:xfrm>
            <a:off x="8468123" y="3676686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144E3752-785B-4D04-C627-D913F500D023}"/>
              </a:ext>
            </a:extLst>
          </p:cNvPr>
          <p:cNvSpPr/>
          <p:nvPr/>
        </p:nvSpPr>
        <p:spPr>
          <a:xfrm>
            <a:off x="8971471" y="4868047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310517-531D-3F24-3213-78F278106E18}"/>
              </a:ext>
            </a:extLst>
          </p:cNvPr>
          <p:cNvSpPr/>
          <p:nvPr/>
        </p:nvSpPr>
        <p:spPr>
          <a:xfrm>
            <a:off x="6814740" y="5203760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F4FAC81-CF5A-DBDE-7D91-F4435E19C883}"/>
              </a:ext>
            </a:extLst>
          </p:cNvPr>
          <p:cNvSpPr/>
          <p:nvPr/>
        </p:nvSpPr>
        <p:spPr>
          <a:xfrm>
            <a:off x="8548252" y="4555732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4C4A410-B7FD-2C45-707F-F47BBF683AA7}"/>
              </a:ext>
            </a:extLst>
          </p:cNvPr>
          <p:cNvSpPr/>
          <p:nvPr/>
        </p:nvSpPr>
        <p:spPr>
          <a:xfrm>
            <a:off x="8845662" y="2800855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EDC2053-464F-D4E8-45AA-BB7250328C0C}"/>
              </a:ext>
            </a:extLst>
          </p:cNvPr>
          <p:cNvSpPr/>
          <p:nvPr/>
        </p:nvSpPr>
        <p:spPr>
          <a:xfrm>
            <a:off x="10597106" y="4289370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1B6347D-1F60-ABD2-22EF-7BD0449FC9C2}"/>
              </a:ext>
            </a:extLst>
          </p:cNvPr>
          <p:cNvSpPr/>
          <p:nvPr/>
        </p:nvSpPr>
        <p:spPr>
          <a:xfrm>
            <a:off x="8863296" y="5724946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C5F0E80-598C-C93B-666C-DA01541292B9}"/>
              </a:ext>
            </a:extLst>
          </p:cNvPr>
          <p:cNvSpPr/>
          <p:nvPr/>
        </p:nvSpPr>
        <p:spPr>
          <a:xfrm>
            <a:off x="7834345" y="5428679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73E2F7D-5148-B1C2-7ABF-87758F666855}"/>
              </a:ext>
            </a:extLst>
          </p:cNvPr>
          <p:cNvSpPr/>
          <p:nvPr/>
        </p:nvSpPr>
        <p:spPr>
          <a:xfrm>
            <a:off x="7273645" y="4209507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ED01FB4-69C5-8EE7-D0F4-2C7B37ECDC00}"/>
              </a:ext>
            </a:extLst>
          </p:cNvPr>
          <p:cNvSpPr/>
          <p:nvPr/>
        </p:nvSpPr>
        <p:spPr>
          <a:xfrm>
            <a:off x="9512419" y="3738766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DB31672C-B126-26E7-5E60-87C251B68917}"/>
              </a:ext>
            </a:extLst>
          </p:cNvPr>
          <p:cNvSpPr/>
          <p:nvPr/>
        </p:nvSpPr>
        <p:spPr>
          <a:xfrm>
            <a:off x="7813305" y="4227290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9E546CB-882F-A8A8-515D-5D65512C5257}"/>
              </a:ext>
            </a:extLst>
          </p:cNvPr>
          <p:cNvSpPr/>
          <p:nvPr/>
        </p:nvSpPr>
        <p:spPr>
          <a:xfrm>
            <a:off x="6553375" y="3972637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A3ACAEC-B700-349A-361E-1D46FF2EA061}"/>
              </a:ext>
            </a:extLst>
          </p:cNvPr>
          <p:cNvSpPr/>
          <p:nvPr/>
        </p:nvSpPr>
        <p:spPr>
          <a:xfrm>
            <a:off x="10105033" y="3391207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853AD1E-27EC-EF9D-6C80-A796DA5C3785}"/>
              </a:ext>
            </a:extLst>
          </p:cNvPr>
          <p:cNvSpPr/>
          <p:nvPr/>
        </p:nvSpPr>
        <p:spPr>
          <a:xfrm>
            <a:off x="8102865" y="2862934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F6D22E2-900E-A7B2-5070-146C92FF9ED0}"/>
              </a:ext>
            </a:extLst>
          </p:cNvPr>
          <p:cNvSpPr/>
          <p:nvPr/>
        </p:nvSpPr>
        <p:spPr>
          <a:xfrm>
            <a:off x="9512418" y="5618849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92CF8CB-E0F7-CB23-7168-A49F3F853B0D}"/>
              </a:ext>
            </a:extLst>
          </p:cNvPr>
          <p:cNvSpPr/>
          <p:nvPr/>
        </p:nvSpPr>
        <p:spPr>
          <a:xfrm>
            <a:off x="7613447" y="5867090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E77B8851-2D24-1E61-6A85-345ECA2E37BB}"/>
              </a:ext>
            </a:extLst>
          </p:cNvPr>
          <p:cNvSpPr/>
          <p:nvPr/>
        </p:nvSpPr>
        <p:spPr>
          <a:xfrm>
            <a:off x="6429216" y="4660996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7FE5946-3C3A-3EA0-C93A-29A2079D5011}"/>
              </a:ext>
            </a:extLst>
          </p:cNvPr>
          <p:cNvSpPr/>
          <p:nvPr/>
        </p:nvSpPr>
        <p:spPr>
          <a:xfrm>
            <a:off x="7605987" y="4827985"/>
            <a:ext cx="124159" cy="124159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83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Computational Geometry: Convex Hull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8DB9426-802D-62FC-14E1-B7E0BEDE02DE}"/>
              </a:ext>
            </a:extLst>
          </p:cNvPr>
          <p:cNvSpPr txBox="1"/>
          <p:nvPr/>
        </p:nvSpPr>
        <p:spPr>
          <a:xfrm>
            <a:off x="461319" y="1496264"/>
            <a:ext cx="11887200" cy="1693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Approaches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 </a:t>
            </a:r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5274C5-E3BF-5F97-6CE4-5E52E7D2C9A0}"/>
              </a:ext>
            </a:extLst>
          </p:cNvPr>
          <p:cNvSpPr txBox="1"/>
          <p:nvPr/>
        </p:nvSpPr>
        <p:spPr>
          <a:xfrm>
            <a:off x="461319" y="5002306"/>
            <a:ext cx="106056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rgbClr val="00B050"/>
                </a:solidFill>
                <a:highlight>
                  <a:srgbClr val="FFFF00"/>
                </a:highlight>
              </a:rPr>
              <a:t>Assumption</a:t>
            </a:r>
            <a:r>
              <a:rPr lang="en-IN" sz="3200" b="1" dirty="0">
                <a:solidFill>
                  <a:srgbClr val="00B050"/>
                </a:solidFill>
              </a:rPr>
              <a:t>: No three points are collinear</a:t>
            </a:r>
          </a:p>
        </p:txBody>
      </p:sp>
    </p:spTree>
    <p:extLst>
      <p:ext uri="{BB962C8B-B14F-4D97-AF65-F5344CB8AC3E}">
        <p14:creationId xmlns:p14="http://schemas.microsoft.com/office/powerpoint/2010/main" val="38261048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>
                    <a:lumMod val="95000"/>
                  </a:schemeClr>
                </a:solidFill>
                <a:latin typeface="Arial Black" panose="020B0A04020102020204" pitchFamily="34" charset="0"/>
              </a:rPr>
              <a:t>Computational Geometry: Convex Hull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88DB9426-802D-62FC-14E1-B7E0BEDE02DE}"/>
              </a:ext>
            </a:extLst>
          </p:cNvPr>
          <p:cNvSpPr txBox="1"/>
          <p:nvPr/>
        </p:nvSpPr>
        <p:spPr>
          <a:xfrm>
            <a:off x="152400" y="809346"/>
            <a:ext cx="11887200" cy="7493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8513E-7588-21FE-CCC5-CE20A2339724}"/>
              </a:ext>
            </a:extLst>
          </p:cNvPr>
          <p:cNvSpPr txBox="1"/>
          <p:nvPr/>
        </p:nvSpPr>
        <p:spPr>
          <a:xfrm>
            <a:off x="321276" y="1890584"/>
            <a:ext cx="11549448" cy="1849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Select the point with lowest Y-coordinate(bottom most point) – </a:t>
            </a:r>
            <a:r>
              <a:rPr lang="en-IN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First point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Select the points with </a:t>
            </a:r>
            <a:r>
              <a:rPr lang="en-IN" sz="2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smallest counter-clock wise </a:t>
            </a: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in reference to the previous point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I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Repeat util reaching the starting point </a:t>
            </a:r>
          </a:p>
        </p:txBody>
      </p:sp>
    </p:spTree>
    <p:extLst>
      <p:ext uri="{BB962C8B-B14F-4D97-AF65-F5344CB8AC3E}">
        <p14:creationId xmlns:p14="http://schemas.microsoft.com/office/powerpoint/2010/main" val="232927095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93521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val 23">
            <a:extLst>
              <a:ext uri="{FF2B5EF4-FFF2-40B4-BE49-F238E27FC236}">
                <a16:creationId xmlns:a16="http://schemas.microsoft.com/office/drawing/2014/main" id="{B152A630-F4CE-4E26-5172-3F6B089A06E6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A6CF02-636F-BBEC-92D4-D90E825AE196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</p:spTree>
    <p:extLst>
      <p:ext uri="{BB962C8B-B14F-4D97-AF65-F5344CB8AC3E}">
        <p14:creationId xmlns:p14="http://schemas.microsoft.com/office/powerpoint/2010/main" val="792111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4BE952-46AC-7A90-EFF4-F25977EC645E}"/>
              </a:ext>
            </a:extLst>
          </p:cNvPr>
          <p:cNvCxnSpPr>
            <a:cxnSpLocks/>
          </p:cNvCxnSpPr>
          <p:nvPr/>
        </p:nvCxnSpPr>
        <p:spPr>
          <a:xfrm>
            <a:off x="168812" y="5707941"/>
            <a:ext cx="8257736" cy="13373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21DDA99-BF70-D475-C518-3C76EB0D935E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4173287" y="3018161"/>
            <a:ext cx="1657914" cy="2701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8EF23EC-C80C-5375-C680-5A39B7E70BBF}"/>
              </a:ext>
            </a:extLst>
          </p:cNvPr>
          <p:cNvCxnSpPr>
            <a:cxnSpLocks/>
            <a:stCxn id="23" idx="0"/>
            <a:endCxn id="20" idx="3"/>
          </p:cNvCxnSpPr>
          <p:nvPr/>
        </p:nvCxnSpPr>
        <p:spPr>
          <a:xfrm flipV="1">
            <a:off x="4203454" y="3333394"/>
            <a:ext cx="820439" cy="2294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6454CBC6-0AB3-C082-031E-07A74E238FDE}"/>
              </a:ext>
            </a:extLst>
          </p:cNvPr>
          <p:cNvCxnSpPr>
            <a:cxnSpLocks/>
          </p:cNvCxnSpPr>
          <p:nvPr/>
        </p:nvCxnSpPr>
        <p:spPr>
          <a:xfrm flipV="1">
            <a:off x="4147118" y="2240692"/>
            <a:ext cx="221454" cy="3410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DDF81A7-AC9F-63D2-B110-3CF822D97B77}"/>
              </a:ext>
            </a:extLst>
          </p:cNvPr>
          <p:cNvCxnSpPr>
            <a:cxnSpLocks/>
            <a:stCxn id="23" idx="1"/>
            <a:endCxn id="5" idx="4"/>
          </p:cNvCxnSpPr>
          <p:nvPr/>
        </p:nvCxnSpPr>
        <p:spPr>
          <a:xfrm flipH="1" flipV="1">
            <a:off x="3750276" y="3311611"/>
            <a:ext cx="396384" cy="2339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2BE279-6989-58F0-8DAE-9484372BA951}"/>
              </a:ext>
            </a:extLst>
          </p:cNvPr>
          <p:cNvCxnSpPr>
            <a:cxnSpLocks/>
            <a:stCxn id="23" idx="1"/>
            <a:endCxn id="21" idx="4"/>
          </p:cNvCxnSpPr>
          <p:nvPr/>
        </p:nvCxnSpPr>
        <p:spPr>
          <a:xfrm flipH="1" flipV="1">
            <a:off x="3589638" y="4396946"/>
            <a:ext cx="557022" cy="1254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096F145-8428-E2C7-BD5E-DBF759AF7CB0}"/>
              </a:ext>
            </a:extLst>
          </p:cNvPr>
          <p:cNvCxnSpPr>
            <a:cxnSpLocks/>
          </p:cNvCxnSpPr>
          <p:nvPr/>
        </p:nvCxnSpPr>
        <p:spPr>
          <a:xfrm flipH="1" flipV="1">
            <a:off x="3589638" y="4396821"/>
            <a:ext cx="557022" cy="1254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A9DB4BA3-AE34-E580-A01D-C1B82D528B29}"/>
              </a:ext>
            </a:extLst>
          </p:cNvPr>
          <p:cNvCxnSpPr>
            <a:cxnSpLocks/>
            <a:stCxn id="23" idx="5"/>
            <a:endCxn id="17" idx="5"/>
          </p:cNvCxnSpPr>
          <p:nvPr/>
        </p:nvCxnSpPr>
        <p:spPr>
          <a:xfrm flipH="1" flipV="1">
            <a:off x="2567275" y="3566113"/>
            <a:ext cx="1692973" cy="21986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EA45F7A-2E0B-53EE-0B38-A74104582857}"/>
              </a:ext>
            </a:extLst>
          </p:cNvPr>
          <p:cNvCxnSpPr>
            <a:cxnSpLocks/>
            <a:stCxn id="23" idx="5"/>
            <a:endCxn id="13" idx="5"/>
          </p:cNvCxnSpPr>
          <p:nvPr/>
        </p:nvCxnSpPr>
        <p:spPr>
          <a:xfrm flipH="1" flipV="1">
            <a:off x="2486956" y="4985081"/>
            <a:ext cx="1773292" cy="77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Arc 52">
            <a:extLst>
              <a:ext uri="{FF2B5EF4-FFF2-40B4-BE49-F238E27FC236}">
                <a16:creationId xmlns:a16="http://schemas.microsoft.com/office/drawing/2014/main" id="{1A8AC413-5729-AAA4-1E4F-9A853E8B36E7}"/>
              </a:ext>
            </a:extLst>
          </p:cNvPr>
          <p:cNvSpPr/>
          <p:nvPr/>
        </p:nvSpPr>
        <p:spPr>
          <a:xfrm rot="531573">
            <a:off x="4248478" y="5247084"/>
            <a:ext cx="689317" cy="749372"/>
          </a:xfrm>
          <a:prstGeom prst="arc">
            <a:avLst>
              <a:gd name="adj1" fmla="val 16200000"/>
              <a:gd name="adj2" fmla="val 406319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0D4C7A7-A915-9847-FF02-7AD2AC799D7A}"/>
              </a:ext>
            </a:extLst>
          </p:cNvPr>
          <p:cNvSpPr txBox="1"/>
          <p:nvPr/>
        </p:nvSpPr>
        <p:spPr>
          <a:xfrm>
            <a:off x="8646459" y="5429597"/>
            <a:ext cx="3133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Horizontal Line </a:t>
            </a:r>
          </a:p>
        </p:txBody>
      </p:sp>
    </p:spTree>
    <p:extLst>
      <p:ext uri="{BB962C8B-B14F-4D97-AF65-F5344CB8AC3E}">
        <p14:creationId xmlns:p14="http://schemas.microsoft.com/office/powerpoint/2010/main" val="3190620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90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B321D6-03B5-6D5D-E0DB-4DE4346ED9D8}"/>
              </a:ext>
            </a:extLst>
          </p:cNvPr>
          <p:cNvCxnSpPr>
            <a:stCxn id="22" idx="1"/>
            <a:endCxn id="20" idx="4"/>
          </p:cNvCxnSpPr>
          <p:nvPr/>
        </p:nvCxnSpPr>
        <p:spPr>
          <a:xfrm flipH="1" flipV="1">
            <a:off x="5080687" y="3356919"/>
            <a:ext cx="346860" cy="822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3"/>
          </p:cNvCxnSpPr>
          <p:nvPr/>
        </p:nvCxnSpPr>
        <p:spPr>
          <a:xfrm flipV="1">
            <a:off x="5484341" y="3018161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B96584F-4D44-6A55-E5AD-FB466E635B7C}"/>
              </a:ext>
            </a:extLst>
          </p:cNvPr>
          <p:cNvCxnSpPr>
            <a:cxnSpLocks/>
            <a:stCxn id="22" idx="3"/>
            <a:endCxn id="19" idx="4"/>
          </p:cNvCxnSpPr>
          <p:nvPr/>
        </p:nvCxnSpPr>
        <p:spPr>
          <a:xfrm flipH="1" flipV="1">
            <a:off x="4368114" y="2240692"/>
            <a:ext cx="1059433" cy="2052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1C21A07-86F0-D445-FE4A-D59AC518EAA1}"/>
              </a:ext>
            </a:extLst>
          </p:cNvPr>
          <p:cNvCxnSpPr>
            <a:stCxn id="5" idx="2"/>
            <a:endCxn id="22" idx="2"/>
          </p:cNvCxnSpPr>
          <p:nvPr/>
        </p:nvCxnSpPr>
        <p:spPr>
          <a:xfrm>
            <a:off x="3669957" y="3231292"/>
            <a:ext cx="1734065" cy="1005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241B44-20DA-5215-0152-8BEF6053FFC6}"/>
              </a:ext>
            </a:extLst>
          </p:cNvPr>
          <p:cNvCxnSpPr>
            <a:stCxn id="17" idx="2"/>
            <a:endCxn id="22" idx="2"/>
          </p:cNvCxnSpPr>
          <p:nvPr/>
        </p:nvCxnSpPr>
        <p:spPr>
          <a:xfrm>
            <a:off x="2430162" y="3509319"/>
            <a:ext cx="2973860" cy="7269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69078C-0AFF-BC09-2696-B4336DC9C913}"/>
              </a:ext>
            </a:extLst>
          </p:cNvPr>
          <p:cNvCxnSpPr>
            <a:stCxn id="21" idx="2"/>
            <a:endCxn id="22" idx="2"/>
          </p:cNvCxnSpPr>
          <p:nvPr/>
        </p:nvCxnSpPr>
        <p:spPr>
          <a:xfrm flipV="1">
            <a:off x="3509319" y="4236308"/>
            <a:ext cx="1894703" cy="80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3D0250B-2092-8446-8F48-E872F4BA2D52}"/>
              </a:ext>
            </a:extLst>
          </p:cNvPr>
          <p:cNvCxnSpPr>
            <a:stCxn id="13" idx="3"/>
            <a:endCxn id="22" idx="2"/>
          </p:cNvCxnSpPr>
          <p:nvPr/>
        </p:nvCxnSpPr>
        <p:spPr>
          <a:xfrm flipV="1">
            <a:off x="2373368" y="4236308"/>
            <a:ext cx="3030654" cy="748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316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8B321D6-03B5-6D5D-E0DB-4DE4346ED9D8}"/>
              </a:ext>
            </a:extLst>
          </p:cNvPr>
          <p:cNvCxnSpPr>
            <a:stCxn id="22" idx="1"/>
            <a:endCxn id="20" idx="4"/>
          </p:cNvCxnSpPr>
          <p:nvPr/>
        </p:nvCxnSpPr>
        <p:spPr>
          <a:xfrm flipH="1" flipV="1">
            <a:off x="5080687" y="3356919"/>
            <a:ext cx="346860" cy="822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3"/>
          </p:cNvCxnSpPr>
          <p:nvPr/>
        </p:nvCxnSpPr>
        <p:spPr>
          <a:xfrm flipV="1">
            <a:off x="5484341" y="3018161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B96584F-4D44-6A55-E5AD-FB466E635B7C}"/>
              </a:ext>
            </a:extLst>
          </p:cNvPr>
          <p:cNvCxnSpPr>
            <a:cxnSpLocks/>
            <a:stCxn id="22" idx="3"/>
            <a:endCxn id="19" idx="4"/>
          </p:cNvCxnSpPr>
          <p:nvPr/>
        </p:nvCxnSpPr>
        <p:spPr>
          <a:xfrm flipH="1" flipV="1">
            <a:off x="4368114" y="2240692"/>
            <a:ext cx="1059433" cy="20524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1C21A07-86F0-D445-FE4A-D59AC518EAA1}"/>
              </a:ext>
            </a:extLst>
          </p:cNvPr>
          <p:cNvCxnSpPr>
            <a:stCxn id="5" idx="2"/>
            <a:endCxn id="22" idx="2"/>
          </p:cNvCxnSpPr>
          <p:nvPr/>
        </p:nvCxnSpPr>
        <p:spPr>
          <a:xfrm>
            <a:off x="3669957" y="3231292"/>
            <a:ext cx="1734065" cy="1005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241B44-20DA-5215-0152-8BEF6053FFC6}"/>
              </a:ext>
            </a:extLst>
          </p:cNvPr>
          <p:cNvCxnSpPr>
            <a:stCxn id="17" idx="2"/>
            <a:endCxn id="22" idx="2"/>
          </p:cNvCxnSpPr>
          <p:nvPr/>
        </p:nvCxnSpPr>
        <p:spPr>
          <a:xfrm>
            <a:off x="2430162" y="3509319"/>
            <a:ext cx="2973860" cy="7269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A69078C-0AFF-BC09-2696-B4336DC9C913}"/>
              </a:ext>
            </a:extLst>
          </p:cNvPr>
          <p:cNvCxnSpPr>
            <a:stCxn id="21" idx="2"/>
            <a:endCxn id="22" idx="2"/>
          </p:cNvCxnSpPr>
          <p:nvPr/>
        </p:nvCxnSpPr>
        <p:spPr>
          <a:xfrm flipV="1">
            <a:off x="3509319" y="4236308"/>
            <a:ext cx="1894703" cy="803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3D0250B-2092-8446-8F48-E872F4BA2D52}"/>
              </a:ext>
            </a:extLst>
          </p:cNvPr>
          <p:cNvCxnSpPr>
            <a:stCxn id="13" idx="3"/>
            <a:endCxn id="22" idx="2"/>
          </p:cNvCxnSpPr>
          <p:nvPr/>
        </p:nvCxnSpPr>
        <p:spPr>
          <a:xfrm flipV="1">
            <a:off x="2373368" y="4236308"/>
            <a:ext cx="3030654" cy="7487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AE29E148-E027-4019-5B30-AFD19D55751A}"/>
              </a:ext>
            </a:extLst>
          </p:cNvPr>
          <p:cNvCxnSpPr>
            <a:cxnSpLocks/>
          </p:cNvCxnSpPr>
          <p:nvPr/>
        </p:nvCxnSpPr>
        <p:spPr>
          <a:xfrm flipV="1">
            <a:off x="5532945" y="2808512"/>
            <a:ext cx="1167299" cy="135804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6F3065C6-6A89-CD85-BC4E-8996AFE93C33}"/>
              </a:ext>
            </a:extLst>
          </p:cNvPr>
          <p:cNvSpPr/>
          <p:nvPr/>
        </p:nvSpPr>
        <p:spPr>
          <a:xfrm rot="19308866">
            <a:off x="5448602" y="3330519"/>
            <a:ext cx="689317" cy="749372"/>
          </a:xfrm>
          <a:prstGeom prst="arc">
            <a:avLst>
              <a:gd name="adj1" fmla="val 17955257"/>
              <a:gd name="adj2" fmla="val 406319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38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5484341" y="3041686"/>
            <a:ext cx="403654" cy="1114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07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5484341" y="3041686"/>
            <a:ext cx="403654" cy="1114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620C23-3877-FECE-AD56-2DCCCB12BE68}"/>
              </a:ext>
            </a:extLst>
          </p:cNvPr>
          <p:cNvCxnSpPr>
            <a:stCxn id="20" idx="3"/>
            <a:endCxn id="18" idx="3"/>
          </p:cNvCxnSpPr>
          <p:nvPr/>
        </p:nvCxnSpPr>
        <p:spPr>
          <a:xfrm flipV="1">
            <a:off x="5023893" y="3018161"/>
            <a:ext cx="807308" cy="315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CC4DB-B59F-B4F9-94E7-58F6C892C7D0}"/>
              </a:ext>
            </a:extLst>
          </p:cNvPr>
          <p:cNvCxnSpPr>
            <a:stCxn id="19" idx="5"/>
            <a:endCxn id="18" idx="1"/>
          </p:cNvCxnSpPr>
          <p:nvPr/>
        </p:nvCxnSpPr>
        <p:spPr>
          <a:xfrm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52513D2-8A44-267D-7725-EE50104B743B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3925110" y="2961367"/>
            <a:ext cx="1882566" cy="148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5E8FBF7-D8DA-35D1-D507-65DFF44425A5}"/>
              </a:ext>
            </a:extLst>
          </p:cNvPr>
          <p:cNvCxnSpPr>
            <a:cxnSpLocks/>
            <a:stCxn id="21" idx="3"/>
            <a:endCxn id="18" idx="3"/>
          </p:cNvCxnSpPr>
          <p:nvPr/>
        </p:nvCxnSpPr>
        <p:spPr>
          <a:xfrm flipV="1">
            <a:off x="3532844" y="3018161"/>
            <a:ext cx="2298357" cy="13552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B361EA5-9416-2311-57A8-60172B2B60D9}"/>
              </a:ext>
            </a:extLst>
          </p:cNvPr>
          <p:cNvCxnSpPr>
            <a:cxnSpLocks/>
          </p:cNvCxnSpPr>
          <p:nvPr/>
        </p:nvCxnSpPr>
        <p:spPr>
          <a:xfrm flipV="1">
            <a:off x="2434281" y="3004963"/>
            <a:ext cx="3396920" cy="16414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BF508DA-5D53-DACB-09AF-0A0FAC640BC6}"/>
              </a:ext>
            </a:extLst>
          </p:cNvPr>
          <p:cNvCxnSpPr>
            <a:cxnSpLocks/>
            <a:endCxn id="18" idx="3"/>
          </p:cNvCxnSpPr>
          <p:nvPr/>
        </p:nvCxnSpPr>
        <p:spPr>
          <a:xfrm flipV="1">
            <a:off x="2590800" y="3018161"/>
            <a:ext cx="3240401" cy="6474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0BAFBD5-4CF7-3153-75A8-1A512294FEC5}"/>
              </a:ext>
            </a:extLst>
          </p:cNvPr>
          <p:cNvCxnSpPr>
            <a:cxnSpLocks/>
          </p:cNvCxnSpPr>
          <p:nvPr/>
        </p:nvCxnSpPr>
        <p:spPr>
          <a:xfrm flipV="1">
            <a:off x="5927345" y="1790270"/>
            <a:ext cx="403654" cy="111430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rc 41">
            <a:extLst>
              <a:ext uri="{FF2B5EF4-FFF2-40B4-BE49-F238E27FC236}">
                <a16:creationId xmlns:a16="http://schemas.microsoft.com/office/drawing/2014/main" id="{E94ADD13-B70F-A9C3-C78D-6F344FF2B768}"/>
              </a:ext>
            </a:extLst>
          </p:cNvPr>
          <p:cNvSpPr/>
          <p:nvPr/>
        </p:nvSpPr>
        <p:spPr>
          <a:xfrm rot="17390306">
            <a:off x="5463017" y="2506362"/>
            <a:ext cx="689317" cy="749372"/>
          </a:xfrm>
          <a:prstGeom prst="arc">
            <a:avLst>
              <a:gd name="adj1" fmla="val 16521034"/>
              <a:gd name="adj2" fmla="val 1706029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B8C87921-0616-55E6-899F-2A76533256AD}"/>
              </a:ext>
            </a:extLst>
          </p:cNvPr>
          <p:cNvCxnSpPr>
            <a:stCxn id="18" idx="3"/>
            <a:endCxn id="23" idx="7"/>
          </p:cNvCxnSpPr>
          <p:nvPr/>
        </p:nvCxnSpPr>
        <p:spPr>
          <a:xfrm flipH="1">
            <a:off x="4260248" y="3018161"/>
            <a:ext cx="1570953" cy="26329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824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5484341" y="3041686"/>
            <a:ext cx="403654" cy="1114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CC4DB-B59F-B4F9-94E7-58F6C892C7D0}"/>
              </a:ext>
            </a:extLst>
          </p:cNvPr>
          <p:cNvCxnSpPr>
            <a:stCxn id="19" idx="5"/>
            <a:endCxn id="18" idx="1"/>
          </p:cNvCxnSpPr>
          <p:nvPr/>
        </p:nvCxnSpPr>
        <p:spPr>
          <a:xfrm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146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5484341" y="3041686"/>
            <a:ext cx="403654" cy="1114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CC4DB-B59F-B4F9-94E7-58F6C892C7D0}"/>
              </a:ext>
            </a:extLst>
          </p:cNvPr>
          <p:cNvCxnSpPr>
            <a:stCxn id="19" idx="5"/>
            <a:endCxn id="18" idx="1"/>
          </p:cNvCxnSpPr>
          <p:nvPr/>
        </p:nvCxnSpPr>
        <p:spPr>
          <a:xfrm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12624A0-0839-AAB5-E2B0-76181274ADD6}"/>
              </a:ext>
            </a:extLst>
          </p:cNvPr>
          <p:cNvCxnSpPr>
            <a:cxnSpLocks/>
            <a:stCxn id="19" idx="3"/>
            <a:endCxn id="20" idx="1"/>
          </p:cNvCxnSpPr>
          <p:nvPr/>
        </p:nvCxnSpPr>
        <p:spPr>
          <a:xfrm>
            <a:off x="4311320" y="2217167"/>
            <a:ext cx="712573" cy="1002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70A3E3-AA4B-10D7-587E-E9C7B07BB96E}"/>
              </a:ext>
            </a:extLst>
          </p:cNvPr>
          <p:cNvCxnSpPr>
            <a:cxnSpLocks/>
            <a:stCxn id="5" idx="7"/>
            <a:endCxn id="19" idx="3"/>
          </p:cNvCxnSpPr>
          <p:nvPr/>
        </p:nvCxnSpPr>
        <p:spPr>
          <a:xfrm flipV="1">
            <a:off x="3889823" y="2217167"/>
            <a:ext cx="421497" cy="821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163CE2-B655-F3F0-D893-D4EF2C3BACD5}"/>
              </a:ext>
            </a:extLst>
          </p:cNvPr>
          <p:cNvCxnSpPr>
            <a:stCxn id="21" idx="7"/>
            <a:endCxn id="19" idx="3"/>
          </p:cNvCxnSpPr>
          <p:nvPr/>
        </p:nvCxnSpPr>
        <p:spPr>
          <a:xfrm flipV="1">
            <a:off x="3646432" y="2217167"/>
            <a:ext cx="664888" cy="2042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6DC22B-3DF4-008A-455F-E93D9D2E9ED6}"/>
              </a:ext>
            </a:extLst>
          </p:cNvPr>
          <p:cNvCxnSpPr>
            <a:stCxn id="17" idx="2"/>
            <a:endCxn id="19" idx="3"/>
          </p:cNvCxnSpPr>
          <p:nvPr/>
        </p:nvCxnSpPr>
        <p:spPr>
          <a:xfrm flipV="1">
            <a:off x="2453687" y="2217167"/>
            <a:ext cx="1857633" cy="1448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A6D1D60-D735-3C84-8CDC-495E72471A83}"/>
              </a:ext>
            </a:extLst>
          </p:cNvPr>
          <p:cNvCxnSpPr>
            <a:cxnSpLocks/>
            <a:stCxn id="13" idx="0"/>
            <a:endCxn id="19" idx="3"/>
          </p:cNvCxnSpPr>
          <p:nvPr/>
        </p:nvCxnSpPr>
        <p:spPr>
          <a:xfrm flipV="1">
            <a:off x="2379546" y="2217167"/>
            <a:ext cx="1931774" cy="2379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494F80B-CB69-346B-5E52-1F3E3F4B06B0}"/>
              </a:ext>
            </a:extLst>
          </p:cNvPr>
          <p:cNvCxnSpPr/>
          <p:nvPr/>
        </p:nvCxnSpPr>
        <p:spPr>
          <a:xfrm>
            <a:off x="2905027" y="1455338"/>
            <a:ext cx="1406293" cy="6874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Arc 37">
            <a:extLst>
              <a:ext uri="{FF2B5EF4-FFF2-40B4-BE49-F238E27FC236}">
                <a16:creationId xmlns:a16="http://schemas.microsoft.com/office/drawing/2014/main" id="{27410A57-9170-B73C-6D47-5921411FC539}"/>
              </a:ext>
            </a:extLst>
          </p:cNvPr>
          <p:cNvSpPr/>
          <p:nvPr/>
        </p:nvSpPr>
        <p:spPr>
          <a:xfrm rot="11299142">
            <a:off x="3610693" y="1816165"/>
            <a:ext cx="689317" cy="749372"/>
          </a:xfrm>
          <a:prstGeom prst="arc">
            <a:avLst>
              <a:gd name="adj1" fmla="val 16521034"/>
              <a:gd name="adj2" fmla="val 3160242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1FF6DAE-5838-51B6-12CE-B41737EF26D4}"/>
              </a:ext>
            </a:extLst>
          </p:cNvPr>
          <p:cNvCxnSpPr>
            <a:stCxn id="19" idx="3"/>
            <a:endCxn id="22" idx="1"/>
          </p:cNvCxnSpPr>
          <p:nvPr/>
        </p:nvCxnSpPr>
        <p:spPr>
          <a:xfrm>
            <a:off x="4311320" y="2217167"/>
            <a:ext cx="1116227" cy="19623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1CF7F3B-6B9D-76B2-3C09-5F8964B4ECDE}"/>
              </a:ext>
            </a:extLst>
          </p:cNvPr>
          <p:cNvCxnSpPr>
            <a:stCxn id="19" idx="3"/>
            <a:endCxn id="23" idx="1"/>
          </p:cNvCxnSpPr>
          <p:nvPr/>
        </p:nvCxnSpPr>
        <p:spPr>
          <a:xfrm flipH="1">
            <a:off x="4146660" y="2217167"/>
            <a:ext cx="164660" cy="34339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740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5484341" y="3041686"/>
            <a:ext cx="403654" cy="1114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CC4DB-B59F-B4F9-94E7-58F6C892C7D0}"/>
              </a:ext>
            </a:extLst>
          </p:cNvPr>
          <p:cNvCxnSpPr>
            <a:stCxn id="19" idx="5"/>
            <a:endCxn id="18" idx="1"/>
          </p:cNvCxnSpPr>
          <p:nvPr/>
        </p:nvCxnSpPr>
        <p:spPr>
          <a:xfrm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6DC22B-3DF4-008A-455F-E93D9D2E9ED6}"/>
              </a:ext>
            </a:extLst>
          </p:cNvPr>
          <p:cNvCxnSpPr>
            <a:stCxn id="17" idx="2"/>
            <a:endCxn id="19" idx="3"/>
          </p:cNvCxnSpPr>
          <p:nvPr/>
        </p:nvCxnSpPr>
        <p:spPr>
          <a:xfrm flipV="1">
            <a:off x="2453687" y="2217167"/>
            <a:ext cx="1857633" cy="1448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828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5484341" y="3041686"/>
            <a:ext cx="403654" cy="1114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CC4DB-B59F-B4F9-94E7-58F6C892C7D0}"/>
              </a:ext>
            </a:extLst>
          </p:cNvPr>
          <p:cNvCxnSpPr>
            <a:stCxn id="19" idx="5"/>
            <a:endCxn id="18" idx="1"/>
          </p:cNvCxnSpPr>
          <p:nvPr/>
        </p:nvCxnSpPr>
        <p:spPr>
          <a:xfrm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6DC22B-3DF4-008A-455F-E93D9D2E9ED6}"/>
              </a:ext>
            </a:extLst>
          </p:cNvPr>
          <p:cNvCxnSpPr>
            <a:stCxn id="17" idx="2"/>
            <a:endCxn id="19" idx="3"/>
          </p:cNvCxnSpPr>
          <p:nvPr/>
        </p:nvCxnSpPr>
        <p:spPr>
          <a:xfrm flipV="1">
            <a:off x="2453687" y="2217167"/>
            <a:ext cx="1857633" cy="14484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2EB3E0-4B0C-6132-35A7-7F48FA0B5049}"/>
              </a:ext>
            </a:extLst>
          </p:cNvPr>
          <p:cNvCxnSpPr>
            <a:cxnSpLocks/>
            <a:stCxn id="17" idx="6"/>
            <a:endCxn id="5" idx="2"/>
          </p:cNvCxnSpPr>
          <p:nvPr/>
        </p:nvCxnSpPr>
        <p:spPr>
          <a:xfrm flipV="1">
            <a:off x="2614325" y="3095458"/>
            <a:ext cx="1138385" cy="5701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B664FD-C5F2-8EE4-2EAE-C050AD5FA8FA}"/>
              </a:ext>
            </a:extLst>
          </p:cNvPr>
          <p:cNvCxnSpPr>
            <a:stCxn id="17" idx="4"/>
            <a:endCxn id="13" idx="0"/>
          </p:cNvCxnSpPr>
          <p:nvPr/>
        </p:nvCxnSpPr>
        <p:spPr>
          <a:xfrm flipH="1">
            <a:off x="2379546" y="3745911"/>
            <a:ext cx="154460" cy="850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6E74636-5AB5-66CB-56C7-D8F9B41DAD82}"/>
              </a:ext>
            </a:extLst>
          </p:cNvPr>
          <p:cNvCxnSpPr>
            <a:stCxn id="17" idx="5"/>
            <a:endCxn id="21" idx="1"/>
          </p:cNvCxnSpPr>
          <p:nvPr/>
        </p:nvCxnSpPr>
        <p:spPr>
          <a:xfrm>
            <a:off x="2590800" y="3722386"/>
            <a:ext cx="942044" cy="537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BE065ED-A124-2BE9-B14C-28F58A769D28}"/>
              </a:ext>
            </a:extLst>
          </p:cNvPr>
          <p:cNvCxnSpPr>
            <a:stCxn id="17" idx="5"/>
            <a:endCxn id="20" idx="2"/>
          </p:cNvCxnSpPr>
          <p:nvPr/>
        </p:nvCxnSpPr>
        <p:spPr>
          <a:xfrm flipV="1">
            <a:off x="2590800" y="3276600"/>
            <a:ext cx="2409568" cy="445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DF5CB1A-7370-6380-3B6E-AF88A3B166AA}"/>
              </a:ext>
            </a:extLst>
          </p:cNvPr>
          <p:cNvCxnSpPr/>
          <p:nvPr/>
        </p:nvCxnSpPr>
        <p:spPr>
          <a:xfrm flipV="1">
            <a:off x="606351" y="3665592"/>
            <a:ext cx="1857633" cy="14484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c 36">
            <a:extLst>
              <a:ext uri="{FF2B5EF4-FFF2-40B4-BE49-F238E27FC236}">
                <a16:creationId xmlns:a16="http://schemas.microsoft.com/office/drawing/2014/main" id="{3C1D6DC9-AB5A-0B93-2A1F-D7799FC63BB0}"/>
              </a:ext>
            </a:extLst>
          </p:cNvPr>
          <p:cNvSpPr/>
          <p:nvPr/>
        </p:nvSpPr>
        <p:spPr>
          <a:xfrm rot="8368303">
            <a:off x="1954568" y="3490993"/>
            <a:ext cx="689317" cy="749372"/>
          </a:xfrm>
          <a:prstGeom prst="arc">
            <a:avLst>
              <a:gd name="adj1" fmla="val 16521034"/>
              <a:gd name="adj2" fmla="val 164413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ED5C1474-4F85-215B-2600-98359E7566E9}"/>
              </a:ext>
            </a:extLst>
          </p:cNvPr>
          <p:cNvCxnSpPr>
            <a:stCxn id="17" idx="5"/>
            <a:endCxn id="23" idx="1"/>
          </p:cNvCxnSpPr>
          <p:nvPr/>
        </p:nvCxnSpPr>
        <p:spPr>
          <a:xfrm>
            <a:off x="2590800" y="3722386"/>
            <a:ext cx="1555860" cy="19287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21FC8B-B721-B04D-5575-F3BEBD68F8BB}"/>
              </a:ext>
            </a:extLst>
          </p:cNvPr>
          <p:cNvCxnSpPr>
            <a:stCxn id="17" idx="5"/>
            <a:endCxn id="22" idx="2"/>
          </p:cNvCxnSpPr>
          <p:nvPr/>
        </p:nvCxnSpPr>
        <p:spPr>
          <a:xfrm>
            <a:off x="2590800" y="3722386"/>
            <a:ext cx="2813222" cy="5139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B591FF-720E-71F5-2040-0ADA335311BA}"/>
              </a:ext>
            </a:extLst>
          </p:cNvPr>
          <p:cNvCxnSpPr>
            <a:cxnSpLocks/>
            <a:stCxn id="17" idx="6"/>
            <a:endCxn id="18" idx="2"/>
          </p:cNvCxnSpPr>
          <p:nvPr/>
        </p:nvCxnSpPr>
        <p:spPr>
          <a:xfrm flipV="1">
            <a:off x="2614325" y="2961367"/>
            <a:ext cx="3193351" cy="704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0806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5484341" y="3041686"/>
            <a:ext cx="403654" cy="1114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CC4DB-B59F-B4F9-94E7-58F6C892C7D0}"/>
              </a:ext>
            </a:extLst>
          </p:cNvPr>
          <p:cNvCxnSpPr>
            <a:stCxn id="19" idx="5"/>
            <a:endCxn id="18" idx="1"/>
          </p:cNvCxnSpPr>
          <p:nvPr/>
        </p:nvCxnSpPr>
        <p:spPr>
          <a:xfrm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6DC22B-3DF4-008A-455F-E93D9D2E9ED6}"/>
              </a:ext>
            </a:extLst>
          </p:cNvPr>
          <p:cNvCxnSpPr>
            <a:cxnSpLocks/>
            <a:stCxn id="17" idx="7"/>
            <a:endCxn id="19" idx="3"/>
          </p:cNvCxnSpPr>
          <p:nvPr/>
        </p:nvCxnSpPr>
        <p:spPr>
          <a:xfrm flipV="1">
            <a:off x="2590800" y="2217167"/>
            <a:ext cx="1720520" cy="1391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B664FD-C5F2-8EE4-2EAE-C050AD5FA8FA}"/>
              </a:ext>
            </a:extLst>
          </p:cNvPr>
          <p:cNvCxnSpPr>
            <a:stCxn id="17" idx="4"/>
            <a:endCxn id="13" idx="0"/>
          </p:cNvCxnSpPr>
          <p:nvPr/>
        </p:nvCxnSpPr>
        <p:spPr>
          <a:xfrm flipH="1">
            <a:off x="2379546" y="3745911"/>
            <a:ext cx="154460" cy="850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5587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5484341" y="3041686"/>
            <a:ext cx="403654" cy="1114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CC4DB-B59F-B4F9-94E7-58F6C892C7D0}"/>
              </a:ext>
            </a:extLst>
          </p:cNvPr>
          <p:cNvCxnSpPr>
            <a:stCxn id="19" idx="5"/>
            <a:endCxn id="18" idx="1"/>
          </p:cNvCxnSpPr>
          <p:nvPr/>
        </p:nvCxnSpPr>
        <p:spPr>
          <a:xfrm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6DC22B-3DF4-008A-455F-E93D9D2E9ED6}"/>
              </a:ext>
            </a:extLst>
          </p:cNvPr>
          <p:cNvCxnSpPr>
            <a:cxnSpLocks/>
            <a:stCxn id="17" idx="7"/>
            <a:endCxn id="19" idx="3"/>
          </p:cNvCxnSpPr>
          <p:nvPr/>
        </p:nvCxnSpPr>
        <p:spPr>
          <a:xfrm flipV="1">
            <a:off x="2590800" y="2217167"/>
            <a:ext cx="1720520" cy="1391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B664FD-C5F2-8EE4-2EAE-C050AD5FA8FA}"/>
              </a:ext>
            </a:extLst>
          </p:cNvPr>
          <p:cNvCxnSpPr>
            <a:stCxn id="17" idx="4"/>
            <a:endCxn id="13" idx="0"/>
          </p:cNvCxnSpPr>
          <p:nvPr/>
        </p:nvCxnSpPr>
        <p:spPr>
          <a:xfrm flipH="1">
            <a:off x="2379546" y="3745911"/>
            <a:ext cx="154460" cy="8507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262D7C8-C520-7989-8721-F44BF129950B}"/>
              </a:ext>
            </a:extLst>
          </p:cNvPr>
          <p:cNvCxnSpPr>
            <a:cxnSpLocks/>
            <a:stCxn id="13" idx="7"/>
            <a:endCxn id="5" idx="3"/>
          </p:cNvCxnSpPr>
          <p:nvPr/>
        </p:nvCxnSpPr>
        <p:spPr>
          <a:xfrm flipV="1">
            <a:off x="2436340" y="3152252"/>
            <a:ext cx="1339895" cy="14679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2ACAF7E-6491-8BB8-A571-3E6F3A402E59}"/>
              </a:ext>
            </a:extLst>
          </p:cNvPr>
          <p:cNvCxnSpPr>
            <a:cxnSpLocks/>
            <a:stCxn id="13" idx="7"/>
            <a:endCxn id="21" idx="3"/>
          </p:cNvCxnSpPr>
          <p:nvPr/>
        </p:nvCxnSpPr>
        <p:spPr>
          <a:xfrm flipV="1">
            <a:off x="2436340" y="4373421"/>
            <a:ext cx="1096504" cy="2467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0086EF2-2234-A26E-464E-AD1CAC34CCE0}"/>
              </a:ext>
            </a:extLst>
          </p:cNvPr>
          <p:cNvCxnSpPr>
            <a:stCxn id="13" idx="7"/>
            <a:endCxn id="20" idx="3"/>
          </p:cNvCxnSpPr>
          <p:nvPr/>
        </p:nvCxnSpPr>
        <p:spPr>
          <a:xfrm flipV="1">
            <a:off x="2436340" y="3333394"/>
            <a:ext cx="2587553" cy="12868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B58E953-55CA-9514-820D-78469BD979AA}"/>
              </a:ext>
            </a:extLst>
          </p:cNvPr>
          <p:cNvCxnSpPr/>
          <p:nvPr/>
        </p:nvCxnSpPr>
        <p:spPr>
          <a:xfrm flipH="1">
            <a:off x="2225086" y="4757314"/>
            <a:ext cx="154460" cy="85076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rc 39">
            <a:extLst>
              <a:ext uri="{FF2B5EF4-FFF2-40B4-BE49-F238E27FC236}">
                <a16:creationId xmlns:a16="http://schemas.microsoft.com/office/drawing/2014/main" id="{B89924FC-E6AD-5395-C58B-B6CC70520AFC}"/>
              </a:ext>
            </a:extLst>
          </p:cNvPr>
          <p:cNvSpPr/>
          <p:nvPr/>
        </p:nvSpPr>
        <p:spPr>
          <a:xfrm rot="4789292">
            <a:off x="2091681" y="4454280"/>
            <a:ext cx="689317" cy="749372"/>
          </a:xfrm>
          <a:prstGeom prst="arc">
            <a:avLst>
              <a:gd name="adj1" fmla="val 17734959"/>
              <a:gd name="adj2" fmla="val 1829420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AE51E5F-A16E-70F0-713C-16AE2C8F491D}"/>
              </a:ext>
            </a:extLst>
          </p:cNvPr>
          <p:cNvCxnSpPr>
            <a:cxnSpLocks/>
            <a:stCxn id="13" idx="5"/>
            <a:endCxn id="23" idx="1"/>
          </p:cNvCxnSpPr>
          <p:nvPr/>
        </p:nvCxnSpPr>
        <p:spPr>
          <a:xfrm>
            <a:off x="2436340" y="4733789"/>
            <a:ext cx="1710320" cy="917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7FAA853-03C8-DF03-DF8F-58DAB22B733D}"/>
              </a:ext>
            </a:extLst>
          </p:cNvPr>
          <p:cNvCxnSpPr>
            <a:cxnSpLocks/>
            <a:stCxn id="13" idx="7"/>
            <a:endCxn id="22" idx="3"/>
          </p:cNvCxnSpPr>
          <p:nvPr/>
        </p:nvCxnSpPr>
        <p:spPr>
          <a:xfrm flipV="1">
            <a:off x="2436340" y="4293102"/>
            <a:ext cx="2991207" cy="327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EA01063-B7B8-691D-69DF-1890AA552253}"/>
              </a:ext>
            </a:extLst>
          </p:cNvPr>
          <p:cNvCxnSpPr>
            <a:stCxn id="13" idx="7"/>
            <a:endCxn id="19" idx="3"/>
          </p:cNvCxnSpPr>
          <p:nvPr/>
        </p:nvCxnSpPr>
        <p:spPr>
          <a:xfrm flipV="1">
            <a:off x="2436340" y="2217167"/>
            <a:ext cx="1874980" cy="24030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B51B690-D626-5E32-DFC1-C8B0433BFA10}"/>
              </a:ext>
            </a:extLst>
          </p:cNvPr>
          <p:cNvCxnSpPr>
            <a:stCxn id="13" idx="7"/>
            <a:endCxn id="18" idx="3"/>
          </p:cNvCxnSpPr>
          <p:nvPr/>
        </p:nvCxnSpPr>
        <p:spPr>
          <a:xfrm flipV="1">
            <a:off x="2436340" y="3018161"/>
            <a:ext cx="3394861" cy="1602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87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7DEFA6DD-3590-A9D6-20B1-9A06A359AD7B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2AA29192-733F-E97D-BD83-E67DDD70EEE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58A66F-559E-32E9-C21C-9F5C8C7A4887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D828B31-F24E-F134-B650-6697089DA65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BE9CCB-DDFA-51A2-94DD-CE4C79BB86A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8895501-73A6-35E7-08B1-27A12E2A2492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6AC7A6-044E-6AB8-80B5-8FFBCD8F0BC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3DB3B1F-E14F-AECE-7EA1-B2803E01286D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63C857-295D-2D30-5234-2FD1CC6879E1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E7B7DE8-3420-1EB6-AB9D-41605A6CC888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F860C-5F27-8DCA-618F-166C4FFC83AF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8E35163-7436-44FA-9B83-70EC971C11BF}"/>
              </a:ext>
            </a:extLst>
          </p:cNvPr>
          <p:cNvCxnSpPr>
            <a:cxnSpLocks/>
            <a:stCxn id="23" idx="7"/>
            <a:endCxn id="22" idx="3"/>
          </p:cNvCxnSpPr>
          <p:nvPr/>
        </p:nvCxnSpPr>
        <p:spPr>
          <a:xfrm flipV="1">
            <a:off x="4260248" y="4293102"/>
            <a:ext cx="1167299" cy="1358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4240CDD-7032-DF8C-773A-9F51B4488761}"/>
              </a:ext>
            </a:extLst>
          </p:cNvPr>
          <p:cNvCxnSpPr>
            <a:cxnSpLocks/>
            <a:stCxn id="22" idx="0"/>
            <a:endCxn id="18" idx="4"/>
          </p:cNvCxnSpPr>
          <p:nvPr/>
        </p:nvCxnSpPr>
        <p:spPr>
          <a:xfrm flipV="1">
            <a:off x="5484341" y="3041686"/>
            <a:ext cx="403654" cy="11143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48CC4DB-B59F-B4F9-94E7-58F6C892C7D0}"/>
              </a:ext>
            </a:extLst>
          </p:cNvPr>
          <p:cNvCxnSpPr>
            <a:stCxn id="19" idx="5"/>
            <a:endCxn id="18" idx="1"/>
          </p:cNvCxnSpPr>
          <p:nvPr/>
        </p:nvCxnSpPr>
        <p:spPr>
          <a:xfrm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A6DC22B-3DF4-008A-455F-E93D9D2E9ED6}"/>
              </a:ext>
            </a:extLst>
          </p:cNvPr>
          <p:cNvCxnSpPr>
            <a:cxnSpLocks/>
            <a:stCxn id="17" idx="7"/>
            <a:endCxn id="19" idx="3"/>
          </p:cNvCxnSpPr>
          <p:nvPr/>
        </p:nvCxnSpPr>
        <p:spPr>
          <a:xfrm flipV="1">
            <a:off x="2590800" y="2217167"/>
            <a:ext cx="1720520" cy="13916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4B664FD-C5F2-8EE4-2EAE-C050AD5FA8FA}"/>
              </a:ext>
            </a:extLst>
          </p:cNvPr>
          <p:cNvCxnSpPr>
            <a:cxnSpLocks/>
            <a:stCxn id="17" idx="3"/>
            <a:endCxn id="13" idx="0"/>
          </p:cNvCxnSpPr>
          <p:nvPr/>
        </p:nvCxnSpPr>
        <p:spPr>
          <a:xfrm flipH="1">
            <a:off x="2379546" y="3722386"/>
            <a:ext cx="97666" cy="8742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9AE51E5F-A16E-70F0-713C-16AE2C8F491D}"/>
              </a:ext>
            </a:extLst>
          </p:cNvPr>
          <p:cNvCxnSpPr>
            <a:cxnSpLocks/>
            <a:stCxn id="13" idx="5"/>
            <a:endCxn id="23" idx="1"/>
          </p:cNvCxnSpPr>
          <p:nvPr/>
        </p:nvCxnSpPr>
        <p:spPr>
          <a:xfrm>
            <a:off x="2436340" y="4733789"/>
            <a:ext cx="1710320" cy="9173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Left 6">
            <a:extLst>
              <a:ext uri="{FF2B5EF4-FFF2-40B4-BE49-F238E27FC236}">
                <a16:creationId xmlns:a16="http://schemas.microsoft.com/office/drawing/2014/main" id="{25D3C69C-70A2-A64B-81C3-B56FE3D7BD59}"/>
              </a:ext>
            </a:extLst>
          </p:cNvPr>
          <p:cNvSpPr/>
          <p:nvPr/>
        </p:nvSpPr>
        <p:spPr>
          <a:xfrm>
            <a:off x="6096000" y="4155989"/>
            <a:ext cx="1202725" cy="74937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63920-399C-F24F-F9BF-0CD66C676067}"/>
              </a:ext>
            </a:extLst>
          </p:cNvPr>
          <p:cNvSpPr txBox="1"/>
          <p:nvPr/>
        </p:nvSpPr>
        <p:spPr>
          <a:xfrm>
            <a:off x="7298725" y="4171293"/>
            <a:ext cx="39944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Convex Hull</a:t>
            </a:r>
          </a:p>
        </p:txBody>
      </p:sp>
    </p:spTree>
    <p:extLst>
      <p:ext uri="{BB962C8B-B14F-4D97-AF65-F5344CB8AC3E}">
        <p14:creationId xmlns:p14="http://schemas.microsoft.com/office/powerpoint/2010/main" val="2037804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749372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Jarvis March Algorithm </a:t>
            </a:r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or</a:t>
            </a:r>
            <a:r>
              <a:rPr lang="en-I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I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Gift Wrapping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1DEF6A75-A93E-A07F-B4D0-081EAB806B35}"/>
              </a:ext>
            </a:extLst>
          </p:cNvPr>
          <p:cNvSpPr txBox="1"/>
          <p:nvPr/>
        </p:nvSpPr>
        <p:spPr>
          <a:xfrm>
            <a:off x="928468" y="2222695"/>
            <a:ext cx="74699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Complexity </a:t>
            </a:r>
            <a:r>
              <a:rPr lang="en-IN" sz="4400" dirty="0"/>
              <a:t>=</a:t>
            </a:r>
            <a:r>
              <a:rPr lang="en-IN" sz="4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</a:t>
            </a:r>
            <a:r>
              <a:rPr lang="en-IN" sz="4400" b="1" dirty="0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</a:t>
            </a:r>
            <a:r>
              <a:rPr lang="en-IN" sz="44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8AD16D-4D78-56C9-521E-9D5287F918EE}"/>
              </a:ext>
            </a:extLst>
          </p:cNvPr>
          <p:cNvSpPr txBox="1"/>
          <p:nvPr/>
        </p:nvSpPr>
        <p:spPr>
          <a:xfrm>
            <a:off x="1111348" y="3429000"/>
            <a:ext cx="835620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Where  </a:t>
            </a:r>
          </a:p>
          <a:p>
            <a:r>
              <a:rPr lang="en-I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n</a:t>
            </a:r>
            <a:r>
              <a:rPr lang="en-IN" sz="2400" b="1" dirty="0"/>
              <a:t>: the number of points in set</a:t>
            </a:r>
          </a:p>
          <a:p>
            <a:r>
              <a:rPr lang="en-IN" sz="2400" b="1" dirty="0"/>
              <a:t>                   </a:t>
            </a:r>
            <a:r>
              <a:rPr lang="en-IN" sz="3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IN" sz="2400" b="1" dirty="0"/>
              <a:t>: the number of points on convex hull</a:t>
            </a:r>
          </a:p>
        </p:txBody>
      </p:sp>
    </p:spTree>
    <p:extLst>
      <p:ext uri="{BB962C8B-B14F-4D97-AF65-F5344CB8AC3E}">
        <p14:creationId xmlns:p14="http://schemas.microsoft.com/office/powerpoint/2010/main" val="34091366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1934818" y="2822713"/>
            <a:ext cx="105089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Arial Black" panose="020B0A04020102020204" pitchFamily="34" charset="0"/>
              </a:rPr>
              <a:t>Lecture:</a:t>
            </a:r>
            <a:r>
              <a:rPr lang="en-IN" sz="9600" dirty="0">
                <a:solidFill>
                  <a:srgbClr val="00B050"/>
                </a:solidFill>
                <a:latin typeface="Arial Black" panose="020B0A04020102020204" pitchFamily="34" charset="0"/>
              </a:rPr>
              <a:t>35</a:t>
            </a:r>
            <a:endParaRPr lang="en-IN" sz="60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6340E-09B8-47F0-DCA1-49B1ECFFBB98}"/>
              </a:ext>
            </a:extLst>
          </p:cNvPr>
          <p:cNvSpPr txBox="1"/>
          <p:nvPr/>
        </p:nvSpPr>
        <p:spPr>
          <a:xfrm>
            <a:off x="10546080" y="168813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20 Nov 2023</a:t>
            </a:r>
          </a:p>
        </p:txBody>
      </p:sp>
    </p:spTree>
    <p:extLst>
      <p:ext uri="{BB962C8B-B14F-4D97-AF65-F5344CB8AC3E}">
        <p14:creationId xmlns:p14="http://schemas.microsoft.com/office/powerpoint/2010/main" val="37188520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14:cNvPr>
              <p14:cNvContentPartPr/>
              <p14:nvPr/>
            </p14:nvContentPartPr>
            <p14:xfrm>
              <a:off x="1277631" y="118945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374276F-483B-7407-D7DE-EF0ED9582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05631" y="104545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5CC68F2-CD80-0683-2BEF-A0473D2C4A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14:cNvPr>
              <p14:cNvContentPartPr/>
              <p14:nvPr/>
            </p14:nvContentPartPr>
            <p14:xfrm>
              <a:off x="4852689" y="1101895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15A5A35-59C9-2971-CE49-414EC6C589F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80689" y="95789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DE753-4DB2-BBD8-A319-3B6CB59F391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C2163081-8765-DFEF-5758-D4987B331C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A389A27D-9CFA-2D7E-D688-C9A04F079BB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D120E-2E0B-9D19-3714-8EEA03A387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1A0D8984-CC86-397C-3CC2-8469E9C78F83}"/>
              </a:ext>
            </a:extLst>
          </p:cNvPr>
          <p:cNvSpPr txBox="1"/>
          <p:nvPr/>
        </p:nvSpPr>
        <p:spPr>
          <a:xfrm>
            <a:off x="712694" y="1230378"/>
            <a:ext cx="11477506" cy="3830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Select the point with lowest Y coordinate (bottom most point)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Sorts the remaining points by the angle relative to the bottom most point and the horizontal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Iterate in sorted order, placing each point on the stack but only if it makes a counter clockwise turn relative to the previous 2 points on the stack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Pop previous point off the stack if making a clock wise turn 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5740990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1654E329-9376-DE7E-4528-DEB6493A6E3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4EB397-CF78-5445-736B-DC50FFC64C74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66F964-A1D3-730F-0691-A9C7BAC2492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41751A-8680-EB30-265F-20EC469AF0D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0C6AF1-0187-5ABC-27F2-C91542A56795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EF030F-B34B-DBC4-C277-D357EED1713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EE61F59-6A4F-8DA2-9463-F9EBD8CB3790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09ED25-4F78-0DC1-683E-C53F71021BDF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1737173-F274-058E-3193-087C172B45D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</p:spTree>
    <p:extLst>
      <p:ext uri="{BB962C8B-B14F-4D97-AF65-F5344CB8AC3E}">
        <p14:creationId xmlns:p14="http://schemas.microsoft.com/office/powerpoint/2010/main" val="40756107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E927BDF5-D4E9-E97E-BE45-5D5E1E0AAC1E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1654E329-9376-DE7E-4528-DEB6493A6E35}"/>
              </a:ext>
            </a:extLst>
          </p:cNvPr>
          <p:cNvSpPr/>
          <p:nvPr/>
        </p:nvSpPr>
        <p:spPr>
          <a:xfrm>
            <a:off x="3752710" y="301513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D4EB397-CF78-5445-736B-DC50FFC64C74}"/>
              </a:ext>
            </a:extLst>
          </p:cNvPr>
          <p:cNvSpPr/>
          <p:nvPr/>
        </p:nvSpPr>
        <p:spPr>
          <a:xfrm>
            <a:off x="2299227" y="4596676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466F964-A1D3-730F-0691-A9C7BAC2492C}"/>
              </a:ext>
            </a:extLst>
          </p:cNvPr>
          <p:cNvSpPr/>
          <p:nvPr/>
        </p:nvSpPr>
        <p:spPr>
          <a:xfrm>
            <a:off x="2453687" y="3585273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A41751A-8680-EB30-265F-20EC469AF0DD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60C6AF1-0187-5ABC-27F2-C91542A56795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EF030F-B34B-DBC4-C277-D357EED17132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EE61F59-6A4F-8DA2-9463-F9EBD8CB3790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109ED25-4F78-0DC1-683E-C53F71021BDF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1737173-F274-058E-3193-087C172B45D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4B6D26-7298-F0F1-DEC5-36B13D45F7E0}"/>
              </a:ext>
            </a:extLst>
          </p:cNvPr>
          <p:cNvSpPr txBox="1"/>
          <p:nvPr/>
        </p:nvSpPr>
        <p:spPr>
          <a:xfrm>
            <a:off x="3460616" y="6001646"/>
            <a:ext cx="21385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Starting Vertex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</p:spTree>
    <p:extLst>
      <p:ext uri="{BB962C8B-B14F-4D97-AF65-F5344CB8AC3E}">
        <p14:creationId xmlns:p14="http://schemas.microsoft.com/office/powerpoint/2010/main" val="2920614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8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0DF0BA2-D360-65EA-FFF5-EF90A2520527}"/>
              </a:ext>
            </a:extLst>
          </p:cNvPr>
          <p:cNvCxnSpPr>
            <a:cxnSpLocks/>
          </p:cNvCxnSpPr>
          <p:nvPr/>
        </p:nvCxnSpPr>
        <p:spPr>
          <a:xfrm>
            <a:off x="168812" y="5707941"/>
            <a:ext cx="8257736" cy="13373"/>
          </a:xfrm>
          <a:prstGeom prst="line">
            <a:avLst/>
          </a:prstGeom>
          <a:ln w="28575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723F516-0C1E-6C72-1553-F8B69808A6C4}"/>
              </a:ext>
            </a:extLst>
          </p:cNvPr>
          <p:cNvCxnSpPr>
            <a:cxnSpLocks/>
            <a:endCxn id="23" idx="3"/>
          </p:cNvCxnSpPr>
          <p:nvPr/>
        </p:nvCxnSpPr>
        <p:spPr>
          <a:xfrm flipV="1">
            <a:off x="4173287" y="3018161"/>
            <a:ext cx="1657914" cy="27014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86AA56C-B0F4-15F2-2FFA-1E3485BE3667}"/>
              </a:ext>
            </a:extLst>
          </p:cNvPr>
          <p:cNvCxnSpPr>
            <a:cxnSpLocks/>
            <a:stCxn id="29" idx="0"/>
            <a:endCxn id="26" idx="3"/>
          </p:cNvCxnSpPr>
          <p:nvPr/>
        </p:nvCxnSpPr>
        <p:spPr>
          <a:xfrm flipV="1">
            <a:off x="4203454" y="3333394"/>
            <a:ext cx="820439" cy="22942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E864B01-CC37-D0E9-D3BD-75B2EF93DEB3}"/>
              </a:ext>
            </a:extLst>
          </p:cNvPr>
          <p:cNvCxnSpPr>
            <a:cxnSpLocks/>
          </p:cNvCxnSpPr>
          <p:nvPr/>
        </p:nvCxnSpPr>
        <p:spPr>
          <a:xfrm flipV="1">
            <a:off x="4147118" y="2240692"/>
            <a:ext cx="221454" cy="34104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96D0B4E-2377-B8F7-D03B-B555BACF9A28}"/>
              </a:ext>
            </a:extLst>
          </p:cNvPr>
          <p:cNvCxnSpPr>
            <a:cxnSpLocks/>
            <a:stCxn id="29" idx="1"/>
            <a:endCxn id="20" idx="4"/>
          </p:cNvCxnSpPr>
          <p:nvPr/>
        </p:nvCxnSpPr>
        <p:spPr>
          <a:xfrm flipH="1" flipV="1">
            <a:off x="3750276" y="3311611"/>
            <a:ext cx="396384" cy="23395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4DE1704-83CD-F0C2-C33D-FCC06F420118}"/>
              </a:ext>
            </a:extLst>
          </p:cNvPr>
          <p:cNvCxnSpPr>
            <a:cxnSpLocks/>
            <a:stCxn id="29" idx="1"/>
            <a:endCxn id="27" idx="4"/>
          </p:cNvCxnSpPr>
          <p:nvPr/>
        </p:nvCxnSpPr>
        <p:spPr>
          <a:xfrm flipH="1" flipV="1">
            <a:off x="3589638" y="4396946"/>
            <a:ext cx="557022" cy="1254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7674608-EEBF-618E-82C9-66D8EB25EFA4}"/>
              </a:ext>
            </a:extLst>
          </p:cNvPr>
          <p:cNvCxnSpPr>
            <a:cxnSpLocks/>
          </p:cNvCxnSpPr>
          <p:nvPr/>
        </p:nvCxnSpPr>
        <p:spPr>
          <a:xfrm flipH="1" flipV="1">
            <a:off x="3589638" y="4396821"/>
            <a:ext cx="557022" cy="1254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CF1C8E7-B401-B959-65DE-CAAAFBB39D42}"/>
              </a:ext>
            </a:extLst>
          </p:cNvPr>
          <p:cNvCxnSpPr>
            <a:cxnSpLocks/>
            <a:stCxn id="29" idx="5"/>
            <a:endCxn id="22" idx="5"/>
          </p:cNvCxnSpPr>
          <p:nvPr/>
        </p:nvCxnSpPr>
        <p:spPr>
          <a:xfrm flipH="1" flipV="1">
            <a:off x="2567275" y="3566113"/>
            <a:ext cx="1692973" cy="21986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F8AED09-843C-3099-00AA-F615F40A4D63}"/>
              </a:ext>
            </a:extLst>
          </p:cNvPr>
          <p:cNvCxnSpPr>
            <a:cxnSpLocks/>
            <a:stCxn id="29" idx="5"/>
            <a:endCxn id="21" idx="5"/>
          </p:cNvCxnSpPr>
          <p:nvPr/>
        </p:nvCxnSpPr>
        <p:spPr>
          <a:xfrm flipH="1" flipV="1">
            <a:off x="2486956" y="4985081"/>
            <a:ext cx="1773292" cy="7796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rc 40">
            <a:extLst>
              <a:ext uri="{FF2B5EF4-FFF2-40B4-BE49-F238E27FC236}">
                <a16:creationId xmlns:a16="http://schemas.microsoft.com/office/drawing/2014/main" id="{837E184B-790A-8E96-46A3-3258AAE13422}"/>
              </a:ext>
            </a:extLst>
          </p:cNvPr>
          <p:cNvSpPr/>
          <p:nvPr/>
        </p:nvSpPr>
        <p:spPr>
          <a:xfrm rot="531573">
            <a:off x="4248478" y="5247084"/>
            <a:ext cx="689317" cy="749372"/>
          </a:xfrm>
          <a:prstGeom prst="arc">
            <a:avLst>
              <a:gd name="adj1" fmla="val 16200000"/>
              <a:gd name="adj2" fmla="val 406319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6541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751345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6205718"/>
              </p:ext>
            </p:extLst>
          </p:nvPr>
        </p:nvGraphicFramePr>
        <p:xfrm>
          <a:off x="9575800" y="2041886"/>
          <a:ext cx="936847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</p:spTree>
    <p:extLst>
      <p:ext uri="{BB962C8B-B14F-4D97-AF65-F5344CB8AC3E}">
        <p14:creationId xmlns:p14="http://schemas.microsoft.com/office/powerpoint/2010/main" val="1283739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36040"/>
              </p:ext>
            </p:extLst>
          </p:nvPr>
        </p:nvGraphicFramePr>
        <p:xfrm>
          <a:off x="9575800" y="2041886"/>
          <a:ext cx="936847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2400" b="1" kern="120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EE964C-5029-0194-2A17-E0F7C9667D70}"/>
              </a:ext>
            </a:extLst>
          </p:cNvPr>
          <p:cNvCxnSpPr>
            <a:cxnSpLocks/>
          </p:cNvCxnSpPr>
          <p:nvPr/>
        </p:nvCxnSpPr>
        <p:spPr>
          <a:xfrm flipV="1">
            <a:off x="5512545" y="2785726"/>
            <a:ext cx="1280887" cy="147163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531573">
            <a:off x="5350375" y="3405056"/>
            <a:ext cx="689317" cy="749372"/>
          </a:xfrm>
          <a:prstGeom prst="arc">
            <a:avLst>
              <a:gd name="adj1" fmla="val 16200000"/>
              <a:gd name="adj2" fmla="val 20028591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008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800854"/>
              </p:ext>
            </p:extLst>
          </p:nvPr>
        </p:nvGraphicFramePr>
        <p:xfrm>
          <a:off x="9575800" y="2041886"/>
          <a:ext cx="936847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6EE964C-5029-0194-2A17-E0F7C9667D70}"/>
              </a:ext>
            </a:extLst>
          </p:cNvPr>
          <p:cNvCxnSpPr>
            <a:cxnSpLocks/>
          </p:cNvCxnSpPr>
          <p:nvPr/>
        </p:nvCxnSpPr>
        <p:spPr>
          <a:xfrm flipV="1">
            <a:off x="5512545" y="2785726"/>
            <a:ext cx="1280887" cy="147163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531573">
            <a:off x="5350375" y="3405056"/>
            <a:ext cx="689317" cy="749372"/>
          </a:xfrm>
          <a:prstGeom prst="arc">
            <a:avLst>
              <a:gd name="adj1" fmla="val 16200000"/>
              <a:gd name="adj2" fmla="val 20028591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57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/>
        </p:nvGraphicFramePr>
        <p:xfrm>
          <a:off x="9575800" y="2041886"/>
          <a:ext cx="936847" cy="3596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7876344">
            <a:off x="5662780" y="2654593"/>
            <a:ext cx="689317" cy="749372"/>
          </a:xfrm>
          <a:prstGeom prst="arc">
            <a:avLst>
              <a:gd name="adj1" fmla="val 14396906"/>
              <a:gd name="adj2" fmla="val 20028591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6D78E-8B65-72B4-5A07-7688C4E33326}"/>
              </a:ext>
            </a:extLst>
          </p:cNvPr>
          <p:cNvCxnSpPr>
            <a:stCxn id="23" idx="2"/>
            <a:endCxn id="26" idx="6"/>
          </p:cNvCxnSpPr>
          <p:nvPr/>
        </p:nvCxnSpPr>
        <p:spPr>
          <a:xfrm flipH="1">
            <a:off x="5137481" y="2961367"/>
            <a:ext cx="670195" cy="258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45F69-02BF-986E-BAEE-C55C28EB2FE4}"/>
              </a:ext>
            </a:extLst>
          </p:cNvPr>
          <p:cNvCxnSpPr>
            <a:cxnSpLocks/>
          </p:cNvCxnSpPr>
          <p:nvPr/>
        </p:nvCxnSpPr>
        <p:spPr>
          <a:xfrm flipV="1">
            <a:off x="5940174" y="1870959"/>
            <a:ext cx="306225" cy="10189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6247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1141496"/>
              </p:ext>
            </p:extLst>
          </p:nvPr>
        </p:nvGraphicFramePr>
        <p:xfrm>
          <a:off x="9575800" y="2041886"/>
          <a:ext cx="936847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7876344">
            <a:off x="5662780" y="2654593"/>
            <a:ext cx="689317" cy="749372"/>
          </a:xfrm>
          <a:prstGeom prst="arc">
            <a:avLst>
              <a:gd name="adj1" fmla="val 14396906"/>
              <a:gd name="adj2" fmla="val 20028591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6D78E-8B65-72B4-5A07-7688C4E33326}"/>
              </a:ext>
            </a:extLst>
          </p:cNvPr>
          <p:cNvCxnSpPr>
            <a:stCxn id="23" idx="2"/>
            <a:endCxn id="26" idx="6"/>
          </p:cNvCxnSpPr>
          <p:nvPr/>
        </p:nvCxnSpPr>
        <p:spPr>
          <a:xfrm flipH="1">
            <a:off x="5137481" y="2961367"/>
            <a:ext cx="670195" cy="258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D45F69-02BF-986E-BAEE-C55C28EB2FE4}"/>
              </a:ext>
            </a:extLst>
          </p:cNvPr>
          <p:cNvCxnSpPr>
            <a:cxnSpLocks/>
          </p:cNvCxnSpPr>
          <p:nvPr/>
        </p:nvCxnSpPr>
        <p:spPr>
          <a:xfrm flipV="1">
            <a:off x="5940174" y="1870959"/>
            <a:ext cx="306225" cy="101896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020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/>
        </p:nvGraphicFramePr>
        <p:xfrm>
          <a:off x="9575800" y="2041886"/>
          <a:ext cx="936847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6200000">
            <a:off x="4802150" y="2656934"/>
            <a:ext cx="689317" cy="986941"/>
          </a:xfrm>
          <a:prstGeom prst="arc">
            <a:avLst>
              <a:gd name="adj1" fmla="val 14396906"/>
              <a:gd name="adj2" fmla="val 19070575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6D78E-8B65-72B4-5A07-7688C4E33326}"/>
              </a:ext>
            </a:extLst>
          </p:cNvPr>
          <p:cNvCxnSpPr>
            <a:cxnSpLocks/>
            <a:stCxn id="23" idx="2"/>
            <a:endCxn id="26" idx="6"/>
          </p:cNvCxnSpPr>
          <p:nvPr/>
        </p:nvCxnSpPr>
        <p:spPr>
          <a:xfrm flipH="1">
            <a:off x="5137481" y="2961367"/>
            <a:ext cx="670195" cy="258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stCxn id="26" idx="0"/>
            <a:endCxn id="24" idx="5"/>
          </p:cNvCxnSpPr>
          <p:nvPr/>
        </p:nvCxnSpPr>
        <p:spPr>
          <a:xfrm flipH="1" flipV="1">
            <a:off x="4424908" y="2217167"/>
            <a:ext cx="655779" cy="97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/>
          <p:nvPr/>
        </p:nvCxnSpPr>
        <p:spPr>
          <a:xfrm flipH="1">
            <a:off x="4349564" y="3275232"/>
            <a:ext cx="670195" cy="2584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805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7446857"/>
              </p:ext>
            </p:extLst>
          </p:nvPr>
        </p:nvGraphicFramePr>
        <p:xfrm>
          <a:off x="9575800" y="2041886"/>
          <a:ext cx="936847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kern="120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6200000">
            <a:off x="4802150" y="2656934"/>
            <a:ext cx="689317" cy="986941"/>
          </a:xfrm>
          <a:prstGeom prst="arc">
            <a:avLst>
              <a:gd name="adj1" fmla="val 14396906"/>
              <a:gd name="adj2" fmla="val 19070575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36D78E-8B65-72B4-5A07-7688C4E33326}"/>
              </a:ext>
            </a:extLst>
          </p:cNvPr>
          <p:cNvCxnSpPr>
            <a:cxnSpLocks/>
            <a:stCxn id="23" idx="2"/>
            <a:endCxn id="26" idx="6"/>
          </p:cNvCxnSpPr>
          <p:nvPr/>
        </p:nvCxnSpPr>
        <p:spPr>
          <a:xfrm flipH="1">
            <a:off x="5137481" y="2961367"/>
            <a:ext cx="670195" cy="2584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stCxn id="26" idx="0"/>
            <a:endCxn id="24" idx="5"/>
          </p:cNvCxnSpPr>
          <p:nvPr/>
        </p:nvCxnSpPr>
        <p:spPr>
          <a:xfrm flipH="1" flipV="1">
            <a:off x="4424908" y="2217167"/>
            <a:ext cx="655779" cy="9791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/>
          <p:nvPr/>
        </p:nvCxnSpPr>
        <p:spPr>
          <a:xfrm flipH="1">
            <a:off x="4349564" y="3275232"/>
            <a:ext cx="670195" cy="25843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3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/>
        </p:nvGraphicFramePr>
        <p:xfrm>
          <a:off x="9575800" y="2041886"/>
          <a:ext cx="936847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kern="1200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20352874">
            <a:off x="5497006" y="2475938"/>
            <a:ext cx="689317" cy="857270"/>
          </a:xfrm>
          <a:prstGeom prst="arc">
            <a:avLst>
              <a:gd name="adj1" fmla="val 13449151"/>
              <a:gd name="adj2" fmla="val 19070575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 flipH="1">
            <a:off x="5922328" y="1997822"/>
            <a:ext cx="255954" cy="872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67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007377"/>
              </p:ext>
            </p:extLst>
          </p:nvPr>
        </p:nvGraphicFramePr>
        <p:xfrm>
          <a:off x="9575800" y="2041886"/>
          <a:ext cx="936847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20352874">
            <a:off x="5497006" y="2475938"/>
            <a:ext cx="689317" cy="857270"/>
          </a:xfrm>
          <a:prstGeom prst="arc">
            <a:avLst>
              <a:gd name="adj1" fmla="val 13449151"/>
              <a:gd name="adj2" fmla="val 19070575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 flipH="1">
            <a:off x="5922328" y="1997822"/>
            <a:ext cx="255954" cy="872529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887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/>
        </p:nvGraphicFramePr>
        <p:xfrm>
          <a:off x="9575800" y="2041886"/>
          <a:ext cx="936847" cy="368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495872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3056650">
            <a:off x="4029808" y="1442809"/>
            <a:ext cx="689317" cy="1008152"/>
          </a:xfrm>
          <a:prstGeom prst="arc">
            <a:avLst>
              <a:gd name="adj1" fmla="val 15151719"/>
              <a:gd name="adj2" fmla="val 19070575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>
            <a:off x="3106271" y="1475804"/>
            <a:ext cx="1237129" cy="64883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1708C5-2463-FD62-2266-F00EC348330D}"/>
              </a:ext>
            </a:extLst>
          </p:cNvPr>
          <p:cNvCxnSpPr>
            <a:cxnSpLocks/>
            <a:stCxn id="20" idx="7"/>
            <a:endCxn id="24" idx="3"/>
          </p:cNvCxnSpPr>
          <p:nvPr/>
        </p:nvCxnSpPr>
        <p:spPr>
          <a:xfrm flipV="1">
            <a:off x="3807070" y="2217167"/>
            <a:ext cx="504250" cy="957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2086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879045"/>
              </p:ext>
            </p:extLst>
          </p:nvPr>
        </p:nvGraphicFramePr>
        <p:xfrm>
          <a:off x="9575800" y="2041886"/>
          <a:ext cx="936847" cy="376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3056650">
            <a:off x="4029808" y="1442809"/>
            <a:ext cx="689317" cy="1008152"/>
          </a:xfrm>
          <a:prstGeom prst="arc">
            <a:avLst>
              <a:gd name="adj1" fmla="val 15151719"/>
              <a:gd name="adj2" fmla="val 19070575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>
            <a:off x="3106271" y="1475804"/>
            <a:ext cx="1237129" cy="64883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1708C5-2463-FD62-2266-F00EC348330D}"/>
              </a:ext>
            </a:extLst>
          </p:cNvPr>
          <p:cNvCxnSpPr>
            <a:cxnSpLocks/>
            <a:stCxn id="20" idx="7"/>
            <a:endCxn id="24" idx="3"/>
          </p:cNvCxnSpPr>
          <p:nvPr/>
        </p:nvCxnSpPr>
        <p:spPr>
          <a:xfrm flipV="1">
            <a:off x="3807070" y="2217167"/>
            <a:ext cx="504250" cy="957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4136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1026644"/>
              </p:ext>
            </p:extLst>
          </p:nvPr>
        </p:nvGraphicFramePr>
        <p:xfrm>
          <a:off x="9575800" y="2041886"/>
          <a:ext cx="936847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0021339">
            <a:off x="3240946" y="2853889"/>
            <a:ext cx="689317" cy="1008152"/>
          </a:xfrm>
          <a:prstGeom prst="arc">
            <a:avLst>
              <a:gd name="adj1" fmla="val 16234182"/>
              <a:gd name="adj2" fmla="val 17898449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 flipV="1">
            <a:off x="3039416" y="3284678"/>
            <a:ext cx="699097" cy="131132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1708C5-2463-FD62-2266-F00EC348330D}"/>
              </a:ext>
            </a:extLst>
          </p:cNvPr>
          <p:cNvCxnSpPr>
            <a:cxnSpLocks/>
            <a:stCxn id="20" idx="7"/>
            <a:endCxn id="24" idx="3"/>
          </p:cNvCxnSpPr>
          <p:nvPr/>
        </p:nvCxnSpPr>
        <p:spPr>
          <a:xfrm flipV="1">
            <a:off x="3807070" y="2217167"/>
            <a:ext cx="504250" cy="957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B9EAAC-C804-22B2-87D1-F634E524A2C6}"/>
              </a:ext>
            </a:extLst>
          </p:cNvPr>
          <p:cNvCxnSpPr>
            <a:cxnSpLocks/>
            <a:stCxn id="20" idx="4"/>
            <a:endCxn id="27" idx="0"/>
          </p:cNvCxnSpPr>
          <p:nvPr/>
        </p:nvCxnSpPr>
        <p:spPr>
          <a:xfrm flipH="1">
            <a:off x="3589638" y="3311611"/>
            <a:ext cx="160638" cy="924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0962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/>
        </p:nvGraphicFramePr>
        <p:xfrm>
          <a:off x="9575800" y="2041886"/>
          <a:ext cx="936847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0021339">
            <a:off x="3240946" y="2853889"/>
            <a:ext cx="689317" cy="1008152"/>
          </a:xfrm>
          <a:prstGeom prst="arc">
            <a:avLst>
              <a:gd name="adj1" fmla="val 16234182"/>
              <a:gd name="adj2" fmla="val 17898449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 flipV="1">
            <a:off x="3039416" y="3284678"/>
            <a:ext cx="699097" cy="131132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1708C5-2463-FD62-2266-F00EC348330D}"/>
              </a:ext>
            </a:extLst>
          </p:cNvPr>
          <p:cNvCxnSpPr>
            <a:cxnSpLocks/>
            <a:stCxn id="20" idx="7"/>
            <a:endCxn id="24" idx="3"/>
          </p:cNvCxnSpPr>
          <p:nvPr/>
        </p:nvCxnSpPr>
        <p:spPr>
          <a:xfrm flipV="1">
            <a:off x="3807070" y="2217167"/>
            <a:ext cx="504250" cy="957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B9EAAC-C804-22B2-87D1-F634E524A2C6}"/>
              </a:ext>
            </a:extLst>
          </p:cNvPr>
          <p:cNvCxnSpPr>
            <a:cxnSpLocks/>
            <a:stCxn id="20" idx="4"/>
            <a:endCxn id="27" idx="0"/>
          </p:cNvCxnSpPr>
          <p:nvPr/>
        </p:nvCxnSpPr>
        <p:spPr>
          <a:xfrm flipH="1">
            <a:off x="3589638" y="3311611"/>
            <a:ext cx="160638" cy="924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185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/>
        </p:nvGraphicFramePr>
        <p:xfrm>
          <a:off x="9575800" y="2041886"/>
          <a:ext cx="936847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6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4416103">
            <a:off x="3360828" y="3836076"/>
            <a:ext cx="689317" cy="1008152"/>
          </a:xfrm>
          <a:prstGeom prst="arc">
            <a:avLst>
              <a:gd name="adj1" fmla="val 14261173"/>
              <a:gd name="adj2" fmla="val 19356476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 flipV="1">
            <a:off x="3320576" y="4424820"/>
            <a:ext cx="237422" cy="147278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1708C5-2463-FD62-2266-F00EC348330D}"/>
              </a:ext>
            </a:extLst>
          </p:cNvPr>
          <p:cNvCxnSpPr>
            <a:cxnSpLocks/>
            <a:stCxn id="20" idx="7"/>
            <a:endCxn id="24" idx="3"/>
          </p:cNvCxnSpPr>
          <p:nvPr/>
        </p:nvCxnSpPr>
        <p:spPr>
          <a:xfrm flipV="1">
            <a:off x="3807070" y="2217167"/>
            <a:ext cx="504250" cy="957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CB9EAAC-C804-22B2-87D1-F634E524A2C6}"/>
              </a:ext>
            </a:extLst>
          </p:cNvPr>
          <p:cNvCxnSpPr>
            <a:cxnSpLocks/>
            <a:stCxn id="20" idx="4"/>
            <a:endCxn id="27" idx="0"/>
          </p:cNvCxnSpPr>
          <p:nvPr/>
        </p:nvCxnSpPr>
        <p:spPr>
          <a:xfrm flipH="1">
            <a:off x="3589638" y="3311611"/>
            <a:ext cx="160638" cy="9246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4AD434-3789-E2F9-E97B-E1373A687812}"/>
              </a:ext>
            </a:extLst>
          </p:cNvPr>
          <p:cNvCxnSpPr>
            <a:stCxn id="27" idx="2"/>
            <a:endCxn id="22" idx="6"/>
          </p:cNvCxnSpPr>
          <p:nvPr/>
        </p:nvCxnSpPr>
        <p:spPr>
          <a:xfrm flipH="1" flipV="1">
            <a:off x="2590800" y="3509319"/>
            <a:ext cx="918519" cy="807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381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7218893"/>
              </p:ext>
            </p:extLst>
          </p:nvPr>
        </p:nvGraphicFramePr>
        <p:xfrm>
          <a:off x="9575800" y="2041886"/>
          <a:ext cx="936847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5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2881878">
            <a:off x="3225975" y="2755881"/>
            <a:ext cx="689317" cy="1008152"/>
          </a:xfrm>
          <a:prstGeom prst="arc">
            <a:avLst>
              <a:gd name="adj1" fmla="val 14261173"/>
              <a:gd name="adj2" fmla="val 18210139"/>
            </a:avLst>
          </a:prstGeom>
          <a:ln w="285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  <a:endCxn id="20" idx="4"/>
          </p:cNvCxnSpPr>
          <p:nvPr/>
        </p:nvCxnSpPr>
        <p:spPr>
          <a:xfrm flipV="1">
            <a:off x="3101496" y="3311611"/>
            <a:ext cx="648780" cy="116154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81708C5-2463-FD62-2266-F00EC348330D}"/>
              </a:ext>
            </a:extLst>
          </p:cNvPr>
          <p:cNvCxnSpPr>
            <a:cxnSpLocks/>
            <a:stCxn id="20" idx="7"/>
            <a:endCxn id="24" idx="3"/>
          </p:cNvCxnSpPr>
          <p:nvPr/>
        </p:nvCxnSpPr>
        <p:spPr>
          <a:xfrm flipV="1">
            <a:off x="3807070" y="2217167"/>
            <a:ext cx="504250" cy="957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4AD434-3789-E2F9-E97B-E1373A687812}"/>
              </a:ext>
            </a:extLst>
          </p:cNvPr>
          <p:cNvCxnSpPr>
            <a:cxnSpLocks/>
            <a:stCxn id="20" idx="3"/>
            <a:endCxn id="22" idx="6"/>
          </p:cNvCxnSpPr>
          <p:nvPr/>
        </p:nvCxnSpPr>
        <p:spPr>
          <a:xfrm flipH="1">
            <a:off x="2590800" y="3288086"/>
            <a:ext cx="1102682" cy="2212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447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023943"/>
              </p:ext>
            </p:extLst>
          </p:nvPr>
        </p:nvGraphicFramePr>
        <p:xfrm>
          <a:off x="9575800" y="2041886"/>
          <a:ext cx="936847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4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6433161">
            <a:off x="3939115" y="1742567"/>
            <a:ext cx="689317" cy="979019"/>
          </a:xfrm>
          <a:prstGeom prst="arc">
            <a:avLst>
              <a:gd name="adj1" fmla="val 13599523"/>
              <a:gd name="adj2" fmla="val 18210138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>
            <a:off x="2817341" y="1502605"/>
            <a:ext cx="1544593" cy="66667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4AD434-3789-E2F9-E97B-E1373A687812}"/>
              </a:ext>
            </a:extLst>
          </p:cNvPr>
          <p:cNvCxnSpPr>
            <a:cxnSpLocks/>
            <a:stCxn id="24" idx="3"/>
            <a:endCxn id="22" idx="6"/>
          </p:cNvCxnSpPr>
          <p:nvPr/>
        </p:nvCxnSpPr>
        <p:spPr>
          <a:xfrm flipH="1">
            <a:off x="2590800" y="2217167"/>
            <a:ext cx="1720520" cy="1292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1517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487602"/>
              </p:ext>
            </p:extLst>
          </p:nvPr>
        </p:nvGraphicFramePr>
        <p:xfrm>
          <a:off x="9575800" y="2041886"/>
          <a:ext cx="936847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6433161">
            <a:off x="3939115" y="1742567"/>
            <a:ext cx="689317" cy="979019"/>
          </a:xfrm>
          <a:prstGeom prst="arc">
            <a:avLst>
              <a:gd name="adj1" fmla="val 13599523"/>
              <a:gd name="adj2" fmla="val 18210138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>
            <a:off x="2817341" y="1502605"/>
            <a:ext cx="1544593" cy="66667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4AD434-3789-E2F9-E97B-E1373A687812}"/>
              </a:ext>
            </a:extLst>
          </p:cNvPr>
          <p:cNvCxnSpPr>
            <a:cxnSpLocks/>
            <a:stCxn id="24" idx="3"/>
            <a:endCxn id="22" idx="6"/>
          </p:cNvCxnSpPr>
          <p:nvPr/>
        </p:nvCxnSpPr>
        <p:spPr>
          <a:xfrm flipH="1">
            <a:off x="2590800" y="2217167"/>
            <a:ext cx="1720520" cy="1292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422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796746"/>
              </p:ext>
            </p:extLst>
          </p:nvPr>
        </p:nvGraphicFramePr>
        <p:xfrm>
          <a:off x="9575800" y="2041886"/>
          <a:ext cx="936847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b="1" dirty="0">
                        <a:solidFill>
                          <a:srgbClr val="FF0000"/>
                        </a:solidFill>
                        <a:latin typeface="Arial Black" panose="020B0A04020102020204" pitchFamily="34" charset="0"/>
                      </a:endParaRP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1721642">
            <a:off x="1935679" y="3080955"/>
            <a:ext cx="689317" cy="1168620"/>
          </a:xfrm>
          <a:prstGeom prst="arc">
            <a:avLst>
              <a:gd name="adj1" fmla="val 13599523"/>
              <a:gd name="adj2" fmla="val 18210138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 flipV="1">
            <a:off x="888400" y="3536537"/>
            <a:ext cx="1655633" cy="11240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4AD434-3789-E2F9-E97B-E1373A687812}"/>
              </a:ext>
            </a:extLst>
          </p:cNvPr>
          <p:cNvCxnSpPr>
            <a:cxnSpLocks/>
            <a:stCxn id="24" idx="3"/>
            <a:endCxn id="22" idx="6"/>
          </p:cNvCxnSpPr>
          <p:nvPr/>
        </p:nvCxnSpPr>
        <p:spPr>
          <a:xfrm flipH="1">
            <a:off x="2590800" y="2217167"/>
            <a:ext cx="1720520" cy="1292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0E5AFB-A821-7D2C-29AF-4C88FD1E4D70}"/>
              </a:ext>
            </a:extLst>
          </p:cNvPr>
          <p:cNvCxnSpPr>
            <a:stCxn id="22" idx="4"/>
          </p:cNvCxnSpPr>
          <p:nvPr/>
        </p:nvCxnSpPr>
        <p:spPr>
          <a:xfrm flipH="1">
            <a:off x="2430162" y="3589638"/>
            <a:ext cx="80319" cy="1345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501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/>
        </p:nvGraphicFramePr>
        <p:xfrm>
          <a:off x="9575800" y="2041886"/>
          <a:ext cx="936847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rc 33">
            <a:extLst>
              <a:ext uri="{FF2B5EF4-FFF2-40B4-BE49-F238E27FC236}">
                <a16:creationId xmlns:a16="http://schemas.microsoft.com/office/drawing/2014/main" id="{557BF218-118E-C1AB-95C8-14A2A32B8AC7}"/>
              </a:ext>
            </a:extLst>
          </p:cNvPr>
          <p:cNvSpPr/>
          <p:nvPr/>
        </p:nvSpPr>
        <p:spPr>
          <a:xfrm rot="11721642">
            <a:off x="1935679" y="3080955"/>
            <a:ext cx="689317" cy="1168620"/>
          </a:xfrm>
          <a:prstGeom prst="arc">
            <a:avLst>
              <a:gd name="adj1" fmla="val 13599523"/>
              <a:gd name="adj2" fmla="val 18210138"/>
            </a:avLst>
          </a:prstGeom>
          <a:ln w="28575"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B4C352C-1112-B088-14C6-A1D6AAA6D456}"/>
              </a:ext>
            </a:extLst>
          </p:cNvPr>
          <p:cNvCxnSpPr>
            <a:cxnSpLocks/>
          </p:cNvCxnSpPr>
          <p:nvPr/>
        </p:nvCxnSpPr>
        <p:spPr>
          <a:xfrm flipV="1">
            <a:off x="888400" y="3536537"/>
            <a:ext cx="1655633" cy="112402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4AD434-3789-E2F9-E97B-E1373A687812}"/>
              </a:ext>
            </a:extLst>
          </p:cNvPr>
          <p:cNvCxnSpPr>
            <a:cxnSpLocks/>
            <a:stCxn id="24" idx="3"/>
            <a:endCxn id="22" idx="6"/>
          </p:cNvCxnSpPr>
          <p:nvPr/>
        </p:nvCxnSpPr>
        <p:spPr>
          <a:xfrm flipH="1">
            <a:off x="2590800" y="2217167"/>
            <a:ext cx="1720520" cy="1292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0E5AFB-A821-7D2C-29AF-4C88FD1E4D70}"/>
              </a:ext>
            </a:extLst>
          </p:cNvPr>
          <p:cNvCxnSpPr>
            <a:stCxn id="22" idx="4"/>
          </p:cNvCxnSpPr>
          <p:nvPr/>
        </p:nvCxnSpPr>
        <p:spPr>
          <a:xfrm flipH="1">
            <a:off x="2430162" y="3589638"/>
            <a:ext cx="80319" cy="1345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32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2EDD47D2-96D2-CCB7-990E-9C564656964D}"/>
              </a:ext>
            </a:extLst>
          </p:cNvPr>
          <p:cNvGraphicFramePr>
            <a:graphicFrameLocks noGrp="1"/>
          </p:cNvGraphicFramePr>
          <p:nvPr/>
        </p:nvGraphicFramePr>
        <p:xfrm>
          <a:off x="9575800" y="2041886"/>
          <a:ext cx="936847" cy="3855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6847">
                  <a:extLst>
                    <a:ext uri="{9D8B030D-6E8A-4147-A177-3AD203B41FA5}">
                      <a16:colId xmlns:a16="http://schemas.microsoft.com/office/drawing/2014/main" val="12480539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92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14541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322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8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497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7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07133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411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2400" b="1" kern="1200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567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1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1781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2400" b="1" dirty="0">
                          <a:solidFill>
                            <a:srgbClr val="FF0000"/>
                          </a:solidFill>
                          <a:latin typeface="Arial Black" panose="020B0A04020102020204" pitchFamily="34" charset="0"/>
                        </a:rPr>
                        <a:t>0</a:t>
                      </a:r>
                    </a:p>
                  </a:txBody>
                  <a:tcPr>
                    <a:lnL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5219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9575800" y="5788260"/>
            <a:ext cx="23801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Stack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4AD434-3789-E2F9-E97B-E1373A687812}"/>
              </a:ext>
            </a:extLst>
          </p:cNvPr>
          <p:cNvCxnSpPr>
            <a:cxnSpLocks/>
            <a:stCxn id="24" idx="3"/>
            <a:endCxn id="22" idx="6"/>
          </p:cNvCxnSpPr>
          <p:nvPr/>
        </p:nvCxnSpPr>
        <p:spPr>
          <a:xfrm flipH="1">
            <a:off x="2590800" y="2217167"/>
            <a:ext cx="1720520" cy="1292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0E5AFB-A821-7D2C-29AF-4C88FD1E4D70}"/>
              </a:ext>
            </a:extLst>
          </p:cNvPr>
          <p:cNvCxnSpPr>
            <a:stCxn id="22" idx="4"/>
          </p:cNvCxnSpPr>
          <p:nvPr/>
        </p:nvCxnSpPr>
        <p:spPr>
          <a:xfrm flipH="1">
            <a:off x="2430162" y="3589638"/>
            <a:ext cx="80319" cy="1345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4A7D8E-007F-BF81-CFC0-B2827E5B7BD0}"/>
              </a:ext>
            </a:extLst>
          </p:cNvPr>
          <p:cNvCxnSpPr>
            <a:stCxn id="21" idx="4"/>
            <a:endCxn id="29" idx="2"/>
          </p:cNvCxnSpPr>
          <p:nvPr/>
        </p:nvCxnSpPr>
        <p:spPr>
          <a:xfrm>
            <a:off x="2430162" y="5008606"/>
            <a:ext cx="1692973" cy="699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890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AABF45-EEC8-51B5-E32A-97F603110855}"/>
              </a:ext>
            </a:extLst>
          </p:cNvPr>
          <p:cNvSpPr/>
          <p:nvPr/>
        </p:nvSpPr>
        <p:spPr>
          <a:xfrm>
            <a:off x="3925110" y="5429597"/>
            <a:ext cx="556688" cy="556688"/>
          </a:xfrm>
          <a:prstGeom prst="ellipse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695FFE7-F144-66F1-3916-53816779AE90}"/>
              </a:ext>
            </a:extLst>
          </p:cNvPr>
          <p:cNvSpPr/>
          <p:nvPr/>
        </p:nvSpPr>
        <p:spPr>
          <a:xfrm>
            <a:off x="3669957" y="3150973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9A1EEF2-6F39-255D-7695-60D05A220CC3}"/>
              </a:ext>
            </a:extLst>
          </p:cNvPr>
          <p:cNvSpPr/>
          <p:nvPr/>
        </p:nvSpPr>
        <p:spPr>
          <a:xfrm>
            <a:off x="2349843" y="484796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9DBCA28-180C-67C3-C77B-F9A8F279026B}"/>
              </a:ext>
            </a:extLst>
          </p:cNvPr>
          <p:cNvSpPr/>
          <p:nvPr/>
        </p:nvSpPr>
        <p:spPr>
          <a:xfrm>
            <a:off x="2430162" y="3429000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8AC2198-E0C8-FE0C-1191-0D9B0596CED2}"/>
              </a:ext>
            </a:extLst>
          </p:cNvPr>
          <p:cNvSpPr/>
          <p:nvPr/>
        </p:nvSpPr>
        <p:spPr>
          <a:xfrm>
            <a:off x="5807676" y="288104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398C3F0-B03A-B01D-E55A-25A436002246}"/>
              </a:ext>
            </a:extLst>
          </p:cNvPr>
          <p:cNvSpPr/>
          <p:nvPr/>
        </p:nvSpPr>
        <p:spPr>
          <a:xfrm>
            <a:off x="4287795" y="2080054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4D7D5C29-BD70-9DF2-496E-B628545D5F4F}"/>
              </a:ext>
            </a:extLst>
          </p:cNvPr>
          <p:cNvSpPr/>
          <p:nvPr/>
        </p:nvSpPr>
        <p:spPr>
          <a:xfrm>
            <a:off x="5000368" y="3196281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5B19C0-7DCB-B463-DD46-6F669174110E}"/>
              </a:ext>
            </a:extLst>
          </p:cNvPr>
          <p:cNvSpPr/>
          <p:nvPr/>
        </p:nvSpPr>
        <p:spPr>
          <a:xfrm>
            <a:off x="3509319" y="4236308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FB3B1B2-85A0-1336-7E43-505BC8572192}"/>
              </a:ext>
            </a:extLst>
          </p:cNvPr>
          <p:cNvSpPr/>
          <p:nvPr/>
        </p:nvSpPr>
        <p:spPr>
          <a:xfrm>
            <a:off x="5404022" y="4155989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4BFC184-8AF0-A3A7-D437-3A6322D038EB}"/>
              </a:ext>
            </a:extLst>
          </p:cNvPr>
          <p:cNvSpPr/>
          <p:nvPr/>
        </p:nvSpPr>
        <p:spPr>
          <a:xfrm>
            <a:off x="4123135" y="5627622"/>
            <a:ext cx="160638" cy="16063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0D523C3-6B8C-761B-DD68-9C9955B6C0C3}"/>
              </a:ext>
            </a:extLst>
          </p:cNvPr>
          <p:cNvCxnSpPr>
            <a:cxnSpLocks/>
            <a:stCxn id="29" idx="7"/>
            <a:endCxn id="28" idx="7"/>
          </p:cNvCxnSpPr>
          <p:nvPr/>
        </p:nvCxnSpPr>
        <p:spPr>
          <a:xfrm flipV="1">
            <a:off x="4260248" y="4179514"/>
            <a:ext cx="1280887" cy="14716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F2A9FD1-E9FC-124E-DED7-61FDCB893E61}"/>
              </a:ext>
            </a:extLst>
          </p:cNvPr>
          <p:cNvSpPr txBox="1"/>
          <p:nvPr/>
        </p:nvSpPr>
        <p:spPr>
          <a:xfrm>
            <a:off x="4019878" y="600240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6DDD50-D9FC-5F92-24FC-6508511EDA24}"/>
              </a:ext>
            </a:extLst>
          </p:cNvPr>
          <p:cNvSpPr txBox="1"/>
          <p:nvPr/>
        </p:nvSpPr>
        <p:spPr>
          <a:xfrm>
            <a:off x="5580938" y="396315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8FB60AB-CD7B-4B4B-1F1D-9A217FD0E2FD}"/>
              </a:ext>
            </a:extLst>
          </p:cNvPr>
          <p:cNvSpPr txBox="1"/>
          <p:nvPr/>
        </p:nvSpPr>
        <p:spPr>
          <a:xfrm>
            <a:off x="5968314" y="261826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96510CE-873A-0271-ECCD-367386C1772F}"/>
              </a:ext>
            </a:extLst>
          </p:cNvPr>
          <p:cNvSpPr txBox="1"/>
          <p:nvPr/>
        </p:nvSpPr>
        <p:spPr>
          <a:xfrm>
            <a:off x="4962911" y="2741132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81B7AA4-E7ED-7F6A-42C1-DB4453C09A77}"/>
              </a:ext>
            </a:extLst>
          </p:cNvPr>
          <p:cNvSpPr txBox="1"/>
          <p:nvPr/>
        </p:nvSpPr>
        <p:spPr>
          <a:xfrm>
            <a:off x="4195829" y="1692704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AC00C68-6A4F-DF0D-4FC2-F968C7708CE9}"/>
              </a:ext>
            </a:extLst>
          </p:cNvPr>
          <p:cNvSpPr txBox="1"/>
          <p:nvPr/>
        </p:nvSpPr>
        <p:spPr>
          <a:xfrm>
            <a:off x="3467684" y="2719349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FEF0A1-AC4F-85A7-6E09-620F906B6A0B}"/>
              </a:ext>
            </a:extLst>
          </p:cNvPr>
          <p:cNvSpPr txBox="1"/>
          <p:nvPr/>
        </p:nvSpPr>
        <p:spPr>
          <a:xfrm>
            <a:off x="3311777" y="3743235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A86B770-9687-8BBB-D291-03C192DB13F9}"/>
              </a:ext>
            </a:extLst>
          </p:cNvPr>
          <p:cNvSpPr txBox="1"/>
          <p:nvPr/>
        </p:nvSpPr>
        <p:spPr>
          <a:xfrm>
            <a:off x="2278163" y="3005130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7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8C61233-A4DD-BA88-EFBB-77CEF850520D}"/>
              </a:ext>
            </a:extLst>
          </p:cNvPr>
          <p:cNvSpPr txBox="1"/>
          <p:nvPr/>
        </p:nvSpPr>
        <p:spPr>
          <a:xfrm>
            <a:off x="2012576" y="4473157"/>
            <a:ext cx="5782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6461313" y="5322166"/>
            <a:ext cx="37853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Convex Hull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3A7D1F-908B-0CE3-5371-565EDA4D8C6D}"/>
              </a:ext>
            </a:extLst>
          </p:cNvPr>
          <p:cNvCxnSpPr>
            <a:stCxn id="28" idx="7"/>
            <a:endCxn id="23" idx="4"/>
          </p:cNvCxnSpPr>
          <p:nvPr/>
        </p:nvCxnSpPr>
        <p:spPr>
          <a:xfrm flipV="1">
            <a:off x="5541135" y="3041686"/>
            <a:ext cx="346860" cy="11378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A415AEA-BECD-C879-60E8-E36778FF49EE}"/>
              </a:ext>
            </a:extLst>
          </p:cNvPr>
          <p:cNvCxnSpPr>
            <a:cxnSpLocks/>
            <a:stCxn id="23" idx="1"/>
            <a:endCxn id="24" idx="5"/>
          </p:cNvCxnSpPr>
          <p:nvPr/>
        </p:nvCxnSpPr>
        <p:spPr>
          <a:xfrm flipH="1" flipV="1">
            <a:off x="4424908" y="2217167"/>
            <a:ext cx="1406293" cy="687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04AD434-3789-E2F9-E97B-E1373A687812}"/>
              </a:ext>
            </a:extLst>
          </p:cNvPr>
          <p:cNvCxnSpPr>
            <a:cxnSpLocks/>
            <a:stCxn id="24" idx="3"/>
            <a:endCxn id="22" idx="6"/>
          </p:cNvCxnSpPr>
          <p:nvPr/>
        </p:nvCxnSpPr>
        <p:spPr>
          <a:xfrm flipH="1">
            <a:off x="2590800" y="2217167"/>
            <a:ext cx="1720520" cy="1292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40E5AFB-A821-7D2C-29AF-4C88FD1E4D70}"/>
              </a:ext>
            </a:extLst>
          </p:cNvPr>
          <p:cNvCxnSpPr>
            <a:stCxn id="22" idx="4"/>
          </p:cNvCxnSpPr>
          <p:nvPr/>
        </p:nvCxnSpPr>
        <p:spPr>
          <a:xfrm flipH="1">
            <a:off x="2430162" y="3589638"/>
            <a:ext cx="80319" cy="1345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04A7D8E-007F-BF81-CFC0-B2827E5B7BD0}"/>
              </a:ext>
            </a:extLst>
          </p:cNvPr>
          <p:cNvCxnSpPr>
            <a:stCxn id="21" idx="4"/>
            <a:endCxn id="29" idx="2"/>
          </p:cNvCxnSpPr>
          <p:nvPr/>
        </p:nvCxnSpPr>
        <p:spPr>
          <a:xfrm>
            <a:off x="2430162" y="5008606"/>
            <a:ext cx="1692973" cy="699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Left 9">
            <a:extLst>
              <a:ext uri="{FF2B5EF4-FFF2-40B4-BE49-F238E27FC236}">
                <a16:creationId xmlns:a16="http://schemas.microsoft.com/office/drawing/2014/main" id="{25CD3BF0-4C40-F83A-10B5-B27CD050C75D}"/>
              </a:ext>
            </a:extLst>
          </p:cNvPr>
          <p:cNvSpPr/>
          <p:nvPr/>
        </p:nvSpPr>
        <p:spPr>
          <a:xfrm rot="1569463">
            <a:off x="5000368" y="4872038"/>
            <a:ext cx="1358153" cy="78186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24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Graham Scan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1848972" y="3136612"/>
            <a:ext cx="730739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Time Complexity = </a:t>
            </a:r>
            <a:r>
              <a:rPr lang="en-IN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O(</a:t>
            </a:r>
            <a:r>
              <a:rPr lang="en-IN" sz="3200" b="1" i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nlogn</a:t>
            </a:r>
            <a:r>
              <a:rPr lang="en-IN" sz="3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7373335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2286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Quiz-13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F95C9F-1FBE-E0FF-0C0B-2411A84439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67939" y="74318"/>
            <a:ext cx="6909972" cy="6783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707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2286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Quiz-14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900BE1-E308-9A88-661D-B0CD6F26ED2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60054" y="0"/>
            <a:ext cx="69692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98429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2286000" cy="91358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40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Quiz-15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1E913F-019B-9453-6B31-F4A04C41EC9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0247" y="0"/>
            <a:ext cx="6822635" cy="687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046795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413831" y="2069812"/>
            <a:ext cx="11140860" cy="3257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Deterministic Vs Randomized Algorithm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Why randomization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Las Vegas Algorithm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Monte-Carlo Algorithm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Quick Sort </a:t>
            </a:r>
            <a:endParaRPr lang="en-I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33851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136740" y="1230378"/>
            <a:ext cx="12055260" cy="1318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Deterministic Algorithm: 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 algorithm for which if we fix the input the output and running time is also fixed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983699-1C16-212E-BA75-509F8D21FC7D}"/>
              </a:ext>
            </a:extLst>
          </p:cNvPr>
          <p:cNvSpPr/>
          <p:nvPr/>
        </p:nvSpPr>
        <p:spPr>
          <a:xfrm>
            <a:off x="3893127" y="3754582"/>
            <a:ext cx="3948546" cy="14685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Deterministic Algorithm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5AAD4D44-F700-FB6C-85A2-73927B4A1D42}"/>
              </a:ext>
            </a:extLst>
          </p:cNvPr>
          <p:cNvSpPr/>
          <p:nvPr/>
        </p:nvSpPr>
        <p:spPr>
          <a:xfrm>
            <a:off x="2479964" y="4121727"/>
            <a:ext cx="1288472" cy="73429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026EE0F-1A87-A2CA-ECEA-DCDC97E49CE4}"/>
              </a:ext>
            </a:extLst>
          </p:cNvPr>
          <p:cNvSpPr/>
          <p:nvPr/>
        </p:nvSpPr>
        <p:spPr>
          <a:xfrm>
            <a:off x="7966364" y="4121726"/>
            <a:ext cx="1496291" cy="73429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60943729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136740" y="1230378"/>
            <a:ext cx="11944064" cy="1964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Algorithm: 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An algorithm which takes input and a random number(a sequence of random bits) and if we fix the </a:t>
            </a:r>
            <a:r>
              <a:rPr lang="en-IN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/p the corresponding o/p and running time will vary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983699-1C16-212E-BA75-509F8D21FC7D}"/>
              </a:ext>
            </a:extLst>
          </p:cNvPr>
          <p:cNvSpPr/>
          <p:nvPr/>
        </p:nvSpPr>
        <p:spPr>
          <a:xfrm>
            <a:off x="3837708" y="3796146"/>
            <a:ext cx="3948546" cy="2715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Randomized Algorithm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5AAD4D44-F700-FB6C-85A2-73927B4A1D42}"/>
              </a:ext>
            </a:extLst>
          </p:cNvPr>
          <p:cNvSpPr/>
          <p:nvPr/>
        </p:nvSpPr>
        <p:spPr>
          <a:xfrm>
            <a:off x="2479965" y="4052454"/>
            <a:ext cx="1288472" cy="73429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026EE0F-1A87-A2CA-ECEA-DCDC97E49CE4}"/>
              </a:ext>
            </a:extLst>
          </p:cNvPr>
          <p:cNvSpPr/>
          <p:nvPr/>
        </p:nvSpPr>
        <p:spPr>
          <a:xfrm>
            <a:off x="7855525" y="4745180"/>
            <a:ext cx="1496291" cy="73429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43EDFC1-0373-5860-68C3-30BAE0B368C4}"/>
              </a:ext>
            </a:extLst>
          </p:cNvPr>
          <p:cNvSpPr/>
          <p:nvPr/>
        </p:nvSpPr>
        <p:spPr>
          <a:xfrm>
            <a:off x="1122219" y="5112325"/>
            <a:ext cx="2646218" cy="85898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 Number</a:t>
            </a:r>
          </a:p>
        </p:txBody>
      </p:sp>
    </p:spTree>
    <p:extLst>
      <p:ext uri="{BB962C8B-B14F-4D97-AF65-F5344CB8AC3E}">
        <p14:creationId xmlns:p14="http://schemas.microsoft.com/office/powerpoint/2010/main" val="503889567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136740" y="1230378"/>
            <a:ext cx="11944064" cy="1318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Algorithm: 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if we fix the </a:t>
            </a:r>
            <a:r>
              <a:rPr lang="en-IN" sz="2800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</a:t>
            </a:r>
            <a:r>
              <a:rPr lang="en-IN" sz="2800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/p the corresponding o/p and running time will vary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2983699-1C16-212E-BA75-509F8D21FC7D}"/>
              </a:ext>
            </a:extLst>
          </p:cNvPr>
          <p:cNvSpPr/>
          <p:nvPr/>
        </p:nvSpPr>
        <p:spPr>
          <a:xfrm>
            <a:off x="3837708" y="3796146"/>
            <a:ext cx="3948546" cy="27154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Randomized Algorithm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5AAD4D44-F700-FB6C-85A2-73927B4A1D42}"/>
              </a:ext>
            </a:extLst>
          </p:cNvPr>
          <p:cNvSpPr/>
          <p:nvPr/>
        </p:nvSpPr>
        <p:spPr>
          <a:xfrm>
            <a:off x="2479965" y="4052454"/>
            <a:ext cx="1288472" cy="73429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INPUT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026EE0F-1A87-A2CA-ECEA-DCDC97E49CE4}"/>
              </a:ext>
            </a:extLst>
          </p:cNvPr>
          <p:cNvSpPr/>
          <p:nvPr/>
        </p:nvSpPr>
        <p:spPr>
          <a:xfrm>
            <a:off x="7855525" y="4745180"/>
            <a:ext cx="1496291" cy="734291"/>
          </a:xfrm>
          <a:prstGeom prst="rightArrow">
            <a:avLst/>
          </a:prstGeom>
          <a:solidFill>
            <a:srgbClr val="00206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OUTPUT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43EDFC1-0373-5860-68C3-30BAE0B368C4}"/>
              </a:ext>
            </a:extLst>
          </p:cNvPr>
          <p:cNvSpPr/>
          <p:nvPr/>
        </p:nvSpPr>
        <p:spPr>
          <a:xfrm>
            <a:off x="1122219" y="5112325"/>
            <a:ext cx="2646218" cy="858984"/>
          </a:xfrm>
          <a:prstGeom prst="rightArrow">
            <a:avLst/>
          </a:prstGeom>
          <a:solidFill>
            <a:srgbClr val="C0000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 Number</a:t>
            </a:r>
          </a:p>
        </p:txBody>
      </p:sp>
    </p:spTree>
    <p:extLst>
      <p:ext uri="{BB962C8B-B14F-4D97-AF65-F5344CB8AC3E}">
        <p14:creationId xmlns:p14="http://schemas.microsoft.com/office/powerpoint/2010/main" val="1980791232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FD30A7-61D3-B95B-763B-725B5BB0EBED}"/>
              </a:ext>
            </a:extLst>
          </p:cNvPr>
          <p:cNvSpPr txBox="1"/>
          <p:nvPr/>
        </p:nvSpPr>
        <p:spPr>
          <a:xfrm>
            <a:off x="0" y="1490986"/>
            <a:ext cx="11944064" cy="1313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Inside the logic of randomized algorithm, it uses random integers to decide what to do next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D8EE3-E435-8F7B-27A9-5A25A7E0F3F2}"/>
              </a:ext>
            </a:extLst>
          </p:cNvPr>
          <p:cNvSpPr txBox="1"/>
          <p:nvPr/>
        </p:nvSpPr>
        <p:spPr>
          <a:xfrm>
            <a:off x="0" y="3088135"/>
            <a:ext cx="11944064" cy="1313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Randomized Algorithm uses randomness as a computing tool for algorithm design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550798-9F6F-AD23-1A04-9BC4D53DF299}"/>
              </a:ext>
            </a:extLst>
          </p:cNvPr>
          <p:cNvSpPr txBox="1"/>
          <p:nvPr/>
        </p:nvSpPr>
        <p:spPr>
          <a:xfrm>
            <a:off x="0" y="5194026"/>
            <a:ext cx="11944064" cy="670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just">
              <a:lnSpc>
                <a:spcPct val="150000"/>
              </a:lnSpc>
              <a:defRPr sz="2800" b="1" i="0">
                <a:solidFill>
                  <a:srgbClr val="242424"/>
                </a:solidFill>
                <a:effectLst/>
                <a:latin typeface="Comic Sans MS" panose="030F0702030302020204" pitchFamily="66" charset="0"/>
              </a:defRPr>
            </a:lvl1pPr>
          </a:lstStyle>
          <a:p>
            <a:r>
              <a:rPr lang="en-US" dirty="0"/>
              <a:t>Randomized Algorithms are also called </a:t>
            </a:r>
            <a:r>
              <a:rPr lang="en-US" dirty="0">
                <a:solidFill>
                  <a:srgbClr val="C00000"/>
                </a:solidFill>
              </a:rPr>
              <a:t>Probabilistic Algorithms.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363225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D8EE3-E435-8F7B-27A9-5A25A7E0F3F2}"/>
              </a:ext>
            </a:extLst>
          </p:cNvPr>
          <p:cNvSpPr txBox="1"/>
          <p:nvPr/>
        </p:nvSpPr>
        <p:spPr>
          <a:xfrm>
            <a:off x="0" y="3088135"/>
            <a:ext cx="11944064" cy="1313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Randomized Algorithm uses randomness as a computing tool for algorithm design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427922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D8EE3-E435-8F7B-27A9-5A25A7E0F3F2}"/>
              </a:ext>
            </a:extLst>
          </p:cNvPr>
          <p:cNvSpPr txBox="1"/>
          <p:nvPr/>
        </p:nvSpPr>
        <p:spPr>
          <a:xfrm>
            <a:off x="247936" y="923330"/>
            <a:ext cx="11944064" cy="667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Problem: Finding an element x from a list A of n number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22992B-9542-5BC1-4905-C80AACDCC1B2}"/>
              </a:ext>
            </a:extLst>
          </p:cNvPr>
          <p:cNvSpPr txBox="1"/>
          <p:nvPr/>
        </p:nvSpPr>
        <p:spPr>
          <a:xfrm>
            <a:off x="247936" y="2180245"/>
            <a:ext cx="11944064" cy="3898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 err="1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Randomized_Search</a:t>
            </a:r>
            <a:r>
              <a:rPr lang="en-US" sz="28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Repeat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       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 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random_number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(0,n-1)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        if x == A[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i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]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             return i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Until(x is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NOT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 found)</a:t>
            </a:r>
            <a:endParaRPr lang="en-IN" sz="2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1156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D8EE3-E435-8F7B-27A9-5A25A7E0F3F2}"/>
              </a:ext>
            </a:extLst>
          </p:cNvPr>
          <p:cNvSpPr txBox="1"/>
          <p:nvPr/>
        </p:nvSpPr>
        <p:spPr>
          <a:xfrm>
            <a:off x="247936" y="923330"/>
            <a:ext cx="11944064" cy="667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Problem: Finding an element x from a list A of n number</a:t>
            </a: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22992B-9542-5BC1-4905-C80AACDCC1B2}"/>
                  </a:ext>
                </a:extLst>
              </p:cNvPr>
              <p:cNvSpPr txBox="1"/>
              <p:nvPr/>
            </p:nvSpPr>
            <p:spPr>
              <a:xfrm>
                <a:off x="247936" y="2180245"/>
                <a:ext cx="11944064" cy="32528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sz="2800" b="1" i="0" dirty="0">
                    <a:solidFill>
                      <a:srgbClr val="00B050"/>
                    </a:solidFill>
                    <a:effectLst/>
                    <a:latin typeface="Comic Sans MS" panose="030F0702030302020204" pitchFamily="66" charset="0"/>
                  </a:rPr>
                  <a:t>P(success) = P(getting x in 1rst </a:t>
                </a:r>
                <a:r>
                  <a:rPr lang="en-US" sz="2800" b="1" i="0" dirty="0" err="1">
                    <a:solidFill>
                      <a:srgbClr val="00B050"/>
                    </a:solidFill>
                    <a:effectLst/>
                    <a:latin typeface="Comic Sans MS" panose="030F0702030302020204" pitchFamily="66" charset="0"/>
                  </a:rPr>
                  <a:t>itereation</a:t>
                </a:r>
                <a:r>
                  <a:rPr lang="en-US" sz="2800" b="1" i="0" dirty="0">
                    <a:solidFill>
                      <a:srgbClr val="00B050"/>
                    </a:solidFill>
                    <a:effectLst/>
                    <a:latin typeface="Comic Sans MS" panose="030F0702030302020204" pitchFamily="66" charset="0"/>
                  </a:rPr>
                  <a:t>) + P(getting x in 2nd </a:t>
                </a:r>
                <a:r>
                  <a:rPr lang="en-US" sz="2800" b="1" i="0" dirty="0" err="1">
                    <a:solidFill>
                      <a:srgbClr val="00B050"/>
                    </a:solidFill>
                    <a:effectLst/>
                    <a:latin typeface="Comic Sans MS" panose="030F0702030302020204" pitchFamily="66" charset="0"/>
                  </a:rPr>
                  <a:t>itereation</a:t>
                </a:r>
                <a:r>
                  <a:rPr lang="en-US" sz="2800" b="1" i="0" dirty="0">
                    <a:solidFill>
                      <a:srgbClr val="00B050"/>
                    </a:solidFill>
                    <a:effectLst/>
                    <a:latin typeface="Comic Sans MS" panose="030F0702030302020204" pitchFamily="66" charset="0"/>
                  </a:rPr>
                  <a:t>) + …….. </a:t>
                </a:r>
                <a:r>
                  <a:rPr lang="en-US" sz="2800" b="1" dirty="0">
                    <a:solidFill>
                      <a:srgbClr val="00B050"/>
                    </a:solidFill>
                    <a:latin typeface="Comic Sans MS" panose="030F0702030302020204" pitchFamily="66" charset="0"/>
                  </a:rPr>
                  <a:t>…..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P(success)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IN" sz="2800" b="1" i="1" smtClean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+ </m:t>
                    </m:r>
                    <m:f>
                      <m:fPr>
                        <m:ctrlPr>
                          <a:rPr lang="en-US" sz="28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IN" sz="2800" b="1" i="1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IN" sz="28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IN" sz="2800" b="1" i="1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IN" sz="28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IN" sz="2800" b="1" i="1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IN" sz="2800" b="1" i="1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IN" sz="28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…………………</a:t>
                </a:r>
                <a14:m>
                  <m:oMath xmlns:m="http://schemas.openxmlformats.org/officeDocument/2006/math">
                    <m:r>
                      <a:rPr lang="en-IN" sz="2800" b="1" i="1" dirty="0" smtClean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</m:t>
                    </m:r>
                  </m:oMath>
                </a14:m>
                <a:endParaRPr lang="en-IN" sz="28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IN" sz="2800" b="1" dirty="0">
                    <a:solidFill>
                      <a:srgbClr val="00B05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mic Sans MS" panose="030F0702030302020204" pitchFamily="66" charset="0"/>
                  </a:rPr>
                  <a:t>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IN" sz="2800" b="1" i="1" smtClean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800" b="1" i="1" smtClean="0">
                            <a:solidFill>
                              <a:srgbClr val="00B050"/>
                            </a:solidFill>
                            <a:effectLst>
                              <a:outerShdw blurRad="38100" dist="38100" dir="2700000" algn="tl">
                                <a:srgbClr val="000000">
                                  <a:alpha val="43137"/>
                                </a:srgbClr>
                              </a:outerShdw>
                            </a:effectLst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IN" sz="2800" b="1" i="1" smtClean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b="1" i="1" smtClean="0">
                        <a:solidFill>
                          <a:srgbClr val="00B05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endParaRPr lang="en-IN" sz="2800" b="1" dirty="0">
                  <a:solidFill>
                    <a:srgbClr val="00B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22992B-9542-5BC1-4905-C80AACDCC1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936" y="2180245"/>
                <a:ext cx="11944064" cy="3252814"/>
              </a:xfrm>
              <a:prstGeom prst="rect">
                <a:avLst/>
              </a:prstGeom>
              <a:blipFill>
                <a:blip r:embed="rId8"/>
                <a:stretch>
                  <a:fillRect l="-1123" r="-1021" b="-11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458012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D8EE3-E435-8F7B-27A9-5A25A7E0F3F2}"/>
              </a:ext>
            </a:extLst>
          </p:cNvPr>
          <p:cNvSpPr txBox="1"/>
          <p:nvPr/>
        </p:nvSpPr>
        <p:spPr>
          <a:xfrm>
            <a:off x="0" y="1230378"/>
            <a:ext cx="11944064" cy="5191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Advantages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242424"/>
                </a:solidFill>
                <a:latin typeface="Comic Sans MS" panose="030F0702030302020204" pitchFamily="66" charset="0"/>
              </a:rPr>
              <a:t>Randomness often helps in significant reduction of work involved in finding correct Solution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Simplicity : 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Simple in nature. Uses pseudo random number generator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i="0" dirty="0">
                <a:solidFill>
                  <a:srgbClr val="242424"/>
                </a:solidFill>
                <a:effectLst/>
                <a:latin typeface="source-serif-pro"/>
              </a:rPr>
              <a:t>Very Efficient : </a:t>
            </a:r>
            <a:r>
              <a:rPr lang="en-US" sz="2800" b="0" i="0" dirty="0">
                <a:solidFill>
                  <a:srgbClr val="242424"/>
                </a:solidFill>
                <a:effectLst/>
                <a:latin typeface="source-serif-pro"/>
              </a:rPr>
              <a:t>These algorithms are efficient as compared to deterministic algorithms. Deterministic Algorithms take a long time whereas Randomized Algorithms take less time to run.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026866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D8EE3-E435-8F7B-27A9-5A25A7E0F3F2}"/>
              </a:ext>
            </a:extLst>
          </p:cNvPr>
          <p:cNvSpPr txBox="1"/>
          <p:nvPr/>
        </p:nvSpPr>
        <p:spPr>
          <a:xfrm>
            <a:off x="0" y="1230378"/>
            <a:ext cx="11944064" cy="1959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Disadvantages 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242424"/>
                </a:solidFill>
                <a:latin typeface="Comic Sans MS" panose="030F0702030302020204" pitchFamily="66" charset="0"/>
              </a:rPr>
              <a:t>Loss of confidence in correctness of solution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128BEF-5032-C818-CBA0-361EF00C2B66}"/>
              </a:ext>
            </a:extLst>
          </p:cNvPr>
          <p:cNvSpPr txBox="1"/>
          <p:nvPr/>
        </p:nvSpPr>
        <p:spPr>
          <a:xfrm>
            <a:off x="123968" y="3793469"/>
            <a:ext cx="11944064" cy="2606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Note: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242424"/>
                </a:solidFill>
                <a:latin typeface="Comic Sans MS" panose="030F0702030302020204" pitchFamily="66" charset="0"/>
              </a:rPr>
              <a:t>       This loss can be reduced by repeated application of randomized algorithm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63042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D8EE3-E435-8F7B-27A9-5A25A7E0F3F2}"/>
              </a:ext>
            </a:extLst>
          </p:cNvPr>
          <p:cNvSpPr txBox="1"/>
          <p:nvPr/>
        </p:nvSpPr>
        <p:spPr>
          <a:xfrm>
            <a:off x="0" y="1230378"/>
            <a:ext cx="11944064" cy="2606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>
                <a:solidFill>
                  <a:srgbClr val="242424"/>
                </a:solidFill>
                <a:effectLst/>
                <a:latin typeface="Comic Sans MS" panose="030F0702030302020204" pitchFamily="66" charset="0"/>
              </a:rPr>
              <a:t>Types of Randomized Algorithm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242424"/>
                </a:solidFill>
                <a:latin typeface="Comic Sans MS" panose="030F0702030302020204" pitchFamily="66" charset="0"/>
              </a:rPr>
              <a:t>Lass-Vegas Algorithm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800" b="1" dirty="0">
                <a:solidFill>
                  <a:srgbClr val="242424"/>
                </a:solidFill>
                <a:latin typeface="Comic Sans MS" panose="030F0702030302020204" pitchFamily="66" charset="0"/>
              </a:rPr>
              <a:t>Monte-Carlo Algorithm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sz="28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17095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98D5DE-DEE6-7C15-7E7B-440FED909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C00000"/>
                </a:solidFill>
              </a:rPr>
              <a:t>Las Vegas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57F84-422B-28E9-84BC-2A31DFECE0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It always produces correct solution</a:t>
            </a:r>
          </a:p>
          <a:p>
            <a:endParaRPr lang="en-IN" dirty="0"/>
          </a:p>
          <a:p>
            <a:r>
              <a:rPr lang="en-IN" dirty="0"/>
              <a:t>Time is not fixed for the same input (Gambling with time)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27F6B-5BFE-72CD-72AF-87A24DA458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dirty="0">
                <a:solidFill>
                  <a:srgbClr val="C00000"/>
                </a:solidFill>
              </a:rPr>
              <a:t>Monte Carlo Algorithm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8000E2-DD45-D838-878B-65B223832BF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It may or may not produce the correct solution</a:t>
            </a:r>
          </a:p>
          <a:p>
            <a:endParaRPr lang="en-IN" dirty="0"/>
          </a:p>
          <a:p>
            <a:r>
              <a:rPr lang="en-IN" dirty="0"/>
              <a:t>It runs for finite no. of iteration(Gambling with the correctness of solution)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6878B48-24E4-68AC-437B-9C6F188457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</p:spTree>
    <p:extLst>
      <p:ext uri="{BB962C8B-B14F-4D97-AF65-F5344CB8AC3E}">
        <p14:creationId xmlns:p14="http://schemas.microsoft.com/office/powerpoint/2010/main" val="102408703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9451D-40A3-401E-1AFA-A91A13C3B64D}"/>
              </a:ext>
            </a:extLst>
          </p:cNvPr>
          <p:cNvSpPr txBox="1"/>
          <p:nvPr/>
        </p:nvSpPr>
        <p:spPr>
          <a:xfrm>
            <a:off x="318419" y="1537786"/>
            <a:ext cx="6457304" cy="3898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 err="1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Randomized_Search</a:t>
            </a:r>
            <a:r>
              <a:rPr lang="en-US" sz="28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Repeat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       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 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random_number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(0,n-1)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        if x == A[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i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]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             return i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Until(x is  </a:t>
            </a:r>
            <a:r>
              <a:rPr lang="en-US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NOT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 found)</a:t>
            </a:r>
            <a:endParaRPr lang="en-IN" sz="2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757DF5AA-4080-2A9C-508F-21D8F0214296}"/>
              </a:ext>
            </a:extLst>
          </p:cNvPr>
          <p:cNvSpPr/>
          <p:nvPr/>
        </p:nvSpPr>
        <p:spPr>
          <a:xfrm>
            <a:off x="7952509" y="3920836"/>
            <a:ext cx="3532909" cy="1515774"/>
          </a:xfrm>
          <a:prstGeom prst="wedgeRectCallout">
            <a:avLst>
              <a:gd name="adj1" fmla="val -112206"/>
              <a:gd name="adj2" fmla="val -325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LAS-VEGAS Algorithm</a:t>
            </a:r>
          </a:p>
        </p:txBody>
      </p:sp>
    </p:spTree>
    <p:extLst>
      <p:ext uri="{BB962C8B-B14F-4D97-AF65-F5344CB8AC3E}">
        <p14:creationId xmlns:p14="http://schemas.microsoft.com/office/powerpoint/2010/main" val="3999727636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Algorithm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9451D-40A3-401E-1AFA-A91A13C3B64D}"/>
              </a:ext>
            </a:extLst>
          </p:cNvPr>
          <p:cNvSpPr txBox="1"/>
          <p:nvPr/>
        </p:nvSpPr>
        <p:spPr>
          <a:xfrm>
            <a:off x="318419" y="1537786"/>
            <a:ext cx="6457304" cy="38988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i="0" dirty="0" err="1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Randomized_Search</a:t>
            </a:r>
            <a:r>
              <a:rPr lang="en-US" sz="28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latin typeface="Comic Sans MS" panose="030F0702030302020204" pitchFamily="66" charset="0"/>
              </a:rPr>
              <a:t>Repeat 400 times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       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i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 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 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random_number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(0,n-1)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        if x == A[</a:t>
            </a: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i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]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             return i</a:t>
            </a:r>
          </a:p>
          <a:p>
            <a:pPr algn="just">
              <a:lnSpc>
                <a:spcPct val="150000"/>
              </a:lnSpc>
            </a:pPr>
            <a:r>
              <a:rPr lang="en-US" sz="2800" b="1" dirty="0" err="1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Rturn</a:t>
            </a:r>
            <a:r>
              <a:rPr lang="en-US" sz="28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sym typeface="Wingdings" panose="05000000000000000000" pitchFamily="2" charset="2"/>
              </a:rPr>
              <a:t> “fail”</a:t>
            </a:r>
            <a:endParaRPr lang="en-IN" sz="28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  <p:sp>
        <p:nvSpPr>
          <p:cNvPr id="2" name="Speech Bubble: Rectangle 1">
            <a:extLst>
              <a:ext uri="{FF2B5EF4-FFF2-40B4-BE49-F238E27FC236}">
                <a16:creationId xmlns:a16="http://schemas.microsoft.com/office/drawing/2014/main" id="{757DF5AA-4080-2A9C-508F-21D8F0214296}"/>
              </a:ext>
            </a:extLst>
          </p:cNvPr>
          <p:cNvSpPr/>
          <p:nvPr/>
        </p:nvSpPr>
        <p:spPr>
          <a:xfrm>
            <a:off x="7952509" y="3920836"/>
            <a:ext cx="3532909" cy="1515774"/>
          </a:xfrm>
          <a:prstGeom prst="wedgeRectCallout">
            <a:avLst>
              <a:gd name="adj1" fmla="val -112206"/>
              <a:gd name="adj2" fmla="val -3255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MONTE-CARLO Algorithm</a:t>
            </a:r>
          </a:p>
        </p:txBody>
      </p:sp>
    </p:spTree>
    <p:extLst>
      <p:ext uri="{BB962C8B-B14F-4D97-AF65-F5344CB8AC3E}">
        <p14:creationId xmlns:p14="http://schemas.microsoft.com/office/powerpoint/2010/main" val="892443699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AC32B4-18B2-C039-E863-80E6CB77A933}"/>
              </a:ext>
            </a:extLst>
          </p:cNvPr>
          <p:cNvSpPr txBox="1"/>
          <p:nvPr/>
        </p:nvSpPr>
        <p:spPr>
          <a:xfrm>
            <a:off x="1837837" y="2822713"/>
            <a:ext cx="105089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dirty="0">
                <a:solidFill>
                  <a:srgbClr val="FF0000"/>
                </a:solidFill>
                <a:latin typeface="Arial Black" panose="020B0A04020102020204" pitchFamily="34" charset="0"/>
              </a:rPr>
              <a:t>Lecture:</a:t>
            </a:r>
            <a:r>
              <a:rPr lang="en-IN" sz="9600" dirty="0">
                <a:solidFill>
                  <a:srgbClr val="00B050"/>
                </a:solidFill>
                <a:latin typeface="Arial Black" panose="020B0A04020102020204" pitchFamily="34" charset="0"/>
              </a:rPr>
              <a:t>36</a:t>
            </a:r>
            <a:endParaRPr lang="en-IN" sz="6000" dirty="0">
              <a:solidFill>
                <a:srgbClr val="00B05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86340E-09B8-47F0-DCA1-49B1ECFFBB98}"/>
              </a:ext>
            </a:extLst>
          </p:cNvPr>
          <p:cNvSpPr txBox="1"/>
          <p:nvPr/>
        </p:nvSpPr>
        <p:spPr>
          <a:xfrm>
            <a:off x="10546080" y="168813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22Nov 2023</a:t>
            </a:r>
          </a:p>
        </p:txBody>
      </p:sp>
    </p:spTree>
    <p:extLst>
      <p:ext uri="{BB962C8B-B14F-4D97-AF65-F5344CB8AC3E}">
        <p14:creationId xmlns:p14="http://schemas.microsoft.com/office/powerpoint/2010/main" val="4190529822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Quick Sort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BA7C0C-0844-8317-0F3A-842FF7A3F7E9}"/>
              </a:ext>
            </a:extLst>
          </p:cNvPr>
          <p:cNvSpPr txBox="1"/>
          <p:nvPr/>
        </p:nvSpPr>
        <p:spPr>
          <a:xfrm>
            <a:off x="692727" y="2313709"/>
            <a:ext cx="110278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Pivot</a:t>
            </a:r>
            <a:r>
              <a:rPr lang="en-IN" sz="4800" dirty="0"/>
              <a:t> in each partition is selected </a:t>
            </a:r>
            <a:r>
              <a:rPr lang="en-IN" sz="48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Randomly</a:t>
            </a:r>
          </a:p>
        </p:txBody>
      </p:sp>
    </p:spTree>
    <p:extLst>
      <p:ext uri="{BB962C8B-B14F-4D97-AF65-F5344CB8AC3E}">
        <p14:creationId xmlns:p14="http://schemas.microsoft.com/office/powerpoint/2010/main" val="1476501323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Quick Sort</a:t>
            </a: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CE9A2D05-890B-93AF-650A-689B8779710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55"/>
          <a:stretch/>
        </p:blipFill>
        <p:spPr bwMode="auto">
          <a:xfrm>
            <a:off x="245051" y="969625"/>
            <a:ext cx="9106767" cy="5876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3847288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Randomized Quick Sort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A11B71-60C4-35E6-C822-4633B6D6313C}"/>
              </a:ext>
            </a:extLst>
          </p:cNvPr>
          <p:cNvSpPr txBox="1"/>
          <p:nvPr/>
        </p:nvSpPr>
        <p:spPr>
          <a:xfrm>
            <a:off x="506186" y="1943100"/>
            <a:ext cx="81806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Average Cost = </a:t>
            </a:r>
            <a:r>
              <a:rPr lang="en-IN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</a:t>
            </a:r>
            <a:r>
              <a:rPr lang="en-IN" sz="60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nlogn</a:t>
            </a:r>
            <a:r>
              <a:rPr lang="en-IN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B656DD-DE38-22B5-7D47-5A9CC1C6BDEE}"/>
              </a:ext>
            </a:extLst>
          </p:cNvPr>
          <p:cNvSpPr txBox="1"/>
          <p:nvPr/>
        </p:nvSpPr>
        <p:spPr>
          <a:xfrm>
            <a:off x="658586" y="4152704"/>
            <a:ext cx="81806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Worst Cost = </a:t>
            </a:r>
            <a:r>
              <a:rPr lang="en-IN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O(n</a:t>
            </a:r>
            <a:r>
              <a:rPr lang="en-IN" sz="6000" b="1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en-IN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</a:t>
            </a:r>
          </a:p>
        </p:txBody>
      </p:sp>
      <p:sp>
        <p:nvSpPr>
          <p:cNvPr id="3" name="Speech Bubble: Rectangle 2">
            <a:extLst>
              <a:ext uri="{FF2B5EF4-FFF2-40B4-BE49-F238E27FC236}">
                <a16:creationId xmlns:a16="http://schemas.microsoft.com/office/drawing/2014/main" id="{C5EEA30E-BC0A-B8D9-7F10-02FCC1B45B2B}"/>
              </a:ext>
            </a:extLst>
          </p:cNvPr>
          <p:cNvSpPr/>
          <p:nvPr/>
        </p:nvSpPr>
        <p:spPr>
          <a:xfrm>
            <a:off x="5110843" y="5470071"/>
            <a:ext cx="5208814" cy="1015663"/>
          </a:xfrm>
          <a:prstGeom prst="wedgeRectCallout">
            <a:avLst>
              <a:gd name="adj1" fmla="val -30864"/>
              <a:gd name="adj2" fmla="val -93445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Less Likelihood</a:t>
            </a:r>
          </a:p>
        </p:txBody>
      </p:sp>
    </p:spTree>
    <p:extLst>
      <p:ext uri="{BB962C8B-B14F-4D97-AF65-F5344CB8AC3E}">
        <p14:creationId xmlns:p14="http://schemas.microsoft.com/office/powerpoint/2010/main" val="291048274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3265714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</p:spTree>
    <p:extLst>
      <p:ext uri="{BB962C8B-B14F-4D97-AF65-F5344CB8AC3E}">
        <p14:creationId xmlns:p14="http://schemas.microsoft.com/office/powerpoint/2010/main" val="183526145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Offline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0EF3E-E22E-705D-0ED8-88F31DDC6672}"/>
              </a:ext>
            </a:extLst>
          </p:cNvPr>
          <p:cNvSpPr txBox="1"/>
          <p:nvPr/>
        </p:nvSpPr>
        <p:spPr>
          <a:xfrm>
            <a:off x="193964" y="1141327"/>
            <a:ext cx="1154047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O</a:t>
            </a:r>
            <a:r>
              <a:rPr lang="en-US" sz="36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ffline algorithm</a:t>
            </a:r>
            <a:r>
              <a:rPr lang="en-US" sz="3600" b="0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is an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algorithm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whose </a:t>
            </a:r>
            <a:r>
              <a:rPr lang="en-US" sz="2800" b="1" i="0" dirty="0">
                <a:effectLst/>
                <a:latin typeface="Comic Sans MS" panose="030F0702030302020204" pitchFamily="66" charset="0"/>
              </a:rPr>
              <a:t>input data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is </a:t>
            </a:r>
            <a:r>
              <a:rPr lang="en-US" sz="2800" b="1" i="0" dirty="0">
                <a:effectLst/>
                <a:latin typeface="Comic Sans MS" panose="030F0702030302020204" pitchFamily="66" charset="0"/>
              </a:rPr>
              <a:t>given to the algorithm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28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when the algorithm begins to execute</a:t>
            </a:r>
            <a:endParaRPr lang="en-IN" sz="28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AB2FC78-5BB3-E769-F6FC-C8AB50857A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64469" y="2436543"/>
            <a:ext cx="5265131" cy="4425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51531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Offline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0EF3E-E22E-705D-0ED8-88F31DDC6672}"/>
              </a:ext>
            </a:extLst>
          </p:cNvPr>
          <p:cNvSpPr txBox="1"/>
          <p:nvPr/>
        </p:nvSpPr>
        <p:spPr>
          <a:xfrm>
            <a:off x="193964" y="1141327"/>
            <a:ext cx="11540476" cy="4147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Any </a:t>
            </a:r>
            <a:r>
              <a:rPr lang="en-US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sorting algorithm</a:t>
            </a:r>
            <a:endParaRPr lang="en-US" sz="3600" b="0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  <a:p>
            <a:pPr marL="571500" indent="-5715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 data of a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sorting algorithm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is </a:t>
            </a:r>
            <a:r>
              <a:rPr lang="en-US" sz="3600" b="1" i="1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given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in an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input file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and it is usually read into an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array</a:t>
            </a:r>
          </a:p>
          <a:p>
            <a:pPr marL="571500" indent="-57150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When the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sorting algorithm </a:t>
            </a:r>
            <a:r>
              <a:rPr lang="en-US" sz="3600" b="1" i="1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begins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all input data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is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available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in the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array</a:t>
            </a:r>
            <a:endParaRPr lang="en-US" sz="3600" b="0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396293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60EF3E-E22E-705D-0ED8-88F31DDC6672}"/>
              </a:ext>
            </a:extLst>
          </p:cNvPr>
          <p:cNvSpPr txBox="1"/>
          <p:nvPr/>
        </p:nvSpPr>
        <p:spPr>
          <a:xfrm>
            <a:off x="193964" y="1141327"/>
            <a:ext cx="123028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An </a:t>
            </a:r>
            <a:r>
              <a:rPr lang="en-US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online algorithm</a:t>
            </a:r>
            <a:r>
              <a:rPr lang="en-US" sz="36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 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is an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algorithm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 that can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process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 its input </a:t>
            </a:r>
            <a:r>
              <a:rPr lang="en-US" sz="3600" b="1" i="1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piece-by-piece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 in a </a:t>
            </a:r>
            <a:r>
              <a:rPr lang="en-US" sz="36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serial fashion</a:t>
            </a:r>
            <a:r>
              <a:rPr lang="en-US" sz="3600" b="0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3600" b="0" i="0" dirty="0">
              <a:solidFill>
                <a:srgbClr val="000000"/>
              </a:solidFill>
              <a:effectLst/>
              <a:latin typeface="Comic Sans MS" panose="030F0702030302020204" pitchFamily="66" charset="0"/>
              <a:ea typeface="STXinwei" panose="020B0503020204020204" pitchFamily="2" charset="-122"/>
            </a:endParaRPr>
          </a:p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The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algorithm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 processes the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input data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 as they </a:t>
            </a:r>
            <a:r>
              <a:rPr lang="en-US" sz="3600" b="0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come in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, </a:t>
            </a:r>
            <a:r>
              <a:rPr lang="en-US" sz="3600" b="1" i="1" dirty="0">
                <a:solidFill>
                  <a:srgbClr val="7030A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without</a:t>
            </a:r>
            <a:r>
              <a:rPr lang="en-US" sz="36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 having the entire input available from the start</a:t>
            </a:r>
            <a:r>
              <a:rPr lang="en-US" sz="3600" b="0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  <a:ea typeface="STXinwei" panose="020B0503020204020204" pitchFamily="2" charset="-122"/>
              </a:rPr>
              <a:t>.</a:t>
            </a:r>
          </a:p>
          <a:p>
            <a:br>
              <a:rPr lang="en-US" sz="3600" dirty="0"/>
            </a:br>
            <a:endParaRPr lang="en-IN" sz="2800" b="1" dirty="0">
              <a:solidFill>
                <a:srgbClr val="00B05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856586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B6C61-9F23-B903-8B6C-9DAB793636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109" y="943287"/>
            <a:ext cx="9640720" cy="545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4496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CB6C61-9F23-B903-8B6C-9DAB793636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109" y="943287"/>
            <a:ext cx="9640720" cy="545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53927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27F93-F656-E38D-7418-195A80F62B8A}"/>
              </a:ext>
            </a:extLst>
          </p:cNvPr>
          <p:cNvSpPr txBox="1"/>
          <p:nvPr/>
        </p:nvSpPr>
        <p:spPr>
          <a:xfrm>
            <a:off x="498765" y="1733451"/>
            <a:ext cx="12663054" cy="214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Comic Sans MS" panose="030F0702030302020204" pitchFamily="66" charset="0"/>
                <a:ea typeface="STXinwei" panose="02010800040101010101" pitchFamily="2" charset="-122"/>
              </a:rPr>
              <a:t>Insertion Sort</a:t>
            </a:r>
          </a:p>
          <a:p>
            <a:pPr marL="571500" indent="-5715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sz="3600" dirty="0">
                <a:latin typeface="Comic Sans MS" panose="030F0702030302020204" pitchFamily="66" charset="0"/>
                <a:ea typeface="STXinwei" panose="02010800040101010101" pitchFamily="2" charset="-122"/>
              </a:rPr>
              <a:t>Greedy Algorithm</a:t>
            </a:r>
          </a:p>
        </p:txBody>
      </p:sp>
    </p:spTree>
    <p:extLst>
      <p:ext uri="{BB962C8B-B14F-4D97-AF65-F5344CB8AC3E}">
        <p14:creationId xmlns:p14="http://schemas.microsoft.com/office/powerpoint/2010/main" val="72747654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27F93-F656-E38D-7418-195A80F62B8A}"/>
              </a:ext>
            </a:extLst>
          </p:cNvPr>
          <p:cNvSpPr txBox="1"/>
          <p:nvPr/>
        </p:nvSpPr>
        <p:spPr>
          <a:xfrm>
            <a:off x="166255" y="1206978"/>
            <a:ext cx="108065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omic Sans MS" panose="030F0702030302020204" pitchFamily="66" charset="0"/>
                <a:ea typeface="STXinwei" panose="02010800040101010101" pitchFamily="2" charset="-122"/>
              </a:rPr>
              <a:t>Computing </a:t>
            </a:r>
            <a:r>
              <a:rPr lang="en-IN" sz="3600" b="1" dirty="0">
                <a:solidFill>
                  <a:srgbClr val="00B050"/>
                </a:solidFill>
                <a:latin typeface="Comic Sans MS" panose="030F0702030302020204" pitchFamily="66" charset="0"/>
                <a:ea typeface="STXinwei" panose="02010800040101010101" pitchFamily="2" charset="-122"/>
              </a:rPr>
              <a:t>maximum value </a:t>
            </a:r>
            <a:r>
              <a:rPr lang="en-IN" sz="3600" dirty="0">
                <a:latin typeface="Comic Sans MS" panose="030F0702030302020204" pitchFamily="66" charset="0"/>
                <a:ea typeface="STXinwei" panose="02010800040101010101" pitchFamily="2" charset="-122"/>
              </a:rPr>
              <a:t>in an input stream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085BAB-24C7-3A9E-1CEC-00FC3AFFDD3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71238" y="2021861"/>
            <a:ext cx="5765855" cy="415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4923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27F93-F656-E38D-7418-195A80F62B8A}"/>
              </a:ext>
            </a:extLst>
          </p:cNvPr>
          <p:cNvSpPr txBox="1"/>
          <p:nvPr/>
        </p:nvSpPr>
        <p:spPr>
          <a:xfrm>
            <a:off x="166255" y="1206978"/>
            <a:ext cx="126630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Comic Sans MS" panose="030F0702030302020204" pitchFamily="66" charset="0"/>
                <a:ea typeface="STXinwei" panose="02010800040101010101" pitchFamily="2" charset="-122"/>
              </a:rPr>
              <a:t>Computing </a:t>
            </a:r>
            <a:r>
              <a:rPr lang="en-US" sz="36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the </a:t>
            </a:r>
            <a:r>
              <a:rPr lang="en-US" sz="3600" b="1" i="1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sum</a:t>
            </a:r>
            <a:r>
              <a:rPr lang="en-US" sz="36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36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of the value in an input stream:</a:t>
            </a:r>
            <a:endParaRPr lang="en-IN" sz="3600" dirty="0">
              <a:latin typeface="Comic Sans MS" panose="030F0702030302020204" pitchFamily="66" charset="0"/>
              <a:ea typeface="STXinwei" panose="02010800040101010101" pitchFamily="2" charset="-122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231320-5F8D-4C56-4912-0F52EB63E5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30263" y="1987778"/>
            <a:ext cx="7261882" cy="479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468404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27F93-F656-E38D-7418-195A80F62B8A}"/>
              </a:ext>
            </a:extLst>
          </p:cNvPr>
          <p:cNvSpPr txBox="1"/>
          <p:nvPr/>
        </p:nvSpPr>
        <p:spPr>
          <a:xfrm>
            <a:off x="166255" y="1206978"/>
            <a:ext cx="116793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dirty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36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hallenges of designing online algorithms:</a:t>
            </a:r>
          </a:p>
          <a:p>
            <a:pPr algn="l"/>
            <a:endParaRPr lang="en-US" sz="3600" b="0" i="0" dirty="0">
              <a:solidFill>
                <a:srgbClr val="1F1F1F"/>
              </a:solidFill>
              <a:effectLst/>
              <a:latin typeface="Comic Sans MS" panose="030F0702030302020204" pitchFamily="66" charset="0"/>
            </a:endParaRPr>
          </a:p>
          <a:p>
            <a:pPr algn="l"/>
            <a:r>
              <a:rPr lang="en-US" sz="3600" b="1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Uncertainty</a:t>
            </a:r>
            <a:r>
              <a:rPr lang="en-US" sz="3600" b="0" i="0" dirty="0">
                <a:solidFill>
                  <a:srgbClr val="1F1F1F"/>
                </a:solidFill>
                <a:effectLst/>
                <a:latin typeface="Comic Sans MS" panose="030F0702030302020204" pitchFamily="66" charset="0"/>
              </a:rPr>
              <a:t>: </a:t>
            </a:r>
          </a:p>
          <a:p>
            <a:pPr algn="just"/>
            <a:r>
              <a:rPr lang="en-US" sz="3600" b="0" i="0" dirty="0">
                <a:solidFill>
                  <a:srgbClr val="1F1F1F"/>
                </a:solidFill>
                <a:effectLst/>
                <a:latin typeface="Comic Sans MS" panose="030F0702030302020204" pitchFamily="66" charset="0"/>
              </a:rPr>
              <a:t>Online algorithms must make decisions without knowing all of the input data. This can make it difficult to choose the best course of action.</a:t>
            </a:r>
          </a:p>
          <a:p>
            <a:pPr algn="l"/>
            <a:endParaRPr lang="en-US" sz="3600" b="0" i="0" dirty="0">
              <a:solidFill>
                <a:srgbClr val="1F1F1F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61568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27F93-F656-E38D-7418-195A80F62B8A}"/>
              </a:ext>
            </a:extLst>
          </p:cNvPr>
          <p:cNvSpPr txBox="1"/>
          <p:nvPr/>
        </p:nvSpPr>
        <p:spPr>
          <a:xfrm>
            <a:off x="166255" y="1206978"/>
            <a:ext cx="116793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dirty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36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hallenges of designing online algorithms:</a:t>
            </a:r>
          </a:p>
          <a:p>
            <a:pPr algn="l"/>
            <a:endParaRPr lang="en-US" sz="3600" b="1" i="0" dirty="0">
              <a:solidFill>
                <a:srgbClr val="00B050"/>
              </a:solidFill>
              <a:effectLst/>
              <a:latin typeface="Comic Sans MS" panose="030F0702030302020204" pitchFamily="66" charset="0"/>
            </a:endParaRPr>
          </a:p>
          <a:p>
            <a:pPr algn="l"/>
            <a:r>
              <a:rPr lang="en-US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Adaptability: </a:t>
            </a:r>
          </a:p>
          <a:p>
            <a:pPr algn="just"/>
            <a:r>
              <a:rPr lang="en-US" sz="3600" b="0" i="0" dirty="0">
                <a:solidFill>
                  <a:srgbClr val="1F1F1F"/>
                </a:solidFill>
                <a:effectLst/>
                <a:latin typeface="Comic Sans MS" panose="030F0702030302020204" pitchFamily="66" charset="0"/>
              </a:rPr>
              <a:t>Online algorithms must be able to adapt to changing input patterns. For example, an online caching algorithm must be able to adapt to changes in user access patterns.</a:t>
            </a:r>
          </a:p>
        </p:txBody>
      </p:sp>
    </p:spTree>
    <p:extLst>
      <p:ext uri="{BB962C8B-B14F-4D97-AF65-F5344CB8AC3E}">
        <p14:creationId xmlns:p14="http://schemas.microsoft.com/office/powerpoint/2010/main" val="263432893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27F93-F656-E38D-7418-195A80F62B8A}"/>
              </a:ext>
            </a:extLst>
          </p:cNvPr>
          <p:cNvSpPr txBox="1"/>
          <p:nvPr/>
        </p:nvSpPr>
        <p:spPr>
          <a:xfrm>
            <a:off x="166255" y="1206978"/>
            <a:ext cx="1167938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600" b="1" dirty="0">
                <a:solidFill>
                  <a:srgbClr val="00B050"/>
                </a:solidFill>
                <a:latin typeface="Comic Sans MS" panose="030F0702030302020204" pitchFamily="66" charset="0"/>
              </a:rPr>
              <a:t>C</a:t>
            </a:r>
            <a:r>
              <a:rPr lang="en-US" sz="3600" b="1" i="0" dirty="0">
                <a:solidFill>
                  <a:srgbClr val="00B050"/>
                </a:solidFill>
                <a:effectLst/>
                <a:latin typeface="Comic Sans MS" panose="030F0702030302020204" pitchFamily="66" charset="0"/>
              </a:rPr>
              <a:t>hallenges of designing online algorithms:</a:t>
            </a:r>
          </a:p>
          <a:p>
            <a:pPr algn="l"/>
            <a:endParaRPr lang="en-US" sz="3600" b="0" i="0" dirty="0">
              <a:solidFill>
                <a:srgbClr val="1F1F1F"/>
              </a:solidFill>
              <a:effectLst/>
              <a:latin typeface="Comic Sans MS" panose="030F0702030302020204" pitchFamily="66" charset="0"/>
            </a:endParaRPr>
          </a:p>
          <a:p>
            <a:pPr algn="l"/>
            <a:r>
              <a:rPr lang="en-US" sz="36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Efficiency: </a:t>
            </a:r>
          </a:p>
          <a:p>
            <a:pPr algn="just"/>
            <a:r>
              <a:rPr lang="en-US" sz="3600" b="0" i="0" dirty="0">
                <a:solidFill>
                  <a:srgbClr val="1F1F1F"/>
                </a:solidFill>
                <a:effectLst/>
                <a:latin typeface="Comic Sans MS" panose="030F0702030302020204" pitchFamily="66" charset="0"/>
              </a:rPr>
              <a:t>Online algorithms must be efficient, as they are often used in real-time applications. This means that they must make decisions quickly and use limited resources.</a:t>
            </a:r>
          </a:p>
        </p:txBody>
      </p:sp>
    </p:spTree>
    <p:extLst>
      <p:ext uri="{BB962C8B-B14F-4D97-AF65-F5344CB8AC3E}">
        <p14:creationId xmlns:p14="http://schemas.microsoft.com/office/powerpoint/2010/main" val="95206643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A827F93-F656-E38D-7418-195A80F62B8A}"/>
                  </a:ext>
                </a:extLst>
              </p:cNvPr>
              <p:cNvSpPr txBox="1"/>
              <p:nvPr/>
            </p:nvSpPr>
            <p:spPr>
              <a:xfrm>
                <a:off x="166255" y="1206978"/>
                <a:ext cx="11679381" cy="3744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/>
                  <a:t>For a sequence of request </a:t>
                </a:r>
                <a14:m>
                  <m:oMath xmlns:m="http://schemas.openxmlformats.org/officeDocument/2006/math">
                    <m:r>
                      <a:rPr lang="en-US" sz="3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3600" dirty="0"/>
                  <a:t> , let </a:t>
                </a:r>
              </a:p>
              <a:p>
                <a:r>
                  <a:rPr lang="en-US" sz="3600" b="1" dirty="0">
                    <a:solidFill>
                      <a:srgbClr val="00B050"/>
                    </a:solidFill>
                  </a:rPr>
                  <a:t>OPT(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sz="3600" b="1" dirty="0">
                    <a:solidFill>
                      <a:srgbClr val="00B050"/>
                    </a:solidFill>
                  </a:rPr>
                  <a:t> ) </a:t>
                </a:r>
                <a:r>
                  <a:rPr lang="en-US" sz="3600" dirty="0"/>
                  <a:t>= </a:t>
                </a:r>
                <a:r>
                  <a:rPr lang="en-US" sz="3600" dirty="0">
                    <a:solidFill>
                      <a:srgbClr val="7030A0"/>
                    </a:solidFill>
                  </a:rPr>
                  <a:t>cost incurred by the best possible offline algorithm</a:t>
                </a:r>
              </a:p>
              <a:p>
                <a:r>
                  <a:rPr lang="en-US" sz="3600" b="1" dirty="0">
                    <a:solidFill>
                      <a:srgbClr val="FF0000"/>
                    </a:solidFill>
                  </a:rPr>
                  <a:t>ALG(</a:t>
                </a:r>
                <a14:m>
                  <m:oMath xmlns:m="http://schemas.openxmlformats.org/officeDocument/2006/math">
                    <m:r>
                      <a:rPr lang="en-US" sz="36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sz="3600" b="1" dirty="0">
                    <a:solidFill>
                      <a:srgbClr val="FF0000"/>
                    </a:solidFill>
                  </a:rPr>
                  <a:t> ) </a:t>
                </a:r>
                <a:r>
                  <a:rPr lang="en-US" sz="3600" dirty="0"/>
                  <a:t>= </a:t>
                </a:r>
                <a:r>
                  <a:rPr lang="en-US" sz="3600" dirty="0">
                    <a:solidFill>
                      <a:srgbClr val="0070C0"/>
                    </a:solidFill>
                  </a:rPr>
                  <a:t>cost incurred by the online algorithm </a:t>
                </a:r>
              </a:p>
              <a:p>
                <a:endParaRPr lang="en-US" sz="3600" dirty="0"/>
              </a:p>
              <a:p>
                <a:r>
                  <a:rPr lang="en-US" sz="3600" dirty="0"/>
                  <a:t>       </a:t>
                </a:r>
              </a:p>
              <a:p>
                <a:r>
                  <a:rPr lang="en-US" sz="3600" dirty="0"/>
                  <a:t>              </a:t>
                </a:r>
                <a:r>
                  <a:rPr lang="en-US" sz="3600" dirty="0">
                    <a:solidFill>
                      <a:srgbClr val="002060"/>
                    </a:solidFill>
                  </a:rPr>
                  <a:t>competitive ratio </a:t>
                </a:r>
                <a:r>
                  <a:rPr lang="en-US" sz="3600" dirty="0"/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36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36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lim>
                        </m:limLow>
                      </m:fName>
                      <m:e>
                        <m:f>
                          <m:fPr>
                            <m:ctrlPr>
                              <a:rPr lang="en-US" sz="36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3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𝑶𝑷𝑻</m:t>
                            </m:r>
                            <m:r>
                              <a:rPr lang="en-IN" sz="3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3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IN" sz="3600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𝑨𝑳𝑮</m:t>
                            </m:r>
                            <m:r>
                              <a:rPr lang="en-IN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𝝈</m:t>
                            </m:r>
                            <m:r>
                              <a:rPr lang="en-IN" sz="36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3600" dirty="0"/>
                  <a:t> </a:t>
                </a:r>
                <a:endParaRPr lang="en-US" sz="3600" b="0" i="0" dirty="0">
                  <a:solidFill>
                    <a:srgbClr val="1F1F1F"/>
                  </a:solidFill>
                  <a:effectLst/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A827F93-F656-E38D-7418-195A80F62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255" y="1206978"/>
                <a:ext cx="11679381" cy="3744808"/>
              </a:xfrm>
              <a:prstGeom prst="rect">
                <a:avLst/>
              </a:prstGeom>
              <a:blipFill>
                <a:blip r:embed="rId8"/>
                <a:stretch>
                  <a:fillRect l="-1566" t="-2606" b="-48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8374910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27F93-F656-E38D-7418-195A80F62B8A}"/>
              </a:ext>
            </a:extLst>
          </p:cNvPr>
          <p:cNvSpPr txBox="1"/>
          <p:nvPr/>
        </p:nvSpPr>
        <p:spPr>
          <a:xfrm>
            <a:off x="166255" y="1206978"/>
            <a:ext cx="116793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Best choice problem</a:t>
            </a:r>
            <a:endParaRPr lang="en-US" sz="3600" b="1" i="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FE6C3-2079-E923-72AF-F9AEDDDFA524}"/>
              </a:ext>
            </a:extLst>
          </p:cNvPr>
          <p:cNvSpPr txBox="1"/>
          <p:nvPr/>
        </p:nvSpPr>
        <p:spPr>
          <a:xfrm>
            <a:off x="289946" y="2136957"/>
            <a:ext cx="11898086" cy="39090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omic Sans MS" panose="030F0702030302020204" pitchFamily="66" charset="0"/>
              </a:rPr>
              <a:t>You are allowed to take only one from a bag of diamonds, with different sizes that you do not know.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omic Sans MS" panose="030F0702030302020204" pitchFamily="66" charset="0"/>
              </a:rPr>
              <a:t>Each time a diamond is randomly taken from the bag and shown to you.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omic Sans MS" panose="030F0702030302020204" pitchFamily="66" charset="0"/>
              </a:rPr>
              <a:t>You now need to decide to take it or reject it.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omic Sans MS" panose="030F0702030302020204" pitchFamily="66" charset="0"/>
              </a:rPr>
              <a:t>If you take it the game stops; otherwise, the diamond is put away and a new one is taken from the bag.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Comic Sans MS" panose="030F0702030302020204" pitchFamily="66" charset="0"/>
              </a:rPr>
              <a:t>You cannot go back to take a diamond that has been put away.</a:t>
            </a:r>
            <a:endParaRPr lang="en-IN" sz="24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43809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27F93-F656-E38D-7418-195A80F62B8A}"/>
              </a:ext>
            </a:extLst>
          </p:cNvPr>
          <p:cNvSpPr txBox="1"/>
          <p:nvPr/>
        </p:nvSpPr>
        <p:spPr>
          <a:xfrm>
            <a:off x="256309" y="1537786"/>
            <a:ext cx="116786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00B050"/>
                </a:solidFill>
                <a:latin typeface="Comic Sans MS" panose="030F0702030302020204" pitchFamily="66" charset="0"/>
              </a:rPr>
              <a:t>What’s your best strategy to maximize the probability of getting the largest diamond?</a:t>
            </a:r>
            <a:endParaRPr lang="en-US" sz="3600" b="1" i="0" dirty="0">
              <a:solidFill>
                <a:srgbClr val="00B050"/>
              </a:solidFill>
              <a:effectLst/>
              <a:latin typeface="Comic Sans MS" panose="030F0702030302020204" pitchFamily="66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C6A3F9-83E6-1CA5-80FC-A18102F1F4D2}"/>
                  </a:ext>
                </a:extLst>
              </p:cNvPr>
              <p:cNvSpPr txBox="1"/>
              <p:nvPr/>
            </p:nvSpPr>
            <p:spPr>
              <a:xfrm>
                <a:off x="256309" y="3872899"/>
                <a:ext cx="11679381" cy="19365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3600" b="1" dirty="0">
                    <a:solidFill>
                      <a:srgbClr val="0070C0"/>
                    </a:solidFill>
                  </a:rPr>
                  <a:t>The optimal strategy is fairly simple: reject the first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r>
                          <a:rPr lang="en-IN" sz="3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𝒆</m:t>
                        </m:r>
                      </m:den>
                    </m:f>
                    <m:r>
                      <a:rPr lang="en-IN" sz="36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600" b="1" dirty="0">
                    <a:solidFill>
                      <a:srgbClr val="0070C0"/>
                    </a:solidFill>
                  </a:rPr>
                  <a:t>diamonds. After that take the first diamond that is larger than all diamonds you’ve ever seen</a:t>
                </a:r>
                <a:endParaRPr lang="en-US" sz="3600" b="1" i="0" dirty="0">
                  <a:solidFill>
                    <a:srgbClr val="0070C0"/>
                  </a:solidFill>
                  <a:effectLst/>
                  <a:latin typeface="Comic Sans MS" panose="030F0702030302020204" pitchFamily="66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C6A3F9-83E6-1CA5-80FC-A18102F1F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09" y="3872899"/>
                <a:ext cx="11679381" cy="1936556"/>
              </a:xfrm>
              <a:prstGeom prst="rect">
                <a:avLst/>
              </a:prstGeom>
              <a:blipFill>
                <a:blip r:embed="rId8"/>
                <a:stretch>
                  <a:fillRect l="-1566" t="-4717" r="-1618" b="-1100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963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Online Algorithm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A827F93-F656-E38D-7418-195A80F62B8A}"/>
              </a:ext>
            </a:extLst>
          </p:cNvPr>
          <p:cNvSpPr txBox="1"/>
          <p:nvPr/>
        </p:nvSpPr>
        <p:spPr>
          <a:xfrm>
            <a:off x="512619" y="1537786"/>
            <a:ext cx="116793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Also known as 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00B050"/>
                </a:solidFill>
              </a:rPr>
              <a:t>Secretary Problem</a:t>
            </a:r>
          </a:p>
          <a:p>
            <a:pPr marL="571500" indent="-571500">
              <a:buFont typeface="Wingdings" panose="05000000000000000000" pitchFamily="2" charset="2"/>
              <a:buChar char="q"/>
            </a:pPr>
            <a:r>
              <a:rPr lang="en-US" sz="3600" b="1" dirty="0">
                <a:solidFill>
                  <a:srgbClr val="00B050"/>
                </a:solidFill>
              </a:rPr>
              <a:t>marriage problem</a:t>
            </a:r>
          </a:p>
        </p:txBody>
      </p:sp>
    </p:spTree>
    <p:extLst>
      <p:ext uri="{BB962C8B-B14F-4D97-AF65-F5344CB8AC3E}">
        <p14:creationId xmlns:p14="http://schemas.microsoft.com/office/powerpoint/2010/main" val="306423595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K-Server Problem</a:t>
            </a:r>
          </a:p>
        </p:txBody>
      </p:sp>
      <p:sp>
        <p:nvSpPr>
          <p:cNvPr id="10" name="AutoShape 3" descr="{\displaystyle d\,\colon M\times M\to \mathbb {R} }">
            <a:extLst>
              <a:ext uri="{FF2B5EF4-FFF2-40B4-BE49-F238E27FC236}">
                <a16:creationId xmlns:a16="http://schemas.microsoft.com/office/drawing/2014/main" id="{78B1E096-5B75-E644-0AA4-334116236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1360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{\displaystyle x,y,z\in M}">
            <a:extLst>
              <a:ext uri="{FF2B5EF4-FFF2-40B4-BE49-F238E27FC236}">
                <a16:creationId xmlns:a16="http://schemas.microsoft.com/office/drawing/2014/main" id="{17AA015D-4868-284A-B9F7-13B44211A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7178" y="24266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5" descr="{\displaystyle d(x,x)=0}">
            <a:extLst>
              <a:ext uri="{FF2B5EF4-FFF2-40B4-BE49-F238E27FC236}">
                <a16:creationId xmlns:a16="http://schemas.microsoft.com/office/drawing/2014/main" id="{7EAD1C8E-DA88-25D2-97F6-7DB4F699CE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8679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6" descr="{\displaystyle {\text{If }}x\neq y{\text{, then }}d(x,y)&gt;0}">
            <a:extLst>
              <a:ext uri="{FF2B5EF4-FFF2-40B4-BE49-F238E27FC236}">
                <a16:creationId xmlns:a16="http://schemas.microsoft.com/office/drawing/2014/main" id="{CF7F5F24-32FC-357A-A290-6FDC94F24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331084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7" descr="{\displaystyle d(x,y)=d(y,x)}">
            <a:extLst>
              <a:ext uri="{FF2B5EF4-FFF2-40B4-BE49-F238E27FC236}">
                <a16:creationId xmlns:a16="http://schemas.microsoft.com/office/drawing/2014/main" id="{B0E8B983-BABE-6798-F2DE-92AAC3B5B9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37823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AutoShape 8" descr="{\displaystyle d(x,z)\leq d(x,y)+d(y,z)}">
            <a:extLst>
              <a:ext uri="{FF2B5EF4-FFF2-40B4-BE49-F238E27FC236}">
                <a16:creationId xmlns:a16="http://schemas.microsoft.com/office/drawing/2014/main" id="{55DB92F8-D89F-58BA-DDA5-628A03742C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42252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5CB17-5B64-778C-9F0F-C76FDEB67C66}"/>
              </a:ext>
            </a:extLst>
          </p:cNvPr>
          <p:cNvSpPr txBox="1"/>
          <p:nvPr/>
        </p:nvSpPr>
        <p:spPr>
          <a:xfrm>
            <a:off x="106495" y="1343067"/>
            <a:ext cx="11979009" cy="4545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Comic Sans MS" panose="030F0702030302020204" pitchFamily="66" charset="0"/>
              </a:rPr>
              <a:t>A </a:t>
            </a:r>
            <a:r>
              <a:rPr lang="en-US" sz="2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metric</a:t>
            </a:r>
            <a:r>
              <a:rPr lang="en-US" sz="2800" dirty="0">
                <a:latin typeface="Comic Sans MS" panose="030F0702030302020204" pitchFamily="66" charset="0"/>
              </a:rPr>
              <a:t> d on a set X is a function d : </a:t>
            </a:r>
            <a:r>
              <a:rPr lang="en-US" sz="2800" b="1" dirty="0">
                <a:solidFill>
                  <a:srgbClr val="C00000"/>
                </a:solidFill>
                <a:latin typeface="Comic Sans MS" panose="030F0702030302020204" pitchFamily="66" charset="0"/>
              </a:rPr>
              <a:t>X × X → R </a:t>
            </a:r>
            <a:r>
              <a:rPr lang="en-US" sz="2800" dirty="0">
                <a:latin typeface="Comic Sans MS" panose="030F0702030302020204" pitchFamily="66" charset="0"/>
              </a:rPr>
              <a:t>such that for all x, y ∈ X: 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en-US" sz="2800" dirty="0">
                <a:latin typeface="Comic Sans MS" panose="030F0702030302020204" pitchFamily="66" charset="0"/>
              </a:rPr>
              <a:t>d(x, y) ≥ 0 and d(x, y) = 0 if and only if x = y 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en-US" sz="2800" dirty="0">
                <a:latin typeface="Comic Sans MS" panose="030F0702030302020204" pitchFamily="66" charset="0"/>
              </a:rPr>
              <a:t>d(x, y) = d(y, x) (</a:t>
            </a:r>
            <a:r>
              <a:rPr lang="en-US" sz="2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symmetry</a:t>
            </a:r>
            <a:r>
              <a:rPr lang="en-US" sz="2800" dirty="0">
                <a:latin typeface="Comic Sans MS" panose="030F0702030302020204" pitchFamily="66" charset="0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r>
              <a:rPr lang="en-US" sz="2800" dirty="0">
                <a:latin typeface="Comic Sans MS" panose="030F0702030302020204" pitchFamily="66" charset="0"/>
              </a:rPr>
              <a:t>d(x, y) ≤ d(x, z) + d(z, x) (</a:t>
            </a:r>
            <a:r>
              <a:rPr lang="en-US" sz="2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triangle inequality</a:t>
            </a:r>
            <a:r>
              <a:rPr lang="en-US" sz="2800" dirty="0">
                <a:latin typeface="Comic Sans MS" panose="030F0702030302020204" pitchFamily="66" charset="0"/>
              </a:rPr>
              <a:t>)</a:t>
            </a:r>
          </a:p>
          <a:p>
            <a:pPr marL="342900" indent="-342900">
              <a:lnSpc>
                <a:spcPct val="150000"/>
              </a:lnSpc>
              <a:buAutoNum type="arabicParenBoth"/>
            </a:pPr>
            <a:endParaRPr lang="en-US" sz="2800" b="1" dirty="0">
              <a:latin typeface="Comic Sans MS" panose="030F0702030302020204" pitchFamily="66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Comic Sans MS" panose="030F0702030302020204" pitchFamily="66" charset="0"/>
              </a:rPr>
              <a:t>A </a:t>
            </a:r>
            <a:r>
              <a:rPr lang="en-US" sz="2800" b="1" dirty="0">
                <a:solidFill>
                  <a:srgbClr val="0070C0"/>
                </a:solidFill>
                <a:latin typeface="Comic Sans MS" panose="030F0702030302020204" pitchFamily="66" charset="0"/>
              </a:rPr>
              <a:t>metric space </a:t>
            </a:r>
            <a:r>
              <a:rPr lang="en-US" sz="2800" b="1" dirty="0">
                <a:latin typeface="Comic Sans MS" panose="030F0702030302020204" pitchFamily="66" charset="0"/>
              </a:rPr>
              <a:t>(X, d) is a set X with a metric d defined on X.</a:t>
            </a:r>
            <a:endParaRPr lang="en-IN" sz="28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9335560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K-Server Problem</a:t>
            </a:r>
          </a:p>
        </p:txBody>
      </p:sp>
      <p:sp>
        <p:nvSpPr>
          <p:cNvPr id="10" name="AutoShape 3" descr="{\displaystyle d\,\colon M\times M\to \mathbb {R} }">
            <a:extLst>
              <a:ext uri="{FF2B5EF4-FFF2-40B4-BE49-F238E27FC236}">
                <a16:creationId xmlns:a16="http://schemas.microsoft.com/office/drawing/2014/main" id="{78B1E096-5B75-E644-0AA4-334116236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1360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{\displaystyle x,y,z\in M}">
            <a:extLst>
              <a:ext uri="{FF2B5EF4-FFF2-40B4-BE49-F238E27FC236}">
                <a16:creationId xmlns:a16="http://schemas.microsoft.com/office/drawing/2014/main" id="{17AA015D-4868-284A-B9F7-13B44211A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7178" y="24266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5" descr="{\displaystyle d(x,x)=0}">
            <a:extLst>
              <a:ext uri="{FF2B5EF4-FFF2-40B4-BE49-F238E27FC236}">
                <a16:creationId xmlns:a16="http://schemas.microsoft.com/office/drawing/2014/main" id="{7EAD1C8E-DA88-25D2-97F6-7DB4F699CE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8679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6" descr="{\displaystyle {\text{If }}x\neq y{\text{, then }}d(x,y)&gt;0}">
            <a:extLst>
              <a:ext uri="{FF2B5EF4-FFF2-40B4-BE49-F238E27FC236}">
                <a16:creationId xmlns:a16="http://schemas.microsoft.com/office/drawing/2014/main" id="{CF7F5F24-32FC-357A-A290-6FDC94F24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331084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7" descr="{\displaystyle d(x,y)=d(y,x)}">
            <a:extLst>
              <a:ext uri="{FF2B5EF4-FFF2-40B4-BE49-F238E27FC236}">
                <a16:creationId xmlns:a16="http://schemas.microsoft.com/office/drawing/2014/main" id="{B0E8B983-BABE-6798-F2DE-92AAC3B5B9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37823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AutoShape 8" descr="{\displaystyle d(x,z)\leq d(x,y)+d(y,z)}">
            <a:extLst>
              <a:ext uri="{FF2B5EF4-FFF2-40B4-BE49-F238E27FC236}">
                <a16:creationId xmlns:a16="http://schemas.microsoft.com/office/drawing/2014/main" id="{55DB92F8-D89F-58BA-DDA5-628A03742C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42252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5CB17-5B64-778C-9F0F-C76FDEB67C66}"/>
              </a:ext>
            </a:extLst>
          </p:cNvPr>
          <p:cNvSpPr txBox="1"/>
          <p:nvPr/>
        </p:nvSpPr>
        <p:spPr>
          <a:xfrm>
            <a:off x="106495" y="704559"/>
            <a:ext cx="11979009" cy="5822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k &gt; 1 servers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M is a metric space with metric d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Servers are located at points of M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Request sequence σ consists of points of M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A request is served by moving a server there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dirty="0"/>
              <a:t>Cost is </a:t>
            </a:r>
            <a:r>
              <a:rPr lang="en-US" sz="3600" b="1" dirty="0">
                <a:solidFill>
                  <a:srgbClr val="C00000"/>
                </a:solidFill>
              </a:rPr>
              <a:t>total distance</a:t>
            </a:r>
            <a:r>
              <a:rPr lang="en-US" sz="3600" dirty="0"/>
              <a:t> traveled by servers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3600" b="1" dirty="0">
                <a:solidFill>
                  <a:srgbClr val="C00000"/>
                </a:solidFill>
              </a:rPr>
              <a:t>Goal</a:t>
            </a:r>
            <a:r>
              <a:rPr lang="en-US" sz="3600" dirty="0"/>
              <a:t>: </a:t>
            </a:r>
            <a:r>
              <a:rPr lang="en-US" sz="3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minimize the total cost</a:t>
            </a:r>
            <a:endParaRPr lang="en-IN" sz="36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661784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10" name="AutoShape 3" descr="{\displaystyle d\,\colon M\times M\to \mathbb {R} }">
            <a:extLst>
              <a:ext uri="{FF2B5EF4-FFF2-40B4-BE49-F238E27FC236}">
                <a16:creationId xmlns:a16="http://schemas.microsoft.com/office/drawing/2014/main" id="{78B1E096-5B75-E644-0AA4-334116236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1360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{\displaystyle x,y,z\in M}">
            <a:extLst>
              <a:ext uri="{FF2B5EF4-FFF2-40B4-BE49-F238E27FC236}">
                <a16:creationId xmlns:a16="http://schemas.microsoft.com/office/drawing/2014/main" id="{17AA015D-4868-284A-B9F7-13B44211A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7178" y="24266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5" descr="{\displaystyle d(x,x)=0}">
            <a:extLst>
              <a:ext uri="{FF2B5EF4-FFF2-40B4-BE49-F238E27FC236}">
                <a16:creationId xmlns:a16="http://schemas.microsoft.com/office/drawing/2014/main" id="{7EAD1C8E-DA88-25D2-97F6-7DB4F699CE1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8679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6" descr="{\displaystyle {\text{If }}x\neq y{\text{, then }}d(x,y)&gt;0}">
            <a:extLst>
              <a:ext uri="{FF2B5EF4-FFF2-40B4-BE49-F238E27FC236}">
                <a16:creationId xmlns:a16="http://schemas.microsoft.com/office/drawing/2014/main" id="{CF7F5F24-32FC-357A-A290-6FDC94F24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3310844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AutoShape 7" descr="{\displaystyle d(x,y)=d(y,x)}">
            <a:extLst>
              <a:ext uri="{FF2B5EF4-FFF2-40B4-BE49-F238E27FC236}">
                <a16:creationId xmlns:a16="http://schemas.microsoft.com/office/drawing/2014/main" id="{B0E8B983-BABE-6798-F2DE-92AAC3B5B9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378233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" name="AutoShape 8" descr="{\displaystyle d(x,z)\leq d(x,y)+d(y,z)}">
            <a:extLst>
              <a:ext uri="{FF2B5EF4-FFF2-40B4-BE49-F238E27FC236}">
                <a16:creationId xmlns:a16="http://schemas.microsoft.com/office/drawing/2014/main" id="{55DB92F8-D89F-58BA-DDA5-628A03742C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422524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9A081C-502C-2A14-1556-AA233F1D8E78}"/>
              </a:ext>
            </a:extLst>
          </p:cNvPr>
          <p:cNvGrpSpPr/>
          <p:nvPr/>
        </p:nvGrpSpPr>
        <p:grpSpPr>
          <a:xfrm>
            <a:off x="4492171" y="1055007"/>
            <a:ext cx="1732382" cy="2083000"/>
            <a:chOff x="4492171" y="1055007"/>
            <a:chExt cx="1732382" cy="2083000"/>
          </a:xfrm>
        </p:grpSpPr>
        <p:pic>
          <p:nvPicPr>
            <p:cNvPr id="513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2C588F50-4B3A-D686-CD50-AEC2540D5A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2171" y="1055007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FE007A-0C25-4468-74A7-9DD2865F5217}"/>
                </a:ext>
              </a:extLst>
            </p:cNvPr>
            <p:cNvSpPr txBox="1"/>
            <p:nvPr/>
          </p:nvSpPr>
          <p:spPr>
            <a:xfrm>
              <a:off x="4710531" y="2676342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Raju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136E4C-0DC3-CE8D-324B-47F954C0FB19}"/>
              </a:ext>
            </a:extLst>
          </p:cNvPr>
          <p:cNvGrpSpPr/>
          <p:nvPr/>
        </p:nvGrpSpPr>
        <p:grpSpPr>
          <a:xfrm>
            <a:off x="9137462" y="1191532"/>
            <a:ext cx="1697191" cy="2023453"/>
            <a:chOff x="9137462" y="1191532"/>
            <a:chExt cx="1697191" cy="2023453"/>
          </a:xfrm>
        </p:grpSpPr>
        <p:pic>
          <p:nvPicPr>
            <p:cNvPr id="2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71A0DACE-A1A4-3B66-6B33-C69FB1DB3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7462" y="1191532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7E0FDCD-0EFF-4A85-2C35-273325F0B11B}"/>
                </a:ext>
              </a:extLst>
            </p:cNvPr>
            <p:cNvSpPr txBox="1"/>
            <p:nvPr/>
          </p:nvSpPr>
          <p:spPr>
            <a:xfrm>
              <a:off x="9320631" y="2753320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 err="1"/>
                <a:t>Kaju</a:t>
              </a:r>
              <a:endParaRPr lang="en-IN" sz="2400" b="1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FE54ABFE-D8E5-E92B-3F37-D1B3DAE7A842}"/>
              </a:ext>
            </a:extLst>
          </p:cNvPr>
          <p:cNvSpPr/>
          <p:nvPr/>
        </p:nvSpPr>
        <p:spPr>
          <a:xfrm>
            <a:off x="557247" y="3172732"/>
            <a:ext cx="1600200" cy="803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DELHI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7B151E-894A-27D7-32E1-EFCEC424F821}"/>
              </a:ext>
            </a:extLst>
          </p:cNvPr>
          <p:cNvSpPr/>
          <p:nvPr/>
        </p:nvSpPr>
        <p:spPr>
          <a:xfrm>
            <a:off x="2878886" y="5287662"/>
            <a:ext cx="1630475" cy="803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NOIDA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E19A4F-5564-FFA4-0A16-644091988CB5}"/>
              </a:ext>
            </a:extLst>
          </p:cNvPr>
          <p:cNvSpPr/>
          <p:nvPr/>
        </p:nvSpPr>
        <p:spPr>
          <a:xfrm>
            <a:off x="7469418" y="4374795"/>
            <a:ext cx="2925344" cy="803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4000" b="1" dirty="0"/>
              <a:t>GURUGRAM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278F13-3AF4-D227-9B0C-5852B7FE4EF5}"/>
              </a:ext>
            </a:extLst>
          </p:cNvPr>
          <p:cNvSpPr/>
          <p:nvPr/>
        </p:nvSpPr>
        <p:spPr>
          <a:xfrm>
            <a:off x="557247" y="3934732"/>
            <a:ext cx="1600200" cy="4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C-1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005A05A-38C8-C6E9-FB45-EE4B66B5E593}"/>
              </a:ext>
            </a:extLst>
          </p:cNvPr>
          <p:cNvSpPr/>
          <p:nvPr/>
        </p:nvSpPr>
        <p:spPr>
          <a:xfrm>
            <a:off x="2878886" y="6091617"/>
            <a:ext cx="1630474" cy="4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C-2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C0E1416-1C7D-712D-FC7E-A0717066520A}"/>
              </a:ext>
            </a:extLst>
          </p:cNvPr>
          <p:cNvSpPr/>
          <p:nvPr/>
        </p:nvSpPr>
        <p:spPr>
          <a:xfrm>
            <a:off x="7469418" y="5171812"/>
            <a:ext cx="2925344" cy="4823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C-3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F52DF9-2901-8095-BB2A-58CF968A8E6F}"/>
              </a:ext>
            </a:extLst>
          </p:cNvPr>
          <p:cNvSpPr txBox="1"/>
          <p:nvPr/>
        </p:nvSpPr>
        <p:spPr>
          <a:xfrm>
            <a:off x="10834653" y="1549825"/>
            <a:ext cx="1257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K=2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A36D06-D2CB-0277-4113-763A2A1AB784}"/>
              </a:ext>
            </a:extLst>
          </p:cNvPr>
          <p:cNvSpPr txBox="1"/>
          <p:nvPr/>
        </p:nvSpPr>
        <p:spPr>
          <a:xfrm>
            <a:off x="6652401" y="5948083"/>
            <a:ext cx="68504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Technician = Servers</a:t>
            </a:r>
          </a:p>
        </p:txBody>
      </p:sp>
    </p:spTree>
    <p:extLst>
      <p:ext uri="{BB962C8B-B14F-4D97-AF65-F5344CB8AC3E}">
        <p14:creationId xmlns:p14="http://schemas.microsoft.com/office/powerpoint/2010/main" val="396375653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10" name="AutoShape 3" descr="{\displaystyle d\,\colon M\times M\to \mathbb {R} }">
            <a:extLst>
              <a:ext uri="{FF2B5EF4-FFF2-40B4-BE49-F238E27FC236}">
                <a16:creationId xmlns:a16="http://schemas.microsoft.com/office/drawing/2014/main" id="{78B1E096-5B75-E644-0AA4-334116236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1360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{\displaystyle x,y,z\in M}">
            <a:extLst>
              <a:ext uri="{FF2B5EF4-FFF2-40B4-BE49-F238E27FC236}">
                <a16:creationId xmlns:a16="http://schemas.microsoft.com/office/drawing/2014/main" id="{17AA015D-4868-284A-B9F7-13B44211A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7178" y="24266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9A081C-502C-2A14-1556-AA233F1D8E78}"/>
              </a:ext>
            </a:extLst>
          </p:cNvPr>
          <p:cNvGrpSpPr/>
          <p:nvPr/>
        </p:nvGrpSpPr>
        <p:grpSpPr>
          <a:xfrm>
            <a:off x="1943380" y="1201185"/>
            <a:ext cx="1111159" cy="711400"/>
            <a:chOff x="4492171" y="1055007"/>
            <a:chExt cx="1732382" cy="2083000"/>
          </a:xfrm>
        </p:grpSpPr>
        <p:pic>
          <p:nvPicPr>
            <p:cNvPr id="513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2C588F50-4B3A-D686-CD50-AEC2540D5A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2171" y="1055007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FE007A-0C25-4468-74A7-9DD2865F5217}"/>
                </a:ext>
              </a:extLst>
            </p:cNvPr>
            <p:cNvSpPr txBox="1"/>
            <p:nvPr/>
          </p:nvSpPr>
          <p:spPr>
            <a:xfrm>
              <a:off x="4710531" y="2676342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Raju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136E4C-0DC3-CE8D-324B-47F954C0FB19}"/>
              </a:ext>
            </a:extLst>
          </p:cNvPr>
          <p:cNvGrpSpPr/>
          <p:nvPr/>
        </p:nvGrpSpPr>
        <p:grpSpPr>
          <a:xfrm>
            <a:off x="9538923" y="3884758"/>
            <a:ext cx="890553" cy="788378"/>
            <a:chOff x="9137462" y="1191532"/>
            <a:chExt cx="1697191" cy="2023453"/>
          </a:xfrm>
        </p:grpSpPr>
        <p:pic>
          <p:nvPicPr>
            <p:cNvPr id="2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71A0DACE-A1A4-3B66-6B33-C69FB1DB3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7462" y="1191532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7E0FDCD-0EFF-4A85-2C35-273325F0B11B}"/>
                </a:ext>
              </a:extLst>
            </p:cNvPr>
            <p:cNvSpPr txBox="1"/>
            <p:nvPr/>
          </p:nvSpPr>
          <p:spPr>
            <a:xfrm>
              <a:off x="9320631" y="2753320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 err="1"/>
                <a:t>Kaju</a:t>
              </a:r>
              <a:endParaRPr lang="en-IN" sz="2400" b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652E30-BB4E-7EBA-E722-C0E1DB79BFA8}"/>
              </a:ext>
            </a:extLst>
          </p:cNvPr>
          <p:cNvGrpSpPr/>
          <p:nvPr/>
        </p:nvGrpSpPr>
        <p:grpSpPr>
          <a:xfrm>
            <a:off x="225878" y="1781472"/>
            <a:ext cx="1600200" cy="1662113"/>
            <a:chOff x="557247" y="2867932"/>
            <a:chExt cx="1600200" cy="1662113"/>
          </a:xfrm>
        </p:grpSpPr>
        <p:sp>
          <p:nvSpPr>
            <p:cNvPr id="12" name="AutoShape 5" descr="{\displaystyle d(x,x)=0}">
              <a:extLst>
                <a:ext uri="{FF2B5EF4-FFF2-40B4-BE49-F238E27FC236}">
                  <a16:creationId xmlns:a16="http://schemas.microsoft.com/office/drawing/2014/main" id="{7EAD1C8E-DA88-25D2-97F6-7DB4F699CE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28679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AutoShape 6" descr="{\displaystyle {\text{If }}x\neq y{\text{, then }}d(x,y)&gt;0}">
              <a:extLst>
                <a:ext uri="{FF2B5EF4-FFF2-40B4-BE49-F238E27FC236}">
                  <a16:creationId xmlns:a16="http://schemas.microsoft.com/office/drawing/2014/main" id="{CF7F5F24-32FC-357A-A290-6FDC94F244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310844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AutoShape 7" descr="{\displaystyle d(x,y)=d(y,x)}">
              <a:extLst>
                <a:ext uri="{FF2B5EF4-FFF2-40B4-BE49-F238E27FC236}">
                  <a16:creationId xmlns:a16="http://schemas.microsoft.com/office/drawing/2014/main" id="{B0E8B983-BABE-6798-F2DE-92AAC3B5B9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7823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AutoShape 8" descr="{\displaystyle d(x,z)\leq d(x,y)+d(y,z)}">
              <a:extLst>
                <a:ext uri="{FF2B5EF4-FFF2-40B4-BE49-F238E27FC236}">
                  <a16:creationId xmlns:a16="http://schemas.microsoft.com/office/drawing/2014/main" id="{55DB92F8-D89F-58BA-DDA5-628A03742C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422524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54ABFE-D8E5-E92B-3F37-D1B3DAE7A842}"/>
                </a:ext>
              </a:extLst>
            </p:cNvPr>
            <p:cNvSpPr/>
            <p:nvPr/>
          </p:nvSpPr>
          <p:spPr>
            <a:xfrm>
              <a:off x="557247" y="3172732"/>
              <a:ext cx="1600200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DELHI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278F13-3AF4-D227-9B0C-5852B7FE4EF5}"/>
                </a:ext>
              </a:extLst>
            </p:cNvPr>
            <p:cNvSpPr/>
            <p:nvPr/>
          </p:nvSpPr>
          <p:spPr>
            <a:xfrm>
              <a:off x="557247" y="3934732"/>
              <a:ext cx="1600200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C-1(W)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0C65A5-3A75-0BF4-EF3A-FA8A0C8917A8}"/>
              </a:ext>
            </a:extLst>
          </p:cNvPr>
          <p:cNvGrpSpPr/>
          <p:nvPr/>
        </p:nvGrpSpPr>
        <p:grpSpPr>
          <a:xfrm>
            <a:off x="2878886" y="5287662"/>
            <a:ext cx="1630475" cy="1286330"/>
            <a:chOff x="2878886" y="5287662"/>
            <a:chExt cx="1630475" cy="128633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57B151E-894A-27D7-32E1-EFCEC424F821}"/>
                </a:ext>
              </a:extLst>
            </p:cNvPr>
            <p:cNvSpPr/>
            <p:nvPr/>
          </p:nvSpPr>
          <p:spPr>
            <a:xfrm>
              <a:off x="2878886" y="5287662"/>
              <a:ext cx="1630475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NOIDA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05A05A-38C8-C6E9-FB45-EE4B66B5E593}"/>
                </a:ext>
              </a:extLst>
            </p:cNvPr>
            <p:cNvSpPr/>
            <p:nvPr/>
          </p:nvSpPr>
          <p:spPr>
            <a:xfrm>
              <a:off x="2878886" y="6091617"/>
              <a:ext cx="163047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C-2(B)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CE6122-127C-2609-CA9A-A8161A0F5FC7}"/>
              </a:ext>
            </a:extLst>
          </p:cNvPr>
          <p:cNvGrpSpPr/>
          <p:nvPr/>
        </p:nvGrpSpPr>
        <p:grpSpPr>
          <a:xfrm>
            <a:off x="6006746" y="2907174"/>
            <a:ext cx="2925344" cy="1279392"/>
            <a:chOff x="7469418" y="4374795"/>
            <a:chExt cx="2925344" cy="12793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E19A4F-5564-FFA4-0A16-644091988CB5}"/>
                </a:ext>
              </a:extLst>
            </p:cNvPr>
            <p:cNvSpPr/>
            <p:nvPr/>
          </p:nvSpPr>
          <p:spPr>
            <a:xfrm>
              <a:off x="7469418" y="4374795"/>
              <a:ext cx="2925344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GURUGRAM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0E1416-1C7D-712D-FC7E-A0717066520A}"/>
                </a:ext>
              </a:extLst>
            </p:cNvPr>
            <p:cNvSpPr/>
            <p:nvPr/>
          </p:nvSpPr>
          <p:spPr>
            <a:xfrm>
              <a:off x="7469418" y="5171812"/>
              <a:ext cx="292534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C-3(SF)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6EF52DF9-2901-8095-BB2A-58CF968A8E6F}"/>
              </a:ext>
            </a:extLst>
          </p:cNvPr>
          <p:cNvSpPr txBox="1"/>
          <p:nvPr/>
        </p:nvSpPr>
        <p:spPr>
          <a:xfrm>
            <a:off x="10834653" y="1549825"/>
            <a:ext cx="12573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K=2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A36D06-D2CB-0277-4113-763A2A1AB784}"/>
              </a:ext>
            </a:extLst>
          </p:cNvPr>
          <p:cNvSpPr txBox="1"/>
          <p:nvPr/>
        </p:nvSpPr>
        <p:spPr>
          <a:xfrm>
            <a:off x="6652401" y="5948083"/>
            <a:ext cx="685048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Technician = Servers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AAF6F5-2C78-C63F-788D-89BE7FD4CB27}"/>
              </a:ext>
            </a:extLst>
          </p:cNvPr>
          <p:cNvCxnSpPr>
            <a:cxnSpLocks/>
            <a:stCxn id="18" idx="2"/>
            <a:endCxn id="26" idx="1"/>
          </p:cNvCxnSpPr>
          <p:nvPr/>
        </p:nvCxnSpPr>
        <p:spPr>
          <a:xfrm>
            <a:off x="1025978" y="3330647"/>
            <a:ext cx="1852908" cy="2358993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5C10FE-1A1A-5A84-0900-5FDD2B36B25D}"/>
              </a:ext>
            </a:extLst>
          </p:cNvPr>
          <p:cNvSpPr txBox="1"/>
          <p:nvPr/>
        </p:nvSpPr>
        <p:spPr>
          <a:xfrm>
            <a:off x="2130878" y="4407440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40 km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E1D765-D23D-F7EB-87F2-2DC88305F906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826078" y="2488250"/>
            <a:ext cx="4180668" cy="820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BE6187-86FC-31E4-FFC4-80CDC8895C80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 flipV="1">
            <a:off x="4509360" y="3945379"/>
            <a:ext cx="1497386" cy="2387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218B736-A347-486B-EEAF-AF484D75BAD3}"/>
              </a:ext>
            </a:extLst>
          </p:cNvPr>
          <p:cNvSpPr txBox="1"/>
          <p:nvPr/>
        </p:nvSpPr>
        <p:spPr>
          <a:xfrm>
            <a:off x="5238918" y="5166016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8CDA2C-5A14-96AC-4014-C0263EC56943}"/>
              </a:ext>
            </a:extLst>
          </p:cNvPr>
          <p:cNvSpPr txBox="1"/>
          <p:nvPr/>
        </p:nvSpPr>
        <p:spPr>
          <a:xfrm>
            <a:off x="3268373" y="2939819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</p:spTree>
    <p:extLst>
      <p:ext uri="{BB962C8B-B14F-4D97-AF65-F5344CB8AC3E}">
        <p14:creationId xmlns:p14="http://schemas.microsoft.com/office/powerpoint/2010/main" val="3100491549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10" name="AutoShape 3" descr="{\displaystyle d\,\colon M\times M\to \mathbb {R} }">
            <a:extLst>
              <a:ext uri="{FF2B5EF4-FFF2-40B4-BE49-F238E27FC236}">
                <a16:creationId xmlns:a16="http://schemas.microsoft.com/office/drawing/2014/main" id="{78B1E096-5B75-E644-0AA4-334116236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1360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{\displaystyle x,y,z\in M}">
            <a:extLst>
              <a:ext uri="{FF2B5EF4-FFF2-40B4-BE49-F238E27FC236}">
                <a16:creationId xmlns:a16="http://schemas.microsoft.com/office/drawing/2014/main" id="{17AA015D-4868-284A-B9F7-13B44211A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7178" y="24266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9A081C-502C-2A14-1556-AA233F1D8E78}"/>
              </a:ext>
            </a:extLst>
          </p:cNvPr>
          <p:cNvGrpSpPr/>
          <p:nvPr/>
        </p:nvGrpSpPr>
        <p:grpSpPr>
          <a:xfrm>
            <a:off x="6096000" y="1932794"/>
            <a:ext cx="1111159" cy="711400"/>
            <a:chOff x="4492171" y="1055007"/>
            <a:chExt cx="1732382" cy="2083000"/>
          </a:xfrm>
        </p:grpSpPr>
        <p:pic>
          <p:nvPicPr>
            <p:cNvPr id="513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2C588F50-4B3A-D686-CD50-AEC2540D5A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2171" y="1055007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FE007A-0C25-4468-74A7-9DD2865F5217}"/>
                </a:ext>
              </a:extLst>
            </p:cNvPr>
            <p:cNvSpPr txBox="1"/>
            <p:nvPr/>
          </p:nvSpPr>
          <p:spPr>
            <a:xfrm>
              <a:off x="4710531" y="2676342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Raju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136E4C-0DC3-CE8D-324B-47F954C0FB19}"/>
              </a:ext>
            </a:extLst>
          </p:cNvPr>
          <p:cNvGrpSpPr/>
          <p:nvPr/>
        </p:nvGrpSpPr>
        <p:grpSpPr>
          <a:xfrm>
            <a:off x="7567293" y="1844380"/>
            <a:ext cx="890553" cy="788378"/>
            <a:chOff x="9137462" y="1191532"/>
            <a:chExt cx="1697191" cy="2023453"/>
          </a:xfrm>
        </p:grpSpPr>
        <p:pic>
          <p:nvPicPr>
            <p:cNvPr id="2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71A0DACE-A1A4-3B66-6B33-C69FB1DB3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7462" y="1191532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7E0FDCD-0EFF-4A85-2C35-273325F0B11B}"/>
                </a:ext>
              </a:extLst>
            </p:cNvPr>
            <p:cNvSpPr txBox="1"/>
            <p:nvPr/>
          </p:nvSpPr>
          <p:spPr>
            <a:xfrm>
              <a:off x="9320631" y="2753320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 err="1"/>
                <a:t>Kaju</a:t>
              </a:r>
              <a:endParaRPr lang="en-IN" sz="2400" b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652E30-BB4E-7EBA-E722-C0E1DB79BFA8}"/>
              </a:ext>
            </a:extLst>
          </p:cNvPr>
          <p:cNvGrpSpPr/>
          <p:nvPr/>
        </p:nvGrpSpPr>
        <p:grpSpPr>
          <a:xfrm>
            <a:off x="225878" y="1781472"/>
            <a:ext cx="1600200" cy="1662113"/>
            <a:chOff x="557247" y="2867932"/>
            <a:chExt cx="1600200" cy="1662113"/>
          </a:xfrm>
        </p:grpSpPr>
        <p:sp>
          <p:nvSpPr>
            <p:cNvPr id="12" name="AutoShape 5" descr="{\displaystyle d(x,x)=0}">
              <a:extLst>
                <a:ext uri="{FF2B5EF4-FFF2-40B4-BE49-F238E27FC236}">
                  <a16:creationId xmlns:a16="http://schemas.microsoft.com/office/drawing/2014/main" id="{7EAD1C8E-DA88-25D2-97F6-7DB4F699CE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28679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AutoShape 6" descr="{\displaystyle {\text{If }}x\neq y{\text{, then }}d(x,y)&gt;0}">
              <a:extLst>
                <a:ext uri="{FF2B5EF4-FFF2-40B4-BE49-F238E27FC236}">
                  <a16:creationId xmlns:a16="http://schemas.microsoft.com/office/drawing/2014/main" id="{CF7F5F24-32FC-357A-A290-6FDC94F244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310844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AutoShape 7" descr="{\displaystyle d(x,y)=d(y,x)}">
              <a:extLst>
                <a:ext uri="{FF2B5EF4-FFF2-40B4-BE49-F238E27FC236}">
                  <a16:creationId xmlns:a16="http://schemas.microsoft.com/office/drawing/2014/main" id="{B0E8B983-BABE-6798-F2DE-92AAC3B5B9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7823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AutoShape 8" descr="{\displaystyle d(x,z)\leq d(x,y)+d(y,z)}">
              <a:extLst>
                <a:ext uri="{FF2B5EF4-FFF2-40B4-BE49-F238E27FC236}">
                  <a16:creationId xmlns:a16="http://schemas.microsoft.com/office/drawing/2014/main" id="{55DB92F8-D89F-58BA-DDA5-628A03742C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422524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54ABFE-D8E5-E92B-3F37-D1B3DAE7A842}"/>
                </a:ext>
              </a:extLst>
            </p:cNvPr>
            <p:cNvSpPr/>
            <p:nvPr/>
          </p:nvSpPr>
          <p:spPr>
            <a:xfrm>
              <a:off x="557247" y="3172732"/>
              <a:ext cx="1600200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DELHI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278F13-3AF4-D227-9B0C-5852B7FE4EF5}"/>
                </a:ext>
              </a:extLst>
            </p:cNvPr>
            <p:cNvSpPr/>
            <p:nvPr/>
          </p:nvSpPr>
          <p:spPr>
            <a:xfrm>
              <a:off x="557247" y="3934732"/>
              <a:ext cx="1600200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C-1(W)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0C65A5-3A75-0BF4-EF3A-FA8A0C8917A8}"/>
              </a:ext>
            </a:extLst>
          </p:cNvPr>
          <p:cNvGrpSpPr/>
          <p:nvPr/>
        </p:nvGrpSpPr>
        <p:grpSpPr>
          <a:xfrm>
            <a:off x="2878886" y="5287662"/>
            <a:ext cx="1630475" cy="1286330"/>
            <a:chOff x="2878886" y="5287662"/>
            <a:chExt cx="1630475" cy="128633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57B151E-894A-27D7-32E1-EFCEC424F821}"/>
                </a:ext>
              </a:extLst>
            </p:cNvPr>
            <p:cNvSpPr/>
            <p:nvPr/>
          </p:nvSpPr>
          <p:spPr>
            <a:xfrm>
              <a:off x="2878886" y="5287662"/>
              <a:ext cx="1630475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NOIDA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05A05A-38C8-C6E9-FB45-EE4B66B5E593}"/>
                </a:ext>
              </a:extLst>
            </p:cNvPr>
            <p:cNvSpPr/>
            <p:nvPr/>
          </p:nvSpPr>
          <p:spPr>
            <a:xfrm>
              <a:off x="2878886" y="6091617"/>
              <a:ext cx="163047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C-2(B)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CE6122-127C-2609-CA9A-A8161A0F5FC7}"/>
              </a:ext>
            </a:extLst>
          </p:cNvPr>
          <p:cNvGrpSpPr/>
          <p:nvPr/>
        </p:nvGrpSpPr>
        <p:grpSpPr>
          <a:xfrm>
            <a:off x="6006746" y="2907174"/>
            <a:ext cx="2925344" cy="1279392"/>
            <a:chOff x="7469418" y="4374795"/>
            <a:chExt cx="2925344" cy="12793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E19A4F-5564-FFA4-0A16-644091988CB5}"/>
                </a:ext>
              </a:extLst>
            </p:cNvPr>
            <p:cNvSpPr/>
            <p:nvPr/>
          </p:nvSpPr>
          <p:spPr>
            <a:xfrm>
              <a:off x="7469418" y="4374795"/>
              <a:ext cx="2925344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GURUGRAM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0E1416-1C7D-712D-FC7E-A0717066520A}"/>
                </a:ext>
              </a:extLst>
            </p:cNvPr>
            <p:cNvSpPr/>
            <p:nvPr/>
          </p:nvSpPr>
          <p:spPr>
            <a:xfrm>
              <a:off x="7469418" y="5171812"/>
              <a:ext cx="292534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C-3(SF)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AAF6F5-2C78-C63F-788D-89BE7FD4CB27}"/>
              </a:ext>
            </a:extLst>
          </p:cNvPr>
          <p:cNvCxnSpPr>
            <a:cxnSpLocks/>
            <a:stCxn id="18" idx="2"/>
            <a:endCxn id="26" idx="1"/>
          </p:cNvCxnSpPr>
          <p:nvPr/>
        </p:nvCxnSpPr>
        <p:spPr>
          <a:xfrm>
            <a:off x="1025978" y="3330647"/>
            <a:ext cx="1852908" cy="2358993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5C10FE-1A1A-5A84-0900-5FDD2B36B25D}"/>
              </a:ext>
            </a:extLst>
          </p:cNvPr>
          <p:cNvSpPr txBox="1"/>
          <p:nvPr/>
        </p:nvSpPr>
        <p:spPr>
          <a:xfrm>
            <a:off x="2130878" y="4407440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40km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E1D765-D23D-F7EB-87F2-2DC88305F906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826078" y="2488250"/>
            <a:ext cx="4180668" cy="820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BE6187-86FC-31E4-FFC4-80CDC8895C80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 flipV="1">
            <a:off x="4509360" y="3945379"/>
            <a:ext cx="1497386" cy="2387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218B736-A347-486B-EEAF-AF484D75BAD3}"/>
              </a:ext>
            </a:extLst>
          </p:cNvPr>
          <p:cNvSpPr txBox="1"/>
          <p:nvPr/>
        </p:nvSpPr>
        <p:spPr>
          <a:xfrm>
            <a:off x="5238918" y="5166016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8CDA2C-5A14-96AC-4014-C0263EC56943}"/>
              </a:ext>
            </a:extLst>
          </p:cNvPr>
          <p:cNvSpPr txBox="1"/>
          <p:nvPr/>
        </p:nvSpPr>
        <p:spPr>
          <a:xfrm>
            <a:off x="3268373" y="2939819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</p:spTree>
    <p:extLst>
      <p:ext uri="{BB962C8B-B14F-4D97-AF65-F5344CB8AC3E}">
        <p14:creationId xmlns:p14="http://schemas.microsoft.com/office/powerpoint/2010/main" val="3248920574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4715C8-42EE-890F-F346-358601521C44}"/>
              </a:ext>
            </a:extLst>
          </p:cNvPr>
          <p:cNvSpPr txBox="1"/>
          <p:nvPr/>
        </p:nvSpPr>
        <p:spPr>
          <a:xfrm>
            <a:off x="225878" y="968582"/>
            <a:ext cx="11367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Scenario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Always assigns the closest server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D8A1E87-B0A3-A4B2-07B1-43AC5B4EB1D3}"/>
              </a:ext>
            </a:extLst>
          </p:cNvPr>
          <p:cNvSpPr txBox="1"/>
          <p:nvPr/>
        </p:nvSpPr>
        <p:spPr>
          <a:xfrm>
            <a:off x="223158" y="2044005"/>
            <a:ext cx="11968842" cy="2883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i="0" dirty="0">
                <a:solidFill>
                  <a:srgbClr val="202122"/>
                </a:solidFill>
                <a:effectLst/>
                <a:latin typeface="Comic Sans MS" panose="030F0702030302020204" pitchFamily="66" charset="0"/>
              </a:rPr>
              <a:t>Suppose that for </a:t>
            </a:r>
            <a:r>
              <a:rPr lang="en-US" sz="4000" b="1" i="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</a:rPr>
              <a:t>100 days </a:t>
            </a:r>
            <a:endParaRPr lang="en-US" sz="2800" b="1" i="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202122"/>
                </a:solidFill>
                <a:latin typeface="Comic Sans MS" panose="030F0702030302020204" pitchFamily="66" charset="0"/>
              </a:rPr>
              <a:t>E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Comic Sans MS" panose="030F0702030302020204" pitchFamily="66" charset="0"/>
              </a:rPr>
              <a:t>ach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day in the morning 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Comic Sans MS" panose="030F0702030302020204" pitchFamily="66" charset="0"/>
              </a:rPr>
              <a:t>the customer in Delhi needs assistance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solidFill>
                  <a:srgbClr val="202122"/>
                </a:solidFill>
                <a:latin typeface="Comic Sans MS" panose="030F0702030302020204" pitchFamily="66" charset="0"/>
              </a:rPr>
              <a:t>E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Comic Sans MS" panose="030F0702030302020204" pitchFamily="66" charset="0"/>
              </a:rPr>
              <a:t>ach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day in the  afternoon 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Comic Sans MS" panose="030F0702030302020204" pitchFamily="66" charset="0"/>
              </a:rPr>
              <a:t>the customer in Noida needs assistance,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b="0" i="0" dirty="0">
                <a:solidFill>
                  <a:srgbClr val="202122"/>
                </a:solidFill>
                <a:effectLst/>
                <a:latin typeface="Comic Sans MS" panose="030F0702030302020204" pitchFamily="66" charset="0"/>
              </a:rPr>
              <a:t>T</a:t>
            </a:r>
            <a:r>
              <a:rPr lang="en-US" sz="2800" dirty="0">
                <a:solidFill>
                  <a:srgbClr val="202122"/>
                </a:solidFill>
                <a:latin typeface="Comic Sans MS" panose="030F0702030302020204" pitchFamily="66" charset="0"/>
              </a:rPr>
              <a:t>he 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Comic Sans MS" panose="030F0702030302020204" pitchFamily="66" charset="0"/>
              </a:rPr>
              <a:t>customer in Gurugram 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never needs </a:t>
            </a:r>
            <a:r>
              <a:rPr lang="en-US" sz="2800" b="0" i="0" dirty="0">
                <a:solidFill>
                  <a:srgbClr val="202122"/>
                </a:solidFill>
                <a:effectLst/>
                <a:latin typeface="Comic Sans MS" panose="030F0702030302020204" pitchFamily="66" charset="0"/>
              </a:rPr>
              <a:t>assistance</a:t>
            </a:r>
            <a:endParaRPr lang="en-IN" sz="28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462752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10" name="AutoShape 3" descr="{\displaystyle d\,\colon M\times M\to \mathbb {R} }">
            <a:extLst>
              <a:ext uri="{FF2B5EF4-FFF2-40B4-BE49-F238E27FC236}">
                <a16:creationId xmlns:a16="http://schemas.microsoft.com/office/drawing/2014/main" id="{78B1E096-5B75-E644-0AA4-334116236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1360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{\displaystyle x,y,z\in M}">
            <a:extLst>
              <a:ext uri="{FF2B5EF4-FFF2-40B4-BE49-F238E27FC236}">
                <a16:creationId xmlns:a16="http://schemas.microsoft.com/office/drawing/2014/main" id="{17AA015D-4868-284A-B9F7-13B44211A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7178" y="24266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9A081C-502C-2A14-1556-AA233F1D8E78}"/>
              </a:ext>
            </a:extLst>
          </p:cNvPr>
          <p:cNvGrpSpPr/>
          <p:nvPr/>
        </p:nvGrpSpPr>
        <p:grpSpPr>
          <a:xfrm>
            <a:off x="6552247" y="1910768"/>
            <a:ext cx="1111159" cy="711400"/>
            <a:chOff x="4492171" y="1055007"/>
            <a:chExt cx="1732382" cy="2083000"/>
          </a:xfrm>
        </p:grpSpPr>
        <p:pic>
          <p:nvPicPr>
            <p:cNvPr id="513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2C588F50-4B3A-D686-CD50-AEC2540D5A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2171" y="1055007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FE007A-0C25-4468-74A7-9DD2865F5217}"/>
                </a:ext>
              </a:extLst>
            </p:cNvPr>
            <p:cNvSpPr txBox="1"/>
            <p:nvPr/>
          </p:nvSpPr>
          <p:spPr>
            <a:xfrm>
              <a:off x="4710531" y="2676342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Raju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136E4C-0DC3-CE8D-324B-47F954C0FB19}"/>
              </a:ext>
            </a:extLst>
          </p:cNvPr>
          <p:cNvGrpSpPr/>
          <p:nvPr/>
        </p:nvGrpSpPr>
        <p:grpSpPr>
          <a:xfrm>
            <a:off x="7567293" y="1844380"/>
            <a:ext cx="890553" cy="788378"/>
            <a:chOff x="9137462" y="1191532"/>
            <a:chExt cx="1697191" cy="2023453"/>
          </a:xfrm>
        </p:grpSpPr>
        <p:pic>
          <p:nvPicPr>
            <p:cNvPr id="2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71A0DACE-A1A4-3B66-6B33-C69FB1DB3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7462" y="1191532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7E0FDCD-0EFF-4A85-2C35-273325F0B11B}"/>
                </a:ext>
              </a:extLst>
            </p:cNvPr>
            <p:cNvSpPr txBox="1"/>
            <p:nvPr/>
          </p:nvSpPr>
          <p:spPr>
            <a:xfrm>
              <a:off x="9320631" y="2753320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 err="1"/>
                <a:t>Kaju</a:t>
              </a:r>
              <a:endParaRPr lang="en-IN" sz="2400" b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652E30-BB4E-7EBA-E722-C0E1DB79BFA8}"/>
              </a:ext>
            </a:extLst>
          </p:cNvPr>
          <p:cNvGrpSpPr/>
          <p:nvPr/>
        </p:nvGrpSpPr>
        <p:grpSpPr>
          <a:xfrm>
            <a:off x="225878" y="1781472"/>
            <a:ext cx="1600200" cy="1662113"/>
            <a:chOff x="557247" y="2867932"/>
            <a:chExt cx="1600200" cy="1662113"/>
          </a:xfrm>
        </p:grpSpPr>
        <p:sp>
          <p:nvSpPr>
            <p:cNvPr id="12" name="AutoShape 5" descr="{\displaystyle d(x,x)=0}">
              <a:extLst>
                <a:ext uri="{FF2B5EF4-FFF2-40B4-BE49-F238E27FC236}">
                  <a16:creationId xmlns:a16="http://schemas.microsoft.com/office/drawing/2014/main" id="{7EAD1C8E-DA88-25D2-97F6-7DB4F699CE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28679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AutoShape 6" descr="{\displaystyle {\text{If }}x\neq y{\text{, then }}d(x,y)&gt;0}">
              <a:extLst>
                <a:ext uri="{FF2B5EF4-FFF2-40B4-BE49-F238E27FC236}">
                  <a16:creationId xmlns:a16="http://schemas.microsoft.com/office/drawing/2014/main" id="{CF7F5F24-32FC-357A-A290-6FDC94F244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310844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AutoShape 7" descr="{\displaystyle d(x,y)=d(y,x)}">
              <a:extLst>
                <a:ext uri="{FF2B5EF4-FFF2-40B4-BE49-F238E27FC236}">
                  <a16:creationId xmlns:a16="http://schemas.microsoft.com/office/drawing/2014/main" id="{B0E8B983-BABE-6798-F2DE-92AAC3B5B9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7823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AutoShape 8" descr="{\displaystyle d(x,z)\leq d(x,y)+d(y,z)}">
              <a:extLst>
                <a:ext uri="{FF2B5EF4-FFF2-40B4-BE49-F238E27FC236}">
                  <a16:creationId xmlns:a16="http://schemas.microsoft.com/office/drawing/2014/main" id="{55DB92F8-D89F-58BA-DDA5-628A03742C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422524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54ABFE-D8E5-E92B-3F37-D1B3DAE7A842}"/>
                </a:ext>
              </a:extLst>
            </p:cNvPr>
            <p:cNvSpPr/>
            <p:nvPr/>
          </p:nvSpPr>
          <p:spPr>
            <a:xfrm>
              <a:off x="557247" y="3172732"/>
              <a:ext cx="1600200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DELHI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278F13-3AF4-D227-9B0C-5852B7FE4EF5}"/>
                </a:ext>
              </a:extLst>
            </p:cNvPr>
            <p:cNvSpPr/>
            <p:nvPr/>
          </p:nvSpPr>
          <p:spPr>
            <a:xfrm>
              <a:off x="557247" y="3934732"/>
              <a:ext cx="1600200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C-1(W)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0C65A5-3A75-0BF4-EF3A-FA8A0C8917A8}"/>
              </a:ext>
            </a:extLst>
          </p:cNvPr>
          <p:cNvGrpSpPr/>
          <p:nvPr/>
        </p:nvGrpSpPr>
        <p:grpSpPr>
          <a:xfrm>
            <a:off x="2878886" y="5287662"/>
            <a:ext cx="1630475" cy="1286330"/>
            <a:chOff x="2878886" y="5287662"/>
            <a:chExt cx="1630475" cy="128633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57B151E-894A-27D7-32E1-EFCEC424F821}"/>
                </a:ext>
              </a:extLst>
            </p:cNvPr>
            <p:cNvSpPr/>
            <p:nvPr/>
          </p:nvSpPr>
          <p:spPr>
            <a:xfrm>
              <a:off x="2878886" y="5287662"/>
              <a:ext cx="1630475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NOIDA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05A05A-38C8-C6E9-FB45-EE4B66B5E593}"/>
                </a:ext>
              </a:extLst>
            </p:cNvPr>
            <p:cNvSpPr/>
            <p:nvPr/>
          </p:nvSpPr>
          <p:spPr>
            <a:xfrm>
              <a:off x="2878886" y="6091617"/>
              <a:ext cx="163047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C-2(B)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CE6122-127C-2609-CA9A-A8161A0F5FC7}"/>
              </a:ext>
            </a:extLst>
          </p:cNvPr>
          <p:cNvGrpSpPr/>
          <p:nvPr/>
        </p:nvGrpSpPr>
        <p:grpSpPr>
          <a:xfrm>
            <a:off x="6006746" y="2907174"/>
            <a:ext cx="2925344" cy="1279392"/>
            <a:chOff x="7469418" y="4374795"/>
            <a:chExt cx="2925344" cy="12793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E19A4F-5564-FFA4-0A16-644091988CB5}"/>
                </a:ext>
              </a:extLst>
            </p:cNvPr>
            <p:cNvSpPr/>
            <p:nvPr/>
          </p:nvSpPr>
          <p:spPr>
            <a:xfrm>
              <a:off x="7469418" y="4374795"/>
              <a:ext cx="2925344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GURUGRAM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0E1416-1C7D-712D-FC7E-A0717066520A}"/>
                </a:ext>
              </a:extLst>
            </p:cNvPr>
            <p:cNvSpPr/>
            <p:nvPr/>
          </p:nvSpPr>
          <p:spPr>
            <a:xfrm>
              <a:off x="7469418" y="5171812"/>
              <a:ext cx="292534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C-3(SF)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AAF6F5-2C78-C63F-788D-89BE7FD4CB27}"/>
              </a:ext>
            </a:extLst>
          </p:cNvPr>
          <p:cNvCxnSpPr>
            <a:cxnSpLocks/>
            <a:stCxn id="18" idx="2"/>
            <a:endCxn id="26" idx="1"/>
          </p:cNvCxnSpPr>
          <p:nvPr/>
        </p:nvCxnSpPr>
        <p:spPr>
          <a:xfrm>
            <a:off x="1025978" y="3330647"/>
            <a:ext cx="1852908" cy="2358993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5C10FE-1A1A-5A84-0900-5FDD2B36B25D}"/>
              </a:ext>
            </a:extLst>
          </p:cNvPr>
          <p:cNvSpPr txBox="1"/>
          <p:nvPr/>
        </p:nvSpPr>
        <p:spPr>
          <a:xfrm>
            <a:off x="2130878" y="4407440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40 km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E1D765-D23D-F7EB-87F2-2DC88305F906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826078" y="2488250"/>
            <a:ext cx="4180668" cy="820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BE6187-86FC-31E4-FFC4-80CDC8895C80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 flipV="1">
            <a:off x="4509360" y="3945379"/>
            <a:ext cx="1497386" cy="2387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218B736-A347-486B-EEAF-AF484D75BAD3}"/>
              </a:ext>
            </a:extLst>
          </p:cNvPr>
          <p:cNvSpPr txBox="1"/>
          <p:nvPr/>
        </p:nvSpPr>
        <p:spPr>
          <a:xfrm>
            <a:off x="5238918" y="5166016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8CDA2C-5A14-96AC-4014-C0263EC56943}"/>
              </a:ext>
            </a:extLst>
          </p:cNvPr>
          <p:cNvSpPr txBox="1"/>
          <p:nvPr/>
        </p:nvSpPr>
        <p:spPr>
          <a:xfrm>
            <a:off x="3268373" y="2939819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</p:spTree>
    <p:extLst>
      <p:ext uri="{BB962C8B-B14F-4D97-AF65-F5344CB8AC3E}">
        <p14:creationId xmlns:p14="http://schemas.microsoft.com/office/powerpoint/2010/main" val="376449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83 -0.02848 L -0.48737 -0.109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66" y="-405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10" name="AutoShape 3" descr="{\displaystyle d\,\colon M\times M\to \mathbb {R} }">
            <a:extLst>
              <a:ext uri="{FF2B5EF4-FFF2-40B4-BE49-F238E27FC236}">
                <a16:creationId xmlns:a16="http://schemas.microsoft.com/office/drawing/2014/main" id="{78B1E096-5B75-E644-0AA4-334116236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1360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{\displaystyle x,y,z\in M}">
            <a:extLst>
              <a:ext uri="{FF2B5EF4-FFF2-40B4-BE49-F238E27FC236}">
                <a16:creationId xmlns:a16="http://schemas.microsoft.com/office/drawing/2014/main" id="{17AA015D-4868-284A-B9F7-13B44211A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7178" y="24266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9A081C-502C-2A14-1556-AA233F1D8E78}"/>
              </a:ext>
            </a:extLst>
          </p:cNvPr>
          <p:cNvGrpSpPr/>
          <p:nvPr/>
        </p:nvGrpSpPr>
        <p:grpSpPr>
          <a:xfrm>
            <a:off x="535950" y="1273372"/>
            <a:ext cx="1111159" cy="711400"/>
            <a:chOff x="4492171" y="1055007"/>
            <a:chExt cx="1732382" cy="2083000"/>
          </a:xfrm>
        </p:grpSpPr>
        <p:pic>
          <p:nvPicPr>
            <p:cNvPr id="513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2C588F50-4B3A-D686-CD50-AEC2540D5A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2171" y="1055007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FE007A-0C25-4468-74A7-9DD2865F5217}"/>
                </a:ext>
              </a:extLst>
            </p:cNvPr>
            <p:cNvSpPr txBox="1"/>
            <p:nvPr/>
          </p:nvSpPr>
          <p:spPr>
            <a:xfrm>
              <a:off x="4710531" y="2676342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Raju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136E4C-0DC3-CE8D-324B-47F954C0FB19}"/>
              </a:ext>
            </a:extLst>
          </p:cNvPr>
          <p:cNvGrpSpPr/>
          <p:nvPr/>
        </p:nvGrpSpPr>
        <p:grpSpPr>
          <a:xfrm>
            <a:off x="7567293" y="1844380"/>
            <a:ext cx="890553" cy="788378"/>
            <a:chOff x="9137462" y="1191532"/>
            <a:chExt cx="1697191" cy="2023453"/>
          </a:xfrm>
        </p:grpSpPr>
        <p:pic>
          <p:nvPicPr>
            <p:cNvPr id="2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71A0DACE-A1A4-3B66-6B33-C69FB1DB3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7462" y="1191532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7E0FDCD-0EFF-4A85-2C35-273325F0B11B}"/>
                </a:ext>
              </a:extLst>
            </p:cNvPr>
            <p:cNvSpPr txBox="1"/>
            <p:nvPr/>
          </p:nvSpPr>
          <p:spPr>
            <a:xfrm>
              <a:off x="9320631" y="2753320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 err="1"/>
                <a:t>Kaju</a:t>
              </a:r>
              <a:endParaRPr lang="en-IN" sz="2400" b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652E30-BB4E-7EBA-E722-C0E1DB79BFA8}"/>
              </a:ext>
            </a:extLst>
          </p:cNvPr>
          <p:cNvGrpSpPr/>
          <p:nvPr/>
        </p:nvGrpSpPr>
        <p:grpSpPr>
          <a:xfrm>
            <a:off x="225878" y="1781472"/>
            <a:ext cx="1600200" cy="1662113"/>
            <a:chOff x="557247" y="2867932"/>
            <a:chExt cx="1600200" cy="1662113"/>
          </a:xfrm>
        </p:grpSpPr>
        <p:sp>
          <p:nvSpPr>
            <p:cNvPr id="12" name="AutoShape 5" descr="{\displaystyle d(x,x)=0}">
              <a:extLst>
                <a:ext uri="{FF2B5EF4-FFF2-40B4-BE49-F238E27FC236}">
                  <a16:creationId xmlns:a16="http://schemas.microsoft.com/office/drawing/2014/main" id="{7EAD1C8E-DA88-25D2-97F6-7DB4F699CE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28679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AutoShape 6" descr="{\displaystyle {\text{If }}x\neq y{\text{, then }}d(x,y)&gt;0}">
              <a:extLst>
                <a:ext uri="{FF2B5EF4-FFF2-40B4-BE49-F238E27FC236}">
                  <a16:creationId xmlns:a16="http://schemas.microsoft.com/office/drawing/2014/main" id="{CF7F5F24-32FC-357A-A290-6FDC94F244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310844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AutoShape 7" descr="{\displaystyle d(x,y)=d(y,x)}">
              <a:extLst>
                <a:ext uri="{FF2B5EF4-FFF2-40B4-BE49-F238E27FC236}">
                  <a16:creationId xmlns:a16="http://schemas.microsoft.com/office/drawing/2014/main" id="{B0E8B983-BABE-6798-F2DE-92AAC3B5B9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7823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AutoShape 8" descr="{\displaystyle d(x,z)\leq d(x,y)+d(y,z)}">
              <a:extLst>
                <a:ext uri="{FF2B5EF4-FFF2-40B4-BE49-F238E27FC236}">
                  <a16:creationId xmlns:a16="http://schemas.microsoft.com/office/drawing/2014/main" id="{55DB92F8-D89F-58BA-DDA5-628A03742C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422524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54ABFE-D8E5-E92B-3F37-D1B3DAE7A842}"/>
                </a:ext>
              </a:extLst>
            </p:cNvPr>
            <p:cNvSpPr/>
            <p:nvPr/>
          </p:nvSpPr>
          <p:spPr>
            <a:xfrm>
              <a:off x="557247" y="3172732"/>
              <a:ext cx="1600200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DELHI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278F13-3AF4-D227-9B0C-5852B7FE4EF5}"/>
                </a:ext>
              </a:extLst>
            </p:cNvPr>
            <p:cNvSpPr/>
            <p:nvPr/>
          </p:nvSpPr>
          <p:spPr>
            <a:xfrm>
              <a:off x="557247" y="3934732"/>
              <a:ext cx="1600200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C-1(W)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0C65A5-3A75-0BF4-EF3A-FA8A0C8917A8}"/>
              </a:ext>
            </a:extLst>
          </p:cNvPr>
          <p:cNvGrpSpPr/>
          <p:nvPr/>
        </p:nvGrpSpPr>
        <p:grpSpPr>
          <a:xfrm>
            <a:off x="2878886" y="5287662"/>
            <a:ext cx="1630475" cy="1286330"/>
            <a:chOff x="2878886" y="5287662"/>
            <a:chExt cx="1630475" cy="128633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57B151E-894A-27D7-32E1-EFCEC424F821}"/>
                </a:ext>
              </a:extLst>
            </p:cNvPr>
            <p:cNvSpPr/>
            <p:nvPr/>
          </p:nvSpPr>
          <p:spPr>
            <a:xfrm>
              <a:off x="2878886" y="5287662"/>
              <a:ext cx="1630475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NOIDA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05A05A-38C8-C6E9-FB45-EE4B66B5E593}"/>
                </a:ext>
              </a:extLst>
            </p:cNvPr>
            <p:cNvSpPr/>
            <p:nvPr/>
          </p:nvSpPr>
          <p:spPr>
            <a:xfrm>
              <a:off x="2878886" y="6091617"/>
              <a:ext cx="163047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C-2(B)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CE6122-127C-2609-CA9A-A8161A0F5FC7}"/>
              </a:ext>
            </a:extLst>
          </p:cNvPr>
          <p:cNvGrpSpPr/>
          <p:nvPr/>
        </p:nvGrpSpPr>
        <p:grpSpPr>
          <a:xfrm>
            <a:off x="6006746" y="2907174"/>
            <a:ext cx="2925344" cy="1279392"/>
            <a:chOff x="7469418" y="4374795"/>
            <a:chExt cx="2925344" cy="12793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E19A4F-5564-FFA4-0A16-644091988CB5}"/>
                </a:ext>
              </a:extLst>
            </p:cNvPr>
            <p:cNvSpPr/>
            <p:nvPr/>
          </p:nvSpPr>
          <p:spPr>
            <a:xfrm>
              <a:off x="7469418" y="4374795"/>
              <a:ext cx="2925344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GURUGRAM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0E1416-1C7D-712D-FC7E-A0717066520A}"/>
                </a:ext>
              </a:extLst>
            </p:cNvPr>
            <p:cNvSpPr/>
            <p:nvPr/>
          </p:nvSpPr>
          <p:spPr>
            <a:xfrm>
              <a:off x="7469418" y="5171812"/>
              <a:ext cx="292534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C-3(SF)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AAF6F5-2C78-C63F-788D-89BE7FD4CB27}"/>
              </a:ext>
            </a:extLst>
          </p:cNvPr>
          <p:cNvCxnSpPr>
            <a:cxnSpLocks/>
            <a:stCxn id="18" idx="2"/>
            <a:endCxn id="26" idx="1"/>
          </p:cNvCxnSpPr>
          <p:nvPr/>
        </p:nvCxnSpPr>
        <p:spPr>
          <a:xfrm>
            <a:off x="1025978" y="3330647"/>
            <a:ext cx="1852908" cy="2358993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5C10FE-1A1A-5A84-0900-5FDD2B36B25D}"/>
              </a:ext>
            </a:extLst>
          </p:cNvPr>
          <p:cNvSpPr txBox="1"/>
          <p:nvPr/>
        </p:nvSpPr>
        <p:spPr>
          <a:xfrm>
            <a:off x="2130878" y="4407440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40 km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E1D765-D23D-F7EB-87F2-2DC88305F906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826078" y="2488250"/>
            <a:ext cx="4180668" cy="820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BE6187-86FC-31E4-FFC4-80CDC8895C80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 flipV="1">
            <a:off x="4509360" y="3945379"/>
            <a:ext cx="1497386" cy="2387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218B736-A347-486B-EEAF-AF484D75BAD3}"/>
              </a:ext>
            </a:extLst>
          </p:cNvPr>
          <p:cNvSpPr txBox="1"/>
          <p:nvPr/>
        </p:nvSpPr>
        <p:spPr>
          <a:xfrm>
            <a:off x="5238918" y="5166016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8CDA2C-5A14-96AC-4014-C0263EC56943}"/>
              </a:ext>
            </a:extLst>
          </p:cNvPr>
          <p:cNvSpPr txBox="1"/>
          <p:nvPr/>
        </p:nvSpPr>
        <p:spPr>
          <a:xfrm>
            <a:off x="3268373" y="2939819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</p:spTree>
    <p:extLst>
      <p:ext uri="{BB962C8B-B14F-4D97-AF65-F5344CB8AC3E}">
        <p14:creationId xmlns:p14="http://schemas.microsoft.com/office/powerpoint/2010/main" val="269029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914 -0.00949 L 0.08672 0.6506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786" y="3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10" name="AutoShape 3" descr="{\displaystyle d\,\colon M\times M\to \mathbb {R} }">
            <a:extLst>
              <a:ext uri="{FF2B5EF4-FFF2-40B4-BE49-F238E27FC236}">
                <a16:creationId xmlns:a16="http://schemas.microsoft.com/office/drawing/2014/main" id="{78B1E096-5B75-E644-0AA4-334116236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1360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{\displaystyle x,y,z\in M}">
            <a:extLst>
              <a:ext uri="{FF2B5EF4-FFF2-40B4-BE49-F238E27FC236}">
                <a16:creationId xmlns:a16="http://schemas.microsoft.com/office/drawing/2014/main" id="{17AA015D-4868-284A-B9F7-13B44211A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7178" y="24266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9A081C-502C-2A14-1556-AA233F1D8E78}"/>
              </a:ext>
            </a:extLst>
          </p:cNvPr>
          <p:cNvGrpSpPr/>
          <p:nvPr/>
        </p:nvGrpSpPr>
        <p:grpSpPr>
          <a:xfrm>
            <a:off x="1647109" y="5774360"/>
            <a:ext cx="1111159" cy="711400"/>
            <a:chOff x="4492171" y="1055007"/>
            <a:chExt cx="1732382" cy="2083000"/>
          </a:xfrm>
        </p:grpSpPr>
        <p:pic>
          <p:nvPicPr>
            <p:cNvPr id="513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2C588F50-4B3A-D686-CD50-AEC2540D5A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2171" y="1055007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FE007A-0C25-4468-74A7-9DD2865F5217}"/>
                </a:ext>
              </a:extLst>
            </p:cNvPr>
            <p:cNvSpPr txBox="1"/>
            <p:nvPr/>
          </p:nvSpPr>
          <p:spPr>
            <a:xfrm>
              <a:off x="4710531" y="2676342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Raju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136E4C-0DC3-CE8D-324B-47F954C0FB19}"/>
              </a:ext>
            </a:extLst>
          </p:cNvPr>
          <p:cNvGrpSpPr/>
          <p:nvPr/>
        </p:nvGrpSpPr>
        <p:grpSpPr>
          <a:xfrm>
            <a:off x="7567293" y="1844380"/>
            <a:ext cx="890553" cy="788378"/>
            <a:chOff x="9137462" y="1191532"/>
            <a:chExt cx="1697191" cy="2023453"/>
          </a:xfrm>
        </p:grpSpPr>
        <p:pic>
          <p:nvPicPr>
            <p:cNvPr id="2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71A0DACE-A1A4-3B66-6B33-C69FB1DB3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7462" y="1191532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7E0FDCD-0EFF-4A85-2C35-273325F0B11B}"/>
                </a:ext>
              </a:extLst>
            </p:cNvPr>
            <p:cNvSpPr txBox="1"/>
            <p:nvPr/>
          </p:nvSpPr>
          <p:spPr>
            <a:xfrm>
              <a:off x="9320631" y="2753320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 err="1"/>
                <a:t>Kaju</a:t>
              </a:r>
              <a:endParaRPr lang="en-IN" sz="2400" b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652E30-BB4E-7EBA-E722-C0E1DB79BFA8}"/>
              </a:ext>
            </a:extLst>
          </p:cNvPr>
          <p:cNvGrpSpPr/>
          <p:nvPr/>
        </p:nvGrpSpPr>
        <p:grpSpPr>
          <a:xfrm>
            <a:off x="225878" y="1781472"/>
            <a:ext cx="1600200" cy="1662113"/>
            <a:chOff x="557247" y="2867932"/>
            <a:chExt cx="1600200" cy="1662113"/>
          </a:xfrm>
        </p:grpSpPr>
        <p:sp>
          <p:nvSpPr>
            <p:cNvPr id="12" name="AutoShape 5" descr="{\displaystyle d(x,x)=0}">
              <a:extLst>
                <a:ext uri="{FF2B5EF4-FFF2-40B4-BE49-F238E27FC236}">
                  <a16:creationId xmlns:a16="http://schemas.microsoft.com/office/drawing/2014/main" id="{7EAD1C8E-DA88-25D2-97F6-7DB4F699CE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28679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AutoShape 6" descr="{\displaystyle {\text{If }}x\neq y{\text{, then }}d(x,y)&gt;0}">
              <a:extLst>
                <a:ext uri="{FF2B5EF4-FFF2-40B4-BE49-F238E27FC236}">
                  <a16:creationId xmlns:a16="http://schemas.microsoft.com/office/drawing/2014/main" id="{CF7F5F24-32FC-357A-A290-6FDC94F244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310844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AutoShape 7" descr="{\displaystyle d(x,y)=d(y,x)}">
              <a:extLst>
                <a:ext uri="{FF2B5EF4-FFF2-40B4-BE49-F238E27FC236}">
                  <a16:creationId xmlns:a16="http://schemas.microsoft.com/office/drawing/2014/main" id="{B0E8B983-BABE-6798-F2DE-92AAC3B5B9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7823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AutoShape 8" descr="{\displaystyle d(x,z)\leq d(x,y)+d(y,z)}">
              <a:extLst>
                <a:ext uri="{FF2B5EF4-FFF2-40B4-BE49-F238E27FC236}">
                  <a16:creationId xmlns:a16="http://schemas.microsoft.com/office/drawing/2014/main" id="{55DB92F8-D89F-58BA-DDA5-628A03742C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422524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54ABFE-D8E5-E92B-3F37-D1B3DAE7A842}"/>
                </a:ext>
              </a:extLst>
            </p:cNvPr>
            <p:cNvSpPr/>
            <p:nvPr/>
          </p:nvSpPr>
          <p:spPr>
            <a:xfrm>
              <a:off x="557247" y="3172732"/>
              <a:ext cx="1600200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DELHI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278F13-3AF4-D227-9B0C-5852B7FE4EF5}"/>
                </a:ext>
              </a:extLst>
            </p:cNvPr>
            <p:cNvSpPr/>
            <p:nvPr/>
          </p:nvSpPr>
          <p:spPr>
            <a:xfrm>
              <a:off x="557247" y="3934732"/>
              <a:ext cx="1600200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C-1(W)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0C65A5-3A75-0BF4-EF3A-FA8A0C8917A8}"/>
              </a:ext>
            </a:extLst>
          </p:cNvPr>
          <p:cNvGrpSpPr/>
          <p:nvPr/>
        </p:nvGrpSpPr>
        <p:grpSpPr>
          <a:xfrm>
            <a:off x="2878886" y="5287662"/>
            <a:ext cx="1630475" cy="1286330"/>
            <a:chOff x="2878886" y="5287662"/>
            <a:chExt cx="1630475" cy="128633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57B151E-894A-27D7-32E1-EFCEC424F821}"/>
                </a:ext>
              </a:extLst>
            </p:cNvPr>
            <p:cNvSpPr/>
            <p:nvPr/>
          </p:nvSpPr>
          <p:spPr>
            <a:xfrm>
              <a:off x="2878886" y="5287662"/>
              <a:ext cx="1630475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NOIDA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05A05A-38C8-C6E9-FB45-EE4B66B5E593}"/>
                </a:ext>
              </a:extLst>
            </p:cNvPr>
            <p:cNvSpPr/>
            <p:nvPr/>
          </p:nvSpPr>
          <p:spPr>
            <a:xfrm>
              <a:off x="2878886" y="6091617"/>
              <a:ext cx="163047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C-2(B)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CE6122-127C-2609-CA9A-A8161A0F5FC7}"/>
              </a:ext>
            </a:extLst>
          </p:cNvPr>
          <p:cNvGrpSpPr/>
          <p:nvPr/>
        </p:nvGrpSpPr>
        <p:grpSpPr>
          <a:xfrm>
            <a:off x="6006746" y="2907174"/>
            <a:ext cx="2925344" cy="1279392"/>
            <a:chOff x="7469418" y="4374795"/>
            <a:chExt cx="2925344" cy="12793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E19A4F-5564-FFA4-0A16-644091988CB5}"/>
                </a:ext>
              </a:extLst>
            </p:cNvPr>
            <p:cNvSpPr/>
            <p:nvPr/>
          </p:nvSpPr>
          <p:spPr>
            <a:xfrm>
              <a:off x="7469418" y="4374795"/>
              <a:ext cx="2925344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GURUGRAM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0E1416-1C7D-712D-FC7E-A0717066520A}"/>
                </a:ext>
              </a:extLst>
            </p:cNvPr>
            <p:cNvSpPr/>
            <p:nvPr/>
          </p:nvSpPr>
          <p:spPr>
            <a:xfrm>
              <a:off x="7469418" y="5171812"/>
              <a:ext cx="292534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C-3(SF)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AAF6F5-2C78-C63F-788D-89BE7FD4CB27}"/>
              </a:ext>
            </a:extLst>
          </p:cNvPr>
          <p:cNvCxnSpPr>
            <a:cxnSpLocks/>
            <a:stCxn id="18" idx="2"/>
            <a:endCxn id="26" idx="1"/>
          </p:cNvCxnSpPr>
          <p:nvPr/>
        </p:nvCxnSpPr>
        <p:spPr>
          <a:xfrm>
            <a:off x="1025978" y="3330647"/>
            <a:ext cx="1852908" cy="2358993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5C10FE-1A1A-5A84-0900-5FDD2B36B25D}"/>
              </a:ext>
            </a:extLst>
          </p:cNvPr>
          <p:cNvSpPr txBox="1"/>
          <p:nvPr/>
        </p:nvSpPr>
        <p:spPr>
          <a:xfrm>
            <a:off x="2130878" y="4407440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40 km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E1D765-D23D-F7EB-87F2-2DC88305F906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826078" y="2488250"/>
            <a:ext cx="4180668" cy="820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BE6187-86FC-31E4-FFC4-80CDC8895C80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 flipV="1">
            <a:off x="4509360" y="3945379"/>
            <a:ext cx="1497386" cy="2387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218B736-A347-486B-EEAF-AF484D75BAD3}"/>
              </a:ext>
            </a:extLst>
          </p:cNvPr>
          <p:cNvSpPr txBox="1"/>
          <p:nvPr/>
        </p:nvSpPr>
        <p:spPr>
          <a:xfrm>
            <a:off x="5238918" y="5166016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8CDA2C-5A14-96AC-4014-C0263EC56943}"/>
              </a:ext>
            </a:extLst>
          </p:cNvPr>
          <p:cNvSpPr txBox="1"/>
          <p:nvPr/>
        </p:nvSpPr>
        <p:spPr>
          <a:xfrm>
            <a:off x="3268373" y="2939819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</p:spTree>
    <p:extLst>
      <p:ext uri="{BB962C8B-B14F-4D97-AF65-F5344CB8AC3E}">
        <p14:creationId xmlns:p14="http://schemas.microsoft.com/office/powerpoint/2010/main" val="262253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11022E-16 L -0.10573 -0.6784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86" y="-3393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DB5685-46A0-BEDA-771E-F78CDC2395F6}"/>
              </a:ext>
            </a:extLst>
          </p:cNvPr>
          <p:cNvSpPr txBox="1"/>
          <p:nvPr/>
        </p:nvSpPr>
        <p:spPr>
          <a:xfrm>
            <a:off x="1289956" y="1845129"/>
            <a:ext cx="94052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distance travelled = 100 + 100 x 80</a:t>
            </a:r>
          </a:p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    = 8100 km  </a:t>
            </a:r>
          </a:p>
        </p:txBody>
      </p:sp>
    </p:spTree>
    <p:extLst>
      <p:ext uri="{BB962C8B-B14F-4D97-AF65-F5344CB8AC3E}">
        <p14:creationId xmlns:p14="http://schemas.microsoft.com/office/powerpoint/2010/main" val="2509049812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14:cNvPr>
              <p14:cNvContentPartPr/>
              <p14:nvPr/>
            </p14:nvContentPartPr>
            <p14:xfrm>
              <a:off x="3547071" y="1222573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CE39C79-B129-9F8A-91F2-6F112F9968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5071" y="1078573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14:cNvPr>
              <p14:cNvContentPartPr/>
              <p14:nvPr/>
            </p14:nvContentPartPr>
            <p14:xfrm>
              <a:off x="4829289" y="1230775"/>
              <a:ext cx="3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63794A0-E4F3-B7C7-389A-ED586B7093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757289" y="1086775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0DE051-D54E-95A4-F850-7D7AA470CB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14:cNvPr>
              <p14:cNvContentPartPr/>
              <p14:nvPr/>
            </p14:nvContentPartPr>
            <p14:xfrm>
              <a:off x="4243569" y="1230378"/>
              <a:ext cx="36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76689D2-0FEC-EF6A-CEFD-681526B538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1569" y="1086378"/>
                <a:ext cx="14400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14:cNvPr>
              <p14:cNvContentPartPr/>
              <p14:nvPr/>
            </p14:nvContentPartPr>
            <p14:xfrm>
              <a:off x="4067529" y="1206978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8439304-20D0-D845-3275-FCAC4BC5E97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95529" y="1062978"/>
                <a:ext cx="144000" cy="2880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10" name="AutoShape 3" descr="{\displaystyle d\,\colon M\times M\to \mathbb {R} }">
            <a:extLst>
              <a:ext uri="{FF2B5EF4-FFF2-40B4-BE49-F238E27FC236}">
                <a16:creationId xmlns:a16="http://schemas.microsoft.com/office/drawing/2014/main" id="{78B1E096-5B75-E644-0AA4-334116236DF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26078" y="213609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AutoShape 4" descr="{\displaystyle x,y,z\in M}">
            <a:extLst>
              <a:ext uri="{FF2B5EF4-FFF2-40B4-BE49-F238E27FC236}">
                <a16:creationId xmlns:a16="http://schemas.microsoft.com/office/drawing/2014/main" id="{17AA015D-4868-284A-B9F7-13B44211A0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277178" y="242660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F9A081C-502C-2A14-1556-AA233F1D8E78}"/>
              </a:ext>
            </a:extLst>
          </p:cNvPr>
          <p:cNvGrpSpPr/>
          <p:nvPr/>
        </p:nvGrpSpPr>
        <p:grpSpPr>
          <a:xfrm>
            <a:off x="571973" y="1072959"/>
            <a:ext cx="1111159" cy="711400"/>
            <a:chOff x="4492171" y="1055007"/>
            <a:chExt cx="1732382" cy="2083000"/>
          </a:xfrm>
        </p:grpSpPr>
        <p:pic>
          <p:nvPicPr>
            <p:cNvPr id="513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2C588F50-4B3A-D686-CD50-AEC2540D5A7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92171" y="1055007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7FE007A-0C25-4468-74A7-9DD2865F5217}"/>
                </a:ext>
              </a:extLst>
            </p:cNvPr>
            <p:cNvSpPr txBox="1"/>
            <p:nvPr/>
          </p:nvSpPr>
          <p:spPr>
            <a:xfrm>
              <a:off x="4710531" y="2676342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/>
                <a:t>Raju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136E4C-0DC3-CE8D-324B-47F954C0FB19}"/>
              </a:ext>
            </a:extLst>
          </p:cNvPr>
          <p:cNvGrpSpPr/>
          <p:nvPr/>
        </p:nvGrpSpPr>
        <p:grpSpPr>
          <a:xfrm>
            <a:off x="3325448" y="4206593"/>
            <a:ext cx="890553" cy="788378"/>
            <a:chOff x="9137462" y="1191532"/>
            <a:chExt cx="1697191" cy="2023453"/>
          </a:xfrm>
        </p:grpSpPr>
        <p:pic>
          <p:nvPicPr>
            <p:cNvPr id="20" name="Picture 10" descr="Boy Cartoon png download - 1000*1323 - Free Transparent Technician png  Download. - CleanPNG / KissPNG">
              <a:extLst>
                <a:ext uri="{FF2B5EF4-FFF2-40B4-BE49-F238E27FC236}">
                  <a16:creationId xmlns:a16="http://schemas.microsoft.com/office/drawing/2014/main" id="{71A0DACE-A1A4-3B66-6B33-C69FB1DB385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37462" y="1191532"/>
              <a:ext cx="1257300" cy="1676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7E0FDCD-0EFF-4A85-2C35-273325F0B11B}"/>
                </a:ext>
              </a:extLst>
            </p:cNvPr>
            <p:cNvSpPr txBox="1"/>
            <p:nvPr/>
          </p:nvSpPr>
          <p:spPr>
            <a:xfrm>
              <a:off x="9320631" y="2753320"/>
              <a:ext cx="15140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 dirty="0" err="1"/>
                <a:t>Kaju</a:t>
              </a:r>
              <a:endParaRPr lang="en-IN" sz="2400" b="1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1652E30-BB4E-7EBA-E722-C0E1DB79BFA8}"/>
              </a:ext>
            </a:extLst>
          </p:cNvPr>
          <p:cNvGrpSpPr/>
          <p:nvPr/>
        </p:nvGrpSpPr>
        <p:grpSpPr>
          <a:xfrm>
            <a:off x="225878" y="1781472"/>
            <a:ext cx="1600200" cy="1662113"/>
            <a:chOff x="557247" y="2867932"/>
            <a:chExt cx="1600200" cy="1662113"/>
          </a:xfrm>
        </p:grpSpPr>
        <p:sp>
          <p:nvSpPr>
            <p:cNvPr id="12" name="AutoShape 5" descr="{\displaystyle d(x,x)=0}">
              <a:extLst>
                <a:ext uri="{FF2B5EF4-FFF2-40B4-BE49-F238E27FC236}">
                  <a16:creationId xmlns:a16="http://schemas.microsoft.com/office/drawing/2014/main" id="{7EAD1C8E-DA88-25D2-97F6-7DB4F699CE1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28679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AutoShape 6" descr="{\displaystyle {\text{If }}x\neq y{\text{, then }}d(x,y)&gt;0}">
              <a:extLst>
                <a:ext uri="{FF2B5EF4-FFF2-40B4-BE49-F238E27FC236}">
                  <a16:creationId xmlns:a16="http://schemas.microsoft.com/office/drawing/2014/main" id="{CF7F5F24-32FC-357A-A290-6FDC94F2448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310844"/>
              <a:ext cx="304800" cy="304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AutoShape 7" descr="{\displaystyle d(x,y)=d(y,x)}">
              <a:extLst>
                <a:ext uri="{FF2B5EF4-FFF2-40B4-BE49-F238E27FC236}">
                  <a16:creationId xmlns:a16="http://schemas.microsoft.com/office/drawing/2014/main" id="{B0E8B983-BABE-6798-F2DE-92AAC3B5B96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3782332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AutoShape 8" descr="{\displaystyle d(x,z)\leq d(x,y)+d(y,z)}">
              <a:extLst>
                <a:ext uri="{FF2B5EF4-FFF2-40B4-BE49-F238E27FC236}">
                  <a16:creationId xmlns:a16="http://schemas.microsoft.com/office/drawing/2014/main" id="{55DB92F8-D89F-58BA-DDA5-628A03742C4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26078" y="4225245"/>
              <a:ext cx="304800" cy="3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E54ABFE-D8E5-E92B-3F37-D1B3DAE7A842}"/>
                </a:ext>
              </a:extLst>
            </p:cNvPr>
            <p:cNvSpPr/>
            <p:nvPr/>
          </p:nvSpPr>
          <p:spPr>
            <a:xfrm>
              <a:off x="557247" y="3172732"/>
              <a:ext cx="1600200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DELHI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F278F13-3AF4-D227-9B0C-5852B7FE4EF5}"/>
                </a:ext>
              </a:extLst>
            </p:cNvPr>
            <p:cNvSpPr/>
            <p:nvPr/>
          </p:nvSpPr>
          <p:spPr>
            <a:xfrm>
              <a:off x="557247" y="3934732"/>
              <a:ext cx="1600200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C-1(W)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60C65A5-3A75-0BF4-EF3A-FA8A0C8917A8}"/>
              </a:ext>
            </a:extLst>
          </p:cNvPr>
          <p:cNvGrpSpPr/>
          <p:nvPr/>
        </p:nvGrpSpPr>
        <p:grpSpPr>
          <a:xfrm>
            <a:off x="2878886" y="5287662"/>
            <a:ext cx="1630475" cy="1286330"/>
            <a:chOff x="2878886" y="5287662"/>
            <a:chExt cx="1630475" cy="128633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57B151E-894A-27D7-32E1-EFCEC424F821}"/>
                </a:ext>
              </a:extLst>
            </p:cNvPr>
            <p:cNvSpPr/>
            <p:nvPr/>
          </p:nvSpPr>
          <p:spPr>
            <a:xfrm>
              <a:off x="2878886" y="5287662"/>
              <a:ext cx="1630475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NOIDA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005A05A-38C8-C6E9-FB45-EE4B66B5E593}"/>
                </a:ext>
              </a:extLst>
            </p:cNvPr>
            <p:cNvSpPr/>
            <p:nvPr/>
          </p:nvSpPr>
          <p:spPr>
            <a:xfrm>
              <a:off x="2878886" y="6091617"/>
              <a:ext cx="163047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C-2(B)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DCE6122-127C-2609-CA9A-A8161A0F5FC7}"/>
              </a:ext>
            </a:extLst>
          </p:cNvPr>
          <p:cNvGrpSpPr/>
          <p:nvPr/>
        </p:nvGrpSpPr>
        <p:grpSpPr>
          <a:xfrm>
            <a:off x="6006746" y="2907174"/>
            <a:ext cx="2925344" cy="1279392"/>
            <a:chOff x="7469418" y="4374795"/>
            <a:chExt cx="2925344" cy="1279392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8EE19A4F-5564-FFA4-0A16-644091988CB5}"/>
                </a:ext>
              </a:extLst>
            </p:cNvPr>
            <p:cNvSpPr/>
            <p:nvPr/>
          </p:nvSpPr>
          <p:spPr>
            <a:xfrm>
              <a:off x="7469418" y="4374795"/>
              <a:ext cx="2925344" cy="80395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4000" b="1" dirty="0"/>
                <a:t>GURUGRAM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BC0E1416-1C7D-712D-FC7E-A0717066520A}"/>
                </a:ext>
              </a:extLst>
            </p:cNvPr>
            <p:cNvSpPr/>
            <p:nvPr/>
          </p:nvSpPr>
          <p:spPr>
            <a:xfrm>
              <a:off x="7469418" y="5171812"/>
              <a:ext cx="2925344" cy="48237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 dirty="0"/>
                <a:t>C-3(SF)</a:t>
              </a:r>
            </a:p>
          </p:txBody>
        </p:sp>
      </p:grp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AAF6F5-2C78-C63F-788D-89BE7FD4CB27}"/>
              </a:ext>
            </a:extLst>
          </p:cNvPr>
          <p:cNvCxnSpPr>
            <a:cxnSpLocks/>
            <a:stCxn id="18" idx="2"/>
            <a:endCxn id="26" idx="1"/>
          </p:cNvCxnSpPr>
          <p:nvPr/>
        </p:nvCxnSpPr>
        <p:spPr>
          <a:xfrm>
            <a:off x="1025978" y="3330647"/>
            <a:ext cx="1852908" cy="2358993"/>
          </a:xfrm>
          <a:prstGeom prst="line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25C10FE-1A1A-5A84-0900-5FDD2B36B25D}"/>
              </a:ext>
            </a:extLst>
          </p:cNvPr>
          <p:cNvSpPr txBox="1"/>
          <p:nvPr/>
        </p:nvSpPr>
        <p:spPr>
          <a:xfrm>
            <a:off x="2130878" y="4407440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40 km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BCE1D765-D23D-F7EB-87F2-2DC88305F906}"/>
              </a:ext>
            </a:extLst>
          </p:cNvPr>
          <p:cNvCxnSpPr>
            <a:cxnSpLocks/>
            <a:stCxn id="17" idx="3"/>
            <a:endCxn id="27" idx="1"/>
          </p:cNvCxnSpPr>
          <p:nvPr/>
        </p:nvCxnSpPr>
        <p:spPr>
          <a:xfrm>
            <a:off x="1826078" y="2488250"/>
            <a:ext cx="4180668" cy="8209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BE6187-86FC-31E4-FFC4-80CDC8895C80}"/>
              </a:ext>
            </a:extLst>
          </p:cNvPr>
          <p:cNvCxnSpPr>
            <a:stCxn id="29" idx="3"/>
            <a:endCxn id="30" idx="1"/>
          </p:cNvCxnSpPr>
          <p:nvPr/>
        </p:nvCxnSpPr>
        <p:spPr>
          <a:xfrm flipV="1">
            <a:off x="4509360" y="3945379"/>
            <a:ext cx="1497386" cy="2387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218B736-A347-486B-EEAF-AF484D75BAD3}"/>
              </a:ext>
            </a:extLst>
          </p:cNvPr>
          <p:cNvSpPr txBox="1"/>
          <p:nvPr/>
        </p:nvSpPr>
        <p:spPr>
          <a:xfrm>
            <a:off x="5238918" y="5166016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F8CDA2C-5A14-96AC-4014-C0263EC56943}"/>
              </a:ext>
            </a:extLst>
          </p:cNvPr>
          <p:cNvSpPr txBox="1"/>
          <p:nvPr/>
        </p:nvSpPr>
        <p:spPr>
          <a:xfrm>
            <a:off x="3268373" y="2939819"/>
            <a:ext cx="116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 km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C9B764-D418-F0EF-B23A-5420FA551C66}"/>
              </a:ext>
            </a:extLst>
          </p:cNvPr>
          <p:cNvSpPr txBox="1"/>
          <p:nvPr/>
        </p:nvSpPr>
        <p:spPr>
          <a:xfrm>
            <a:off x="4115983" y="1280779"/>
            <a:ext cx="6236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Better Approach</a:t>
            </a:r>
          </a:p>
        </p:txBody>
      </p:sp>
    </p:spTree>
    <p:extLst>
      <p:ext uri="{BB962C8B-B14F-4D97-AF65-F5344CB8AC3E}">
        <p14:creationId xmlns:p14="http://schemas.microsoft.com/office/powerpoint/2010/main" val="109368292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37FC8A-C5D9-6FC3-271F-0541362282EE}"/>
              </a:ext>
            </a:extLst>
          </p:cNvPr>
          <p:cNvSpPr txBox="1"/>
          <p:nvPr/>
        </p:nvSpPr>
        <p:spPr>
          <a:xfrm>
            <a:off x="1159329" y="2514600"/>
            <a:ext cx="107931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Cost = 100 + 100 = </a:t>
            </a:r>
            <a:r>
              <a:rPr lang="en-IN" sz="4000" b="1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200 km  &lt; 8100 km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939130-C6E6-0FCB-3E0C-E3E8CBCC201C}"/>
              </a:ext>
            </a:extLst>
          </p:cNvPr>
          <p:cNvSpPr txBox="1"/>
          <p:nvPr/>
        </p:nvSpPr>
        <p:spPr>
          <a:xfrm>
            <a:off x="631372" y="4523014"/>
            <a:ext cx="115606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we see that always assigning the closest server can be </a:t>
            </a:r>
            <a:r>
              <a:rPr lang="en-US" sz="4000" b="1" i="0" u="sng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far from </a:t>
            </a:r>
            <a:r>
              <a:rPr lang="en-US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optimal</a:t>
            </a:r>
            <a:endParaRPr lang="en-IN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2942727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8CC61-AD42-AB24-48BB-4AEEFD76D145}"/>
              </a:ext>
            </a:extLst>
          </p:cNvPr>
          <p:cNvSpPr txBox="1"/>
          <p:nvPr/>
        </p:nvSpPr>
        <p:spPr>
          <a:xfrm>
            <a:off x="315686" y="1490008"/>
            <a:ext cx="115606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it seems foolish for an algorithm that </a:t>
            </a:r>
            <a:r>
              <a:rPr lang="en-US" sz="4000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does not know future requests</a:t>
            </a:r>
            <a:r>
              <a:rPr lang="en-US" sz="400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 to send both of its technicians away from Gurugram</a:t>
            </a:r>
            <a:endParaRPr lang="en-IN" sz="4000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7CD0C1-C619-56CD-0613-7EF046C037A3}"/>
              </a:ext>
            </a:extLst>
          </p:cNvPr>
          <p:cNvSpPr txBox="1"/>
          <p:nvPr/>
        </p:nvSpPr>
        <p:spPr>
          <a:xfrm>
            <a:off x="315686" y="4706272"/>
            <a:ext cx="115606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202122"/>
                </a:solidFill>
                <a:latin typeface="Arial" panose="020B0604020202020204" pitchFamily="34" charset="0"/>
              </a:rPr>
              <a:t>A</a:t>
            </a:r>
            <a:r>
              <a:rPr lang="en-US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s the next request could be in that city and it would have to send someone back immediately.</a:t>
            </a:r>
            <a:endParaRPr lang="en-IN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82122556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8CC61-AD42-AB24-48BB-4AEEFD76D145}"/>
              </a:ext>
            </a:extLst>
          </p:cNvPr>
          <p:cNvSpPr txBox="1"/>
          <p:nvPr/>
        </p:nvSpPr>
        <p:spPr>
          <a:xfrm>
            <a:off x="457200" y="1363495"/>
            <a:ext cx="115606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It seems that it is </a:t>
            </a:r>
            <a:r>
              <a:rPr lang="en-US" sz="4000" b="1" i="0" dirty="0">
                <a:solidFill>
                  <a:srgbClr val="C00000"/>
                </a:solidFill>
                <a:effectLst/>
                <a:latin typeface="Arial" panose="020B0604020202020204" pitchFamily="34" charset="0"/>
              </a:rPr>
              <a:t>difficult or impossible </a:t>
            </a:r>
            <a:r>
              <a:rPr lang="en-US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for a </a:t>
            </a:r>
            <a:r>
              <a:rPr lang="en-US" sz="40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k</a:t>
            </a:r>
            <a:r>
              <a:rPr lang="en-US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-server algorithm to perform well relative to its adversary</a:t>
            </a:r>
            <a:endParaRPr lang="en-IN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5D4C6-621B-E1D1-4B68-CCEF784C4B69}"/>
              </a:ext>
            </a:extLst>
          </p:cNvPr>
          <p:cNvSpPr txBox="1"/>
          <p:nvPr/>
        </p:nvSpPr>
        <p:spPr>
          <a:xfrm>
            <a:off x="457200" y="4004608"/>
            <a:ext cx="115606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dirty="0">
                <a:solidFill>
                  <a:srgbClr val="202122"/>
                </a:solidFill>
                <a:latin typeface="Arial" panose="020B0604020202020204" pitchFamily="34" charset="0"/>
              </a:rPr>
              <a:t>F</a:t>
            </a:r>
            <a:r>
              <a:rPr lang="en-US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or the 2-server problem, there exists an algorithm that always has a total travel distance of </a:t>
            </a:r>
            <a:r>
              <a:rPr lang="en-US" sz="40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at most twice </a:t>
            </a:r>
            <a:r>
              <a:rPr lang="en-US" sz="40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the adversary's distance</a:t>
            </a:r>
            <a:endParaRPr lang="en-IN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19514427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2-Server 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7B2A9-93DF-FADD-F798-EA23C136C548}"/>
              </a:ext>
            </a:extLst>
          </p:cNvPr>
          <p:cNvSpPr txBox="1"/>
          <p:nvPr/>
        </p:nvSpPr>
        <p:spPr>
          <a:xfrm>
            <a:off x="152400" y="2105561"/>
            <a:ext cx="115606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b="0" i="0" dirty="0">
                <a:solidFill>
                  <a:srgbClr val="0F0F0F"/>
                </a:solidFill>
                <a:effectLst/>
                <a:latin typeface="Söhne"/>
              </a:rPr>
              <a:t>The k-server problem is </a:t>
            </a:r>
            <a:r>
              <a:rPr lang="en-US" sz="4000" b="1" i="0" u="sng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öhne"/>
              </a:rPr>
              <a:t>NP-hard</a:t>
            </a:r>
            <a:r>
              <a:rPr lang="en-US" sz="4000" b="0" i="0" dirty="0">
                <a:solidFill>
                  <a:srgbClr val="0F0F0F"/>
                </a:solidFill>
                <a:effectLst/>
                <a:latin typeface="Söhne"/>
              </a:rPr>
              <a:t>, and finding an optimal solution is computationally expensive</a:t>
            </a:r>
            <a:endParaRPr lang="en-IN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1305195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k-Server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37FC8A-C5D9-6FC3-271F-0541362282EE}"/>
              </a:ext>
            </a:extLst>
          </p:cNvPr>
          <p:cNvSpPr txBox="1"/>
          <p:nvPr/>
        </p:nvSpPr>
        <p:spPr>
          <a:xfrm>
            <a:off x="168729" y="1228397"/>
            <a:ext cx="1156062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i="0" dirty="0">
                <a:effectLst/>
                <a:latin typeface="Söhne"/>
              </a:rPr>
              <a:t>Notable Algorithms:</a:t>
            </a: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öhne"/>
              </a:rPr>
              <a:t>Greedy Algorithm</a:t>
            </a:r>
            <a:r>
              <a:rPr lang="en-US" sz="2800" b="1" i="0" dirty="0">
                <a:effectLst/>
                <a:latin typeface="Söhne"/>
              </a:rPr>
              <a:t>:</a:t>
            </a:r>
            <a:endParaRPr lang="en-US" sz="2800" b="0" i="0" dirty="0">
              <a:effectLst/>
              <a:latin typeface="Söhne"/>
            </a:endParaRPr>
          </a:p>
          <a:p>
            <a:pPr lvl="1" algn="l"/>
            <a:r>
              <a:rPr lang="en-US" sz="2800" b="0" i="0" dirty="0">
                <a:effectLst/>
                <a:latin typeface="Söhne"/>
              </a:rPr>
              <a:t>The Greedy algorithm moves the closest server to the requested point.</a:t>
            </a:r>
          </a:p>
          <a:p>
            <a:pPr lvl="1" algn="l"/>
            <a:endParaRPr lang="en-US" sz="280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öhne"/>
              </a:rPr>
              <a:t>Move to the Middle</a:t>
            </a:r>
            <a:r>
              <a:rPr lang="en-US" sz="2800" b="1" i="0" dirty="0">
                <a:effectLst/>
                <a:latin typeface="Söhne"/>
              </a:rPr>
              <a:t>:</a:t>
            </a:r>
            <a:endParaRPr lang="en-US" sz="2800" b="0" i="0" dirty="0">
              <a:effectLst/>
              <a:latin typeface="Söhne"/>
            </a:endParaRPr>
          </a:p>
          <a:p>
            <a:pPr lvl="1" algn="l"/>
            <a:r>
              <a:rPr lang="en-US" sz="2800" b="0" i="0" dirty="0">
                <a:effectLst/>
                <a:latin typeface="Söhne"/>
              </a:rPr>
              <a:t>This algorithm keeps the servers evenly spaced among the active requests.</a:t>
            </a:r>
          </a:p>
          <a:p>
            <a:pPr lvl="1" algn="l"/>
            <a:endParaRPr lang="en-US" sz="2800" b="0" i="0" dirty="0">
              <a:effectLst/>
              <a:latin typeface="Söhne"/>
            </a:endParaRPr>
          </a:p>
          <a:p>
            <a:pPr algn="l">
              <a:buFont typeface="+mj-lt"/>
              <a:buAutoNum type="arabicPeriod"/>
            </a:pPr>
            <a:r>
              <a:rPr lang="en-US" sz="2800" b="1" i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öhne"/>
              </a:rPr>
              <a:t>Work Function Algorithm</a:t>
            </a:r>
            <a:r>
              <a:rPr lang="en-US" sz="2800" b="1" i="0" dirty="0">
                <a:effectLst/>
                <a:latin typeface="Söhne"/>
              </a:rPr>
              <a:t>:</a:t>
            </a:r>
            <a:endParaRPr lang="en-US" sz="2800" b="0" i="0" dirty="0">
              <a:effectLst/>
              <a:latin typeface="Söhne"/>
            </a:endParaRPr>
          </a:p>
          <a:p>
            <a:pPr lvl="1" algn="l"/>
            <a:r>
              <a:rPr lang="en-US" sz="2800" b="0" i="0" dirty="0">
                <a:effectLst/>
                <a:latin typeface="Söhne"/>
              </a:rPr>
              <a:t>This approach maintains a "work function" that represents the total cost of serving all previous requests. It dynamically adjusts server positions to minimize this function.</a:t>
            </a:r>
          </a:p>
        </p:txBody>
      </p:sp>
    </p:spTree>
    <p:extLst>
      <p:ext uri="{BB962C8B-B14F-4D97-AF65-F5344CB8AC3E}">
        <p14:creationId xmlns:p14="http://schemas.microsoft.com/office/powerpoint/2010/main" val="1108873807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121920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k-Server Problem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37FC8A-C5D9-6FC3-271F-0541362282EE}"/>
              </a:ext>
            </a:extLst>
          </p:cNvPr>
          <p:cNvSpPr txBox="1"/>
          <p:nvPr/>
        </p:nvSpPr>
        <p:spPr>
          <a:xfrm>
            <a:off x="168729" y="1228397"/>
            <a:ext cx="11560628" cy="5627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>
                <a:solidFill>
                  <a:srgbClr val="FF0000"/>
                </a:solidFill>
                <a:latin typeface="Söhne"/>
              </a:rPr>
              <a:t>Application: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IN" sz="2800" i="0" dirty="0">
                <a:effectLst/>
                <a:latin typeface="Söhne"/>
              </a:rPr>
              <a:t>Online Caching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IN" sz="2800" i="0" dirty="0">
                <a:effectLst/>
                <a:latin typeface="Söhne"/>
              </a:rPr>
              <a:t>Network Design</a:t>
            </a:r>
            <a:endParaRPr lang="en-IN" sz="2800" dirty="0">
              <a:latin typeface="Söhne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IN" sz="2800" i="0" dirty="0">
                <a:effectLst/>
                <a:latin typeface="Söhne"/>
              </a:rPr>
              <a:t>Robot Motion Planning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2800" i="0" dirty="0">
                <a:effectLst/>
                <a:latin typeface="Söhne"/>
              </a:rPr>
              <a:t>Resource Allocation in Cloud Computing</a:t>
            </a:r>
            <a:endParaRPr lang="en-IN" sz="2800" dirty="0">
              <a:latin typeface="Söhne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IN" sz="2800" i="0" dirty="0">
                <a:effectLst/>
                <a:latin typeface="Söhne"/>
              </a:rPr>
              <a:t>Dynamic Load Balancing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US" sz="2800" i="0" dirty="0">
                <a:effectLst/>
                <a:latin typeface="Söhne"/>
              </a:rPr>
              <a:t>Vehicle Routing and Fleet Management</a:t>
            </a:r>
            <a:endParaRPr lang="en-IN" sz="2800" dirty="0">
              <a:latin typeface="Söhne"/>
            </a:endParaRP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IN" sz="2800" i="0" dirty="0">
                <a:effectLst/>
                <a:latin typeface="Söhne"/>
              </a:rPr>
              <a:t>Sensor Networks</a:t>
            </a:r>
          </a:p>
          <a:p>
            <a:pPr marL="514350" indent="-514350" algn="l">
              <a:lnSpc>
                <a:spcPct val="150000"/>
              </a:lnSpc>
              <a:buAutoNum type="arabicPeriod"/>
            </a:pPr>
            <a:r>
              <a:rPr lang="en-IN" sz="2800" i="0" dirty="0">
                <a:effectLst/>
                <a:latin typeface="Söhne"/>
              </a:rPr>
              <a:t>Mobile Communication Networks</a:t>
            </a:r>
            <a:endParaRPr lang="en-US" sz="2800" i="0" dirty="0">
              <a:effectLst/>
              <a:latin typeface="Söhne"/>
            </a:endParaRPr>
          </a:p>
        </p:txBody>
      </p:sp>
    </p:spTree>
    <p:extLst>
      <p:ext uri="{BB962C8B-B14F-4D97-AF65-F5344CB8AC3E}">
        <p14:creationId xmlns:p14="http://schemas.microsoft.com/office/powerpoint/2010/main" val="3167750492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C56CCD19-A855-CBA6-B6F8-6236444A4871}"/>
              </a:ext>
            </a:extLst>
          </p:cNvPr>
          <p:cNvSpPr txBox="1"/>
          <p:nvPr/>
        </p:nvSpPr>
        <p:spPr>
          <a:xfrm>
            <a:off x="0" y="0"/>
            <a:ext cx="3086100" cy="923330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54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Quiz-16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3C5474-C8F0-AD66-4F86-D087F1D79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3182" y="0"/>
            <a:ext cx="6944659" cy="6890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171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37530</TotalTime>
  <Words>3476</Words>
  <Application>Microsoft Office PowerPoint</Application>
  <PresentationFormat>Widescreen</PresentationFormat>
  <Paragraphs>1015</Paragraphs>
  <Slides>159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159</vt:i4>
      </vt:variant>
    </vt:vector>
  </HeadingPairs>
  <TitlesOfParts>
    <vt:vector size="171" baseType="lpstr">
      <vt:lpstr>Aharoni</vt:lpstr>
      <vt:lpstr>Arial</vt:lpstr>
      <vt:lpstr>Arial Black</vt:lpstr>
      <vt:lpstr>Calibri</vt:lpstr>
      <vt:lpstr>Calibri Light</vt:lpstr>
      <vt:lpstr>Cambria Math</vt:lpstr>
      <vt:lpstr>Comic Sans MS</vt:lpstr>
      <vt:lpstr>Söhne</vt:lpstr>
      <vt:lpstr>source-serif-pro</vt:lpstr>
      <vt:lpstr>TiemposTextWeb-Regular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Randomized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Dinesh Sahu</dc:creator>
  <cp:lastModifiedBy>Dinesh Sahu</cp:lastModifiedBy>
  <cp:revision>20</cp:revision>
  <dcterms:created xsi:type="dcterms:W3CDTF">2022-12-14T05:57:06Z</dcterms:created>
  <dcterms:modified xsi:type="dcterms:W3CDTF">2024-04-18T02:49:00Z</dcterms:modified>
</cp:coreProperties>
</file>
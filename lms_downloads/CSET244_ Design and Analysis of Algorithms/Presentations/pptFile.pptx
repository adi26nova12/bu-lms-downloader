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88" r:id="rId3"/>
    <p:sldId id="263" r:id="rId4"/>
    <p:sldId id="266" r:id="rId5"/>
    <p:sldId id="265" r:id="rId6"/>
    <p:sldId id="264" r:id="rId7"/>
    <p:sldId id="258" r:id="rId8"/>
    <p:sldId id="396" r:id="rId9"/>
    <p:sldId id="259" r:id="rId10"/>
    <p:sldId id="260" r:id="rId11"/>
    <p:sldId id="261" r:id="rId12"/>
    <p:sldId id="262" r:id="rId13"/>
    <p:sldId id="267" r:id="rId14"/>
    <p:sldId id="268" r:id="rId15"/>
    <p:sldId id="306" r:id="rId16"/>
    <p:sldId id="394" r:id="rId17"/>
    <p:sldId id="313" r:id="rId18"/>
    <p:sldId id="316" r:id="rId19"/>
    <p:sldId id="315" r:id="rId20"/>
    <p:sldId id="314" r:id="rId21"/>
    <p:sldId id="371" r:id="rId22"/>
    <p:sldId id="372" r:id="rId23"/>
    <p:sldId id="373" r:id="rId24"/>
    <p:sldId id="374" r:id="rId25"/>
    <p:sldId id="375" r:id="rId26"/>
    <p:sldId id="376" r:id="rId27"/>
    <p:sldId id="377" r:id="rId28"/>
    <p:sldId id="378" r:id="rId29"/>
    <p:sldId id="379" r:id="rId30"/>
    <p:sldId id="380" r:id="rId31"/>
    <p:sldId id="381" r:id="rId32"/>
    <p:sldId id="382" r:id="rId33"/>
    <p:sldId id="384" r:id="rId34"/>
    <p:sldId id="383" r:id="rId35"/>
    <p:sldId id="385" r:id="rId36"/>
    <p:sldId id="386" r:id="rId37"/>
    <p:sldId id="387" r:id="rId38"/>
    <p:sldId id="397" r:id="rId39"/>
    <p:sldId id="317" r:id="rId40"/>
    <p:sldId id="357" r:id="rId41"/>
    <p:sldId id="358" r:id="rId42"/>
    <p:sldId id="359" r:id="rId43"/>
    <p:sldId id="360" r:id="rId44"/>
    <p:sldId id="361" r:id="rId45"/>
    <p:sldId id="362" r:id="rId46"/>
    <p:sldId id="363" r:id="rId47"/>
    <p:sldId id="364" r:id="rId48"/>
    <p:sldId id="365" r:id="rId49"/>
    <p:sldId id="366" r:id="rId50"/>
    <p:sldId id="367" r:id="rId51"/>
    <p:sldId id="368" r:id="rId52"/>
    <p:sldId id="369" r:id="rId53"/>
    <p:sldId id="370" r:id="rId54"/>
    <p:sldId id="393" r:id="rId55"/>
    <p:sldId id="389" r:id="rId56"/>
    <p:sldId id="395" r:id="rId57"/>
    <p:sldId id="390" r:id="rId58"/>
    <p:sldId id="391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44407E-AE66-4333-B1CF-F25060FCE3D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0D143C-3DE9-4F9A-A50F-FE357431D197}">
      <dgm:prSet/>
      <dgm:spPr/>
      <dgm:t>
        <a:bodyPr/>
        <a:lstStyle/>
        <a:p>
          <a:r>
            <a:rPr lang="en-US" b="1" u="sng"/>
            <a:t>AGENDA</a:t>
          </a:r>
          <a:r>
            <a:rPr lang="en-US" b="1"/>
            <a:t>:</a:t>
          </a:r>
          <a:endParaRPr lang="en-US"/>
        </a:p>
      </dgm:t>
    </dgm:pt>
    <dgm:pt modelId="{902B18CD-962B-4C6C-8D18-26F34B55DA9E}" type="parTrans" cxnId="{4C866285-82DA-4B0B-9442-9F30A5F2AFE4}">
      <dgm:prSet/>
      <dgm:spPr/>
      <dgm:t>
        <a:bodyPr/>
        <a:lstStyle/>
        <a:p>
          <a:endParaRPr lang="en-US"/>
        </a:p>
      </dgm:t>
    </dgm:pt>
    <dgm:pt modelId="{5B9FA3D7-793D-4A22-A33D-90B9289A42E1}" type="sibTrans" cxnId="{4C866285-82DA-4B0B-9442-9F30A5F2AFE4}">
      <dgm:prSet/>
      <dgm:spPr/>
      <dgm:t>
        <a:bodyPr/>
        <a:lstStyle/>
        <a:p>
          <a:endParaRPr lang="en-US"/>
        </a:p>
      </dgm:t>
    </dgm:pt>
    <dgm:pt modelId="{8CF3838E-30F9-4055-B31D-389F4BCFD746}">
      <dgm:prSet/>
      <dgm:spPr/>
      <dgm:t>
        <a:bodyPr/>
        <a:lstStyle/>
        <a:p>
          <a:pPr marL="285750" lvl="1" indent="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3300" kern="1200" dirty="0">
              <a:latin typeface="Arial Black" panose="020B0A04020102020204" pitchFamily="34" charset="0"/>
            </a:rPr>
            <a:t>Minimum Spanning Tree</a:t>
          </a:r>
        </a:p>
      </dgm:t>
    </dgm:pt>
    <dgm:pt modelId="{DCEB2801-2680-480E-B3B4-B85C75D2B2EC}" type="parTrans" cxnId="{B1756577-C129-4863-94EA-C48D87FD624B}">
      <dgm:prSet/>
      <dgm:spPr/>
      <dgm:t>
        <a:bodyPr/>
        <a:lstStyle/>
        <a:p>
          <a:endParaRPr lang="en-US"/>
        </a:p>
      </dgm:t>
    </dgm:pt>
    <dgm:pt modelId="{7C29CEED-F18E-4BC9-99CA-2A5B92EAFF23}" type="sibTrans" cxnId="{B1756577-C129-4863-94EA-C48D87FD624B}">
      <dgm:prSet/>
      <dgm:spPr/>
      <dgm:t>
        <a:bodyPr/>
        <a:lstStyle/>
        <a:p>
          <a:endParaRPr lang="en-US"/>
        </a:p>
      </dgm:t>
    </dgm:pt>
    <dgm:pt modelId="{B2C5F9D2-03E8-4484-BFAD-DD5538F4FE0E}">
      <dgm:prSet/>
      <dgm:spPr/>
      <dgm:t>
        <a:bodyPr/>
        <a:lstStyle/>
        <a:p>
          <a:pPr marL="285750" lvl="1" indent="0" algn="just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3300" kern="1200" dirty="0">
              <a:latin typeface="Arial Black" panose="020B0A04020102020204" pitchFamily="34" charset="0"/>
            </a:rPr>
            <a:t> </a:t>
          </a:r>
          <a:r>
            <a:rPr lang="en-US" sz="3300" kern="1200" dirty="0">
              <a:solidFill>
                <a:srgbClr val="7030A0"/>
              </a:solidFill>
              <a:latin typeface="Arial Black" panose="020B0A04020102020204" pitchFamily="34" charset="0"/>
            </a:rPr>
            <a:t>Prims Algorithm</a:t>
          </a:r>
        </a:p>
      </dgm:t>
    </dgm:pt>
    <dgm:pt modelId="{E9F3410A-2D20-448F-9191-487AD581A72F}" type="parTrans" cxnId="{D49E6A57-BE47-40DE-B12A-37BB5844EEA7}">
      <dgm:prSet/>
      <dgm:spPr/>
      <dgm:t>
        <a:bodyPr/>
        <a:lstStyle/>
        <a:p>
          <a:endParaRPr lang="en-IN"/>
        </a:p>
      </dgm:t>
    </dgm:pt>
    <dgm:pt modelId="{BD1F8530-FC04-41F2-9DB1-34D98E4B2C6A}" type="sibTrans" cxnId="{D49E6A57-BE47-40DE-B12A-37BB5844EEA7}">
      <dgm:prSet/>
      <dgm:spPr/>
      <dgm:t>
        <a:bodyPr/>
        <a:lstStyle/>
        <a:p>
          <a:endParaRPr lang="en-IN"/>
        </a:p>
      </dgm:t>
    </dgm:pt>
    <dgm:pt modelId="{5FDCCF33-2E3B-4F2D-8667-E1E1EC52325A}">
      <dgm:prSet/>
      <dgm:spPr/>
      <dgm:t>
        <a:bodyPr/>
        <a:lstStyle/>
        <a:p>
          <a:pPr marL="285750" lvl="1" indent="0" algn="just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3300" kern="1200" dirty="0">
              <a:solidFill>
                <a:srgbClr val="7030A0"/>
              </a:solidFill>
              <a:latin typeface="Arial Black" panose="020B0A04020102020204" pitchFamily="34" charset="0"/>
            </a:rPr>
            <a:t> Kruskal’s Algorithm</a:t>
          </a:r>
        </a:p>
      </dgm:t>
    </dgm:pt>
    <dgm:pt modelId="{208063E3-2B79-4F23-B7AF-BDE6941901C6}" type="parTrans" cxnId="{33EC555E-5D5B-4BF4-BF03-B53516CDB0D2}">
      <dgm:prSet/>
      <dgm:spPr/>
      <dgm:t>
        <a:bodyPr/>
        <a:lstStyle/>
        <a:p>
          <a:endParaRPr lang="en-IN"/>
        </a:p>
      </dgm:t>
    </dgm:pt>
    <dgm:pt modelId="{ACE3AA1C-DCBF-4115-8087-8525E7413846}" type="sibTrans" cxnId="{33EC555E-5D5B-4BF4-BF03-B53516CDB0D2}">
      <dgm:prSet/>
      <dgm:spPr/>
      <dgm:t>
        <a:bodyPr/>
        <a:lstStyle/>
        <a:p>
          <a:endParaRPr lang="en-IN"/>
        </a:p>
      </dgm:t>
    </dgm:pt>
    <dgm:pt modelId="{07A6ABE7-7ADA-4247-857D-F90493A04CCB}" type="pres">
      <dgm:prSet presAssocID="{2044407E-AE66-4333-B1CF-F25060FCE3D1}" presName="linear" presStyleCnt="0">
        <dgm:presLayoutVars>
          <dgm:dir/>
          <dgm:animLvl val="lvl"/>
          <dgm:resizeHandles val="exact"/>
        </dgm:presLayoutVars>
      </dgm:prSet>
      <dgm:spPr/>
    </dgm:pt>
    <dgm:pt modelId="{40D64889-E13D-4E5A-98FD-E7023F5B3003}" type="pres">
      <dgm:prSet presAssocID="{B30D143C-3DE9-4F9A-A50F-FE357431D197}" presName="parentLin" presStyleCnt="0"/>
      <dgm:spPr/>
    </dgm:pt>
    <dgm:pt modelId="{9C33174A-8BCE-402F-9927-68DE6EC017C8}" type="pres">
      <dgm:prSet presAssocID="{B30D143C-3DE9-4F9A-A50F-FE357431D197}" presName="parentLeftMargin" presStyleLbl="node1" presStyleIdx="0" presStyleCnt="1"/>
      <dgm:spPr/>
    </dgm:pt>
    <dgm:pt modelId="{B247F5AF-D6E1-4E28-A718-FB9CE53C2D39}" type="pres">
      <dgm:prSet presAssocID="{B30D143C-3DE9-4F9A-A50F-FE357431D19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D6AE952-6664-4DBF-8D87-39D0B84C9ECC}" type="pres">
      <dgm:prSet presAssocID="{B30D143C-3DE9-4F9A-A50F-FE357431D197}" presName="negativeSpace" presStyleCnt="0"/>
      <dgm:spPr/>
    </dgm:pt>
    <dgm:pt modelId="{3AAB49CA-0094-41D4-9B62-2182E4CADBEC}" type="pres">
      <dgm:prSet presAssocID="{B30D143C-3DE9-4F9A-A50F-FE357431D19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F6B8A215-E885-4A04-A127-66FE4644815D}" type="presOf" srcId="{2044407E-AE66-4333-B1CF-F25060FCE3D1}" destId="{07A6ABE7-7ADA-4247-857D-F90493A04CCB}" srcOrd="0" destOrd="0" presId="urn:microsoft.com/office/officeart/2005/8/layout/list1"/>
    <dgm:cxn modelId="{33EC555E-5D5B-4BF4-BF03-B53516CDB0D2}" srcId="{B30D143C-3DE9-4F9A-A50F-FE357431D197}" destId="{5FDCCF33-2E3B-4F2D-8667-E1E1EC52325A}" srcOrd="2" destOrd="0" parTransId="{208063E3-2B79-4F23-B7AF-BDE6941901C6}" sibTransId="{ACE3AA1C-DCBF-4115-8087-8525E7413846}"/>
    <dgm:cxn modelId="{B1756577-C129-4863-94EA-C48D87FD624B}" srcId="{B30D143C-3DE9-4F9A-A50F-FE357431D197}" destId="{8CF3838E-30F9-4055-B31D-389F4BCFD746}" srcOrd="0" destOrd="0" parTransId="{DCEB2801-2680-480E-B3B4-B85C75D2B2EC}" sibTransId="{7C29CEED-F18E-4BC9-99CA-2A5B92EAFF23}"/>
    <dgm:cxn modelId="{D49E6A57-BE47-40DE-B12A-37BB5844EEA7}" srcId="{B30D143C-3DE9-4F9A-A50F-FE357431D197}" destId="{B2C5F9D2-03E8-4484-BFAD-DD5538F4FE0E}" srcOrd="1" destOrd="0" parTransId="{E9F3410A-2D20-448F-9191-487AD581A72F}" sibTransId="{BD1F8530-FC04-41F2-9DB1-34D98E4B2C6A}"/>
    <dgm:cxn modelId="{48441F7B-528E-4757-A6E7-260498DA6A8C}" type="presOf" srcId="{B30D143C-3DE9-4F9A-A50F-FE357431D197}" destId="{B247F5AF-D6E1-4E28-A718-FB9CE53C2D39}" srcOrd="1" destOrd="0" presId="urn:microsoft.com/office/officeart/2005/8/layout/list1"/>
    <dgm:cxn modelId="{40F8B184-24AF-49B3-A499-287158CF852D}" type="presOf" srcId="{5FDCCF33-2E3B-4F2D-8667-E1E1EC52325A}" destId="{3AAB49CA-0094-41D4-9B62-2182E4CADBEC}" srcOrd="0" destOrd="2" presId="urn:microsoft.com/office/officeart/2005/8/layout/list1"/>
    <dgm:cxn modelId="{4C866285-82DA-4B0B-9442-9F30A5F2AFE4}" srcId="{2044407E-AE66-4333-B1CF-F25060FCE3D1}" destId="{B30D143C-3DE9-4F9A-A50F-FE357431D197}" srcOrd="0" destOrd="0" parTransId="{902B18CD-962B-4C6C-8D18-26F34B55DA9E}" sibTransId="{5B9FA3D7-793D-4A22-A33D-90B9289A42E1}"/>
    <dgm:cxn modelId="{85EDECB2-B325-4181-9A9A-EC1E2166AF52}" type="presOf" srcId="{8CF3838E-30F9-4055-B31D-389F4BCFD746}" destId="{3AAB49CA-0094-41D4-9B62-2182E4CADBEC}" srcOrd="0" destOrd="0" presId="urn:microsoft.com/office/officeart/2005/8/layout/list1"/>
    <dgm:cxn modelId="{1956D8EB-F938-48C1-A7FD-FD863EF8613A}" type="presOf" srcId="{B2C5F9D2-03E8-4484-BFAD-DD5538F4FE0E}" destId="{3AAB49CA-0094-41D4-9B62-2182E4CADBEC}" srcOrd="0" destOrd="1" presId="urn:microsoft.com/office/officeart/2005/8/layout/list1"/>
    <dgm:cxn modelId="{2D331BF1-65BA-4300-9303-26E1651F80AB}" type="presOf" srcId="{B30D143C-3DE9-4F9A-A50F-FE357431D197}" destId="{9C33174A-8BCE-402F-9927-68DE6EC017C8}" srcOrd="0" destOrd="0" presId="urn:microsoft.com/office/officeart/2005/8/layout/list1"/>
    <dgm:cxn modelId="{27D182A5-BBC1-41FD-A66C-CEEBF6C2C91A}" type="presParOf" srcId="{07A6ABE7-7ADA-4247-857D-F90493A04CCB}" destId="{40D64889-E13D-4E5A-98FD-E7023F5B3003}" srcOrd="0" destOrd="0" presId="urn:microsoft.com/office/officeart/2005/8/layout/list1"/>
    <dgm:cxn modelId="{D0C3A15F-9240-4AD6-8024-20B7E8FB5C2E}" type="presParOf" srcId="{40D64889-E13D-4E5A-98FD-E7023F5B3003}" destId="{9C33174A-8BCE-402F-9927-68DE6EC017C8}" srcOrd="0" destOrd="0" presId="urn:microsoft.com/office/officeart/2005/8/layout/list1"/>
    <dgm:cxn modelId="{5A87FA71-55AE-4C4A-A256-803182D00F2B}" type="presParOf" srcId="{40D64889-E13D-4E5A-98FD-E7023F5B3003}" destId="{B247F5AF-D6E1-4E28-A718-FB9CE53C2D39}" srcOrd="1" destOrd="0" presId="urn:microsoft.com/office/officeart/2005/8/layout/list1"/>
    <dgm:cxn modelId="{7AA57F06-53F8-4E19-BCCD-D0995FE6652E}" type="presParOf" srcId="{07A6ABE7-7ADA-4247-857D-F90493A04CCB}" destId="{FD6AE952-6664-4DBF-8D87-39D0B84C9ECC}" srcOrd="1" destOrd="0" presId="urn:microsoft.com/office/officeart/2005/8/layout/list1"/>
    <dgm:cxn modelId="{4EF24B3F-4608-48F3-8F74-AED4D0B6FF5B}" type="presParOf" srcId="{07A6ABE7-7ADA-4247-857D-F90493A04CCB}" destId="{3AAB49CA-0094-41D4-9B62-2182E4CADBEC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44407E-AE66-4333-B1CF-F25060FCE3D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0D143C-3DE9-4F9A-A50F-FE357431D197}">
      <dgm:prSet/>
      <dgm:spPr/>
      <dgm:t>
        <a:bodyPr/>
        <a:lstStyle/>
        <a:p>
          <a:r>
            <a:rPr lang="en-US" b="1" u="sng"/>
            <a:t>AGENDA</a:t>
          </a:r>
          <a:r>
            <a:rPr lang="en-US" b="1"/>
            <a:t>:</a:t>
          </a:r>
          <a:endParaRPr lang="en-US"/>
        </a:p>
      </dgm:t>
    </dgm:pt>
    <dgm:pt modelId="{902B18CD-962B-4C6C-8D18-26F34B55DA9E}" type="parTrans" cxnId="{4C866285-82DA-4B0B-9442-9F30A5F2AFE4}">
      <dgm:prSet/>
      <dgm:spPr/>
      <dgm:t>
        <a:bodyPr/>
        <a:lstStyle/>
        <a:p>
          <a:endParaRPr lang="en-US"/>
        </a:p>
      </dgm:t>
    </dgm:pt>
    <dgm:pt modelId="{5B9FA3D7-793D-4A22-A33D-90B9289A42E1}" type="sibTrans" cxnId="{4C866285-82DA-4B0B-9442-9F30A5F2AFE4}">
      <dgm:prSet/>
      <dgm:spPr/>
      <dgm:t>
        <a:bodyPr/>
        <a:lstStyle/>
        <a:p>
          <a:endParaRPr lang="en-US"/>
        </a:p>
      </dgm:t>
    </dgm:pt>
    <dgm:pt modelId="{8CF3838E-30F9-4055-B31D-389F4BCFD746}">
      <dgm:prSet/>
      <dgm:spPr/>
      <dgm:t>
        <a:bodyPr/>
        <a:lstStyle/>
        <a:p>
          <a:pPr marL="285750" lvl="1" indent="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3300" kern="1200" dirty="0">
              <a:latin typeface="Arial Black" panose="020B0A04020102020204" pitchFamily="34" charset="0"/>
            </a:rPr>
            <a:t>Minimum Spanning Tree</a:t>
          </a:r>
        </a:p>
      </dgm:t>
    </dgm:pt>
    <dgm:pt modelId="{DCEB2801-2680-480E-B3B4-B85C75D2B2EC}" type="parTrans" cxnId="{B1756577-C129-4863-94EA-C48D87FD624B}">
      <dgm:prSet/>
      <dgm:spPr/>
      <dgm:t>
        <a:bodyPr/>
        <a:lstStyle/>
        <a:p>
          <a:endParaRPr lang="en-US"/>
        </a:p>
      </dgm:t>
    </dgm:pt>
    <dgm:pt modelId="{7C29CEED-F18E-4BC9-99CA-2A5B92EAFF23}" type="sibTrans" cxnId="{B1756577-C129-4863-94EA-C48D87FD624B}">
      <dgm:prSet/>
      <dgm:spPr/>
      <dgm:t>
        <a:bodyPr/>
        <a:lstStyle/>
        <a:p>
          <a:endParaRPr lang="en-US"/>
        </a:p>
      </dgm:t>
    </dgm:pt>
    <dgm:pt modelId="{B2C5F9D2-03E8-4484-BFAD-DD5538F4FE0E}">
      <dgm:prSet/>
      <dgm:spPr/>
      <dgm:t>
        <a:bodyPr/>
        <a:lstStyle/>
        <a:p>
          <a:pPr marL="285750" lvl="1" indent="0" algn="just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3300" kern="1200" dirty="0">
              <a:latin typeface="Arial Black" panose="020B0A04020102020204" pitchFamily="34" charset="0"/>
            </a:rPr>
            <a:t> </a:t>
          </a:r>
          <a:r>
            <a:rPr lang="en-US" sz="3300" kern="1200" dirty="0">
              <a:solidFill>
                <a:srgbClr val="7030A0"/>
              </a:solidFill>
              <a:latin typeface="Arial Black" panose="020B0A04020102020204" pitchFamily="34" charset="0"/>
            </a:rPr>
            <a:t>Prims Algorithm</a:t>
          </a:r>
        </a:p>
      </dgm:t>
    </dgm:pt>
    <dgm:pt modelId="{E9F3410A-2D20-448F-9191-487AD581A72F}" type="parTrans" cxnId="{D49E6A57-BE47-40DE-B12A-37BB5844EEA7}">
      <dgm:prSet/>
      <dgm:spPr/>
      <dgm:t>
        <a:bodyPr/>
        <a:lstStyle/>
        <a:p>
          <a:endParaRPr lang="en-IN"/>
        </a:p>
      </dgm:t>
    </dgm:pt>
    <dgm:pt modelId="{BD1F8530-FC04-41F2-9DB1-34D98E4B2C6A}" type="sibTrans" cxnId="{D49E6A57-BE47-40DE-B12A-37BB5844EEA7}">
      <dgm:prSet/>
      <dgm:spPr/>
      <dgm:t>
        <a:bodyPr/>
        <a:lstStyle/>
        <a:p>
          <a:endParaRPr lang="en-IN"/>
        </a:p>
      </dgm:t>
    </dgm:pt>
    <dgm:pt modelId="{5FDCCF33-2E3B-4F2D-8667-E1E1EC52325A}">
      <dgm:prSet/>
      <dgm:spPr/>
      <dgm:t>
        <a:bodyPr/>
        <a:lstStyle/>
        <a:p>
          <a:pPr marL="285750" lvl="1" indent="0" algn="just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3300" kern="1200" dirty="0">
              <a:solidFill>
                <a:srgbClr val="7030A0"/>
              </a:solidFill>
              <a:latin typeface="Arial Black" panose="020B0A04020102020204" pitchFamily="34" charset="0"/>
            </a:rPr>
            <a:t> Kruskal’s Algorithm</a:t>
          </a:r>
        </a:p>
      </dgm:t>
    </dgm:pt>
    <dgm:pt modelId="{208063E3-2B79-4F23-B7AF-BDE6941901C6}" type="parTrans" cxnId="{33EC555E-5D5B-4BF4-BF03-B53516CDB0D2}">
      <dgm:prSet/>
      <dgm:spPr/>
      <dgm:t>
        <a:bodyPr/>
        <a:lstStyle/>
        <a:p>
          <a:endParaRPr lang="en-IN"/>
        </a:p>
      </dgm:t>
    </dgm:pt>
    <dgm:pt modelId="{ACE3AA1C-DCBF-4115-8087-8525E7413846}" type="sibTrans" cxnId="{33EC555E-5D5B-4BF4-BF03-B53516CDB0D2}">
      <dgm:prSet/>
      <dgm:spPr/>
      <dgm:t>
        <a:bodyPr/>
        <a:lstStyle/>
        <a:p>
          <a:endParaRPr lang="en-IN"/>
        </a:p>
      </dgm:t>
    </dgm:pt>
    <dgm:pt modelId="{CFB76CF3-07B6-4825-8DB7-30C16F426D17}">
      <dgm:prSet/>
      <dgm:spPr/>
      <dgm:t>
        <a:bodyPr/>
        <a:lstStyle/>
        <a:p>
          <a:pPr marL="285750" lvl="1" indent="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3300" kern="1200" dirty="0">
              <a:latin typeface="Arial Black" panose="020B0A04020102020204" pitchFamily="34" charset="0"/>
            </a:rPr>
            <a:t>Basic Concepts</a:t>
          </a:r>
        </a:p>
      </dgm:t>
    </dgm:pt>
    <dgm:pt modelId="{506514F4-AF28-4EA4-A4A0-31A249F62586}" type="parTrans" cxnId="{939A39F2-80B2-4002-9DFC-95CF0355C934}">
      <dgm:prSet/>
      <dgm:spPr/>
    </dgm:pt>
    <dgm:pt modelId="{89215195-11B3-44C1-887E-3C027A4AFB63}" type="sibTrans" cxnId="{939A39F2-80B2-4002-9DFC-95CF0355C934}">
      <dgm:prSet/>
      <dgm:spPr/>
    </dgm:pt>
    <dgm:pt modelId="{86391BE5-DDE2-479E-B754-0EB96BEA8527}">
      <dgm:prSet/>
      <dgm:spPr/>
      <dgm:t>
        <a:bodyPr/>
        <a:lstStyle/>
        <a:p>
          <a:pPr marL="285750" lvl="1" indent="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3300" kern="1200" dirty="0">
              <a:latin typeface="Arial Black" panose="020B0A04020102020204" pitchFamily="34" charset="0"/>
            </a:rPr>
            <a:t>Disjoint Set Data Structure</a:t>
          </a:r>
        </a:p>
      </dgm:t>
    </dgm:pt>
    <dgm:pt modelId="{640DA6E6-74DD-4E49-94E2-E71585F011CA}" type="parTrans" cxnId="{B55EE01D-4FD8-42BF-84DA-452AE7B0A368}">
      <dgm:prSet/>
      <dgm:spPr/>
    </dgm:pt>
    <dgm:pt modelId="{5C67BB54-A510-48A8-B062-4DE9640615D1}" type="sibTrans" cxnId="{B55EE01D-4FD8-42BF-84DA-452AE7B0A368}">
      <dgm:prSet/>
      <dgm:spPr/>
    </dgm:pt>
    <dgm:pt modelId="{07A6ABE7-7ADA-4247-857D-F90493A04CCB}" type="pres">
      <dgm:prSet presAssocID="{2044407E-AE66-4333-B1CF-F25060FCE3D1}" presName="linear" presStyleCnt="0">
        <dgm:presLayoutVars>
          <dgm:dir/>
          <dgm:animLvl val="lvl"/>
          <dgm:resizeHandles val="exact"/>
        </dgm:presLayoutVars>
      </dgm:prSet>
      <dgm:spPr/>
    </dgm:pt>
    <dgm:pt modelId="{40D64889-E13D-4E5A-98FD-E7023F5B3003}" type="pres">
      <dgm:prSet presAssocID="{B30D143C-3DE9-4F9A-A50F-FE357431D197}" presName="parentLin" presStyleCnt="0"/>
      <dgm:spPr/>
    </dgm:pt>
    <dgm:pt modelId="{9C33174A-8BCE-402F-9927-68DE6EC017C8}" type="pres">
      <dgm:prSet presAssocID="{B30D143C-3DE9-4F9A-A50F-FE357431D197}" presName="parentLeftMargin" presStyleLbl="node1" presStyleIdx="0" presStyleCnt="1"/>
      <dgm:spPr/>
    </dgm:pt>
    <dgm:pt modelId="{B247F5AF-D6E1-4E28-A718-FB9CE53C2D39}" type="pres">
      <dgm:prSet presAssocID="{B30D143C-3DE9-4F9A-A50F-FE357431D19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D6AE952-6664-4DBF-8D87-39D0B84C9ECC}" type="pres">
      <dgm:prSet presAssocID="{B30D143C-3DE9-4F9A-A50F-FE357431D197}" presName="negativeSpace" presStyleCnt="0"/>
      <dgm:spPr/>
    </dgm:pt>
    <dgm:pt modelId="{3AAB49CA-0094-41D4-9B62-2182E4CADBEC}" type="pres">
      <dgm:prSet presAssocID="{B30D143C-3DE9-4F9A-A50F-FE357431D19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F6B8A215-E885-4A04-A127-66FE4644815D}" type="presOf" srcId="{2044407E-AE66-4333-B1CF-F25060FCE3D1}" destId="{07A6ABE7-7ADA-4247-857D-F90493A04CCB}" srcOrd="0" destOrd="0" presId="urn:microsoft.com/office/officeart/2005/8/layout/list1"/>
    <dgm:cxn modelId="{B55EE01D-4FD8-42BF-84DA-452AE7B0A368}" srcId="{B30D143C-3DE9-4F9A-A50F-FE357431D197}" destId="{86391BE5-DDE2-479E-B754-0EB96BEA8527}" srcOrd="1" destOrd="0" parTransId="{640DA6E6-74DD-4E49-94E2-E71585F011CA}" sibTransId="{5C67BB54-A510-48A8-B062-4DE9640615D1}"/>
    <dgm:cxn modelId="{33EC555E-5D5B-4BF4-BF03-B53516CDB0D2}" srcId="{B30D143C-3DE9-4F9A-A50F-FE357431D197}" destId="{5FDCCF33-2E3B-4F2D-8667-E1E1EC52325A}" srcOrd="4" destOrd="0" parTransId="{208063E3-2B79-4F23-B7AF-BDE6941901C6}" sibTransId="{ACE3AA1C-DCBF-4115-8087-8525E7413846}"/>
    <dgm:cxn modelId="{B1756577-C129-4863-94EA-C48D87FD624B}" srcId="{B30D143C-3DE9-4F9A-A50F-FE357431D197}" destId="{8CF3838E-30F9-4055-B31D-389F4BCFD746}" srcOrd="2" destOrd="0" parTransId="{DCEB2801-2680-480E-B3B4-B85C75D2B2EC}" sibTransId="{7C29CEED-F18E-4BC9-99CA-2A5B92EAFF23}"/>
    <dgm:cxn modelId="{D49E6A57-BE47-40DE-B12A-37BB5844EEA7}" srcId="{B30D143C-3DE9-4F9A-A50F-FE357431D197}" destId="{B2C5F9D2-03E8-4484-BFAD-DD5538F4FE0E}" srcOrd="3" destOrd="0" parTransId="{E9F3410A-2D20-448F-9191-487AD581A72F}" sibTransId="{BD1F8530-FC04-41F2-9DB1-34D98E4B2C6A}"/>
    <dgm:cxn modelId="{48441F7B-528E-4757-A6E7-260498DA6A8C}" type="presOf" srcId="{B30D143C-3DE9-4F9A-A50F-FE357431D197}" destId="{B247F5AF-D6E1-4E28-A718-FB9CE53C2D39}" srcOrd="1" destOrd="0" presId="urn:microsoft.com/office/officeart/2005/8/layout/list1"/>
    <dgm:cxn modelId="{40F8B184-24AF-49B3-A499-287158CF852D}" type="presOf" srcId="{5FDCCF33-2E3B-4F2D-8667-E1E1EC52325A}" destId="{3AAB49CA-0094-41D4-9B62-2182E4CADBEC}" srcOrd="0" destOrd="4" presId="urn:microsoft.com/office/officeart/2005/8/layout/list1"/>
    <dgm:cxn modelId="{4C866285-82DA-4B0B-9442-9F30A5F2AFE4}" srcId="{2044407E-AE66-4333-B1CF-F25060FCE3D1}" destId="{B30D143C-3DE9-4F9A-A50F-FE357431D197}" srcOrd="0" destOrd="0" parTransId="{902B18CD-962B-4C6C-8D18-26F34B55DA9E}" sibTransId="{5B9FA3D7-793D-4A22-A33D-90B9289A42E1}"/>
    <dgm:cxn modelId="{85EDECB2-B325-4181-9A9A-EC1E2166AF52}" type="presOf" srcId="{8CF3838E-30F9-4055-B31D-389F4BCFD746}" destId="{3AAB49CA-0094-41D4-9B62-2182E4CADBEC}" srcOrd="0" destOrd="2" presId="urn:microsoft.com/office/officeart/2005/8/layout/list1"/>
    <dgm:cxn modelId="{4791FDC7-E04B-4FF6-97DA-5F3ACE5B4FA4}" type="presOf" srcId="{CFB76CF3-07B6-4825-8DB7-30C16F426D17}" destId="{3AAB49CA-0094-41D4-9B62-2182E4CADBEC}" srcOrd="0" destOrd="0" presId="urn:microsoft.com/office/officeart/2005/8/layout/list1"/>
    <dgm:cxn modelId="{1956D8EB-F938-48C1-A7FD-FD863EF8613A}" type="presOf" srcId="{B2C5F9D2-03E8-4484-BFAD-DD5538F4FE0E}" destId="{3AAB49CA-0094-41D4-9B62-2182E4CADBEC}" srcOrd="0" destOrd="3" presId="urn:microsoft.com/office/officeart/2005/8/layout/list1"/>
    <dgm:cxn modelId="{5CC21FED-9501-45C8-B793-9DCBE49C6727}" type="presOf" srcId="{86391BE5-DDE2-479E-B754-0EB96BEA8527}" destId="{3AAB49CA-0094-41D4-9B62-2182E4CADBEC}" srcOrd="0" destOrd="1" presId="urn:microsoft.com/office/officeart/2005/8/layout/list1"/>
    <dgm:cxn modelId="{2D331BF1-65BA-4300-9303-26E1651F80AB}" type="presOf" srcId="{B30D143C-3DE9-4F9A-A50F-FE357431D197}" destId="{9C33174A-8BCE-402F-9927-68DE6EC017C8}" srcOrd="0" destOrd="0" presId="urn:microsoft.com/office/officeart/2005/8/layout/list1"/>
    <dgm:cxn modelId="{939A39F2-80B2-4002-9DFC-95CF0355C934}" srcId="{B30D143C-3DE9-4F9A-A50F-FE357431D197}" destId="{CFB76CF3-07B6-4825-8DB7-30C16F426D17}" srcOrd="0" destOrd="0" parTransId="{506514F4-AF28-4EA4-A4A0-31A249F62586}" sibTransId="{89215195-11B3-44C1-887E-3C027A4AFB63}"/>
    <dgm:cxn modelId="{27D182A5-BBC1-41FD-A66C-CEEBF6C2C91A}" type="presParOf" srcId="{07A6ABE7-7ADA-4247-857D-F90493A04CCB}" destId="{40D64889-E13D-4E5A-98FD-E7023F5B3003}" srcOrd="0" destOrd="0" presId="urn:microsoft.com/office/officeart/2005/8/layout/list1"/>
    <dgm:cxn modelId="{D0C3A15F-9240-4AD6-8024-20B7E8FB5C2E}" type="presParOf" srcId="{40D64889-E13D-4E5A-98FD-E7023F5B3003}" destId="{9C33174A-8BCE-402F-9927-68DE6EC017C8}" srcOrd="0" destOrd="0" presId="urn:microsoft.com/office/officeart/2005/8/layout/list1"/>
    <dgm:cxn modelId="{5A87FA71-55AE-4C4A-A256-803182D00F2B}" type="presParOf" srcId="{40D64889-E13D-4E5A-98FD-E7023F5B3003}" destId="{B247F5AF-D6E1-4E28-A718-FB9CE53C2D39}" srcOrd="1" destOrd="0" presId="urn:microsoft.com/office/officeart/2005/8/layout/list1"/>
    <dgm:cxn modelId="{7AA57F06-53F8-4E19-BCCD-D0995FE6652E}" type="presParOf" srcId="{07A6ABE7-7ADA-4247-857D-F90493A04CCB}" destId="{FD6AE952-6664-4DBF-8D87-39D0B84C9ECC}" srcOrd="1" destOrd="0" presId="urn:microsoft.com/office/officeart/2005/8/layout/list1"/>
    <dgm:cxn modelId="{4EF24B3F-4608-48F3-8F74-AED4D0B6FF5B}" type="presParOf" srcId="{07A6ABE7-7ADA-4247-857D-F90493A04CCB}" destId="{3AAB49CA-0094-41D4-9B62-2182E4CADBEC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AB49CA-0094-41D4-9B62-2182E4CADBEC}">
      <dsp:nvSpPr>
        <dsp:cNvPr id="0" name=""/>
        <dsp:cNvSpPr/>
      </dsp:nvSpPr>
      <dsp:spPr>
        <a:xfrm>
          <a:off x="0" y="639566"/>
          <a:ext cx="11536016" cy="3357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323" tIns="853948" rIns="895323" bIns="291592" numCol="1" spcCol="1270" anchor="t" anchorCtr="0">
          <a:noAutofit/>
        </a:bodyPr>
        <a:lstStyle/>
        <a:p>
          <a:pPr marL="285750" lvl="1" indent="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4100" kern="1200" dirty="0">
              <a:latin typeface="Arial Black" panose="020B0A04020102020204" pitchFamily="34" charset="0"/>
            </a:rPr>
            <a:t>Minimum Spanning Tree</a:t>
          </a:r>
        </a:p>
        <a:p>
          <a:pPr marL="285750" lvl="1" indent="0" algn="just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4100" kern="1200" dirty="0">
              <a:latin typeface="Arial Black" panose="020B0A04020102020204" pitchFamily="34" charset="0"/>
            </a:rPr>
            <a:t> </a:t>
          </a:r>
          <a:r>
            <a:rPr lang="en-US" sz="4100" kern="1200" dirty="0">
              <a:solidFill>
                <a:srgbClr val="7030A0"/>
              </a:solidFill>
              <a:latin typeface="Arial Black" panose="020B0A04020102020204" pitchFamily="34" charset="0"/>
            </a:rPr>
            <a:t>Prims Algorithm</a:t>
          </a:r>
        </a:p>
        <a:p>
          <a:pPr marL="285750" lvl="1" indent="0" algn="just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4100" kern="1200" dirty="0">
              <a:solidFill>
                <a:srgbClr val="7030A0"/>
              </a:solidFill>
              <a:latin typeface="Arial Black" panose="020B0A04020102020204" pitchFamily="34" charset="0"/>
            </a:rPr>
            <a:t> Kruskal’s Algorithm</a:t>
          </a:r>
        </a:p>
      </dsp:txBody>
      <dsp:txXfrm>
        <a:off x="0" y="639566"/>
        <a:ext cx="11536016" cy="3357900"/>
      </dsp:txXfrm>
    </dsp:sp>
    <dsp:sp modelId="{B247F5AF-D6E1-4E28-A718-FB9CE53C2D39}">
      <dsp:nvSpPr>
        <dsp:cNvPr id="0" name=""/>
        <dsp:cNvSpPr/>
      </dsp:nvSpPr>
      <dsp:spPr>
        <a:xfrm>
          <a:off x="576800" y="34406"/>
          <a:ext cx="8075211" cy="121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224" tIns="0" rIns="305224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u="sng" kern="1200"/>
            <a:t>AGENDA</a:t>
          </a:r>
          <a:r>
            <a:rPr lang="en-US" sz="4100" b="1" kern="1200"/>
            <a:t>:</a:t>
          </a:r>
          <a:endParaRPr lang="en-US" sz="4100" kern="1200"/>
        </a:p>
      </dsp:txBody>
      <dsp:txXfrm>
        <a:off x="635883" y="93489"/>
        <a:ext cx="7957045" cy="10921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AB49CA-0094-41D4-9B62-2182E4CADBEC}">
      <dsp:nvSpPr>
        <dsp:cNvPr id="0" name=""/>
        <dsp:cNvSpPr/>
      </dsp:nvSpPr>
      <dsp:spPr>
        <a:xfrm>
          <a:off x="0" y="494306"/>
          <a:ext cx="11536016" cy="3471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323" tIns="604012" rIns="895323" bIns="206248" numCol="1" spcCol="1270" anchor="t" anchorCtr="0">
          <a:noAutofit/>
        </a:bodyPr>
        <a:lstStyle/>
        <a:p>
          <a:pPr marL="285750" lvl="1" indent="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2900" kern="1200" dirty="0">
              <a:latin typeface="Arial Black" panose="020B0A04020102020204" pitchFamily="34" charset="0"/>
            </a:rPr>
            <a:t>Basic Concepts</a:t>
          </a:r>
        </a:p>
        <a:p>
          <a:pPr marL="285750" lvl="1" indent="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2900" kern="1200" dirty="0">
              <a:latin typeface="Arial Black" panose="020B0A04020102020204" pitchFamily="34" charset="0"/>
            </a:rPr>
            <a:t>Disjoint Set Data Structure</a:t>
          </a:r>
        </a:p>
        <a:p>
          <a:pPr marL="285750" lvl="1" indent="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2900" kern="1200" dirty="0">
              <a:latin typeface="Arial Black" panose="020B0A04020102020204" pitchFamily="34" charset="0"/>
            </a:rPr>
            <a:t>Minimum Spanning Tree</a:t>
          </a:r>
        </a:p>
        <a:p>
          <a:pPr marL="285750" lvl="1" indent="0" algn="just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900" kern="1200" dirty="0">
              <a:latin typeface="Arial Black" panose="020B0A04020102020204" pitchFamily="34" charset="0"/>
            </a:rPr>
            <a:t> </a:t>
          </a:r>
          <a:r>
            <a:rPr lang="en-US" sz="2900" kern="1200" dirty="0">
              <a:solidFill>
                <a:srgbClr val="7030A0"/>
              </a:solidFill>
              <a:latin typeface="Arial Black" panose="020B0A04020102020204" pitchFamily="34" charset="0"/>
            </a:rPr>
            <a:t>Prims Algorithm</a:t>
          </a:r>
        </a:p>
        <a:p>
          <a:pPr marL="285750" lvl="1" indent="0" algn="just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900" kern="1200" dirty="0">
              <a:solidFill>
                <a:srgbClr val="7030A0"/>
              </a:solidFill>
              <a:latin typeface="Arial Black" panose="020B0A04020102020204" pitchFamily="34" charset="0"/>
            </a:rPr>
            <a:t> Kruskal’s Algorithm</a:t>
          </a:r>
        </a:p>
      </dsp:txBody>
      <dsp:txXfrm>
        <a:off x="0" y="494306"/>
        <a:ext cx="11536016" cy="3471300"/>
      </dsp:txXfrm>
    </dsp:sp>
    <dsp:sp modelId="{B247F5AF-D6E1-4E28-A718-FB9CE53C2D39}">
      <dsp:nvSpPr>
        <dsp:cNvPr id="0" name=""/>
        <dsp:cNvSpPr/>
      </dsp:nvSpPr>
      <dsp:spPr>
        <a:xfrm>
          <a:off x="576800" y="66266"/>
          <a:ext cx="8075211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224" tIns="0" rIns="30522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u="sng" kern="1200"/>
            <a:t>AGENDA</a:t>
          </a:r>
          <a:r>
            <a:rPr lang="en-US" sz="2900" b="1" kern="1200"/>
            <a:t>:</a:t>
          </a:r>
          <a:endParaRPr lang="en-US" sz="2900" kern="1200"/>
        </a:p>
      </dsp:txBody>
      <dsp:txXfrm>
        <a:off x="618590" y="108056"/>
        <a:ext cx="7991631" cy="7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3FE87-2C49-5738-223F-C64D0E696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3B2DD-71C3-27BC-7EA8-10A1276F5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81B59-9F5F-8801-481A-4DFF0315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26A1-974D-4FD6-B3EF-C67FE0197C8C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20278-55D1-2EB1-56E8-A3AC6DD07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747DD-987B-4357-4211-8FF571955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0E12-59FF-4AE5-A8B3-BEB253A9B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470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4F2DE-F31F-3236-272B-2DF27B219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2AEA8-D368-1D31-82D3-5A00FB6EC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1D14D-0950-D419-D453-9EC07649D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26A1-974D-4FD6-B3EF-C67FE0197C8C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6BD79-8D14-9F85-38AB-FD44617E7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D7EB0-C099-9B60-DFAB-4D922AC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0E12-59FF-4AE5-A8B3-BEB253A9B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079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8CDF5-1978-FB45-BC60-1C4802CC3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05D3A-DE9B-B809-F3EE-98EEA5D96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639E6-A065-7DF6-F445-68528F023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26A1-974D-4FD6-B3EF-C67FE0197C8C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69BBA-1A4B-671C-9DE7-5FC08017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6ADA2-321C-BFB3-105E-8765ACA90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0E12-59FF-4AE5-A8B3-BEB253A9B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14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1D95-501B-5743-9938-559AEC8F9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9760F-52C0-8588-03BF-69E04A13E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EC77D-0EC4-F3ED-58AA-CA6803EB6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203AB-E280-03C6-DFA9-324BCE1FC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26A1-974D-4FD6-B3EF-C67FE0197C8C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0D783-E571-A37A-B8B1-458E38409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5E588-48FE-11BF-88E4-89476C84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0E12-59FF-4AE5-A8B3-BEB253A9B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18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35E1-999A-99FD-EE99-F7B257FD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3838C-D47A-9064-DE35-E2BD486F9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2CC62-11EC-64A8-BA23-ABC3B32C7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BE8BEA-055F-AA9C-90F6-4EE26076D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D7F42-F765-010A-4448-33B1CDFDDD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02A3EE-A505-A158-FD13-34089374A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26A1-974D-4FD6-B3EF-C67FE0197C8C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D24A47-8D28-BDDF-0D04-1685E8BBC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9CDC67-5E33-0425-5AEC-960DDC49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0E12-59FF-4AE5-A8B3-BEB253A9B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4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E032-5E01-DB42-E758-85EA76480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44F2B-DFD0-5522-EE70-E6043BEE5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26A1-974D-4FD6-B3EF-C67FE0197C8C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9D1E9-BADD-9312-80E1-C997BCD3D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3C13C-F741-90B7-FD36-DAFB9CD4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0E12-59FF-4AE5-A8B3-BEB253A9B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90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0CCB79-085A-20A0-DE67-DE508F97F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26A1-974D-4FD6-B3EF-C67FE0197C8C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8184DB-A92C-0141-D531-ED1F3E95B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FFD55-D736-B9E3-2961-385AD2AC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0E12-59FF-4AE5-A8B3-BEB253A9B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19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0AA4B-65E9-CADC-9656-989EED4D5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D2E6E-EE69-7E4E-FA47-F65596424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AA028-9AF8-A04E-2138-2FE33CD1B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D9E2F-7D36-E246-C237-46D14B52A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26A1-974D-4FD6-B3EF-C67FE0197C8C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260A4-06E3-4825-1FB8-1BC64D116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2C85C-861F-13E2-7286-37EF6455D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0E12-59FF-4AE5-A8B3-BEB253A9B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902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4C5D-0801-7F12-8E17-44A51E540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5763A-274D-5C61-3F80-09C0A8AF72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65D6A-84BB-4774-1932-CF6A139D1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323A1-D63F-A318-A4A6-08B65631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26A1-974D-4FD6-B3EF-C67FE0197C8C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B25CE-323A-987C-BD73-3EA417335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712FF-AB4F-3BBC-8E5B-4B70D578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0E12-59FF-4AE5-A8B3-BEB253A9B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88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6A7CA-176D-2D79-FB12-12C6726FE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74FEA-D3C9-44FA-AF1B-66BB11273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BCAB1-4F45-0E91-8B77-D65A5A9A3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26A1-974D-4FD6-B3EF-C67FE0197C8C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DE89F-8322-BCDF-9A7C-E393DAF0E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A01F7-E126-437D-99E8-5A6DD642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0E12-59FF-4AE5-A8B3-BEB253A9B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53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388560-D563-3FC6-FEDC-451C41BE5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28706-1384-D526-6A2B-093A6C7A4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5DE64-7D01-32D1-C0B4-ED4DF35B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26A1-974D-4FD6-B3EF-C67FE0197C8C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482D9-D599-43CF-B334-0EB98461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FF461-3D9C-2669-A2C3-8F2E6A25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0E12-59FF-4AE5-A8B3-BEB253A9B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430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849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248365-FF56-7A92-B325-F5333BC8C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62811-E240-9902-29AD-1ECD8BB28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E8865-571A-4EA8-A17A-1162F7F68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526A1-974D-4FD6-B3EF-C67FE0197C8C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3D120-CC78-A350-A5A9-58D67A03B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F986C-59AC-193D-7391-F83834927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40E12-59FF-4AE5-A8B3-BEB253A9B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93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3905705" y="2321005"/>
            <a:ext cx="438059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latin typeface="Amasis MT Pro Black" panose="02040A04050005020304" pitchFamily="18" charset="0"/>
              </a:rPr>
              <a:t>L-13</a:t>
            </a:r>
            <a:endParaRPr lang="en-IN" sz="13800" b="1" dirty="0">
              <a:latin typeface="Amasis MT Pro Black" panose="02040A040500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E02D6-F6B4-94CA-03EE-7757D387FE10}"/>
              </a:ext>
            </a:extLst>
          </p:cNvPr>
          <p:cNvSpPr txBox="1"/>
          <p:nvPr/>
        </p:nvSpPr>
        <p:spPr>
          <a:xfrm>
            <a:off x="15170023" y="0"/>
            <a:ext cx="2799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</a:rPr>
              <a:t>31 August 2023</a:t>
            </a:r>
            <a:endParaRPr lang="en-IN" b="1" u="sng" dirty="0">
              <a:solidFill>
                <a:srgbClr val="002060"/>
              </a:solidFill>
            </a:endParaRPr>
          </a:p>
        </p:txBody>
      </p:sp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4F5B14F1-903C-39A4-5000-14F3B46E95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1228488"/>
              </p:ext>
            </p:extLst>
          </p:nvPr>
        </p:nvGraphicFramePr>
        <p:xfrm>
          <a:off x="327991" y="7999986"/>
          <a:ext cx="11536017" cy="4031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915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4770783" y="318052"/>
            <a:ext cx="26504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masis MT Pro Black" panose="02040A04050005020304" pitchFamily="18" charset="0"/>
              </a:rPr>
              <a:t>L-13</a:t>
            </a:r>
            <a:endParaRPr lang="en-IN" sz="6000" b="1" dirty="0">
              <a:latin typeface="Amasis MT Pro Black" panose="02040A040500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E02D6-F6B4-94CA-03EE-7757D387FE10}"/>
              </a:ext>
            </a:extLst>
          </p:cNvPr>
          <p:cNvSpPr txBox="1"/>
          <p:nvPr/>
        </p:nvSpPr>
        <p:spPr>
          <a:xfrm>
            <a:off x="10303055" y="0"/>
            <a:ext cx="2799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</a:rPr>
              <a:t>22 Feb 2023</a:t>
            </a:r>
            <a:endParaRPr lang="en-IN" b="1" u="sng" dirty="0">
              <a:solidFill>
                <a:srgbClr val="002060"/>
              </a:solidFill>
            </a:endParaRPr>
          </a:p>
        </p:txBody>
      </p:sp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4F5B14F1-903C-39A4-5000-14F3B46E95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8931144"/>
              </p:ext>
            </p:extLst>
          </p:nvPr>
        </p:nvGraphicFramePr>
        <p:xfrm>
          <a:off x="327991" y="1333715"/>
          <a:ext cx="11536017" cy="4031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4222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85F0C3-E6A6-CC03-30A1-F56BF7111711}"/>
              </a:ext>
            </a:extLst>
          </p:cNvPr>
          <p:cNvSpPr/>
          <p:nvPr/>
        </p:nvSpPr>
        <p:spPr>
          <a:xfrm>
            <a:off x="0" y="0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Basic Concepts</a:t>
            </a:r>
            <a:endParaRPr lang="en-IN" sz="6600" b="1" dirty="0">
              <a:latin typeface="Arial Black" panose="020B0A040201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525B39-471A-B6CE-1F88-0A2EA8C7102B}"/>
              </a:ext>
            </a:extLst>
          </p:cNvPr>
          <p:cNvCxnSpPr/>
          <p:nvPr/>
        </p:nvCxnSpPr>
        <p:spPr>
          <a:xfrm flipH="1">
            <a:off x="7005591" y="3191906"/>
            <a:ext cx="13252" cy="16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5C6CBE9-5235-752A-2AA4-7F1624353E7D}"/>
              </a:ext>
            </a:extLst>
          </p:cNvPr>
          <p:cNvGrpSpPr/>
          <p:nvPr/>
        </p:nvGrpSpPr>
        <p:grpSpPr>
          <a:xfrm>
            <a:off x="8052513" y="2601632"/>
            <a:ext cx="2663688" cy="2839278"/>
            <a:chOff x="1431234" y="2838725"/>
            <a:chExt cx="2888975" cy="343893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8F01B66-E191-71D2-C135-75B366062E6D}"/>
                </a:ext>
              </a:extLst>
            </p:cNvPr>
            <p:cNvSpPr/>
            <p:nvPr/>
          </p:nvSpPr>
          <p:spPr>
            <a:xfrm>
              <a:off x="1431234" y="2838725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  <a:endParaRPr lang="en-IN" b="1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DDF2DCC-B09F-0409-8F9A-1F807715A02A}"/>
                </a:ext>
              </a:extLst>
            </p:cNvPr>
            <p:cNvSpPr/>
            <p:nvPr/>
          </p:nvSpPr>
          <p:spPr>
            <a:xfrm>
              <a:off x="2445025" y="5694568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</a:t>
              </a:r>
              <a:endParaRPr lang="en-IN" b="1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9929C08-C598-4872-E97A-8D4B012DCBC9}"/>
                </a:ext>
              </a:extLst>
            </p:cNvPr>
            <p:cNvSpPr/>
            <p:nvPr/>
          </p:nvSpPr>
          <p:spPr>
            <a:xfrm>
              <a:off x="3737113" y="4435611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</a:t>
              </a:r>
              <a:endParaRPr lang="en-IN" b="1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07C510-3620-BD60-5633-A5702921034A}"/>
                </a:ext>
              </a:extLst>
            </p:cNvPr>
            <p:cNvSpPr/>
            <p:nvPr/>
          </p:nvSpPr>
          <p:spPr>
            <a:xfrm>
              <a:off x="1431234" y="4435611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</a:t>
              </a:r>
              <a:endParaRPr lang="en-IN" b="1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360E2C0-022B-D74D-080A-81A41A7BE0D9}"/>
                </a:ext>
              </a:extLst>
            </p:cNvPr>
            <p:cNvSpPr/>
            <p:nvPr/>
          </p:nvSpPr>
          <p:spPr>
            <a:xfrm>
              <a:off x="3737113" y="2838725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en-IN" b="1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6F5EDC-66B8-5E0A-1113-363FA4501E0D}"/>
                </a:ext>
              </a:extLst>
            </p:cNvPr>
            <p:cNvCxnSpPr>
              <a:stCxn id="4" idx="6"/>
              <a:endCxn id="8" idx="2"/>
            </p:cNvCxnSpPr>
            <p:nvPr/>
          </p:nvCxnSpPr>
          <p:spPr>
            <a:xfrm>
              <a:off x="2014330" y="3130273"/>
              <a:ext cx="1722783" cy="0"/>
            </a:xfrm>
            <a:prstGeom prst="line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6BD9737-EDA3-9E6A-E404-8138A685837F}"/>
                </a:ext>
              </a:extLst>
            </p:cNvPr>
            <p:cNvCxnSpPr>
              <a:stCxn id="4" idx="4"/>
              <a:endCxn id="7" idx="0"/>
            </p:cNvCxnSpPr>
            <p:nvPr/>
          </p:nvCxnSpPr>
          <p:spPr>
            <a:xfrm>
              <a:off x="1722782" y="3421821"/>
              <a:ext cx="0" cy="1013790"/>
            </a:xfrm>
            <a:prstGeom prst="line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5C74D57-1595-E2AF-A63C-DD729E20BBED}"/>
                </a:ext>
              </a:extLst>
            </p:cNvPr>
            <p:cNvCxnSpPr>
              <a:stCxn id="5" idx="7"/>
              <a:endCxn id="6" idx="3"/>
            </p:cNvCxnSpPr>
            <p:nvPr/>
          </p:nvCxnSpPr>
          <p:spPr>
            <a:xfrm flipV="1">
              <a:off x="2942729" y="4933315"/>
              <a:ext cx="879776" cy="846645"/>
            </a:xfrm>
            <a:prstGeom prst="line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AB135D2-BB0F-112F-81BA-704054B8C066}"/>
              </a:ext>
            </a:extLst>
          </p:cNvPr>
          <p:cNvGrpSpPr/>
          <p:nvPr/>
        </p:nvGrpSpPr>
        <p:grpSpPr>
          <a:xfrm>
            <a:off x="1499262" y="2474623"/>
            <a:ext cx="2849052" cy="2839279"/>
            <a:chOff x="7374087" y="2838725"/>
            <a:chExt cx="2888975" cy="3438939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95EABF6-27F2-58AB-4D06-0D2BBDCFA8D6}"/>
                </a:ext>
              </a:extLst>
            </p:cNvPr>
            <p:cNvSpPr/>
            <p:nvPr/>
          </p:nvSpPr>
          <p:spPr>
            <a:xfrm>
              <a:off x="7374087" y="2838725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  <a:endParaRPr lang="en-IN" b="1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FA3F6A0-F2DB-3DD7-4937-366BF34969C7}"/>
                </a:ext>
              </a:extLst>
            </p:cNvPr>
            <p:cNvSpPr/>
            <p:nvPr/>
          </p:nvSpPr>
          <p:spPr>
            <a:xfrm>
              <a:off x="8387878" y="5694568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</a:t>
              </a:r>
              <a:endParaRPr lang="en-IN" b="1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5AD8A1B-71B9-6A09-BBCF-289FF35DEA7C}"/>
                </a:ext>
              </a:extLst>
            </p:cNvPr>
            <p:cNvSpPr/>
            <p:nvPr/>
          </p:nvSpPr>
          <p:spPr>
            <a:xfrm>
              <a:off x="9679966" y="4435611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</a:t>
              </a:r>
              <a:endParaRPr lang="en-IN" b="1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D83032B-A3AF-B7CE-3E90-77F553FE56FC}"/>
                </a:ext>
              </a:extLst>
            </p:cNvPr>
            <p:cNvSpPr/>
            <p:nvPr/>
          </p:nvSpPr>
          <p:spPr>
            <a:xfrm>
              <a:off x="7374087" y="4435611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</a:t>
              </a:r>
              <a:endParaRPr lang="en-IN" b="1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C20DF33-FE5C-5A1A-7CE2-60EA0330973C}"/>
                </a:ext>
              </a:extLst>
            </p:cNvPr>
            <p:cNvSpPr/>
            <p:nvPr/>
          </p:nvSpPr>
          <p:spPr>
            <a:xfrm>
              <a:off x="9679966" y="2838725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en-IN" b="1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5CFD838-8809-AABE-C3BF-576DC817B457}"/>
                </a:ext>
              </a:extLst>
            </p:cNvPr>
            <p:cNvCxnSpPr>
              <a:stCxn id="22" idx="6"/>
              <a:endCxn id="26" idx="2"/>
            </p:cNvCxnSpPr>
            <p:nvPr/>
          </p:nvCxnSpPr>
          <p:spPr>
            <a:xfrm>
              <a:off x="7957183" y="3130273"/>
              <a:ext cx="1722783" cy="0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ABD11E-EFC1-4C55-554E-902C2418AA8A}"/>
                </a:ext>
              </a:extLst>
            </p:cNvPr>
            <p:cNvCxnSpPr>
              <a:stCxn id="22" idx="4"/>
              <a:endCxn id="25" idx="0"/>
            </p:cNvCxnSpPr>
            <p:nvPr/>
          </p:nvCxnSpPr>
          <p:spPr>
            <a:xfrm>
              <a:off x="7665635" y="3421821"/>
              <a:ext cx="0" cy="10137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4F0A5A0-44C8-473E-B9B3-0C5F814091A9}"/>
                </a:ext>
              </a:extLst>
            </p:cNvPr>
            <p:cNvCxnSpPr>
              <a:cxnSpLocks/>
              <a:stCxn id="22" idx="5"/>
              <a:endCxn id="24" idx="1"/>
            </p:cNvCxnSpPr>
            <p:nvPr/>
          </p:nvCxnSpPr>
          <p:spPr>
            <a:xfrm>
              <a:off x="7871791" y="3336429"/>
              <a:ext cx="1893567" cy="118457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BC0AF55-B032-F321-2176-99D5923154C3}"/>
                </a:ext>
              </a:extLst>
            </p:cNvPr>
            <p:cNvCxnSpPr>
              <a:stCxn id="23" idx="7"/>
              <a:endCxn id="24" idx="3"/>
            </p:cNvCxnSpPr>
            <p:nvPr/>
          </p:nvCxnSpPr>
          <p:spPr>
            <a:xfrm flipV="1">
              <a:off x="8885582" y="4933315"/>
              <a:ext cx="879776" cy="8466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D7B0F62-A695-E362-F0F7-9715E24E9F4C}"/>
                </a:ext>
              </a:extLst>
            </p:cNvPr>
            <p:cNvCxnSpPr>
              <a:stCxn id="26" idx="4"/>
              <a:endCxn id="24" idx="0"/>
            </p:cNvCxnSpPr>
            <p:nvPr/>
          </p:nvCxnSpPr>
          <p:spPr>
            <a:xfrm>
              <a:off x="9971514" y="3421821"/>
              <a:ext cx="0" cy="1013790"/>
            </a:xfrm>
            <a:prstGeom prst="line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E4A3979-7DA4-49F9-FA0D-20363BA6E3FE}"/>
                </a:ext>
              </a:extLst>
            </p:cNvPr>
            <p:cNvCxnSpPr>
              <a:cxnSpLocks/>
              <a:stCxn id="25" idx="5"/>
              <a:endCxn id="23" idx="1"/>
            </p:cNvCxnSpPr>
            <p:nvPr/>
          </p:nvCxnSpPr>
          <p:spPr>
            <a:xfrm>
              <a:off x="7871791" y="4933315"/>
              <a:ext cx="601479" cy="846645"/>
            </a:xfrm>
            <a:prstGeom prst="line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174D47C-8E37-E049-EAF3-282067F316A1}"/>
              </a:ext>
            </a:extLst>
          </p:cNvPr>
          <p:cNvSpPr txBox="1"/>
          <p:nvPr/>
        </p:nvSpPr>
        <p:spPr>
          <a:xfrm>
            <a:off x="7757975" y="5491809"/>
            <a:ext cx="4841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Directed Graph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49025E-7B91-B6F9-A6A5-B0B777F4EB41}"/>
              </a:ext>
            </a:extLst>
          </p:cNvPr>
          <p:cNvCxnSpPr>
            <a:cxnSpLocks/>
            <a:stCxn id="8" idx="4"/>
            <a:endCxn id="6" idx="0"/>
          </p:cNvCxnSpPr>
          <p:nvPr/>
        </p:nvCxnSpPr>
        <p:spPr>
          <a:xfrm>
            <a:off x="10447389" y="3083051"/>
            <a:ext cx="0" cy="837012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1F2B35A-6FF9-417B-3173-BC0DE30FF657}"/>
              </a:ext>
            </a:extLst>
          </p:cNvPr>
          <p:cNvSpPr txBox="1"/>
          <p:nvPr/>
        </p:nvSpPr>
        <p:spPr>
          <a:xfrm>
            <a:off x="1640194" y="5589400"/>
            <a:ext cx="4841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Undirected Graph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72CA28-7393-2F85-17F8-07854D3382E3}"/>
              </a:ext>
            </a:extLst>
          </p:cNvPr>
          <p:cNvCxnSpPr/>
          <p:nvPr/>
        </p:nvCxnSpPr>
        <p:spPr>
          <a:xfrm>
            <a:off x="3722453" y="5579517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BC50B5-F659-160B-996C-86DB3B9DAECD}"/>
              </a:ext>
            </a:extLst>
          </p:cNvPr>
          <p:cNvCxnSpPr>
            <a:stCxn id="7" idx="7"/>
            <a:endCxn id="8" idx="3"/>
          </p:cNvCxnSpPr>
          <p:nvPr/>
        </p:nvCxnSpPr>
        <p:spPr>
          <a:xfrm flipV="1">
            <a:off x="8511405" y="3012549"/>
            <a:ext cx="1745904" cy="9780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A744F61-131E-7F71-A93B-02C0EC860F60}"/>
              </a:ext>
            </a:extLst>
          </p:cNvPr>
          <p:cNvCxnSpPr>
            <a:stCxn id="7" idx="5"/>
            <a:endCxn id="5" idx="1"/>
          </p:cNvCxnSpPr>
          <p:nvPr/>
        </p:nvCxnSpPr>
        <p:spPr>
          <a:xfrm>
            <a:off x="8511405" y="4330980"/>
            <a:ext cx="554575" cy="6990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AA80F22-1B3C-5575-DBC0-2C83B52E0F10}"/>
              </a:ext>
            </a:extLst>
          </p:cNvPr>
          <p:cNvCxnSpPr>
            <a:stCxn id="7" idx="6"/>
            <a:endCxn id="6" idx="2"/>
          </p:cNvCxnSpPr>
          <p:nvPr/>
        </p:nvCxnSpPr>
        <p:spPr>
          <a:xfrm>
            <a:off x="8590138" y="4160773"/>
            <a:ext cx="158843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B5F7A2E-553D-39B9-BD95-B0DE0017500C}"/>
              </a:ext>
            </a:extLst>
          </p:cNvPr>
          <p:cNvCxnSpPr>
            <a:stCxn id="25" idx="6"/>
            <a:endCxn id="24" idx="2"/>
          </p:cNvCxnSpPr>
          <p:nvPr/>
        </p:nvCxnSpPr>
        <p:spPr>
          <a:xfrm>
            <a:off x="2074300" y="4033764"/>
            <a:ext cx="169897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4BF19C2-5F75-751B-A211-3CDFE4327761}"/>
              </a:ext>
            </a:extLst>
          </p:cNvPr>
          <p:cNvSpPr txBox="1"/>
          <p:nvPr/>
        </p:nvSpPr>
        <p:spPr>
          <a:xfrm>
            <a:off x="708280" y="1333041"/>
            <a:ext cx="8843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Graph</a:t>
            </a:r>
            <a:r>
              <a:rPr lang="en-US" sz="2800" b="1" dirty="0">
                <a:latin typeface="Arial Black" panose="020B0A04020102020204" pitchFamily="34" charset="0"/>
              </a:rPr>
              <a:t>: </a:t>
            </a:r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A collection of vertices and edges </a:t>
            </a:r>
            <a:endParaRPr lang="en-IN" sz="2800" b="1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67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85F0C3-E6A6-CC03-30A1-F56BF7111711}"/>
              </a:ext>
            </a:extLst>
          </p:cNvPr>
          <p:cNvSpPr/>
          <p:nvPr/>
        </p:nvSpPr>
        <p:spPr>
          <a:xfrm>
            <a:off x="0" y="0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Basic Concepts</a:t>
            </a:r>
            <a:endParaRPr lang="en-IN" sz="6600" b="1" dirty="0">
              <a:latin typeface="Arial Black" panose="020B0A040201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72CA28-7393-2F85-17F8-07854D3382E3}"/>
              </a:ext>
            </a:extLst>
          </p:cNvPr>
          <p:cNvCxnSpPr/>
          <p:nvPr/>
        </p:nvCxnSpPr>
        <p:spPr>
          <a:xfrm>
            <a:off x="5927075" y="3808469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82D49D4-15E5-0713-A58B-410DA2016C1D}"/>
              </a:ext>
            </a:extLst>
          </p:cNvPr>
          <p:cNvGrpSpPr/>
          <p:nvPr/>
        </p:nvGrpSpPr>
        <p:grpSpPr>
          <a:xfrm>
            <a:off x="3749539" y="2561521"/>
            <a:ext cx="2849052" cy="2839279"/>
            <a:chOff x="3749539" y="2561521"/>
            <a:chExt cx="2849052" cy="283927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AB135D2-BB0F-112F-81BA-704054B8C066}"/>
                </a:ext>
              </a:extLst>
            </p:cNvPr>
            <p:cNvGrpSpPr/>
            <p:nvPr/>
          </p:nvGrpSpPr>
          <p:grpSpPr>
            <a:xfrm>
              <a:off x="3749539" y="2561521"/>
              <a:ext cx="2849052" cy="2839279"/>
              <a:chOff x="7374087" y="2838725"/>
              <a:chExt cx="2888975" cy="3438939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95EABF6-27F2-58AB-4D06-0D2BBDCFA8D6}"/>
                  </a:ext>
                </a:extLst>
              </p:cNvPr>
              <p:cNvSpPr/>
              <p:nvPr/>
            </p:nvSpPr>
            <p:spPr>
              <a:xfrm>
                <a:off x="7374087" y="2838725"/>
                <a:ext cx="583096" cy="58309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A</a:t>
                </a:r>
                <a:endParaRPr lang="en-IN" b="1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FA3F6A0-F2DB-3DD7-4937-366BF34969C7}"/>
                  </a:ext>
                </a:extLst>
              </p:cNvPr>
              <p:cNvSpPr/>
              <p:nvPr/>
            </p:nvSpPr>
            <p:spPr>
              <a:xfrm>
                <a:off x="8387878" y="5694568"/>
                <a:ext cx="583096" cy="58309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E</a:t>
                </a:r>
                <a:endParaRPr lang="en-IN" b="1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5AD8A1B-71B9-6A09-BBCF-289FF35DEA7C}"/>
                  </a:ext>
                </a:extLst>
              </p:cNvPr>
              <p:cNvSpPr/>
              <p:nvPr/>
            </p:nvSpPr>
            <p:spPr>
              <a:xfrm>
                <a:off x="9679966" y="4435611"/>
                <a:ext cx="583096" cy="58309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D</a:t>
                </a:r>
                <a:endParaRPr lang="en-IN" b="1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D83032B-A3AF-B7CE-3E90-77F553FE56FC}"/>
                  </a:ext>
                </a:extLst>
              </p:cNvPr>
              <p:cNvSpPr/>
              <p:nvPr/>
            </p:nvSpPr>
            <p:spPr>
              <a:xfrm>
                <a:off x="7374087" y="4435611"/>
                <a:ext cx="583096" cy="58309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C</a:t>
                </a:r>
                <a:endParaRPr lang="en-IN" b="1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C20DF33-FE5C-5A1A-7CE2-60EA0330973C}"/>
                  </a:ext>
                </a:extLst>
              </p:cNvPr>
              <p:cNvSpPr/>
              <p:nvPr/>
            </p:nvSpPr>
            <p:spPr>
              <a:xfrm>
                <a:off x="9679966" y="2838725"/>
                <a:ext cx="583096" cy="58309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B</a:t>
                </a:r>
                <a:endParaRPr lang="en-IN" b="1" dirty="0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C5CFD838-8809-AABE-C3BF-576DC817B457}"/>
                  </a:ext>
                </a:extLst>
              </p:cNvPr>
              <p:cNvCxnSpPr>
                <a:stCxn id="22" idx="6"/>
                <a:endCxn id="26" idx="2"/>
              </p:cNvCxnSpPr>
              <p:nvPr/>
            </p:nvCxnSpPr>
            <p:spPr>
              <a:xfrm>
                <a:off x="7957183" y="3130273"/>
                <a:ext cx="1722783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E7ABD11E-EFC1-4C55-554E-902C2418AA8A}"/>
                  </a:ext>
                </a:extLst>
              </p:cNvPr>
              <p:cNvCxnSpPr>
                <a:stCxn id="22" idx="4"/>
                <a:endCxn id="25" idx="0"/>
              </p:cNvCxnSpPr>
              <p:nvPr/>
            </p:nvCxnSpPr>
            <p:spPr>
              <a:xfrm>
                <a:off x="7665635" y="3421821"/>
                <a:ext cx="0" cy="101379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4F0A5A0-44C8-473E-B9B3-0C5F814091A9}"/>
                  </a:ext>
                </a:extLst>
              </p:cNvPr>
              <p:cNvCxnSpPr>
                <a:cxnSpLocks/>
                <a:stCxn id="22" idx="5"/>
                <a:endCxn id="24" idx="1"/>
              </p:cNvCxnSpPr>
              <p:nvPr/>
            </p:nvCxnSpPr>
            <p:spPr>
              <a:xfrm>
                <a:off x="7871791" y="3336429"/>
                <a:ext cx="1893567" cy="118457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BC0AF55-B032-F321-2176-99D5923154C3}"/>
                  </a:ext>
                </a:extLst>
              </p:cNvPr>
              <p:cNvCxnSpPr>
                <a:stCxn id="23" idx="7"/>
                <a:endCxn id="24" idx="3"/>
              </p:cNvCxnSpPr>
              <p:nvPr/>
            </p:nvCxnSpPr>
            <p:spPr>
              <a:xfrm flipV="1">
                <a:off x="8885582" y="4933315"/>
                <a:ext cx="879776" cy="846645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1D7B0F62-A695-E362-F0F7-9715E24E9F4C}"/>
                  </a:ext>
                </a:extLst>
              </p:cNvPr>
              <p:cNvCxnSpPr>
                <a:stCxn id="26" idx="4"/>
                <a:endCxn id="24" idx="0"/>
              </p:cNvCxnSpPr>
              <p:nvPr/>
            </p:nvCxnSpPr>
            <p:spPr>
              <a:xfrm>
                <a:off x="9971514" y="3421821"/>
                <a:ext cx="0" cy="1013790"/>
              </a:xfrm>
              <a:prstGeom prst="line">
                <a:avLst/>
              </a:prstGeom>
              <a:ln w="571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3E4A3979-7DA4-49F9-FA0D-20363BA6E3FE}"/>
                  </a:ext>
                </a:extLst>
              </p:cNvPr>
              <p:cNvCxnSpPr>
                <a:cxnSpLocks/>
                <a:stCxn id="25" idx="5"/>
                <a:endCxn id="23" idx="1"/>
              </p:cNvCxnSpPr>
              <p:nvPr/>
            </p:nvCxnSpPr>
            <p:spPr>
              <a:xfrm>
                <a:off x="7871791" y="4933315"/>
                <a:ext cx="601479" cy="846645"/>
              </a:xfrm>
              <a:prstGeom prst="line">
                <a:avLst/>
              </a:prstGeom>
              <a:ln w="571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B5F7A2E-553D-39B9-BD95-B0DE0017500C}"/>
                </a:ext>
              </a:extLst>
            </p:cNvPr>
            <p:cNvCxnSpPr>
              <a:stCxn id="25" idx="6"/>
              <a:endCxn id="24" idx="2"/>
            </p:cNvCxnSpPr>
            <p:nvPr/>
          </p:nvCxnSpPr>
          <p:spPr>
            <a:xfrm>
              <a:off x="4324577" y="4120662"/>
              <a:ext cx="1698976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84BF19C2-5F75-751B-A211-3CDFE4327761}"/>
              </a:ext>
            </a:extLst>
          </p:cNvPr>
          <p:cNvSpPr txBox="1"/>
          <p:nvPr/>
        </p:nvSpPr>
        <p:spPr>
          <a:xfrm>
            <a:off x="0" y="1442816"/>
            <a:ext cx="123366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Weighted Graph</a:t>
            </a:r>
            <a:r>
              <a:rPr lang="en-US" sz="2800" b="1" dirty="0">
                <a:latin typeface="Arial Black" panose="020B0A04020102020204" pitchFamily="34" charset="0"/>
              </a:rPr>
              <a:t>: </a:t>
            </a:r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A weight(</a:t>
            </a:r>
            <a:r>
              <a:rPr lang="en-US" sz="28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w</a:t>
            </a:r>
            <a:r>
              <a:rPr lang="en-US" sz="2800" b="1" baseline="-2500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i</a:t>
            </a:r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) is associated with every edge of graph</a:t>
            </a:r>
            <a:endParaRPr lang="en-IN" sz="2800" b="1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127F3-5490-A35E-9E41-253C547EB83B}"/>
              </a:ext>
            </a:extLst>
          </p:cNvPr>
          <p:cNvSpPr txBox="1"/>
          <p:nvPr/>
        </p:nvSpPr>
        <p:spPr>
          <a:xfrm>
            <a:off x="4952628" y="2479928"/>
            <a:ext cx="57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</a:t>
            </a:r>
            <a:endParaRPr lang="en-IN" b="1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346EEA-2B08-D74A-C3C2-CD738426B749}"/>
              </a:ext>
            </a:extLst>
          </p:cNvPr>
          <p:cNvSpPr txBox="1"/>
          <p:nvPr/>
        </p:nvSpPr>
        <p:spPr>
          <a:xfrm>
            <a:off x="5183130" y="3211074"/>
            <a:ext cx="57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</a:t>
            </a:r>
            <a:endParaRPr lang="en-IN" b="1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C0EC6D-0D7C-ED86-FC11-CA80F11AD6F7}"/>
              </a:ext>
            </a:extLst>
          </p:cNvPr>
          <p:cNvSpPr txBox="1"/>
          <p:nvPr/>
        </p:nvSpPr>
        <p:spPr>
          <a:xfrm>
            <a:off x="4948625" y="3812741"/>
            <a:ext cx="57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8</a:t>
            </a:r>
            <a:endParaRPr lang="en-IN" b="1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79C64D-AA33-6961-9BAC-4A56031D3A20}"/>
              </a:ext>
            </a:extLst>
          </p:cNvPr>
          <p:cNvSpPr txBox="1"/>
          <p:nvPr/>
        </p:nvSpPr>
        <p:spPr>
          <a:xfrm>
            <a:off x="6311072" y="3302119"/>
            <a:ext cx="57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  <a:endParaRPr lang="en-IN" b="1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5A3F39-1EC9-FCF9-7737-F96CDB2B6E1B}"/>
              </a:ext>
            </a:extLst>
          </p:cNvPr>
          <p:cNvSpPr txBox="1"/>
          <p:nvPr/>
        </p:nvSpPr>
        <p:spPr>
          <a:xfrm>
            <a:off x="5593290" y="4564508"/>
            <a:ext cx="57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endParaRPr lang="en-IN" b="1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EA41DD-5D41-4383-7887-5DB62A63397E}"/>
              </a:ext>
            </a:extLst>
          </p:cNvPr>
          <p:cNvSpPr txBox="1"/>
          <p:nvPr/>
        </p:nvSpPr>
        <p:spPr>
          <a:xfrm>
            <a:off x="4258494" y="4517120"/>
            <a:ext cx="57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  <a:endParaRPr lang="en-IN" b="1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673103-2EE4-BB9F-103E-F61978FD4865}"/>
              </a:ext>
            </a:extLst>
          </p:cNvPr>
          <p:cNvSpPr txBox="1"/>
          <p:nvPr/>
        </p:nvSpPr>
        <p:spPr>
          <a:xfrm>
            <a:off x="3749539" y="3293101"/>
            <a:ext cx="57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  <a:endParaRPr lang="en-IN" b="1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8503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5" grpId="0"/>
      <p:bldP spid="38" grpId="0"/>
      <p:bldP spid="40" grpId="0"/>
      <p:bldP spid="43" grpId="0"/>
      <p:bldP spid="44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85F0C3-E6A6-CC03-30A1-F56BF7111711}"/>
              </a:ext>
            </a:extLst>
          </p:cNvPr>
          <p:cNvSpPr/>
          <p:nvPr/>
        </p:nvSpPr>
        <p:spPr>
          <a:xfrm>
            <a:off x="0" y="0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Basic Concepts</a:t>
            </a:r>
            <a:endParaRPr lang="en-IN" sz="6600" b="1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2724F-C553-3F67-E452-27C9E16CD778}"/>
              </a:ext>
            </a:extLst>
          </p:cNvPr>
          <p:cNvSpPr txBox="1"/>
          <p:nvPr/>
        </p:nvSpPr>
        <p:spPr>
          <a:xfrm>
            <a:off x="397565" y="1444487"/>
            <a:ext cx="11396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Acyclic Graph</a:t>
            </a:r>
            <a:r>
              <a:rPr lang="en-US" sz="4000" dirty="0">
                <a:latin typeface="Comic Sans MS" panose="030F0702030302020204" pitchFamily="66" charset="0"/>
              </a:rPr>
              <a:t>: A graph without cycle </a:t>
            </a:r>
            <a:endParaRPr lang="en-IN" sz="4000" dirty="0">
              <a:latin typeface="Comic Sans MS" panose="030F0702030302020204" pitchFamily="66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525B39-471A-B6CE-1F88-0A2EA8C7102B}"/>
              </a:ext>
            </a:extLst>
          </p:cNvPr>
          <p:cNvCxnSpPr/>
          <p:nvPr/>
        </p:nvCxnSpPr>
        <p:spPr>
          <a:xfrm flipH="1">
            <a:off x="384313" y="3429000"/>
            <a:ext cx="13252" cy="16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5C6CBE9-5235-752A-2AA4-7F1624353E7D}"/>
              </a:ext>
            </a:extLst>
          </p:cNvPr>
          <p:cNvGrpSpPr/>
          <p:nvPr/>
        </p:nvGrpSpPr>
        <p:grpSpPr>
          <a:xfrm>
            <a:off x="1431235" y="2838726"/>
            <a:ext cx="2663688" cy="2839278"/>
            <a:chOff x="1431234" y="2838725"/>
            <a:chExt cx="2888975" cy="343893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8F01B66-E191-71D2-C135-75B366062E6D}"/>
                </a:ext>
              </a:extLst>
            </p:cNvPr>
            <p:cNvSpPr/>
            <p:nvPr/>
          </p:nvSpPr>
          <p:spPr>
            <a:xfrm>
              <a:off x="1431234" y="2838725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  <a:endParaRPr lang="en-IN" b="1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DDF2DCC-B09F-0409-8F9A-1F807715A02A}"/>
                </a:ext>
              </a:extLst>
            </p:cNvPr>
            <p:cNvSpPr/>
            <p:nvPr/>
          </p:nvSpPr>
          <p:spPr>
            <a:xfrm>
              <a:off x="2445025" y="5694568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</a:t>
              </a:r>
              <a:endParaRPr lang="en-IN" b="1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9929C08-C598-4872-E97A-8D4B012DCBC9}"/>
                </a:ext>
              </a:extLst>
            </p:cNvPr>
            <p:cNvSpPr/>
            <p:nvPr/>
          </p:nvSpPr>
          <p:spPr>
            <a:xfrm>
              <a:off x="3737113" y="4435611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</a:t>
              </a:r>
              <a:endParaRPr lang="en-IN" b="1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07C510-3620-BD60-5633-A5702921034A}"/>
                </a:ext>
              </a:extLst>
            </p:cNvPr>
            <p:cNvSpPr/>
            <p:nvPr/>
          </p:nvSpPr>
          <p:spPr>
            <a:xfrm>
              <a:off x="1431234" y="4435611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</a:t>
              </a:r>
              <a:endParaRPr lang="en-IN" b="1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360E2C0-022B-D74D-080A-81A41A7BE0D9}"/>
                </a:ext>
              </a:extLst>
            </p:cNvPr>
            <p:cNvSpPr/>
            <p:nvPr/>
          </p:nvSpPr>
          <p:spPr>
            <a:xfrm>
              <a:off x="3737113" y="2838725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en-IN" b="1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6F5EDC-66B8-5E0A-1113-363FA4501E0D}"/>
                </a:ext>
              </a:extLst>
            </p:cNvPr>
            <p:cNvCxnSpPr>
              <a:stCxn id="4" idx="6"/>
              <a:endCxn id="8" idx="2"/>
            </p:cNvCxnSpPr>
            <p:nvPr/>
          </p:nvCxnSpPr>
          <p:spPr>
            <a:xfrm>
              <a:off x="2014330" y="3130273"/>
              <a:ext cx="1722783" cy="0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6BD9737-EDA3-9E6A-E404-8138A685837F}"/>
                </a:ext>
              </a:extLst>
            </p:cNvPr>
            <p:cNvCxnSpPr>
              <a:stCxn id="4" idx="4"/>
              <a:endCxn id="7" idx="0"/>
            </p:cNvCxnSpPr>
            <p:nvPr/>
          </p:nvCxnSpPr>
          <p:spPr>
            <a:xfrm>
              <a:off x="1722782" y="3421821"/>
              <a:ext cx="0" cy="10137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5C74D57-1595-E2AF-A63C-DD729E20BBED}"/>
                </a:ext>
              </a:extLst>
            </p:cNvPr>
            <p:cNvCxnSpPr>
              <a:stCxn id="5" idx="7"/>
              <a:endCxn id="6" idx="3"/>
            </p:cNvCxnSpPr>
            <p:nvPr/>
          </p:nvCxnSpPr>
          <p:spPr>
            <a:xfrm flipV="1">
              <a:off x="2942729" y="4933315"/>
              <a:ext cx="879776" cy="8466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AB135D2-BB0F-112F-81BA-704054B8C066}"/>
              </a:ext>
            </a:extLst>
          </p:cNvPr>
          <p:cNvGrpSpPr/>
          <p:nvPr/>
        </p:nvGrpSpPr>
        <p:grpSpPr>
          <a:xfrm>
            <a:off x="7374088" y="2838725"/>
            <a:ext cx="2849052" cy="2839279"/>
            <a:chOff x="7374087" y="2838725"/>
            <a:chExt cx="2888975" cy="3438939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95EABF6-27F2-58AB-4D06-0D2BBDCFA8D6}"/>
                </a:ext>
              </a:extLst>
            </p:cNvPr>
            <p:cNvSpPr/>
            <p:nvPr/>
          </p:nvSpPr>
          <p:spPr>
            <a:xfrm>
              <a:off x="7374087" y="2838725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  <a:endParaRPr lang="en-IN" b="1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FA3F6A0-F2DB-3DD7-4937-366BF34969C7}"/>
                </a:ext>
              </a:extLst>
            </p:cNvPr>
            <p:cNvSpPr/>
            <p:nvPr/>
          </p:nvSpPr>
          <p:spPr>
            <a:xfrm>
              <a:off x="8387878" y="5694568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</a:t>
              </a:r>
              <a:endParaRPr lang="en-IN" b="1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5AD8A1B-71B9-6A09-BBCF-289FF35DEA7C}"/>
                </a:ext>
              </a:extLst>
            </p:cNvPr>
            <p:cNvSpPr/>
            <p:nvPr/>
          </p:nvSpPr>
          <p:spPr>
            <a:xfrm>
              <a:off x="9679966" y="4435611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</a:t>
              </a:r>
              <a:endParaRPr lang="en-IN" b="1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D83032B-A3AF-B7CE-3E90-77F553FE56FC}"/>
                </a:ext>
              </a:extLst>
            </p:cNvPr>
            <p:cNvSpPr/>
            <p:nvPr/>
          </p:nvSpPr>
          <p:spPr>
            <a:xfrm>
              <a:off x="7374087" y="4435611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</a:t>
              </a:r>
              <a:endParaRPr lang="en-IN" b="1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C20DF33-FE5C-5A1A-7CE2-60EA0330973C}"/>
                </a:ext>
              </a:extLst>
            </p:cNvPr>
            <p:cNvSpPr/>
            <p:nvPr/>
          </p:nvSpPr>
          <p:spPr>
            <a:xfrm>
              <a:off x="9679966" y="2838725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en-IN" b="1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5CFD838-8809-AABE-C3BF-576DC817B457}"/>
                </a:ext>
              </a:extLst>
            </p:cNvPr>
            <p:cNvCxnSpPr>
              <a:stCxn id="22" idx="6"/>
              <a:endCxn id="26" idx="2"/>
            </p:cNvCxnSpPr>
            <p:nvPr/>
          </p:nvCxnSpPr>
          <p:spPr>
            <a:xfrm>
              <a:off x="7957183" y="3130273"/>
              <a:ext cx="1722783" cy="0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ABD11E-EFC1-4C55-554E-902C2418AA8A}"/>
                </a:ext>
              </a:extLst>
            </p:cNvPr>
            <p:cNvCxnSpPr>
              <a:stCxn id="22" idx="4"/>
              <a:endCxn id="25" idx="0"/>
            </p:cNvCxnSpPr>
            <p:nvPr/>
          </p:nvCxnSpPr>
          <p:spPr>
            <a:xfrm>
              <a:off x="7665635" y="3421821"/>
              <a:ext cx="0" cy="10137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4F0A5A0-44C8-473E-B9B3-0C5F814091A9}"/>
                </a:ext>
              </a:extLst>
            </p:cNvPr>
            <p:cNvCxnSpPr>
              <a:cxnSpLocks/>
              <a:stCxn id="22" idx="5"/>
              <a:endCxn id="24" idx="1"/>
            </p:cNvCxnSpPr>
            <p:nvPr/>
          </p:nvCxnSpPr>
          <p:spPr>
            <a:xfrm>
              <a:off x="7871791" y="3336429"/>
              <a:ext cx="1893567" cy="118457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BC0AF55-B032-F321-2176-99D5923154C3}"/>
                </a:ext>
              </a:extLst>
            </p:cNvPr>
            <p:cNvCxnSpPr>
              <a:stCxn id="23" idx="7"/>
              <a:endCxn id="24" idx="3"/>
            </p:cNvCxnSpPr>
            <p:nvPr/>
          </p:nvCxnSpPr>
          <p:spPr>
            <a:xfrm flipV="1">
              <a:off x="8885582" y="4933315"/>
              <a:ext cx="879776" cy="8466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D7B0F62-A695-E362-F0F7-9715E24E9F4C}"/>
                </a:ext>
              </a:extLst>
            </p:cNvPr>
            <p:cNvCxnSpPr>
              <a:stCxn id="26" idx="4"/>
              <a:endCxn id="24" idx="0"/>
            </p:cNvCxnSpPr>
            <p:nvPr/>
          </p:nvCxnSpPr>
          <p:spPr>
            <a:xfrm>
              <a:off x="9971514" y="3421821"/>
              <a:ext cx="0" cy="101379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E4A3979-7DA4-49F9-FA0D-20363BA6E3FE}"/>
                </a:ext>
              </a:extLst>
            </p:cNvPr>
            <p:cNvCxnSpPr>
              <a:cxnSpLocks/>
              <a:stCxn id="25" idx="5"/>
              <a:endCxn id="23" idx="1"/>
            </p:cNvCxnSpPr>
            <p:nvPr/>
          </p:nvCxnSpPr>
          <p:spPr>
            <a:xfrm>
              <a:off x="7871791" y="4933315"/>
              <a:ext cx="601479" cy="846645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174D47C-8E37-E049-EAF3-282067F316A1}"/>
              </a:ext>
            </a:extLst>
          </p:cNvPr>
          <p:cNvSpPr txBox="1"/>
          <p:nvPr/>
        </p:nvSpPr>
        <p:spPr>
          <a:xfrm>
            <a:off x="708280" y="5728837"/>
            <a:ext cx="48412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Acyclic Graph</a:t>
            </a:r>
            <a:endParaRPr lang="en-IN" sz="4000" dirty="0">
              <a:latin typeface="Arial Black" panose="020B0A040201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49025E-7B91-B6F9-A6A5-B0B777F4EB41}"/>
              </a:ext>
            </a:extLst>
          </p:cNvPr>
          <p:cNvCxnSpPr>
            <a:stCxn id="8" idx="4"/>
            <a:endCxn id="6" idx="0"/>
          </p:cNvCxnSpPr>
          <p:nvPr/>
        </p:nvCxnSpPr>
        <p:spPr>
          <a:xfrm>
            <a:off x="3826111" y="3320145"/>
            <a:ext cx="0" cy="83701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1F2B35A-6FF9-417B-3173-BC0DE30FF657}"/>
              </a:ext>
            </a:extLst>
          </p:cNvPr>
          <p:cNvSpPr txBox="1"/>
          <p:nvPr/>
        </p:nvSpPr>
        <p:spPr>
          <a:xfrm>
            <a:off x="7104203" y="5745987"/>
            <a:ext cx="48412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Cyclic Graph</a:t>
            </a:r>
            <a:endParaRPr lang="en-IN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53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85F0C3-E6A6-CC03-30A1-F56BF7111711}"/>
              </a:ext>
            </a:extLst>
          </p:cNvPr>
          <p:cNvSpPr/>
          <p:nvPr/>
        </p:nvSpPr>
        <p:spPr>
          <a:xfrm>
            <a:off x="0" y="0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Basic Concepts</a:t>
            </a:r>
            <a:endParaRPr lang="en-IN" sz="6600" b="1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2724F-C553-3F67-E452-27C9E16CD778}"/>
              </a:ext>
            </a:extLst>
          </p:cNvPr>
          <p:cNvSpPr txBox="1"/>
          <p:nvPr/>
        </p:nvSpPr>
        <p:spPr>
          <a:xfrm>
            <a:off x="106017" y="1190624"/>
            <a:ext cx="113968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Connected Graph</a:t>
            </a:r>
            <a:r>
              <a:rPr lang="en-US" sz="4000" dirty="0">
                <a:latin typeface="Comic Sans MS" panose="030F0702030302020204" pitchFamily="66" charset="0"/>
              </a:rPr>
              <a:t>: A graph in which every pair of vertices has at-least one path</a:t>
            </a:r>
            <a:endParaRPr lang="en-IN" sz="4000" dirty="0">
              <a:latin typeface="Comic Sans MS" panose="030F0702030302020204" pitchFamily="66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AB135D2-BB0F-112F-81BA-704054B8C066}"/>
              </a:ext>
            </a:extLst>
          </p:cNvPr>
          <p:cNvGrpSpPr/>
          <p:nvPr/>
        </p:nvGrpSpPr>
        <p:grpSpPr>
          <a:xfrm>
            <a:off x="655236" y="2760114"/>
            <a:ext cx="2849052" cy="2839279"/>
            <a:chOff x="7374087" y="2838725"/>
            <a:chExt cx="2888975" cy="3438939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95EABF6-27F2-58AB-4D06-0D2BBDCFA8D6}"/>
                </a:ext>
              </a:extLst>
            </p:cNvPr>
            <p:cNvSpPr/>
            <p:nvPr/>
          </p:nvSpPr>
          <p:spPr>
            <a:xfrm>
              <a:off x="7374087" y="2838725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  <a:endParaRPr lang="en-IN" b="1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FA3F6A0-F2DB-3DD7-4937-366BF34969C7}"/>
                </a:ext>
              </a:extLst>
            </p:cNvPr>
            <p:cNvSpPr/>
            <p:nvPr/>
          </p:nvSpPr>
          <p:spPr>
            <a:xfrm>
              <a:off x="8387878" y="5694568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</a:t>
              </a:r>
              <a:endParaRPr lang="en-IN" b="1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5AD8A1B-71B9-6A09-BBCF-289FF35DEA7C}"/>
                </a:ext>
              </a:extLst>
            </p:cNvPr>
            <p:cNvSpPr/>
            <p:nvPr/>
          </p:nvSpPr>
          <p:spPr>
            <a:xfrm>
              <a:off x="9679966" y="4435611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</a:t>
              </a:r>
              <a:endParaRPr lang="en-IN" b="1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D83032B-A3AF-B7CE-3E90-77F553FE56FC}"/>
                </a:ext>
              </a:extLst>
            </p:cNvPr>
            <p:cNvSpPr/>
            <p:nvPr/>
          </p:nvSpPr>
          <p:spPr>
            <a:xfrm>
              <a:off x="7374087" y="4435611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</a:t>
              </a:r>
              <a:endParaRPr lang="en-IN" b="1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C20DF33-FE5C-5A1A-7CE2-60EA0330973C}"/>
                </a:ext>
              </a:extLst>
            </p:cNvPr>
            <p:cNvSpPr/>
            <p:nvPr/>
          </p:nvSpPr>
          <p:spPr>
            <a:xfrm>
              <a:off x="9679966" y="2838725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en-IN" b="1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5CFD838-8809-AABE-C3BF-576DC817B457}"/>
                </a:ext>
              </a:extLst>
            </p:cNvPr>
            <p:cNvCxnSpPr>
              <a:stCxn id="22" idx="6"/>
              <a:endCxn id="26" idx="2"/>
            </p:cNvCxnSpPr>
            <p:nvPr/>
          </p:nvCxnSpPr>
          <p:spPr>
            <a:xfrm>
              <a:off x="7957183" y="3130273"/>
              <a:ext cx="1722783" cy="0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ABD11E-EFC1-4C55-554E-902C2418AA8A}"/>
                </a:ext>
              </a:extLst>
            </p:cNvPr>
            <p:cNvCxnSpPr>
              <a:stCxn id="22" idx="4"/>
              <a:endCxn id="25" idx="0"/>
            </p:cNvCxnSpPr>
            <p:nvPr/>
          </p:nvCxnSpPr>
          <p:spPr>
            <a:xfrm>
              <a:off x="7665635" y="3421821"/>
              <a:ext cx="0" cy="10137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4F0A5A0-44C8-473E-B9B3-0C5F814091A9}"/>
                </a:ext>
              </a:extLst>
            </p:cNvPr>
            <p:cNvCxnSpPr>
              <a:cxnSpLocks/>
              <a:stCxn id="22" idx="5"/>
              <a:endCxn id="24" idx="1"/>
            </p:cNvCxnSpPr>
            <p:nvPr/>
          </p:nvCxnSpPr>
          <p:spPr>
            <a:xfrm>
              <a:off x="7871791" y="3336429"/>
              <a:ext cx="1893567" cy="118457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BC0AF55-B032-F321-2176-99D5923154C3}"/>
                </a:ext>
              </a:extLst>
            </p:cNvPr>
            <p:cNvCxnSpPr>
              <a:stCxn id="23" idx="7"/>
              <a:endCxn id="24" idx="3"/>
            </p:cNvCxnSpPr>
            <p:nvPr/>
          </p:nvCxnSpPr>
          <p:spPr>
            <a:xfrm flipV="1">
              <a:off x="8885582" y="4933315"/>
              <a:ext cx="879776" cy="8466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D7B0F62-A695-E362-F0F7-9715E24E9F4C}"/>
                </a:ext>
              </a:extLst>
            </p:cNvPr>
            <p:cNvCxnSpPr>
              <a:stCxn id="26" idx="4"/>
              <a:endCxn id="24" idx="0"/>
            </p:cNvCxnSpPr>
            <p:nvPr/>
          </p:nvCxnSpPr>
          <p:spPr>
            <a:xfrm>
              <a:off x="9971514" y="3421821"/>
              <a:ext cx="0" cy="101379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E4A3979-7DA4-49F9-FA0D-20363BA6E3FE}"/>
                </a:ext>
              </a:extLst>
            </p:cNvPr>
            <p:cNvCxnSpPr>
              <a:cxnSpLocks/>
              <a:stCxn id="25" idx="5"/>
              <a:endCxn id="23" idx="1"/>
            </p:cNvCxnSpPr>
            <p:nvPr/>
          </p:nvCxnSpPr>
          <p:spPr>
            <a:xfrm>
              <a:off x="7871791" y="4933315"/>
              <a:ext cx="601479" cy="846645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A81ED9A-0F87-AB2B-2A6F-EF7F11092669}"/>
              </a:ext>
            </a:extLst>
          </p:cNvPr>
          <p:cNvSpPr txBox="1"/>
          <p:nvPr/>
        </p:nvSpPr>
        <p:spPr>
          <a:xfrm>
            <a:off x="5585790" y="2849056"/>
            <a:ext cx="6606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Comic Sans MS" panose="030F0702030302020204" pitchFamily="66" charset="0"/>
              </a:rPr>
              <a:t>For pair of vertices (B, C)</a:t>
            </a:r>
            <a:endParaRPr lang="en-IN" sz="3200" b="1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51879E-773C-ECC7-E6B5-594D1B769112}"/>
              </a:ext>
            </a:extLst>
          </p:cNvPr>
          <p:cNvSpPr txBox="1"/>
          <p:nvPr/>
        </p:nvSpPr>
        <p:spPr>
          <a:xfrm>
            <a:off x="5585790" y="3429000"/>
            <a:ext cx="37834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Path-1: B</a:t>
            </a:r>
            <a:r>
              <a:rPr lang="en-US" sz="3200" b="1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 A  C</a:t>
            </a:r>
            <a:r>
              <a:rPr lang="en-US" sz="3200" b="1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endParaRPr lang="en-IN" sz="3200" b="1" dirty="0">
              <a:solidFill>
                <a:srgbClr val="7030A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30D10C-8507-C334-8340-1392DA524693}"/>
              </a:ext>
            </a:extLst>
          </p:cNvPr>
          <p:cNvSpPr txBox="1"/>
          <p:nvPr/>
        </p:nvSpPr>
        <p:spPr>
          <a:xfrm>
            <a:off x="5585790" y="4050314"/>
            <a:ext cx="5320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Path-2: B</a:t>
            </a:r>
            <a:r>
              <a:rPr lang="en-US" sz="3200" b="1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 D  E  C</a:t>
            </a:r>
            <a:r>
              <a:rPr lang="en-US" sz="3200" b="1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endParaRPr lang="en-IN" sz="3200" b="1" dirty="0">
              <a:solidFill>
                <a:srgbClr val="7030A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C46C7E-3F6F-92CA-037B-9FAFD6937ADC}"/>
              </a:ext>
            </a:extLst>
          </p:cNvPr>
          <p:cNvSpPr txBox="1"/>
          <p:nvPr/>
        </p:nvSpPr>
        <p:spPr>
          <a:xfrm>
            <a:off x="5585790" y="4677695"/>
            <a:ext cx="5320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Path-3: B</a:t>
            </a:r>
            <a:r>
              <a:rPr lang="en-US" sz="3200" b="1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 D  A  C</a:t>
            </a:r>
            <a:r>
              <a:rPr lang="en-US" sz="3200" b="1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endParaRPr lang="en-IN" sz="3200" b="1" dirty="0">
              <a:solidFill>
                <a:srgbClr val="7030A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54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33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85F0C3-E6A6-CC03-30A1-F56BF7111711}"/>
              </a:ext>
            </a:extLst>
          </p:cNvPr>
          <p:cNvSpPr/>
          <p:nvPr/>
        </p:nvSpPr>
        <p:spPr>
          <a:xfrm>
            <a:off x="0" y="0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Basic Concepts</a:t>
            </a:r>
            <a:endParaRPr lang="en-IN" sz="6600" b="1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2724F-C553-3F67-E452-27C9E16CD778}"/>
              </a:ext>
            </a:extLst>
          </p:cNvPr>
          <p:cNvSpPr txBox="1"/>
          <p:nvPr/>
        </p:nvSpPr>
        <p:spPr>
          <a:xfrm>
            <a:off x="397565" y="1444487"/>
            <a:ext cx="11396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Tree</a:t>
            </a:r>
            <a:r>
              <a:rPr lang="en-US" sz="4000" dirty="0">
                <a:latin typeface="Comic Sans MS" panose="030F0702030302020204" pitchFamily="66" charset="0"/>
              </a:rPr>
              <a:t>: A connected acyclic graph</a:t>
            </a:r>
            <a:endParaRPr lang="en-IN" sz="4000" dirty="0">
              <a:latin typeface="Comic Sans MS" panose="030F0702030302020204" pitchFamily="66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525B39-471A-B6CE-1F88-0A2EA8C7102B}"/>
              </a:ext>
            </a:extLst>
          </p:cNvPr>
          <p:cNvCxnSpPr/>
          <p:nvPr/>
        </p:nvCxnSpPr>
        <p:spPr>
          <a:xfrm flipH="1">
            <a:off x="384313" y="3429000"/>
            <a:ext cx="13252" cy="16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5C6CBE9-5235-752A-2AA4-7F1624353E7D}"/>
              </a:ext>
            </a:extLst>
          </p:cNvPr>
          <p:cNvGrpSpPr/>
          <p:nvPr/>
        </p:nvGrpSpPr>
        <p:grpSpPr>
          <a:xfrm>
            <a:off x="1431235" y="2838726"/>
            <a:ext cx="2663688" cy="2839278"/>
            <a:chOff x="1431234" y="2838725"/>
            <a:chExt cx="2888975" cy="343893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8F01B66-E191-71D2-C135-75B366062E6D}"/>
                </a:ext>
              </a:extLst>
            </p:cNvPr>
            <p:cNvSpPr/>
            <p:nvPr/>
          </p:nvSpPr>
          <p:spPr>
            <a:xfrm>
              <a:off x="1431234" y="2838725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  <a:endParaRPr lang="en-IN" b="1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DDF2DCC-B09F-0409-8F9A-1F807715A02A}"/>
                </a:ext>
              </a:extLst>
            </p:cNvPr>
            <p:cNvSpPr/>
            <p:nvPr/>
          </p:nvSpPr>
          <p:spPr>
            <a:xfrm>
              <a:off x="2445025" y="5694568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</a:t>
              </a:r>
              <a:endParaRPr lang="en-IN" b="1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9929C08-C598-4872-E97A-8D4B012DCBC9}"/>
                </a:ext>
              </a:extLst>
            </p:cNvPr>
            <p:cNvSpPr/>
            <p:nvPr/>
          </p:nvSpPr>
          <p:spPr>
            <a:xfrm>
              <a:off x="3737113" y="4435611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</a:t>
              </a:r>
              <a:endParaRPr lang="en-IN" b="1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07C510-3620-BD60-5633-A5702921034A}"/>
                </a:ext>
              </a:extLst>
            </p:cNvPr>
            <p:cNvSpPr/>
            <p:nvPr/>
          </p:nvSpPr>
          <p:spPr>
            <a:xfrm>
              <a:off x="1431234" y="4435611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</a:t>
              </a:r>
              <a:endParaRPr lang="en-IN" b="1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360E2C0-022B-D74D-080A-81A41A7BE0D9}"/>
                </a:ext>
              </a:extLst>
            </p:cNvPr>
            <p:cNvSpPr/>
            <p:nvPr/>
          </p:nvSpPr>
          <p:spPr>
            <a:xfrm>
              <a:off x="3737113" y="2838725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en-IN" b="1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6F5EDC-66B8-5E0A-1113-363FA4501E0D}"/>
                </a:ext>
              </a:extLst>
            </p:cNvPr>
            <p:cNvCxnSpPr>
              <a:stCxn id="4" idx="6"/>
              <a:endCxn id="8" idx="2"/>
            </p:cNvCxnSpPr>
            <p:nvPr/>
          </p:nvCxnSpPr>
          <p:spPr>
            <a:xfrm>
              <a:off x="2014330" y="3130273"/>
              <a:ext cx="1722783" cy="0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6BD9737-EDA3-9E6A-E404-8138A685837F}"/>
                </a:ext>
              </a:extLst>
            </p:cNvPr>
            <p:cNvCxnSpPr>
              <a:stCxn id="4" idx="4"/>
              <a:endCxn id="7" idx="0"/>
            </p:cNvCxnSpPr>
            <p:nvPr/>
          </p:nvCxnSpPr>
          <p:spPr>
            <a:xfrm>
              <a:off x="1722782" y="3421821"/>
              <a:ext cx="0" cy="10137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D19C7E6-B3F0-2E4D-84ED-9E27C133F91B}"/>
                </a:ext>
              </a:extLst>
            </p:cNvPr>
            <p:cNvCxnSpPr>
              <a:cxnSpLocks/>
              <a:stCxn id="4" idx="5"/>
              <a:endCxn id="6" idx="1"/>
            </p:cNvCxnSpPr>
            <p:nvPr/>
          </p:nvCxnSpPr>
          <p:spPr>
            <a:xfrm>
              <a:off x="1928938" y="3336429"/>
              <a:ext cx="1893567" cy="118457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5C74D57-1595-E2AF-A63C-DD729E20BBED}"/>
                </a:ext>
              </a:extLst>
            </p:cNvPr>
            <p:cNvCxnSpPr>
              <a:stCxn id="5" idx="7"/>
              <a:endCxn id="6" idx="3"/>
            </p:cNvCxnSpPr>
            <p:nvPr/>
          </p:nvCxnSpPr>
          <p:spPr>
            <a:xfrm flipV="1">
              <a:off x="2942729" y="4933315"/>
              <a:ext cx="879776" cy="8466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C95EABF6-27F2-58AB-4D06-0D2BBDCFA8D6}"/>
              </a:ext>
            </a:extLst>
          </p:cNvPr>
          <p:cNvSpPr/>
          <p:nvPr/>
        </p:nvSpPr>
        <p:spPr>
          <a:xfrm>
            <a:off x="7374087" y="2838725"/>
            <a:ext cx="583096" cy="583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  <a:endParaRPr lang="en-IN" b="1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A3F6A0-F2DB-3DD7-4937-366BF34969C7}"/>
              </a:ext>
            </a:extLst>
          </p:cNvPr>
          <p:cNvSpPr/>
          <p:nvPr/>
        </p:nvSpPr>
        <p:spPr>
          <a:xfrm>
            <a:off x="8387878" y="5694568"/>
            <a:ext cx="583096" cy="583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</a:t>
            </a:r>
            <a:endParaRPr lang="en-IN" b="1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5AD8A1B-71B9-6A09-BBCF-289FF35DEA7C}"/>
              </a:ext>
            </a:extLst>
          </p:cNvPr>
          <p:cNvSpPr/>
          <p:nvPr/>
        </p:nvSpPr>
        <p:spPr>
          <a:xfrm>
            <a:off x="9679966" y="4435611"/>
            <a:ext cx="583096" cy="583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</a:t>
            </a:r>
            <a:endParaRPr lang="en-IN" b="1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D83032B-A3AF-B7CE-3E90-77F553FE56FC}"/>
              </a:ext>
            </a:extLst>
          </p:cNvPr>
          <p:cNvSpPr/>
          <p:nvPr/>
        </p:nvSpPr>
        <p:spPr>
          <a:xfrm>
            <a:off x="7374087" y="4435611"/>
            <a:ext cx="583096" cy="583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  <a:endParaRPr lang="en-IN" b="1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C20DF33-FE5C-5A1A-7CE2-60EA0330973C}"/>
              </a:ext>
            </a:extLst>
          </p:cNvPr>
          <p:cNvSpPr/>
          <p:nvPr/>
        </p:nvSpPr>
        <p:spPr>
          <a:xfrm>
            <a:off x="9679966" y="2838725"/>
            <a:ext cx="583096" cy="583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</a:t>
            </a:r>
            <a:endParaRPr lang="en-IN" b="1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CFD838-8809-AABE-C3BF-576DC817B457}"/>
              </a:ext>
            </a:extLst>
          </p:cNvPr>
          <p:cNvCxnSpPr>
            <a:stCxn id="22" idx="6"/>
            <a:endCxn id="26" idx="2"/>
          </p:cNvCxnSpPr>
          <p:nvPr/>
        </p:nvCxnSpPr>
        <p:spPr>
          <a:xfrm>
            <a:off x="7957183" y="3130273"/>
            <a:ext cx="1722783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7ABD11E-EFC1-4C55-554E-902C2418AA8A}"/>
              </a:ext>
            </a:extLst>
          </p:cNvPr>
          <p:cNvCxnSpPr>
            <a:stCxn id="22" idx="4"/>
            <a:endCxn id="25" idx="0"/>
          </p:cNvCxnSpPr>
          <p:nvPr/>
        </p:nvCxnSpPr>
        <p:spPr>
          <a:xfrm>
            <a:off x="7665635" y="3421821"/>
            <a:ext cx="0" cy="101379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4F0A5A0-44C8-473E-B9B3-0C5F814091A9}"/>
              </a:ext>
            </a:extLst>
          </p:cNvPr>
          <p:cNvCxnSpPr>
            <a:cxnSpLocks/>
            <a:stCxn id="22" idx="5"/>
            <a:endCxn id="24" idx="1"/>
          </p:cNvCxnSpPr>
          <p:nvPr/>
        </p:nvCxnSpPr>
        <p:spPr>
          <a:xfrm>
            <a:off x="7871791" y="3336429"/>
            <a:ext cx="1893567" cy="118457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BC0AF55-B032-F321-2176-99D5923154C3}"/>
              </a:ext>
            </a:extLst>
          </p:cNvPr>
          <p:cNvCxnSpPr>
            <a:stCxn id="23" idx="7"/>
            <a:endCxn id="24" idx="3"/>
          </p:cNvCxnSpPr>
          <p:nvPr/>
        </p:nvCxnSpPr>
        <p:spPr>
          <a:xfrm flipV="1">
            <a:off x="8885582" y="4933315"/>
            <a:ext cx="879776" cy="84664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D7B0F62-A695-E362-F0F7-9715E24E9F4C}"/>
              </a:ext>
            </a:extLst>
          </p:cNvPr>
          <p:cNvCxnSpPr>
            <a:stCxn id="26" idx="4"/>
            <a:endCxn id="24" idx="0"/>
          </p:cNvCxnSpPr>
          <p:nvPr/>
        </p:nvCxnSpPr>
        <p:spPr>
          <a:xfrm>
            <a:off x="9971514" y="3421821"/>
            <a:ext cx="0" cy="101379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E4A3979-7DA4-49F9-FA0D-20363BA6E3FE}"/>
              </a:ext>
            </a:extLst>
          </p:cNvPr>
          <p:cNvCxnSpPr>
            <a:cxnSpLocks/>
            <a:stCxn id="25" idx="5"/>
            <a:endCxn id="23" idx="1"/>
          </p:cNvCxnSpPr>
          <p:nvPr/>
        </p:nvCxnSpPr>
        <p:spPr>
          <a:xfrm>
            <a:off x="7871791" y="4933315"/>
            <a:ext cx="601479" cy="846645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174D47C-8E37-E049-EAF3-282067F316A1}"/>
              </a:ext>
            </a:extLst>
          </p:cNvPr>
          <p:cNvSpPr txBox="1"/>
          <p:nvPr/>
        </p:nvSpPr>
        <p:spPr>
          <a:xfrm>
            <a:off x="1718625" y="5865226"/>
            <a:ext cx="2690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Tree</a:t>
            </a:r>
            <a:endParaRPr lang="en-IN" sz="4000" dirty="0">
              <a:latin typeface="Arial Black" panose="020B0A040201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4EFB5C-6F66-4A39-4472-024BDBD0FB70}"/>
              </a:ext>
            </a:extLst>
          </p:cNvPr>
          <p:cNvSpPr txBox="1"/>
          <p:nvPr/>
        </p:nvSpPr>
        <p:spPr>
          <a:xfrm rot="18929166">
            <a:off x="8746591" y="4937565"/>
            <a:ext cx="39361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rial Black" panose="020B0A04020102020204" pitchFamily="34" charset="0"/>
              </a:rPr>
              <a:t>Not a Tree</a:t>
            </a:r>
            <a:endParaRPr lang="en-IN" sz="4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63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37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85F0C3-E6A6-CC03-30A1-F56BF7111711}"/>
              </a:ext>
            </a:extLst>
          </p:cNvPr>
          <p:cNvSpPr/>
          <p:nvPr/>
        </p:nvSpPr>
        <p:spPr>
          <a:xfrm>
            <a:off x="0" y="0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Basic Concepts</a:t>
            </a:r>
            <a:endParaRPr lang="en-IN" sz="6600" b="1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2724F-C553-3F67-E452-27C9E16CD778}"/>
              </a:ext>
            </a:extLst>
          </p:cNvPr>
          <p:cNvSpPr txBox="1"/>
          <p:nvPr/>
        </p:nvSpPr>
        <p:spPr>
          <a:xfrm>
            <a:off x="0" y="1458906"/>
            <a:ext cx="12896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claim</a:t>
            </a:r>
            <a:r>
              <a:rPr lang="en-US" sz="4000" dirty="0">
                <a:latin typeface="Comic Sans MS" panose="030F0702030302020204" pitchFamily="66" charset="0"/>
              </a:rPr>
              <a:t>: A tree with n vertices has </a:t>
            </a:r>
            <a:r>
              <a:rPr lang="en-US" sz="4000" b="1" dirty="0">
                <a:solidFill>
                  <a:srgbClr val="00B050"/>
                </a:solidFill>
                <a:latin typeface="Comic Sans MS" panose="030F0702030302020204" pitchFamily="66" charset="0"/>
              </a:rPr>
              <a:t>exactly</a:t>
            </a:r>
            <a:r>
              <a:rPr lang="en-US" sz="4000" dirty="0">
                <a:latin typeface="Comic Sans MS" panose="030F0702030302020204" pitchFamily="66" charset="0"/>
              </a:rPr>
              <a:t> n-1 edges</a:t>
            </a:r>
            <a:endParaRPr lang="en-IN" sz="4000" dirty="0">
              <a:latin typeface="Comic Sans MS" panose="030F0702030302020204" pitchFamily="66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525B39-471A-B6CE-1F88-0A2EA8C7102B}"/>
              </a:ext>
            </a:extLst>
          </p:cNvPr>
          <p:cNvCxnSpPr/>
          <p:nvPr/>
        </p:nvCxnSpPr>
        <p:spPr>
          <a:xfrm flipH="1">
            <a:off x="384313" y="3429000"/>
            <a:ext cx="13252" cy="16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5C6CBE9-5235-752A-2AA4-7F1624353E7D}"/>
              </a:ext>
            </a:extLst>
          </p:cNvPr>
          <p:cNvGrpSpPr/>
          <p:nvPr/>
        </p:nvGrpSpPr>
        <p:grpSpPr>
          <a:xfrm>
            <a:off x="1431235" y="2838726"/>
            <a:ext cx="2663688" cy="2839278"/>
            <a:chOff x="1431234" y="2838725"/>
            <a:chExt cx="2888975" cy="343893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8F01B66-E191-71D2-C135-75B366062E6D}"/>
                </a:ext>
              </a:extLst>
            </p:cNvPr>
            <p:cNvSpPr/>
            <p:nvPr/>
          </p:nvSpPr>
          <p:spPr>
            <a:xfrm>
              <a:off x="1431234" y="2838725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  <a:endParaRPr lang="en-IN" b="1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DDF2DCC-B09F-0409-8F9A-1F807715A02A}"/>
                </a:ext>
              </a:extLst>
            </p:cNvPr>
            <p:cNvSpPr/>
            <p:nvPr/>
          </p:nvSpPr>
          <p:spPr>
            <a:xfrm>
              <a:off x="2445025" y="5694568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</a:t>
              </a:r>
              <a:endParaRPr lang="en-IN" b="1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9929C08-C598-4872-E97A-8D4B012DCBC9}"/>
                </a:ext>
              </a:extLst>
            </p:cNvPr>
            <p:cNvSpPr/>
            <p:nvPr/>
          </p:nvSpPr>
          <p:spPr>
            <a:xfrm>
              <a:off x="3737113" y="4435611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</a:t>
              </a:r>
              <a:endParaRPr lang="en-IN" b="1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07C510-3620-BD60-5633-A5702921034A}"/>
                </a:ext>
              </a:extLst>
            </p:cNvPr>
            <p:cNvSpPr/>
            <p:nvPr/>
          </p:nvSpPr>
          <p:spPr>
            <a:xfrm>
              <a:off x="1431234" y="4435611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</a:t>
              </a:r>
              <a:endParaRPr lang="en-IN" b="1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360E2C0-022B-D74D-080A-81A41A7BE0D9}"/>
                </a:ext>
              </a:extLst>
            </p:cNvPr>
            <p:cNvSpPr/>
            <p:nvPr/>
          </p:nvSpPr>
          <p:spPr>
            <a:xfrm>
              <a:off x="3737113" y="2838725"/>
              <a:ext cx="583096" cy="583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en-IN" b="1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6F5EDC-66B8-5E0A-1113-363FA4501E0D}"/>
                </a:ext>
              </a:extLst>
            </p:cNvPr>
            <p:cNvCxnSpPr>
              <a:stCxn id="4" idx="6"/>
              <a:endCxn id="8" idx="2"/>
            </p:cNvCxnSpPr>
            <p:nvPr/>
          </p:nvCxnSpPr>
          <p:spPr>
            <a:xfrm>
              <a:off x="2014330" y="3130273"/>
              <a:ext cx="1722783" cy="0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6BD9737-EDA3-9E6A-E404-8138A685837F}"/>
                </a:ext>
              </a:extLst>
            </p:cNvPr>
            <p:cNvCxnSpPr>
              <a:stCxn id="4" idx="4"/>
              <a:endCxn id="7" idx="0"/>
            </p:cNvCxnSpPr>
            <p:nvPr/>
          </p:nvCxnSpPr>
          <p:spPr>
            <a:xfrm>
              <a:off x="1722782" y="3421821"/>
              <a:ext cx="0" cy="10137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D19C7E6-B3F0-2E4D-84ED-9E27C133F91B}"/>
                </a:ext>
              </a:extLst>
            </p:cNvPr>
            <p:cNvCxnSpPr>
              <a:cxnSpLocks/>
              <a:stCxn id="4" idx="5"/>
              <a:endCxn id="6" idx="1"/>
            </p:cNvCxnSpPr>
            <p:nvPr/>
          </p:nvCxnSpPr>
          <p:spPr>
            <a:xfrm>
              <a:off x="1928938" y="3336429"/>
              <a:ext cx="1893567" cy="118457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5C74D57-1595-E2AF-A63C-DD729E20BBED}"/>
                </a:ext>
              </a:extLst>
            </p:cNvPr>
            <p:cNvCxnSpPr>
              <a:stCxn id="5" idx="7"/>
              <a:endCxn id="6" idx="3"/>
            </p:cNvCxnSpPr>
            <p:nvPr/>
          </p:nvCxnSpPr>
          <p:spPr>
            <a:xfrm flipV="1">
              <a:off x="2942729" y="4933315"/>
              <a:ext cx="879776" cy="8466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174D47C-8E37-E049-EAF3-282067F316A1}"/>
              </a:ext>
            </a:extLst>
          </p:cNvPr>
          <p:cNvSpPr txBox="1"/>
          <p:nvPr/>
        </p:nvSpPr>
        <p:spPr>
          <a:xfrm>
            <a:off x="1718625" y="5865226"/>
            <a:ext cx="2690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Tree</a:t>
            </a:r>
            <a:endParaRPr lang="en-IN" sz="4000" dirty="0"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014509-EBBE-5F18-E5D3-C307A91480DB}"/>
              </a:ext>
            </a:extLst>
          </p:cNvPr>
          <p:cNvSpPr txBox="1"/>
          <p:nvPr/>
        </p:nvSpPr>
        <p:spPr>
          <a:xfrm>
            <a:off x="6288258" y="3079435"/>
            <a:ext cx="53457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|V| = n = 5</a:t>
            </a:r>
          </a:p>
          <a:p>
            <a:r>
              <a:rPr lang="en-US" sz="4400" b="1" dirty="0"/>
              <a:t>|E| = n-1 = 5-1 = 4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301120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85F0C3-E6A6-CC03-30A1-F56BF7111711}"/>
              </a:ext>
            </a:extLst>
          </p:cNvPr>
          <p:cNvSpPr/>
          <p:nvPr/>
        </p:nvSpPr>
        <p:spPr>
          <a:xfrm>
            <a:off x="0" y="0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Basic Concepts</a:t>
            </a:r>
            <a:endParaRPr lang="en-IN" sz="6600" b="1" dirty="0">
              <a:latin typeface="Arial Black" panose="020B0A040201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E2A9A7F-F5F3-6901-8847-6A1716E7F59E}"/>
              </a:ext>
            </a:extLst>
          </p:cNvPr>
          <p:cNvGrpSpPr/>
          <p:nvPr/>
        </p:nvGrpSpPr>
        <p:grpSpPr>
          <a:xfrm>
            <a:off x="397565" y="1416568"/>
            <a:ext cx="11396870" cy="4778892"/>
            <a:chOff x="397565" y="2007705"/>
            <a:chExt cx="11396870" cy="47788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BB2724F-C553-3F67-E452-27C9E16CD778}"/>
                </a:ext>
              </a:extLst>
            </p:cNvPr>
            <p:cNvSpPr txBox="1"/>
            <p:nvPr/>
          </p:nvSpPr>
          <p:spPr>
            <a:xfrm>
              <a:off x="397565" y="2385392"/>
              <a:ext cx="11396870" cy="4401205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4000" dirty="0">
                <a:latin typeface="Comic Sans MS" panose="030F0702030302020204" pitchFamily="66" charset="0"/>
              </a:endParaRPr>
            </a:p>
            <a:p>
              <a:r>
                <a:rPr lang="en-US" sz="4000" dirty="0">
                  <a:latin typeface="Comic Sans MS" panose="030F0702030302020204" pitchFamily="66" charset="0"/>
                </a:rPr>
                <a:t>A spanning tree of a graph G=&lt;V,E&gt;  is a </a:t>
              </a:r>
              <a:r>
                <a:rPr lang="en-US" sz="40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subgraph</a:t>
              </a:r>
              <a:r>
                <a:rPr lang="en-US" sz="4000" dirty="0">
                  <a:latin typeface="Comic Sans MS" panose="030F0702030302020204" pitchFamily="66" charset="0"/>
                </a:rPr>
                <a:t> G’ of G such that </a:t>
              </a:r>
            </a:p>
            <a:p>
              <a:endParaRPr lang="en-US" sz="4000" dirty="0">
                <a:latin typeface="Comic Sans MS" panose="030F0702030302020204" pitchFamily="66" charset="0"/>
              </a:endParaRPr>
            </a:p>
            <a:p>
              <a:r>
                <a:rPr lang="en-US" sz="4000" dirty="0">
                  <a:latin typeface="Comic Sans MS" panose="030F0702030302020204" pitchFamily="66" charset="0"/>
                </a:rPr>
                <a:t>	1. </a:t>
              </a:r>
              <a:r>
                <a:rPr lang="en-US" sz="4000" dirty="0">
                  <a:solidFill>
                    <a:srgbClr val="7030A0"/>
                  </a:solidFill>
                  <a:latin typeface="Comic Sans MS" panose="030F0702030302020204" pitchFamily="66" charset="0"/>
                </a:rPr>
                <a:t>G’ is a Tree and </a:t>
              </a:r>
            </a:p>
            <a:p>
              <a:endParaRPr lang="en-US" sz="4000" dirty="0">
                <a:latin typeface="Comic Sans MS" panose="030F0702030302020204" pitchFamily="66" charset="0"/>
              </a:endParaRPr>
            </a:p>
            <a:p>
              <a:r>
                <a:rPr lang="en-US" sz="4000" dirty="0">
                  <a:latin typeface="Comic Sans MS" panose="030F0702030302020204" pitchFamily="66" charset="0"/>
                </a:rPr>
                <a:t>	2. </a:t>
              </a:r>
              <a:r>
                <a:rPr lang="en-US" sz="4000" dirty="0">
                  <a:solidFill>
                    <a:srgbClr val="7030A0"/>
                  </a:solidFill>
                  <a:latin typeface="Comic Sans MS" panose="030F0702030302020204" pitchFamily="66" charset="0"/>
                </a:rPr>
                <a:t>G’ spans(covers) all the vertices of G</a:t>
              </a:r>
              <a:endParaRPr lang="en-IN" sz="4000" dirty="0">
                <a:solidFill>
                  <a:srgbClr val="7030A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19E5DAC-E6B0-CD06-63F6-A5663CCADE5E}"/>
                </a:ext>
              </a:extLst>
            </p:cNvPr>
            <p:cNvSpPr/>
            <p:nvPr/>
          </p:nvSpPr>
          <p:spPr>
            <a:xfrm>
              <a:off x="583095" y="2007705"/>
              <a:ext cx="3167270" cy="755374"/>
            </a:xfrm>
            <a:prstGeom prst="rect">
              <a:avLst/>
            </a:prstGeom>
            <a:solidFill>
              <a:srgbClr val="00B050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Spanning Tree</a:t>
              </a:r>
              <a:endParaRPr lang="en-IN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590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85F0C3-E6A6-CC03-30A1-F56BF7111711}"/>
              </a:ext>
            </a:extLst>
          </p:cNvPr>
          <p:cNvSpPr/>
          <p:nvPr/>
        </p:nvSpPr>
        <p:spPr>
          <a:xfrm>
            <a:off x="0" y="0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Basic Concepts</a:t>
            </a:r>
            <a:endParaRPr lang="en-IN" sz="6600" b="1" dirty="0">
              <a:latin typeface="Arial Black" panose="020B0A040201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9E5DAC-E6B0-CD06-63F6-A5663CCADE5E}"/>
              </a:ext>
            </a:extLst>
          </p:cNvPr>
          <p:cNvSpPr/>
          <p:nvPr/>
        </p:nvSpPr>
        <p:spPr>
          <a:xfrm>
            <a:off x="0" y="1072183"/>
            <a:ext cx="3167270" cy="7553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Spanning Tree</a:t>
            </a:r>
            <a:endParaRPr lang="en-IN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AF132F6-FFAF-260A-400F-AB4D7D40C1DE}"/>
              </a:ext>
            </a:extLst>
          </p:cNvPr>
          <p:cNvGrpSpPr/>
          <p:nvPr/>
        </p:nvGrpSpPr>
        <p:grpSpPr>
          <a:xfrm>
            <a:off x="4350717" y="1056688"/>
            <a:ext cx="2161762" cy="2231094"/>
            <a:chOff x="276638" y="2778228"/>
            <a:chExt cx="2503006" cy="237072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4EA9AB1-20B7-64AD-7CB1-4DFDE663EEEA}"/>
                </a:ext>
              </a:extLst>
            </p:cNvPr>
            <p:cNvSpPr/>
            <p:nvPr/>
          </p:nvSpPr>
          <p:spPr>
            <a:xfrm>
              <a:off x="276638" y="4536039"/>
              <a:ext cx="612914" cy="612914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en-IN" b="1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0A8687A-85A0-96C5-0F47-032EF4C7181E}"/>
                </a:ext>
              </a:extLst>
            </p:cNvPr>
            <p:cNvSpPr/>
            <p:nvPr/>
          </p:nvSpPr>
          <p:spPr>
            <a:xfrm>
              <a:off x="287056" y="2778228"/>
              <a:ext cx="612914" cy="612914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  <a:endParaRPr lang="en-IN" b="1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5BBB44A-8AD3-980A-E0F5-51A04C8C5DF2}"/>
                </a:ext>
              </a:extLst>
            </p:cNvPr>
            <p:cNvSpPr/>
            <p:nvPr/>
          </p:nvSpPr>
          <p:spPr>
            <a:xfrm>
              <a:off x="2166730" y="2778228"/>
              <a:ext cx="612914" cy="612914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</a:t>
              </a:r>
              <a:endParaRPr lang="en-IN" b="1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CFA71EB-4F97-9E63-455E-ACCD6E3833D9}"/>
                </a:ext>
              </a:extLst>
            </p:cNvPr>
            <p:cNvSpPr/>
            <p:nvPr/>
          </p:nvSpPr>
          <p:spPr>
            <a:xfrm>
              <a:off x="2166730" y="4536039"/>
              <a:ext cx="612914" cy="612914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</a:t>
              </a:r>
              <a:endParaRPr lang="en-IN" b="1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CAEE401-53F3-8307-9E3E-1B39F271DF55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899970" y="3084686"/>
              <a:ext cx="126676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9BD1A53-ABFA-CFC3-9DA1-EFA598355865}"/>
                </a:ext>
              </a:extLst>
            </p:cNvPr>
            <p:cNvCxnSpPr>
              <a:stCxn id="4" idx="6"/>
              <a:endCxn id="10" idx="2"/>
            </p:cNvCxnSpPr>
            <p:nvPr/>
          </p:nvCxnSpPr>
          <p:spPr>
            <a:xfrm>
              <a:off x="889552" y="4842496"/>
              <a:ext cx="1277178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1492E48-B486-9663-5D18-95CF42274182}"/>
                </a:ext>
              </a:extLst>
            </p:cNvPr>
            <p:cNvCxnSpPr>
              <a:stCxn id="7" idx="4"/>
              <a:endCxn id="4" idx="0"/>
            </p:cNvCxnSpPr>
            <p:nvPr/>
          </p:nvCxnSpPr>
          <p:spPr>
            <a:xfrm flipH="1">
              <a:off x="583095" y="3391142"/>
              <a:ext cx="10418" cy="114489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C44EBE7-53EA-9830-1990-64D3BC4C3275}"/>
                </a:ext>
              </a:extLst>
            </p:cNvPr>
            <p:cNvCxnSpPr>
              <a:stCxn id="8" idx="4"/>
              <a:endCxn id="10" idx="0"/>
            </p:cNvCxnSpPr>
            <p:nvPr/>
          </p:nvCxnSpPr>
          <p:spPr>
            <a:xfrm>
              <a:off x="2473187" y="3391142"/>
              <a:ext cx="0" cy="114489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7DB49C2-A5DA-CDE3-49F2-DB7CF51CF0FA}"/>
              </a:ext>
            </a:extLst>
          </p:cNvPr>
          <p:cNvGrpSpPr/>
          <p:nvPr/>
        </p:nvGrpSpPr>
        <p:grpSpPr>
          <a:xfrm>
            <a:off x="418927" y="4250895"/>
            <a:ext cx="2161762" cy="2231094"/>
            <a:chOff x="4219160" y="1539150"/>
            <a:chExt cx="2161762" cy="223109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95D54D8-DBEC-1C62-5216-E86095C7A3AF}"/>
                </a:ext>
              </a:extLst>
            </p:cNvPr>
            <p:cNvGrpSpPr/>
            <p:nvPr/>
          </p:nvGrpSpPr>
          <p:grpSpPr>
            <a:xfrm>
              <a:off x="4219160" y="1539150"/>
              <a:ext cx="2161762" cy="2231094"/>
              <a:chOff x="276638" y="2778228"/>
              <a:chExt cx="2503006" cy="2370725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1FE924B-1919-E028-FFA0-0046D7F4E3E2}"/>
                  </a:ext>
                </a:extLst>
              </p:cNvPr>
              <p:cNvSpPr/>
              <p:nvPr/>
            </p:nvSpPr>
            <p:spPr>
              <a:xfrm>
                <a:off x="276638" y="4536039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B</a:t>
                </a:r>
                <a:endParaRPr lang="en-IN" b="1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A8D5C33-8A41-F145-FB91-6F756E54F5BB}"/>
                  </a:ext>
                </a:extLst>
              </p:cNvPr>
              <p:cNvSpPr/>
              <p:nvPr/>
            </p:nvSpPr>
            <p:spPr>
              <a:xfrm>
                <a:off x="291547" y="2778228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A</a:t>
                </a:r>
                <a:endParaRPr lang="en-IN" b="1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1E4315E-92D4-CA1D-380E-50A4018B26CE}"/>
                  </a:ext>
                </a:extLst>
              </p:cNvPr>
              <p:cNvSpPr/>
              <p:nvPr/>
            </p:nvSpPr>
            <p:spPr>
              <a:xfrm>
                <a:off x="2166730" y="2778228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C</a:t>
                </a:r>
                <a:endParaRPr lang="en-IN" b="1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73FBC38-B4E3-3E07-5207-EBB25472C4D6}"/>
                  </a:ext>
                </a:extLst>
              </p:cNvPr>
              <p:cNvSpPr/>
              <p:nvPr/>
            </p:nvSpPr>
            <p:spPr>
              <a:xfrm>
                <a:off x="2166730" y="4536039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D</a:t>
                </a:r>
                <a:endParaRPr lang="en-IN" b="1" dirty="0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ECC471EC-0D5C-21E9-AE9C-CA121D6C2157}"/>
                  </a:ext>
                </a:extLst>
              </p:cNvPr>
              <p:cNvCxnSpPr>
                <a:cxnSpLocks/>
                <a:stCxn id="20" idx="6"/>
                <a:endCxn id="23" idx="2"/>
              </p:cNvCxnSpPr>
              <p:nvPr/>
            </p:nvCxnSpPr>
            <p:spPr>
              <a:xfrm>
                <a:off x="889552" y="4842496"/>
                <a:ext cx="127717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897D624-9D42-DE49-CBD9-43221A82D998}"/>
                  </a:ext>
                </a:extLst>
              </p:cNvPr>
              <p:cNvCxnSpPr>
                <a:stCxn id="21" idx="4"/>
                <a:endCxn id="20" idx="0"/>
              </p:cNvCxnSpPr>
              <p:nvPr/>
            </p:nvCxnSpPr>
            <p:spPr>
              <a:xfrm flipH="1">
                <a:off x="583095" y="3391142"/>
                <a:ext cx="14909" cy="1144897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DDCD8E1F-2A97-F658-0070-6D1E103135E5}"/>
                  </a:ext>
                </a:extLst>
              </p:cNvPr>
              <p:cNvCxnSpPr>
                <a:stCxn id="22" idx="4"/>
                <a:endCxn id="23" idx="0"/>
              </p:cNvCxnSpPr>
              <p:nvPr/>
            </p:nvCxnSpPr>
            <p:spPr>
              <a:xfrm>
                <a:off x="2473187" y="3391142"/>
                <a:ext cx="0" cy="1144897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495752E-FE45-2568-7757-0134AC795060}"/>
                </a:ext>
              </a:extLst>
            </p:cNvPr>
            <p:cNvSpPr txBox="1"/>
            <p:nvPr/>
          </p:nvSpPr>
          <p:spPr>
            <a:xfrm>
              <a:off x="4885736" y="2386289"/>
              <a:ext cx="736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ST-1</a:t>
              </a:r>
              <a:endParaRPr lang="en-IN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475A0EE-9A1F-EF91-7BC6-1EA7016070C0}"/>
              </a:ext>
            </a:extLst>
          </p:cNvPr>
          <p:cNvGrpSpPr/>
          <p:nvPr/>
        </p:nvGrpSpPr>
        <p:grpSpPr>
          <a:xfrm>
            <a:off x="3534513" y="4250895"/>
            <a:ext cx="2161762" cy="2231094"/>
            <a:chOff x="8280951" y="1539150"/>
            <a:chExt cx="2161762" cy="2231094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E757D8A-26BE-26B7-6483-6BECB5EE2E49}"/>
                </a:ext>
              </a:extLst>
            </p:cNvPr>
            <p:cNvGrpSpPr/>
            <p:nvPr/>
          </p:nvGrpSpPr>
          <p:grpSpPr>
            <a:xfrm>
              <a:off x="8280951" y="1539150"/>
              <a:ext cx="2161762" cy="2231094"/>
              <a:chOff x="276638" y="2778228"/>
              <a:chExt cx="2503006" cy="2370725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CC30E1A-4BB4-B302-AEAE-313BD7356B60}"/>
                  </a:ext>
                </a:extLst>
              </p:cNvPr>
              <p:cNvSpPr/>
              <p:nvPr/>
            </p:nvSpPr>
            <p:spPr>
              <a:xfrm>
                <a:off x="276638" y="4536039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B</a:t>
                </a:r>
                <a:endParaRPr lang="en-IN" b="1" dirty="0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99150D8-36D5-0661-60AE-0872606A65DC}"/>
                  </a:ext>
                </a:extLst>
              </p:cNvPr>
              <p:cNvSpPr/>
              <p:nvPr/>
            </p:nvSpPr>
            <p:spPr>
              <a:xfrm>
                <a:off x="291547" y="2778228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A</a:t>
                </a:r>
                <a:endParaRPr lang="en-IN" b="1" dirty="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DE4E833-15AE-E5C7-34E4-E952B576B514}"/>
                  </a:ext>
                </a:extLst>
              </p:cNvPr>
              <p:cNvSpPr/>
              <p:nvPr/>
            </p:nvSpPr>
            <p:spPr>
              <a:xfrm>
                <a:off x="2166730" y="2778228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C</a:t>
                </a:r>
                <a:endParaRPr lang="en-IN" b="1" dirty="0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BCA6400-24D4-8592-43AF-9725A878B0A0}"/>
                  </a:ext>
                </a:extLst>
              </p:cNvPr>
              <p:cNvSpPr/>
              <p:nvPr/>
            </p:nvSpPr>
            <p:spPr>
              <a:xfrm>
                <a:off x="2166730" y="4536039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D</a:t>
                </a:r>
                <a:endParaRPr lang="en-IN" b="1" dirty="0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9F56037-EBAE-9535-07A8-B9C57558AA1E}"/>
                  </a:ext>
                </a:extLst>
              </p:cNvPr>
              <p:cNvCxnSpPr>
                <a:stCxn id="30" idx="6"/>
                <a:endCxn id="31" idx="2"/>
              </p:cNvCxnSpPr>
              <p:nvPr/>
            </p:nvCxnSpPr>
            <p:spPr>
              <a:xfrm>
                <a:off x="904461" y="3084685"/>
                <a:ext cx="1262269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98DFA16-B464-964B-CC98-B1D99A36F2E4}"/>
                  </a:ext>
                </a:extLst>
              </p:cNvPr>
              <p:cNvCxnSpPr>
                <a:stCxn id="29" idx="6"/>
                <a:endCxn id="32" idx="2"/>
              </p:cNvCxnSpPr>
              <p:nvPr/>
            </p:nvCxnSpPr>
            <p:spPr>
              <a:xfrm>
                <a:off x="889552" y="4842496"/>
                <a:ext cx="127717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980B7B6-3573-DB05-1CEC-CAB0C2315707}"/>
                  </a:ext>
                </a:extLst>
              </p:cNvPr>
              <p:cNvCxnSpPr>
                <a:stCxn id="30" idx="4"/>
                <a:endCxn id="29" idx="0"/>
              </p:cNvCxnSpPr>
              <p:nvPr/>
            </p:nvCxnSpPr>
            <p:spPr>
              <a:xfrm flipH="1">
                <a:off x="583095" y="3391142"/>
                <a:ext cx="14909" cy="1144897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042FC0D-CD3E-0620-C420-61F8759D6000}"/>
                </a:ext>
              </a:extLst>
            </p:cNvPr>
            <p:cNvSpPr txBox="1"/>
            <p:nvPr/>
          </p:nvSpPr>
          <p:spPr>
            <a:xfrm>
              <a:off x="8869068" y="2433060"/>
              <a:ext cx="736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ST-2</a:t>
              </a:r>
              <a:endParaRPr lang="en-IN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C9867D0-0EE0-1E93-079F-442DD337F6BF}"/>
              </a:ext>
            </a:extLst>
          </p:cNvPr>
          <p:cNvGrpSpPr/>
          <p:nvPr/>
        </p:nvGrpSpPr>
        <p:grpSpPr>
          <a:xfrm>
            <a:off x="6439799" y="4250895"/>
            <a:ext cx="2161762" cy="2231094"/>
            <a:chOff x="4243463" y="4161959"/>
            <a:chExt cx="2161762" cy="2231094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9626464-7C17-1592-F84D-A69455488C1D}"/>
                </a:ext>
              </a:extLst>
            </p:cNvPr>
            <p:cNvGrpSpPr/>
            <p:nvPr/>
          </p:nvGrpSpPr>
          <p:grpSpPr>
            <a:xfrm>
              <a:off x="4243463" y="4161959"/>
              <a:ext cx="2161762" cy="2231094"/>
              <a:chOff x="276638" y="2778228"/>
              <a:chExt cx="2503006" cy="2370725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EFD1E0C2-6C24-6C0D-FBC0-69C19F155D5D}"/>
                  </a:ext>
                </a:extLst>
              </p:cNvPr>
              <p:cNvSpPr/>
              <p:nvPr/>
            </p:nvSpPr>
            <p:spPr>
              <a:xfrm>
                <a:off x="276638" y="4536039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B</a:t>
                </a:r>
                <a:endParaRPr lang="en-IN" b="1" dirty="0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7AC29E1-27B9-D5DE-EA26-6DFA80685D89}"/>
                  </a:ext>
                </a:extLst>
              </p:cNvPr>
              <p:cNvSpPr/>
              <p:nvPr/>
            </p:nvSpPr>
            <p:spPr>
              <a:xfrm>
                <a:off x="291547" y="2778228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A</a:t>
                </a:r>
                <a:endParaRPr lang="en-IN" b="1" dirty="0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C88F9830-938A-1B71-771C-FAC4BD228723}"/>
                  </a:ext>
                </a:extLst>
              </p:cNvPr>
              <p:cNvSpPr/>
              <p:nvPr/>
            </p:nvSpPr>
            <p:spPr>
              <a:xfrm>
                <a:off x="2166730" y="2778228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C</a:t>
                </a:r>
                <a:endParaRPr lang="en-IN" b="1" dirty="0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8B7B0253-86D4-3FAC-0D76-FD3F72672EE4}"/>
                  </a:ext>
                </a:extLst>
              </p:cNvPr>
              <p:cNvSpPr/>
              <p:nvPr/>
            </p:nvSpPr>
            <p:spPr>
              <a:xfrm>
                <a:off x="2166730" y="4536039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D</a:t>
                </a:r>
                <a:endParaRPr lang="en-IN" b="1" dirty="0"/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FD91E59-7CCA-9F40-0982-D62573E5710D}"/>
                  </a:ext>
                </a:extLst>
              </p:cNvPr>
              <p:cNvCxnSpPr>
                <a:stCxn id="39" idx="6"/>
                <a:endCxn id="40" idx="2"/>
              </p:cNvCxnSpPr>
              <p:nvPr/>
            </p:nvCxnSpPr>
            <p:spPr>
              <a:xfrm>
                <a:off x="904461" y="3084685"/>
                <a:ext cx="1262269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33CAF8A-CAF5-921B-162D-AA253BE96963}"/>
                  </a:ext>
                </a:extLst>
              </p:cNvPr>
              <p:cNvCxnSpPr>
                <a:stCxn id="38" idx="6"/>
                <a:endCxn id="41" idx="2"/>
              </p:cNvCxnSpPr>
              <p:nvPr/>
            </p:nvCxnSpPr>
            <p:spPr>
              <a:xfrm>
                <a:off x="889552" y="4842496"/>
                <a:ext cx="127717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9D9A1DF9-FF2A-F964-E5F8-A77F904BCD67}"/>
                  </a:ext>
                </a:extLst>
              </p:cNvPr>
              <p:cNvCxnSpPr>
                <a:stCxn id="40" idx="4"/>
                <a:endCxn id="41" idx="0"/>
              </p:cNvCxnSpPr>
              <p:nvPr/>
            </p:nvCxnSpPr>
            <p:spPr>
              <a:xfrm>
                <a:off x="2473187" y="3391142"/>
                <a:ext cx="0" cy="1144897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E2582B8-862F-A24A-01F4-4B3047C90E45}"/>
                </a:ext>
              </a:extLst>
            </p:cNvPr>
            <p:cNvSpPr txBox="1"/>
            <p:nvPr/>
          </p:nvSpPr>
          <p:spPr>
            <a:xfrm>
              <a:off x="4874789" y="5159134"/>
              <a:ext cx="736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ST-3</a:t>
              </a:r>
              <a:endParaRPr lang="en-IN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716674F-F75B-4CB6-9611-925AF2ED8338}"/>
              </a:ext>
            </a:extLst>
          </p:cNvPr>
          <p:cNvGrpSpPr/>
          <p:nvPr/>
        </p:nvGrpSpPr>
        <p:grpSpPr>
          <a:xfrm>
            <a:off x="9611311" y="4161959"/>
            <a:ext cx="2161762" cy="2231094"/>
            <a:chOff x="8302310" y="4161959"/>
            <a:chExt cx="2161762" cy="2231094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236F992E-E3D9-654E-DB36-26B43DD6A45E}"/>
                </a:ext>
              </a:extLst>
            </p:cNvPr>
            <p:cNvGrpSpPr/>
            <p:nvPr/>
          </p:nvGrpSpPr>
          <p:grpSpPr>
            <a:xfrm>
              <a:off x="8302310" y="4161959"/>
              <a:ext cx="2161762" cy="2231094"/>
              <a:chOff x="276638" y="2778228"/>
              <a:chExt cx="2503006" cy="2370725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71A5720-AB12-92F1-FEF4-93E6F690438B}"/>
                  </a:ext>
                </a:extLst>
              </p:cNvPr>
              <p:cNvSpPr/>
              <p:nvPr/>
            </p:nvSpPr>
            <p:spPr>
              <a:xfrm>
                <a:off x="276638" y="4536039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B</a:t>
                </a:r>
                <a:endParaRPr lang="en-IN" b="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58D9C5C-2144-458F-3287-79539E0C92DD}"/>
                  </a:ext>
                </a:extLst>
              </p:cNvPr>
              <p:cNvSpPr/>
              <p:nvPr/>
            </p:nvSpPr>
            <p:spPr>
              <a:xfrm>
                <a:off x="291547" y="2778228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A</a:t>
                </a:r>
                <a:endParaRPr lang="en-IN" b="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758796D-838D-5D3A-DC19-E345B3DF4515}"/>
                  </a:ext>
                </a:extLst>
              </p:cNvPr>
              <p:cNvSpPr/>
              <p:nvPr/>
            </p:nvSpPr>
            <p:spPr>
              <a:xfrm>
                <a:off x="2166730" y="2778228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C</a:t>
                </a:r>
                <a:endParaRPr lang="en-IN" b="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46CA381E-E178-2DA0-8418-CAB9D0BD952A}"/>
                  </a:ext>
                </a:extLst>
              </p:cNvPr>
              <p:cNvSpPr/>
              <p:nvPr/>
            </p:nvSpPr>
            <p:spPr>
              <a:xfrm>
                <a:off x="2166730" y="4536039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D</a:t>
                </a:r>
                <a:endParaRPr lang="en-IN" b="1" dirty="0"/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187B2B6-5E5D-D2C3-0100-3BDC26BE723D}"/>
                  </a:ext>
                </a:extLst>
              </p:cNvPr>
              <p:cNvCxnSpPr>
                <a:stCxn id="48" idx="6"/>
                <a:endCxn id="49" idx="2"/>
              </p:cNvCxnSpPr>
              <p:nvPr/>
            </p:nvCxnSpPr>
            <p:spPr>
              <a:xfrm>
                <a:off x="904461" y="3084685"/>
                <a:ext cx="1262269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CE774EA-38B2-0BC3-77B3-ABEEBC0BA517}"/>
                  </a:ext>
                </a:extLst>
              </p:cNvPr>
              <p:cNvCxnSpPr>
                <a:stCxn id="48" idx="4"/>
                <a:endCxn id="47" idx="0"/>
              </p:cNvCxnSpPr>
              <p:nvPr/>
            </p:nvCxnSpPr>
            <p:spPr>
              <a:xfrm flipH="1">
                <a:off x="583095" y="3391142"/>
                <a:ext cx="14909" cy="1144897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47E1575-081D-A3FB-3220-06259EDEB6C8}"/>
                  </a:ext>
                </a:extLst>
              </p:cNvPr>
              <p:cNvCxnSpPr>
                <a:stCxn id="49" idx="4"/>
                <a:endCxn id="50" idx="0"/>
              </p:cNvCxnSpPr>
              <p:nvPr/>
            </p:nvCxnSpPr>
            <p:spPr>
              <a:xfrm>
                <a:off x="2473187" y="3391142"/>
                <a:ext cx="0" cy="1144897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0B937C7-9A3C-2B73-9C19-5CCB764CE674}"/>
                </a:ext>
              </a:extLst>
            </p:cNvPr>
            <p:cNvSpPr txBox="1"/>
            <p:nvPr/>
          </p:nvSpPr>
          <p:spPr>
            <a:xfrm>
              <a:off x="8993629" y="5130489"/>
              <a:ext cx="736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ST-4</a:t>
              </a:r>
              <a:endParaRPr lang="en-IN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D748CCE-D477-DE8C-ED42-32FCCE5A7430}"/>
              </a:ext>
            </a:extLst>
          </p:cNvPr>
          <p:cNvCxnSpPr>
            <a:cxnSpLocks/>
          </p:cNvCxnSpPr>
          <p:nvPr/>
        </p:nvCxnSpPr>
        <p:spPr>
          <a:xfrm flipH="1">
            <a:off x="1583635" y="3193429"/>
            <a:ext cx="2767082" cy="1057466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A89CB23-D85E-A3C1-40CD-FCA080708A1D}"/>
              </a:ext>
            </a:extLst>
          </p:cNvPr>
          <p:cNvCxnSpPr>
            <a:cxnSpLocks/>
          </p:cNvCxnSpPr>
          <p:nvPr/>
        </p:nvCxnSpPr>
        <p:spPr>
          <a:xfrm flipH="1">
            <a:off x="4889068" y="3193429"/>
            <a:ext cx="289180" cy="1345872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9A62505-C893-B380-0F07-1F8106637514}"/>
              </a:ext>
            </a:extLst>
          </p:cNvPr>
          <p:cNvCxnSpPr/>
          <p:nvPr/>
        </p:nvCxnSpPr>
        <p:spPr>
          <a:xfrm>
            <a:off x="5538098" y="3193429"/>
            <a:ext cx="1941006" cy="1105548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7D276CA-16F1-CAFB-A4E9-37ACFD580EA9}"/>
              </a:ext>
            </a:extLst>
          </p:cNvPr>
          <p:cNvCxnSpPr>
            <a:cxnSpLocks/>
          </p:cNvCxnSpPr>
          <p:nvPr/>
        </p:nvCxnSpPr>
        <p:spPr>
          <a:xfrm>
            <a:off x="6512479" y="3287782"/>
            <a:ext cx="4367556" cy="842950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09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85F0C3-E6A6-CC03-30A1-F56BF7111711}"/>
              </a:ext>
            </a:extLst>
          </p:cNvPr>
          <p:cNvSpPr/>
          <p:nvPr/>
        </p:nvSpPr>
        <p:spPr>
          <a:xfrm>
            <a:off x="0" y="0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Basic Concepts</a:t>
            </a:r>
            <a:endParaRPr lang="en-IN" sz="6600" b="1" dirty="0">
              <a:latin typeface="Arial Black" panose="020B0A040201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AF132F6-FFAF-260A-400F-AB4D7D40C1DE}"/>
              </a:ext>
            </a:extLst>
          </p:cNvPr>
          <p:cNvGrpSpPr/>
          <p:nvPr/>
        </p:nvGrpSpPr>
        <p:grpSpPr>
          <a:xfrm>
            <a:off x="613603" y="3083026"/>
            <a:ext cx="2161762" cy="2231094"/>
            <a:chOff x="276638" y="2778228"/>
            <a:chExt cx="2503006" cy="237072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4EA9AB1-20B7-64AD-7CB1-4DFDE663EEEA}"/>
                </a:ext>
              </a:extLst>
            </p:cNvPr>
            <p:cNvSpPr/>
            <p:nvPr/>
          </p:nvSpPr>
          <p:spPr>
            <a:xfrm>
              <a:off x="276638" y="4536039"/>
              <a:ext cx="612914" cy="612914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en-IN" b="1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0A8687A-85A0-96C5-0F47-032EF4C7181E}"/>
                </a:ext>
              </a:extLst>
            </p:cNvPr>
            <p:cNvSpPr/>
            <p:nvPr/>
          </p:nvSpPr>
          <p:spPr>
            <a:xfrm>
              <a:off x="291547" y="2778228"/>
              <a:ext cx="612914" cy="612914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  <a:endParaRPr lang="en-IN" b="1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5BBB44A-8AD3-980A-E0F5-51A04C8C5DF2}"/>
                </a:ext>
              </a:extLst>
            </p:cNvPr>
            <p:cNvSpPr/>
            <p:nvPr/>
          </p:nvSpPr>
          <p:spPr>
            <a:xfrm>
              <a:off x="2166730" y="2778228"/>
              <a:ext cx="612914" cy="612914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</a:t>
              </a:r>
              <a:endParaRPr lang="en-IN" b="1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CFA71EB-4F97-9E63-455E-ACCD6E3833D9}"/>
                </a:ext>
              </a:extLst>
            </p:cNvPr>
            <p:cNvSpPr/>
            <p:nvPr/>
          </p:nvSpPr>
          <p:spPr>
            <a:xfrm>
              <a:off x="2166730" y="4536039"/>
              <a:ext cx="612914" cy="612914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</a:t>
              </a:r>
              <a:endParaRPr lang="en-IN" b="1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CAEE401-53F3-8307-9E3E-1B39F271DF55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904461" y="3084685"/>
              <a:ext cx="126226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9BD1A53-ABFA-CFC3-9DA1-EFA598355865}"/>
                </a:ext>
              </a:extLst>
            </p:cNvPr>
            <p:cNvCxnSpPr>
              <a:stCxn id="4" idx="6"/>
              <a:endCxn id="10" idx="2"/>
            </p:cNvCxnSpPr>
            <p:nvPr/>
          </p:nvCxnSpPr>
          <p:spPr>
            <a:xfrm>
              <a:off x="889552" y="4842496"/>
              <a:ext cx="1277178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1492E48-B486-9663-5D18-95CF42274182}"/>
                </a:ext>
              </a:extLst>
            </p:cNvPr>
            <p:cNvCxnSpPr>
              <a:stCxn id="7" idx="4"/>
              <a:endCxn id="4" idx="0"/>
            </p:cNvCxnSpPr>
            <p:nvPr/>
          </p:nvCxnSpPr>
          <p:spPr>
            <a:xfrm flipH="1">
              <a:off x="583095" y="3391142"/>
              <a:ext cx="14909" cy="114489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C44EBE7-53EA-9830-1990-64D3BC4C3275}"/>
                </a:ext>
              </a:extLst>
            </p:cNvPr>
            <p:cNvCxnSpPr>
              <a:stCxn id="8" idx="4"/>
              <a:endCxn id="10" idx="0"/>
            </p:cNvCxnSpPr>
            <p:nvPr/>
          </p:nvCxnSpPr>
          <p:spPr>
            <a:xfrm>
              <a:off x="2473187" y="3391142"/>
              <a:ext cx="0" cy="114489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712FD23-1553-C618-5572-40000B9810B8}"/>
              </a:ext>
            </a:extLst>
          </p:cNvPr>
          <p:cNvSpPr txBox="1"/>
          <p:nvPr/>
        </p:nvSpPr>
        <p:spPr>
          <a:xfrm>
            <a:off x="477078" y="1510749"/>
            <a:ext cx="11516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</a:rPr>
              <a:t>Weighted Connected Undirected Graph:</a:t>
            </a:r>
            <a:endParaRPr lang="en-IN" sz="2400" dirty="0">
              <a:latin typeface="Comic Sans MS" panose="030F0702030302020204" pitchFamily="66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171A0C-A6FD-73F5-BF4C-E119706F89E5}"/>
              </a:ext>
            </a:extLst>
          </p:cNvPr>
          <p:cNvSpPr txBox="1"/>
          <p:nvPr/>
        </p:nvSpPr>
        <p:spPr>
          <a:xfrm>
            <a:off x="477077" y="1938273"/>
            <a:ext cx="11516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A connected undirected graph in which every edge has +</a:t>
            </a:r>
            <a:r>
              <a:rPr lang="en-US" sz="2400" dirty="0" err="1">
                <a:latin typeface="Comic Sans MS" panose="030F0702030302020204" pitchFamily="66" charset="0"/>
              </a:rPr>
              <a:t>ve</a:t>
            </a:r>
            <a:r>
              <a:rPr lang="en-US" sz="2400" dirty="0">
                <a:latin typeface="Comic Sans MS" panose="030F0702030302020204" pitchFamily="66" charset="0"/>
              </a:rPr>
              <a:t> weight</a:t>
            </a:r>
            <a:endParaRPr lang="en-IN" sz="2400" dirty="0"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FF355-AA7A-D20E-CF05-32311CD7116C}"/>
              </a:ext>
            </a:extLst>
          </p:cNvPr>
          <p:cNvSpPr txBox="1"/>
          <p:nvPr/>
        </p:nvSpPr>
        <p:spPr>
          <a:xfrm>
            <a:off x="1479778" y="3059668"/>
            <a:ext cx="52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IN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427ADE-79BD-5FAE-06C3-0B5406720925}"/>
              </a:ext>
            </a:extLst>
          </p:cNvPr>
          <p:cNvSpPr txBox="1"/>
          <p:nvPr/>
        </p:nvSpPr>
        <p:spPr>
          <a:xfrm>
            <a:off x="2453758" y="3998643"/>
            <a:ext cx="52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IN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BE26F19-B327-642E-82B8-1C9E8CD92B41}"/>
              </a:ext>
            </a:extLst>
          </p:cNvPr>
          <p:cNvSpPr txBox="1"/>
          <p:nvPr/>
        </p:nvSpPr>
        <p:spPr>
          <a:xfrm>
            <a:off x="1479778" y="4965267"/>
            <a:ext cx="52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IN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1F5A79-A89D-3154-5EAA-CB047423239A}"/>
              </a:ext>
            </a:extLst>
          </p:cNvPr>
          <p:cNvSpPr txBox="1"/>
          <p:nvPr/>
        </p:nvSpPr>
        <p:spPr>
          <a:xfrm>
            <a:off x="626478" y="3998643"/>
            <a:ext cx="52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IN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050D08D-163F-E8A6-4FF3-A50704DFEF50}"/>
              </a:ext>
            </a:extLst>
          </p:cNvPr>
          <p:cNvGrpSpPr/>
          <p:nvPr/>
        </p:nvGrpSpPr>
        <p:grpSpPr>
          <a:xfrm>
            <a:off x="5472064" y="3058229"/>
            <a:ext cx="3631663" cy="2231094"/>
            <a:chOff x="276638" y="2778228"/>
            <a:chExt cx="4204938" cy="2370725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7097009-B974-02A4-69E9-CE6019236009}"/>
                </a:ext>
              </a:extLst>
            </p:cNvPr>
            <p:cNvSpPr/>
            <p:nvPr/>
          </p:nvSpPr>
          <p:spPr>
            <a:xfrm>
              <a:off x="276638" y="4536039"/>
              <a:ext cx="612914" cy="612914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en-IN" b="1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DC3FB7BF-4A24-DE1F-5E2E-D90117BCE4A3}"/>
                </a:ext>
              </a:extLst>
            </p:cNvPr>
            <p:cNvSpPr/>
            <p:nvPr/>
          </p:nvSpPr>
          <p:spPr>
            <a:xfrm>
              <a:off x="291547" y="2778228"/>
              <a:ext cx="612914" cy="612914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  <a:endParaRPr lang="en-IN" b="1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13C76011-972F-982F-61EC-782668A0984B}"/>
                </a:ext>
              </a:extLst>
            </p:cNvPr>
            <p:cNvSpPr/>
            <p:nvPr/>
          </p:nvSpPr>
          <p:spPr>
            <a:xfrm>
              <a:off x="2166730" y="2778228"/>
              <a:ext cx="612914" cy="612914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</a:t>
              </a:r>
              <a:endParaRPr lang="en-IN" b="1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668DB53-471F-3B61-D957-9318BE8500AB}"/>
                </a:ext>
              </a:extLst>
            </p:cNvPr>
            <p:cNvSpPr/>
            <p:nvPr/>
          </p:nvSpPr>
          <p:spPr>
            <a:xfrm>
              <a:off x="2166730" y="4536039"/>
              <a:ext cx="612914" cy="612914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</a:t>
              </a:r>
              <a:endParaRPr lang="en-IN" b="1" dirty="0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5CBDDAE-449B-70A4-22F5-A7C4EA34E1FC}"/>
                </a:ext>
              </a:extLst>
            </p:cNvPr>
            <p:cNvCxnSpPr>
              <a:stCxn id="73" idx="6"/>
              <a:endCxn id="74" idx="2"/>
            </p:cNvCxnSpPr>
            <p:nvPr/>
          </p:nvCxnSpPr>
          <p:spPr>
            <a:xfrm>
              <a:off x="904461" y="3084685"/>
              <a:ext cx="126226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D891243-7532-E0F1-2AC1-6AFEC2CC7E82}"/>
                </a:ext>
              </a:extLst>
            </p:cNvPr>
            <p:cNvCxnSpPr>
              <a:stCxn id="70" idx="6"/>
              <a:endCxn id="75" idx="2"/>
            </p:cNvCxnSpPr>
            <p:nvPr/>
          </p:nvCxnSpPr>
          <p:spPr>
            <a:xfrm>
              <a:off x="889552" y="4842496"/>
              <a:ext cx="1277178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FA09C98-6DBE-3A02-4D01-2DEFC95A43E3}"/>
                </a:ext>
              </a:extLst>
            </p:cNvPr>
            <p:cNvCxnSpPr>
              <a:stCxn id="73" idx="4"/>
              <a:endCxn id="70" idx="0"/>
            </p:cNvCxnSpPr>
            <p:nvPr/>
          </p:nvCxnSpPr>
          <p:spPr>
            <a:xfrm flipH="1">
              <a:off x="583095" y="3391142"/>
              <a:ext cx="14909" cy="114489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F386B50-B752-83B6-8026-00F3D64EAD06}"/>
                </a:ext>
              </a:extLst>
            </p:cNvPr>
            <p:cNvCxnSpPr>
              <a:stCxn id="74" idx="4"/>
              <a:endCxn id="75" idx="0"/>
            </p:cNvCxnSpPr>
            <p:nvPr/>
          </p:nvCxnSpPr>
          <p:spPr>
            <a:xfrm>
              <a:off x="2473187" y="3391142"/>
              <a:ext cx="0" cy="114489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CA60605-62C4-70CE-AD2D-0B8C357B3CAB}"/>
                </a:ext>
              </a:extLst>
            </p:cNvPr>
            <p:cNvSpPr/>
            <p:nvPr/>
          </p:nvSpPr>
          <p:spPr>
            <a:xfrm>
              <a:off x="3868662" y="3557029"/>
              <a:ext cx="612914" cy="612914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</a:t>
              </a:r>
              <a:endParaRPr lang="en-IN" b="1" dirty="0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9A7827FF-3BB8-1941-8FC1-7308C1D3F1AC}"/>
              </a:ext>
            </a:extLst>
          </p:cNvPr>
          <p:cNvSpPr txBox="1"/>
          <p:nvPr/>
        </p:nvSpPr>
        <p:spPr>
          <a:xfrm>
            <a:off x="6325364" y="3036310"/>
            <a:ext cx="52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IN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577C6EF-4D7C-F93D-7518-B11916871E86}"/>
              </a:ext>
            </a:extLst>
          </p:cNvPr>
          <p:cNvSpPr txBox="1"/>
          <p:nvPr/>
        </p:nvSpPr>
        <p:spPr>
          <a:xfrm>
            <a:off x="7369149" y="3958547"/>
            <a:ext cx="52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IN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6618CD-AB60-A2EC-EDBA-A44BC72976FE}"/>
              </a:ext>
            </a:extLst>
          </p:cNvPr>
          <p:cNvSpPr txBox="1"/>
          <p:nvPr/>
        </p:nvSpPr>
        <p:spPr>
          <a:xfrm>
            <a:off x="6325364" y="4941909"/>
            <a:ext cx="52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IN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B8E89BE-411A-E3F7-3FEB-209A4DCDD6C0}"/>
              </a:ext>
            </a:extLst>
          </p:cNvPr>
          <p:cNvSpPr txBox="1"/>
          <p:nvPr/>
        </p:nvSpPr>
        <p:spPr>
          <a:xfrm>
            <a:off x="5472064" y="3975285"/>
            <a:ext cx="52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IN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C67AE-EDC6-69D3-458D-9779A3526E2D}"/>
              </a:ext>
            </a:extLst>
          </p:cNvPr>
          <p:cNvCxnSpPr>
            <a:stCxn id="74" idx="6"/>
            <a:endCxn id="84" idx="1"/>
          </p:cNvCxnSpPr>
          <p:nvPr/>
        </p:nvCxnSpPr>
        <p:spPr>
          <a:xfrm>
            <a:off x="7633826" y="3346637"/>
            <a:ext cx="1018070" cy="52899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35F443D-8863-7133-BE54-C3CC97F0159B}"/>
              </a:ext>
            </a:extLst>
          </p:cNvPr>
          <p:cNvCxnSpPr>
            <a:stCxn id="75" idx="6"/>
            <a:endCxn id="84" idx="3"/>
          </p:cNvCxnSpPr>
          <p:nvPr/>
        </p:nvCxnSpPr>
        <p:spPr>
          <a:xfrm flipV="1">
            <a:off x="7633826" y="4283502"/>
            <a:ext cx="1018070" cy="71741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7722C067-DB85-BD5C-FC9F-DF3959ED148F}"/>
              </a:ext>
            </a:extLst>
          </p:cNvPr>
          <p:cNvSpPr txBox="1"/>
          <p:nvPr/>
        </p:nvSpPr>
        <p:spPr>
          <a:xfrm>
            <a:off x="8116242" y="3305356"/>
            <a:ext cx="52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en-IN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0E96B32-3995-D69E-AF4F-DBBCDA8D8BBE}"/>
              </a:ext>
            </a:extLst>
          </p:cNvPr>
          <p:cNvSpPr txBox="1"/>
          <p:nvPr/>
        </p:nvSpPr>
        <p:spPr>
          <a:xfrm>
            <a:off x="8045021" y="4593022"/>
            <a:ext cx="52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lang="en-IN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9461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85F0C3-E6A6-CC03-30A1-F56BF7111711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atin typeface="Arial Black" panose="020B0A04020102020204" pitchFamily="34" charset="0"/>
              </a:rPr>
              <a:t>Minimum Spanning Tree</a:t>
            </a:r>
            <a:endParaRPr lang="en-IN" sz="6600" b="1" dirty="0">
              <a:latin typeface="Arial Black" panose="020B0A040201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81F6DD-07AD-1C33-266E-E9DA7168D99B}"/>
              </a:ext>
            </a:extLst>
          </p:cNvPr>
          <p:cNvGrpSpPr/>
          <p:nvPr/>
        </p:nvGrpSpPr>
        <p:grpSpPr>
          <a:xfrm>
            <a:off x="653705" y="1118757"/>
            <a:ext cx="9392338" cy="4244361"/>
            <a:chOff x="418927" y="1056688"/>
            <a:chExt cx="11354146" cy="542530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AF132F6-FFAF-260A-400F-AB4D7D40C1DE}"/>
                </a:ext>
              </a:extLst>
            </p:cNvPr>
            <p:cNvGrpSpPr/>
            <p:nvPr/>
          </p:nvGrpSpPr>
          <p:grpSpPr>
            <a:xfrm>
              <a:off x="4350717" y="1056688"/>
              <a:ext cx="2161762" cy="2231094"/>
              <a:chOff x="276638" y="2778228"/>
              <a:chExt cx="2503006" cy="2370725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4EA9AB1-20B7-64AD-7CB1-4DFDE663EEEA}"/>
                  </a:ext>
                </a:extLst>
              </p:cNvPr>
              <p:cNvSpPr/>
              <p:nvPr/>
            </p:nvSpPr>
            <p:spPr>
              <a:xfrm>
                <a:off x="276638" y="4536039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B</a:t>
                </a:r>
                <a:endParaRPr lang="en-IN" b="1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0A8687A-85A0-96C5-0F47-032EF4C7181E}"/>
                  </a:ext>
                </a:extLst>
              </p:cNvPr>
              <p:cNvSpPr/>
              <p:nvPr/>
            </p:nvSpPr>
            <p:spPr>
              <a:xfrm>
                <a:off x="291547" y="2778228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A</a:t>
                </a:r>
                <a:endParaRPr lang="en-IN" b="1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5BBB44A-8AD3-980A-E0F5-51A04C8C5DF2}"/>
                  </a:ext>
                </a:extLst>
              </p:cNvPr>
              <p:cNvSpPr/>
              <p:nvPr/>
            </p:nvSpPr>
            <p:spPr>
              <a:xfrm>
                <a:off x="2166730" y="2778228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C</a:t>
                </a:r>
                <a:endParaRPr lang="en-IN" b="1" dirty="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CFA71EB-4F97-9E63-455E-ACCD6E3833D9}"/>
                  </a:ext>
                </a:extLst>
              </p:cNvPr>
              <p:cNvSpPr/>
              <p:nvPr/>
            </p:nvSpPr>
            <p:spPr>
              <a:xfrm>
                <a:off x="2166730" y="4536039"/>
                <a:ext cx="612914" cy="612914"/>
              </a:xfrm>
              <a:prstGeom prst="ellipse">
                <a:avLst/>
              </a:prstGeom>
              <a:solidFill>
                <a:srgbClr val="00206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D</a:t>
                </a:r>
                <a:endParaRPr lang="en-IN" b="1" dirty="0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7CAEE401-53F3-8307-9E3E-1B39F271DF55}"/>
                  </a:ext>
                </a:extLst>
              </p:cNvPr>
              <p:cNvCxnSpPr>
                <a:stCxn id="7" idx="6"/>
                <a:endCxn id="8" idx="2"/>
              </p:cNvCxnSpPr>
              <p:nvPr/>
            </p:nvCxnSpPr>
            <p:spPr>
              <a:xfrm>
                <a:off x="904461" y="3084685"/>
                <a:ext cx="1262269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9BD1A53-ABFA-CFC3-9DA1-EFA598355865}"/>
                  </a:ext>
                </a:extLst>
              </p:cNvPr>
              <p:cNvCxnSpPr>
                <a:stCxn id="4" idx="6"/>
                <a:endCxn id="10" idx="2"/>
              </p:cNvCxnSpPr>
              <p:nvPr/>
            </p:nvCxnSpPr>
            <p:spPr>
              <a:xfrm>
                <a:off x="889552" y="4842496"/>
                <a:ext cx="127717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1492E48-B486-9663-5D18-95CF42274182}"/>
                  </a:ext>
                </a:extLst>
              </p:cNvPr>
              <p:cNvCxnSpPr>
                <a:stCxn id="7" idx="4"/>
                <a:endCxn id="4" idx="0"/>
              </p:cNvCxnSpPr>
              <p:nvPr/>
            </p:nvCxnSpPr>
            <p:spPr>
              <a:xfrm flipH="1">
                <a:off x="583095" y="3391142"/>
                <a:ext cx="14909" cy="1144897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C44EBE7-53EA-9830-1990-64D3BC4C3275}"/>
                  </a:ext>
                </a:extLst>
              </p:cNvPr>
              <p:cNvCxnSpPr>
                <a:stCxn id="8" idx="4"/>
                <a:endCxn id="10" idx="0"/>
              </p:cNvCxnSpPr>
              <p:nvPr/>
            </p:nvCxnSpPr>
            <p:spPr>
              <a:xfrm>
                <a:off x="2473187" y="3391142"/>
                <a:ext cx="0" cy="1144897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7DB49C2-A5DA-CDE3-49F2-DB7CF51CF0FA}"/>
                </a:ext>
              </a:extLst>
            </p:cNvPr>
            <p:cNvGrpSpPr/>
            <p:nvPr/>
          </p:nvGrpSpPr>
          <p:grpSpPr>
            <a:xfrm>
              <a:off x="418927" y="4250895"/>
              <a:ext cx="2161762" cy="2231094"/>
              <a:chOff x="4219160" y="1539150"/>
              <a:chExt cx="2161762" cy="2231094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95D54D8-DBEC-1C62-5216-E86095C7A3AF}"/>
                  </a:ext>
                </a:extLst>
              </p:cNvPr>
              <p:cNvGrpSpPr/>
              <p:nvPr/>
            </p:nvGrpSpPr>
            <p:grpSpPr>
              <a:xfrm>
                <a:off x="4219160" y="1539150"/>
                <a:ext cx="2161762" cy="2231094"/>
                <a:chOff x="276638" y="2778228"/>
                <a:chExt cx="2503006" cy="2370725"/>
              </a:xfrm>
            </p:grpSpPr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21FE924B-1919-E028-FFA0-0046D7F4E3E2}"/>
                    </a:ext>
                  </a:extLst>
                </p:cNvPr>
                <p:cNvSpPr/>
                <p:nvPr/>
              </p:nvSpPr>
              <p:spPr>
                <a:xfrm>
                  <a:off x="276638" y="4536039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B</a:t>
                  </a:r>
                  <a:endParaRPr lang="en-IN" b="1" dirty="0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0A8D5C33-8A41-F145-FB91-6F756E54F5BB}"/>
                    </a:ext>
                  </a:extLst>
                </p:cNvPr>
                <p:cNvSpPr/>
                <p:nvPr/>
              </p:nvSpPr>
              <p:spPr>
                <a:xfrm>
                  <a:off x="291547" y="2778228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A</a:t>
                  </a:r>
                  <a:endParaRPr lang="en-IN" b="1" dirty="0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61E4315E-92D4-CA1D-380E-50A4018B26CE}"/>
                    </a:ext>
                  </a:extLst>
                </p:cNvPr>
                <p:cNvSpPr/>
                <p:nvPr/>
              </p:nvSpPr>
              <p:spPr>
                <a:xfrm>
                  <a:off x="2166730" y="2778228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C</a:t>
                  </a:r>
                  <a:endParaRPr lang="en-IN" b="1" dirty="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573FBC38-B4E3-3E07-5207-EBB25472C4D6}"/>
                    </a:ext>
                  </a:extLst>
                </p:cNvPr>
                <p:cNvSpPr/>
                <p:nvPr/>
              </p:nvSpPr>
              <p:spPr>
                <a:xfrm>
                  <a:off x="2166730" y="4536039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D</a:t>
                  </a:r>
                  <a:endParaRPr lang="en-IN" b="1" dirty="0"/>
                </a:p>
              </p:txBody>
            </p: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ECC471EC-0D5C-21E9-AE9C-CA121D6C2157}"/>
                    </a:ext>
                  </a:extLst>
                </p:cNvPr>
                <p:cNvCxnSpPr>
                  <a:cxnSpLocks/>
                  <a:stCxn id="20" idx="6"/>
                  <a:endCxn id="23" idx="2"/>
                </p:cNvCxnSpPr>
                <p:nvPr/>
              </p:nvCxnSpPr>
              <p:spPr>
                <a:xfrm>
                  <a:off x="889552" y="4842496"/>
                  <a:ext cx="127717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D897D624-9D42-DE49-CBD9-43221A82D998}"/>
                    </a:ext>
                  </a:extLst>
                </p:cNvPr>
                <p:cNvCxnSpPr>
                  <a:stCxn id="21" idx="4"/>
                  <a:endCxn id="20" idx="0"/>
                </p:cNvCxnSpPr>
                <p:nvPr/>
              </p:nvCxnSpPr>
              <p:spPr>
                <a:xfrm flipH="1">
                  <a:off x="583095" y="3391142"/>
                  <a:ext cx="14909" cy="114489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DCD8E1F-2A97-F658-0070-6D1E103135E5}"/>
                    </a:ext>
                  </a:extLst>
                </p:cNvPr>
                <p:cNvCxnSpPr>
                  <a:stCxn id="22" idx="4"/>
                  <a:endCxn id="23" idx="0"/>
                </p:cNvCxnSpPr>
                <p:nvPr/>
              </p:nvCxnSpPr>
              <p:spPr>
                <a:xfrm>
                  <a:off x="2473187" y="3391142"/>
                  <a:ext cx="0" cy="114489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495752E-FE45-2568-7757-0134AC795060}"/>
                  </a:ext>
                </a:extLst>
              </p:cNvPr>
              <p:cNvSpPr txBox="1"/>
              <p:nvPr/>
            </p:nvSpPr>
            <p:spPr>
              <a:xfrm>
                <a:off x="4885736" y="2386290"/>
                <a:ext cx="978708" cy="472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ST-1</a:t>
                </a:r>
                <a:endParaRPr lang="en-IN" b="1" dirty="0">
                  <a:solidFill>
                    <a:srgbClr val="FF0000"/>
                  </a:solidFill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475A0EE-9A1F-EF91-7BC6-1EA7016070C0}"/>
                </a:ext>
              </a:extLst>
            </p:cNvPr>
            <p:cNvGrpSpPr/>
            <p:nvPr/>
          </p:nvGrpSpPr>
          <p:grpSpPr>
            <a:xfrm>
              <a:off x="3534513" y="4250895"/>
              <a:ext cx="2161762" cy="2231094"/>
              <a:chOff x="8280951" y="1539150"/>
              <a:chExt cx="2161762" cy="2231094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AE757D8A-26BE-26B7-6483-6BECB5EE2E49}"/>
                  </a:ext>
                </a:extLst>
              </p:cNvPr>
              <p:cNvGrpSpPr/>
              <p:nvPr/>
            </p:nvGrpSpPr>
            <p:grpSpPr>
              <a:xfrm>
                <a:off x="8280951" y="1539150"/>
                <a:ext cx="2161762" cy="2231094"/>
                <a:chOff x="276638" y="2778228"/>
                <a:chExt cx="2503006" cy="2370725"/>
              </a:xfrm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6CC30E1A-4BB4-B302-AEAE-313BD7356B60}"/>
                    </a:ext>
                  </a:extLst>
                </p:cNvPr>
                <p:cNvSpPr/>
                <p:nvPr/>
              </p:nvSpPr>
              <p:spPr>
                <a:xfrm>
                  <a:off x="276638" y="4536039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B</a:t>
                  </a:r>
                  <a:endParaRPr lang="en-IN" b="1" dirty="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599150D8-36D5-0661-60AE-0872606A65DC}"/>
                    </a:ext>
                  </a:extLst>
                </p:cNvPr>
                <p:cNvSpPr/>
                <p:nvPr/>
              </p:nvSpPr>
              <p:spPr>
                <a:xfrm>
                  <a:off x="291547" y="2778228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A</a:t>
                  </a:r>
                  <a:endParaRPr lang="en-IN" b="1" dirty="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2DE4E833-15AE-E5C7-34E4-E952B576B514}"/>
                    </a:ext>
                  </a:extLst>
                </p:cNvPr>
                <p:cNvSpPr/>
                <p:nvPr/>
              </p:nvSpPr>
              <p:spPr>
                <a:xfrm>
                  <a:off x="2166730" y="2778228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C</a:t>
                  </a:r>
                  <a:endParaRPr lang="en-IN" b="1" dirty="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EBCA6400-24D4-8592-43AF-9725A878B0A0}"/>
                    </a:ext>
                  </a:extLst>
                </p:cNvPr>
                <p:cNvSpPr/>
                <p:nvPr/>
              </p:nvSpPr>
              <p:spPr>
                <a:xfrm>
                  <a:off x="2166730" y="4536039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D</a:t>
                  </a:r>
                  <a:endParaRPr lang="en-IN" b="1" dirty="0"/>
                </a:p>
              </p:txBody>
            </p: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E9F56037-EBAE-9535-07A8-B9C57558AA1E}"/>
                    </a:ext>
                  </a:extLst>
                </p:cNvPr>
                <p:cNvCxnSpPr>
                  <a:stCxn id="30" idx="6"/>
                  <a:endCxn id="31" idx="2"/>
                </p:cNvCxnSpPr>
                <p:nvPr/>
              </p:nvCxnSpPr>
              <p:spPr>
                <a:xfrm>
                  <a:off x="904461" y="3084685"/>
                  <a:ext cx="1262269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498DFA16-B464-964B-CC98-B1D99A36F2E4}"/>
                    </a:ext>
                  </a:extLst>
                </p:cNvPr>
                <p:cNvCxnSpPr>
                  <a:stCxn id="29" idx="6"/>
                  <a:endCxn id="32" idx="2"/>
                </p:cNvCxnSpPr>
                <p:nvPr/>
              </p:nvCxnSpPr>
              <p:spPr>
                <a:xfrm>
                  <a:off x="889552" y="4842496"/>
                  <a:ext cx="127717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0980B7B6-3573-DB05-1CEC-CAB0C2315707}"/>
                    </a:ext>
                  </a:extLst>
                </p:cNvPr>
                <p:cNvCxnSpPr>
                  <a:stCxn id="30" idx="4"/>
                  <a:endCxn id="29" idx="0"/>
                </p:cNvCxnSpPr>
                <p:nvPr/>
              </p:nvCxnSpPr>
              <p:spPr>
                <a:xfrm flipH="1">
                  <a:off x="583095" y="3391142"/>
                  <a:ext cx="14909" cy="114489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042FC0D-CD3E-0620-C420-61F8759D6000}"/>
                  </a:ext>
                </a:extLst>
              </p:cNvPr>
              <p:cNvSpPr txBox="1"/>
              <p:nvPr/>
            </p:nvSpPr>
            <p:spPr>
              <a:xfrm>
                <a:off x="8869068" y="2433061"/>
                <a:ext cx="1159736" cy="472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ST-2</a:t>
                </a:r>
                <a:endParaRPr lang="en-IN" b="1" dirty="0">
                  <a:solidFill>
                    <a:srgbClr val="FF0000"/>
                  </a:solidFill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C9867D0-0EE0-1E93-079F-442DD337F6BF}"/>
                </a:ext>
              </a:extLst>
            </p:cNvPr>
            <p:cNvGrpSpPr/>
            <p:nvPr/>
          </p:nvGrpSpPr>
          <p:grpSpPr>
            <a:xfrm>
              <a:off x="6439799" y="4250895"/>
              <a:ext cx="2161762" cy="2231094"/>
              <a:chOff x="4243463" y="4161959"/>
              <a:chExt cx="2161762" cy="2231094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39626464-7C17-1592-F84D-A69455488C1D}"/>
                  </a:ext>
                </a:extLst>
              </p:cNvPr>
              <p:cNvGrpSpPr/>
              <p:nvPr/>
            </p:nvGrpSpPr>
            <p:grpSpPr>
              <a:xfrm>
                <a:off x="4243463" y="4161959"/>
                <a:ext cx="2161762" cy="2231094"/>
                <a:chOff x="276638" y="2778228"/>
                <a:chExt cx="2503006" cy="2370725"/>
              </a:xfrm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EFD1E0C2-6C24-6C0D-FBC0-69C19F155D5D}"/>
                    </a:ext>
                  </a:extLst>
                </p:cNvPr>
                <p:cNvSpPr/>
                <p:nvPr/>
              </p:nvSpPr>
              <p:spPr>
                <a:xfrm>
                  <a:off x="276638" y="4536039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B</a:t>
                  </a:r>
                  <a:endParaRPr lang="en-IN" b="1" dirty="0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77AC29E1-27B9-D5DE-EA26-6DFA80685D89}"/>
                    </a:ext>
                  </a:extLst>
                </p:cNvPr>
                <p:cNvSpPr/>
                <p:nvPr/>
              </p:nvSpPr>
              <p:spPr>
                <a:xfrm>
                  <a:off x="291547" y="2778228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A</a:t>
                  </a:r>
                  <a:endParaRPr lang="en-IN" b="1" dirty="0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C88F9830-938A-1B71-771C-FAC4BD228723}"/>
                    </a:ext>
                  </a:extLst>
                </p:cNvPr>
                <p:cNvSpPr/>
                <p:nvPr/>
              </p:nvSpPr>
              <p:spPr>
                <a:xfrm>
                  <a:off x="2166730" y="2778228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C</a:t>
                  </a:r>
                  <a:endParaRPr lang="en-IN" b="1" dirty="0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8B7B0253-86D4-3FAC-0D76-FD3F72672EE4}"/>
                    </a:ext>
                  </a:extLst>
                </p:cNvPr>
                <p:cNvSpPr/>
                <p:nvPr/>
              </p:nvSpPr>
              <p:spPr>
                <a:xfrm>
                  <a:off x="2166730" y="4536039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D</a:t>
                  </a:r>
                  <a:endParaRPr lang="en-IN" b="1" dirty="0"/>
                </a:p>
              </p:txBody>
            </p: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5FD91E59-7CCA-9F40-0982-D62573E5710D}"/>
                    </a:ext>
                  </a:extLst>
                </p:cNvPr>
                <p:cNvCxnSpPr>
                  <a:stCxn id="39" idx="6"/>
                  <a:endCxn id="40" idx="2"/>
                </p:cNvCxnSpPr>
                <p:nvPr/>
              </p:nvCxnSpPr>
              <p:spPr>
                <a:xfrm>
                  <a:off x="904461" y="3084685"/>
                  <a:ext cx="1262269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233CAF8A-CAF5-921B-162D-AA253BE96963}"/>
                    </a:ext>
                  </a:extLst>
                </p:cNvPr>
                <p:cNvCxnSpPr>
                  <a:stCxn id="38" idx="6"/>
                  <a:endCxn id="41" idx="2"/>
                </p:cNvCxnSpPr>
                <p:nvPr/>
              </p:nvCxnSpPr>
              <p:spPr>
                <a:xfrm>
                  <a:off x="889552" y="4842496"/>
                  <a:ext cx="127717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D9A1DF9-FF2A-F964-E5F8-A77F904BCD67}"/>
                    </a:ext>
                  </a:extLst>
                </p:cNvPr>
                <p:cNvCxnSpPr>
                  <a:stCxn id="40" idx="4"/>
                  <a:endCxn id="41" idx="0"/>
                </p:cNvCxnSpPr>
                <p:nvPr/>
              </p:nvCxnSpPr>
              <p:spPr>
                <a:xfrm>
                  <a:off x="2473187" y="3391142"/>
                  <a:ext cx="0" cy="114489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E2582B8-862F-A24A-01F4-4B3047C90E45}"/>
                  </a:ext>
                </a:extLst>
              </p:cNvPr>
              <p:cNvSpPr txBox="1"/>
              <p:nvPr/>
            </p:nvSpPr>
            <p:spPr>
              <a:xfrm>
                <a:off x="4874789" y="5159135"/>
                <a:ext cx="1103056" cy="472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ST-3</a:t>
                </a:r>
                <a:endParaRPr lang="en-IN" b="1" dirty="0">
                  <a:solidFill>
                    <a:srgbClr val="FF0000"/>
                  </a:solidFill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716674F-F75B-4CB6-9611-925AF2ED8338}"/>
                </a:ext>
              </a:extLst>
            </p:cNvPr>
            <p:cNvGrpSpPr/>
            <p:nvPr/>
          </p:nvGrpSpPr>
          <p:grpSpPr>
            <a:xfrm>
              <a:off x="9611311" y="4161959"/>
              <a:ext cx="2161762" cy="2231094"/>
              <a:chOff x="8302310" y="4161959"/>
              <a:chExt cx="2161762" cy="2231094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236F992E-E3D9-654E-DB36-26B43DD6A45E}"/>
                  </a:ext>
                </a:extLst>
              </p:cNvPr>
              <p:cNvGrpSpPr/>
              <p:nvPr/>
            </p:nvGrpSpPr>
            <p:grpSpPr>
              <a:xfrm>
                <a:off x="8302310" y="4161959"/>
                <a:ext cx="2161762" cy="2231094"/>
                <a:chOff x="276638" y="2778228"/>
                <a:chExt cx="2503006" cy="2370725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171A5720-AB12-92F1-FEF4-93E6F690438B}"/>
                    </a:ext>
                  </a:extLst>
                </p:cNvPr>
                <p:cNvSpPr/>
                <p:nvPr/>
              </p:nvSpPr>
              <p:spPr>
                <a:xfrm>
                  <a:off x="276638" y="4536039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B</a:t>
                  </a:r>
                  <a:endParaRPr lang="en-IN" b="1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58D9C5C-2144-458F-3287-79539E0C92DD}"/>
                    </a:ext>
                  </a:extLst>
                </p:cNvPr>
                <p:cNvSpPr/>
                <p:nvPr/>
              </p:nvSpPr>
              <p:spPr>
                <a:xfrm>
                  <a:off x="291547" y="2778228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A</a:t>
                  </a:r>
                  <a:endParaRPr lang="en-IN" b="1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7758796D-838D-5D3A-DC19-E345B3DF4515}"/>
                    </a:ext>
                  </a:extLst>
                </p:cNvPr>
                <p:cNvSpPr/>
                <p:nvPr/>
              </p:nvSpPr>
              <p:spPr>
                <a:xfrm>
                  <a:off x="2166730" y="2778228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C</a:t>
                  </a:r>
                  <a:endParaRPr lang="en-IN" b="1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46CA381E-E178-2DA0-8418-CAB9D0BD952A}"/>
                    </a:ext>
                  </a:extLst>
                </p:cNvPr>
                <p:cNvSpPr/>
                <p:nvPr/>
              </p:nvSpPr>
              <p:spPr>
                <a:xfrm>
                  <a:off x="2166730" y="4536039"/>
                  <a:ext cx="612914" cy="612914"/>
                </a:xfrm>
                <a:prstGeom prst="ellipse">
                  <a:avLst/>
                </a:prstGeom>
                <a:solidFill>
                  <a:srgbClr val="002060"/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D</a:t>
                  </a:r>
                  <a:endParaRPr lang="en-IN" b="1" dirty="0"/>
                </a:p>
              </p:txBody>
            </p: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9187B2B6-5E5D-D2C3-0100-3BDC26BE723D}"/>
                    </a:ext>
                  </a:extLst>
                </p:cNvPr>
                <p:cNvCxnSpPr>
                  <a:stCxn id="48" idx="6"/>
                  <a:endCxn id="49" idx="2"/>
                </p:cNvCxnSpPr>
                <p:nvPr/>
              </p:nvCxnSpPr>
              <p:spPr>
                <a:xfrm>
                  <a:off x="904461" y="3084685"/>
                  <a:ext cx="1262269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3CE774EA-38B2-0BC3-77B3-ABEEBC0BA517}"/>
                    </a:ext>
                  </a:extLst>
                </p:cNvPr>
                <p:cNvCxnSpPr>
                  <a:stCxn id="48" idx="4"/>
                  <a:endCxn id="47" idx="0"/>
                </p:cNvCxnSpPr>
                <p:nvPr/>
              </p:nvCxnSpPr>
              <p:spPr>
                <a:xfrm flipH="1">
                  <a:off x="583095" y="3391142"/>
                  <a:ext cx="14909" cy="114489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B47E1575-081D-A3FB-3220-06259EDEB6C8}"/>
                    </a:ext>
                  </a:extLst>
                </p:cNvPr>
                <p:cNvCxnSpPr>
                  <a:stCxn id="49" idx="4"/>
                  <a:endCxn id="50" idx="0"/>
                </p:cNvCxnSpPr>
                <p:nvPr/>
              </p:nvCxnSpPr>
              <p:spPr>
                <a:xfrm>
                  <a:off x="2473187" y="3391142"/>
                  <a:ext cx="0" cy="114489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0B937C7-9A3C-2B73-9C19-5CCB764CE674}"/>
                  </a:ext>
                </a:extLst>
              </p:cNvPr>
              <p:cNvSpPr txBox="1"/>
              <p:nvPr/>
            </p:nvSpPr>
            <p:spPr>
              <a:xfrm>
                <a:off x="8993628" y="5130490"/>
                <a:ext cx="1088773" cy="472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Arial Black" panose="020B0A04020102020204" pitchFamily="34" charset="0"/>
                  </a:rPr>
                  <a:t>ST-4</a:t>
                </a:r>
                <a:endParaRPr lang="en-IN" b="1" dirty="0">
                  <a:solidFill>
                    <a:srgbClr val="FF0000"/>
                  </a:solidFill>
                  <a:latin typeface="Arial Black" panose="020B0A04020102020204" pitchFamily="34" charset="0"/>
                </a:endParaRPr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BF69BD4-0A2B-31EE-3250-19745F6049A2}"/>
              </a:ext>
            </a:extLst>
          </p:cNvPr>
          <p:cNvSpPr txBox="1"/>
          <p:nvPr/>
        </p:nvSpPr>
        <p:spPr>
          <a:xfrm>
            <a:off x="4700029" y="978609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34014B-96C9-F22D-783C-1E463B86E8C4}"/>
              </a:ext>
            </a:extLst>
          </p:cNvPr>
          <p:cNvSpPr txBox="1"/>
          <p:nvPr/>
        </p:nvSpPr>
        <p:spPr>
          <a:xfrm>
            <a:off x="4039487" y="3468816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DDC2D9D-2FEE-585B-40C7-993FCFAD0E92}"/>
              </a:ext>
            </a:extLst>
          </p:cNvPr>
          <p:cNvSpPr txBox="1"/>
          <p:nvPr/>
        </p:nvSpPr>
        <p:spPr>
          <a:xfrm>
            <a:off x="6433438" y="3487244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46B4CAC-CCE5-77F8-52E2-148C6F843265}"/>
              </a:ext>
            </a:extLst>
          </p:cNvPr>
          <p:cNvSpPr txBox="1"/>
          <p:nvPr/>
        </p:nvSpPr>
        <p:spPr>
          <a:xfrm>
            <a:off x="8938304" y="3433006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54E5ED-8A4D-8126-383C-BBEFDDA05349}"/>
              </a:ext>
            </a:extLst>
          </p:cNvPr>
          <p:cNvSpPr txBox="1"/>
          <p:nvPr/>
        </p:nvSpPr>
        <p:spPr>
          <a:xfrm>
            <a:off x="5446221" y="1745919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C55E1B3-C6FB-2B32-B80B-EBF2F952340C}"/>
              </a:ext>
            </a:extLst>
          </p:cNvPr>
          <p:cNvSpPr txBox="1"/>
          <p:nvPr/>
        </p:nvSpPr>
        <p:spPr>
          <a:xfrm>
            <a:off x="2243244" y="4291955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D74C036-0317-6C26-D15D-54A821A488DD}"/>
              </a:ext>
            </a:extLst>
          </p:cNvPr>
          <p:cNvSpPr txBox="1"/>
          <p:nvPr/>
        </p:nvSpPr>
        <p:spPr>
          <a:xfrm>
            <a:off x="7203570" y="4297511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66B79A-B49D-F140-0612-07CB0C4A071A}"/>
              </a:ext>
            </a:extLst>
          </p:cNvPr>
          <p:cNvSpPr txBox="1"/>
          <p:nvPr/>
        </p:nvSpPr>
        <p:spPr>
          <a:xfrm>
            <a:off x="9805571" y="4247322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9D3299F-2863-C3E6-CB48-675D96ADC59A}"/>
              </a:ext>
            </a:extLst>
          </p:cNvPr>
          <p:cNvSpPr txBox="1"/>
          <p:nvPr/>
        </p:nvSpPr>
        <p:spPr>
          <a:xfrm>
            <a:off x="4626346" y="2606446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3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6DDD09C-0197-2400-CAC9-0F438630AA6F}"/>
              </a:ext>
            </a:extLst>
          </p:cNvPr>
          <p:cNvSpPr txBox="1"/>
          <p:nvPr/>
        </p:nvSpPr>
        <p:spPr>
          <a:xfrm>
            <a:off x="1355561" y="5083827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3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CA841FF-621A-EEBA-EED4-77CB09A17BF9}"/>
              </a:ext>
            </a:extLst>
          </p:cNvPr>
          <p:cNvSpPr txBox="1"/>
          <p:nvPr/>
        </p:nvSpPr>
        <p:spPr>
          <a:xfrm>
            <a:off x="4039486" y="5083827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3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9EE816E-97D7-1098-60C0-C3E2BD70DA41}"/>
              </a:ext>
            </a:extLst>
          </p:cNvPr>
          <p:cNvSpPr txBox="1"/>
          <p:nvPr/>
        </p:nvSpPr>
        <p:spPr>
          <a:xfrm>
            <a:off x="6414043" y="5117452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3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37DB853-B9EA-7851-DD90-9FE491BA065F}"/>
              </a:ext>
            </a:extLst>
          </p:cNvPr>
          <p:cNvSpPr txBox="1"/>
          <p:nvPr/>
        </p:nvSpPr>
        <p:spPr>
          <a:xfrm>
            <a:off x="3839344" y="1770596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4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C8538E1-899B-7F40-697B-BA7BE43CFD31}"/>
              </a:ext>
            </a:extLst>
          </p:cNvPr>
          <p:cNvSpPr txBox="1"/>
          <p:nvPr/>
        </p:nvSpPr>
        <p:spPr>
          <a:xfrm>
            <a:off x="618329" y="4257197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4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2B9F7C6-6876-C8FB-4C7C-2B67CDCD5DCD}"/>
              </a:ext>
            </a:extLst>
          </p:cNvPr>
          <p:cNvSpPr txBox="1"/>
          <p:nvPr/>
        </p:nvSpPr>
        <p:spPr>
          <a:xfrm>
            <a:off x="3211347" y="4280681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4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C883FF2-1FD2-1412-7923-249F969BB0C0}"/>
              </a:ext>
            </a:extLst>
          </p:cNvPr>
          <p:cNvSpPr txBox="1"/>
          <p:nvPr/>
        </p:nvSpPr>
        <p:spPr>
          <a:xfrm>
            <a:off x="8126422" y="4247322"/>
            <a:ext cx="4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4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EDFEFD-F964-B5E0-FA10-4A6FB8753599}"/>
              </a:ext>
            </a:extLst>
          </p:cNvPr>
          <p:cNvSpPr txBox="1"/>
          <p:nvPr/>
        </p:nvSpPr>
        <p:spPr>
          <a:xfrm>
            <a:off x="1056214" y="5572428"/>
            <a:ext cx="74878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Cost</a:t>
            </a:r>
            <a:endParaRPr lang="en-IN" b="1" dirty="0">
              <a:solidFill>
                <a:srgbClr val="7030A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F09C57F-541B-3808-6F62-B9219B5BC2AF}"/>
              </a:ext>
            </a:extLst>
          </p:cNvPr>
          <p:cNvSpPr txBox="1"/>
          <p:nvPr/>
        </p:nvSpPr>
        <p:spPr>
          <a:xfrm>
            <a:off x="949827" y="6062345"/>
            <a:ext cx="1620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2 + 3 + 4 = 9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8ABD60C-B839-DF8D-6848-5AB4F03D7C0B}"/>
              </a:ext>
            </a:extLst>
          </p:cNvPr>
          <p:cNvSpPr txBox="1"/>
          <p:nvPr/>
        </p:nvSpPr>
        <p:spPr>
          <a:xfrm>
            <a:off x="3554876" y="5573413"/>
            <a:ext cx="74878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Cost</a:t>
            </a:r>
            <a:endParaRPr lang="en-IN" b="1" dirty="0">
              <a:solidFill>
                <a:srgbClr val="7030A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CD40505-9B90-D015-E80E-615D34379F62}"/>
              </a:ext>
            </a:extLst>
          </p:cNvPr>
          <p:cNvSpPr txBox="1"/>
          <p:nvPr/>
        </p:nvSpPr>
        <p:spPr>
          <a:xfrm>
            <a:off x="6036891" y="5574398"/>
            <a:ext cx="74878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Cost</a:t>
            </a:r>
            <a:endParaRPr lang="en-IN" b="1" dirty="0">
              <a:solidFill>
                <a:srgbClr val="7030A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9A0296C-2559-6743-A9D4-619492667D07}"/>
              </a:ext>
            </a:extLst>
          </p:cNvPr>
          <p:cNvSpPr txBox="1"/>
          <p:nvPr/>
        </p:nvSpPr>
        <p:spPr>
          <a:xfrm>
            <a:off x="8859370" y="5572428"/>
            <a:ext cx="74878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Cost</a:t>
            </a:r>
            <a:endParaRPr lang="en-IN" b="1" dirty="0">
              <a:solidFill>
                <a:srgbClr val="7030A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26BDFF8-A6F0-EF10-E2F4-252BEEE6B22D}"/>
              </a:ext>
            </a:extLst>
          </p:cNvPr>
          <p:cNvSpPr txBox="1"/>
          <p:nvPr/>
        </p:nvSpPr>
        <p:spPr>
          <a:xfrm>
            <a:off x="3439044" y="6062345"/>
            <a:ext cx="1620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 + 3 + 4 = 8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F2A4165-F9EA-A65A-D85B-D2776A021481}"/>
              </a:ext>
            </a:extLst>
          </p:cNvPr>
          <p:cNvSpPr txBox="1"/>
          <p:nvPr/>
        </p:nvSpPr>
        <p:spPr>
          <a:xfrm>
            <a:off x="5928261" y="6062345"/>
            <a:ext cx="1620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2 + 3 + 1 = 6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DA006EE-D2F0-B096-3269-F46416D56902}"/>
              </a:ext>
            </a:extLst>
          </p:cNvPr>
          <p:cNvSpPr txBox="1"/>
          <p:nvPr/>
        </p:nvSpPr>
        <p:spPr>
          <a:xfrm>
            <a:off x="8797964" y="6062345"/>
            <a:ext cx="1620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2 + 1 + 4 = 7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823557FE-3CCA-8EE9-0152-7ECF85AA1035}"/>
              </a:ext>
            </a:extLst>
          </p:cNvPr>
          <p:cNvSpPr/>
          <p:nvPr/>
        </p:nvSpPr>
        <p:spPr>
          <a:xfrm>
            <a:off x="7203570" y="1961687"/>
            <a:ext cx="1034630" cy="451258"/>
          </a:xfrm>
          <a:prstGeom prst="wedgeRoundRectCallout">
            <a:avLst>
              <a:gd name="adj1" fmla="val -97269"/>
              <a:gd name="adj2" fmla="val 347282"/>
              <a:gd name="adj3" fmla="val 16667"/>
            </a:avLst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MST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79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9" grpId="0"/>
      <p:bldP spid="9" grpId="0" animBg="1"/>
      <p:bldP spid="82" grpId="0"/>
      <p:bldP spid="83" grpId="0" animBg="1"/>
      <p:bldP spid="84" grpId="0" animBg="1"/>
      <p:bldP spid="85" grpId="0" animBg="1"/>
      <p:bldP spid="86" grpId="0"/>
      <p:bldP spid="87" grpId="0"/>
      <p:bldP spid="88" grpId="0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85F0C3-E6A6-CC03-30A1-F56BF7111711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Application of  MST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565F7E-7D93-01AE-2D19-0297D077EE4F}"/>
              </a:ext>
            </a:extLst>
          </p:cNvPr>
          <p:cNvSpPr txBox="1"/>
          <p:nvPr/>
        </p:nvSpPr>
        <p:spPr>
          <a:xfrm>
            <a:off x="0" y="1445089"/>
            <a:ext cx="124803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000000"/>
                </a:solidFill>
                <a:latin typeface="Comic Sans MS" panose="030F0702030302020204" pitchFamily="66" charset="0"/>
              </a:rPr>
              <a:t>C</a:t>
            </a:r>
            <a:r>
              <a:rPr lang="en-US" sz="360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onstructing </a:t>
            </a:r>
            <a:r>
              <a:rPr lang="en-US" sz="360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highways or railroads </a:t>
            </a:r>
            <a:r>
              <a:rPr lang="en-US" sz="360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spanning several </a:t>
            </a:r>
          </a:p>
          <a:p>
            <a:r>
              <a:rPr lang="en-US" sz="3600" dirty="0">
                <a:solidFill>
                  <a:srgbClr val="000000"/>
                </a:solidFill>
                <a:latin typeface="Comic Sans MS" panose="030F0702030302020204" pitchFamily="66" charset="0"/>
              </a:rPr>
              <a:t>    </a:t>
            </a:r>
            <a:r>
              <a:rPr lang="en-US" sz="360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cities</a:t>
            </a:r>
            <a:endParaRPr lang="en-IN" sz="3600" dirty="0">
              <a:latin typeface="Comic Sans MS" panose="030F07020303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E0ABD7-7D87-DAEA-40D5-9091755DBEFA}"/>
              </a:ext>
            </a:extLst>
          </p:cNvPr>
          <p:cNvSpPr txBox="1"/>
          <p:nvPr/>
        </p:nvSpPr>
        <p:spPr>
          <a:xfrm>
            <a:off x="345990" y="2403467"/>
            <a:ext cx="9131643" cy="4442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Y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ou want to supply a set of houses with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Electric Power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Water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Telephone lines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Sewage lines</a:t>
            </a:r>
          </a:p>
          <a:p>
            <a:pPr>
              <a:lnSpc>
                <a:spcPct val="150000"/>
              </a:lnSpc>
            </a:pPr>
            <a:endParaRPr lang="en-IN" sz="3200" b="1" dirty="0">
              <a:latin typeface="Comic Sans MS" panose="030F0702030302020204" pitchFamily="66" charset="0"/>
            </a:endParaRPr>
          </a:p>
        </p:txBody>
      </p:sp>
      <p:sp>
        <p:nvSpPr>
          <p:cNvPr id="16" name="Star: 7 Points 15">
            <a:extLst>
              <a:ext uri="{FF2B5EF4-FFF2-40B4-BE49-F238E27FC236}">
                <a16:creationId xmlns:a16="http://schemas.microsoft.com/office/drawing/2014/main" id="{36E3398E-4AFF-A86C-C358-9DAE3C518F33}"/>
              </a:ext>
            </a:extLst>
          </p:cNvPr>
          <p:cNvSpPr/>
          <p:nvPr/>
        </p:nvSpPr>
        <p:spPr>
          <a:xfrm rot="20406755">
            <a:off x="6091881" y="3044345"/>
            <a:ext cx="4238367" cy="3429000"/>
          </a:xfrm>
          <a:prstGeom prst="star7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rial Black" panose="020B0A04020102020204" pitchFamily="34" charset="0"/>
              </a:rPr>
              <a:t>The concept of MST is used to save the cost</a:t>
            </a:r>
            <a:endParaRPr lang="en-IN" sz="2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054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85F0C3-E6A6-CC03-30A1-F56BF7111711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How to find MST of a Graph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E0ABD7-7D87-DAEA-40D5-9091755DBEFA}"/>
              </a:ext>
            </a:extLst>
          </p:cNvPr>
          <p:cNvSpPr txBox="1"/>
          <p:nvPr/>
        </p:nvSpPr>
        <p:spPr>
          <a:xfrm>
            <a:off x="630195" y="1785629"/>
            <a:ext cx="9131643" cy="296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MST of a graph can be computed using </a:t>
            </a:r>
            <a:endParaRPr lang="en-US" sz="3200" b="1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B050"/>
                </a:solidFill>
                <a:latin typeface="Comic Sans MS" panose="030F0702030302020204" pitchFamily="66" charset="0"/>
              </a:rPr>
              <a:t>Kruskal’s Algorithm(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1956</a:t>
            </a:r>
            <a:r>
              <a:rPr lang="en-US" sz="3200" b="1" dirty="0">
                <a:solidFill>
                  <a:srgbClr val="00B050"/>
                </a:solidFill>
                <a:latin typeface="Comic Sans MS" panose="030F0702030302020204" pitchFamily="66" charset="0"/>
              </a:rPr>
              <a:t>)</a:t>
            </a:r>
            <a:endParaRPr lang="en-US" sz="3200" b="1" i="0" dirty="0">
              <a:solidFill>
                <a:srgbClr val="00B050"/>
              </a:solidFill>
              <a:effectLst/>
              <a:latin typeface="Comic Sans MS" panose="030F0702030302020204" pitchFamily="66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Prim’s Algorithm(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1959</a:t>
            </a:r>
            <a:r>
              <a:rPr lang="en-US" sz="32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IN" sz="3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317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B9C40D3-E97B-3D11-7D2F-0851D56EB6F0}"/>
              </a:ext>
            </a:extLst>
          </p:cNvPr>
          <p:cNvSpPr/>
          <p:nvPr/>
        </p:nvSpPr>
        <p:spPr>
          <a:xfrm>
            <a:off x="-1" y="30852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5F83C6-1C98-6DB3-6E3B-5213AC1DF235}"/>
              </a:ext>
            </a:extLst>
          </p:cNvPr>
          <p:cNvSpPr txBox="1"/>
          <p:nvPr/>
        </p:nvSpPr>
        <p:spPr>
          <a:xfrm>
            <a:off x="1713913" y="4811151"/>
            <a:ext cx="8764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Useful to Implement Kruskal’s Algorithm</a:t>
            </a:r>
            <a:endParaRPr lang="en-IN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17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D4ADC4-01B6-AA8C-9B56-49464B100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638"/>
            <a:ext cx="12191999" cy="676656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agona Book" panose="020F0502020204030204" pitchFamily="34" charset="0"/>
              </a:rPr>
              <a:t>Disjoint Set Data Structure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7BC11FF-EA0F-9571-208B-1086BDDF1020}"/>
              </a:ext>
            </a:extLst>
          </p:cNvPr>
          <p:cNvGrpSpPr/>
          <p:nvPr/>
        </p:nvGrpSpPr>
        <p:grpSpPr>
          <a:xfrm>
            <a:off x="290147" y="2259456"/>
            <a:ext cx="3329353" cy="2893358"/>
            <a:chOff x="492370" y="1708280"/>
            <a:chExt cx="3329353" cy="289335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4676AC-6D76-7E38-CE10-D0C72C381846}"/>
                </a:ext>
              </a:extLst>
            </p:cNvPr>
            <p:cNvSpPr/>
            <p:nvPr/>
          </p:nvSpPr>
          <p:spPr>
            <a:xfrm>
              <a:off x="492370" y="2104292"/>
              <a:ext cx="3329353" cy="24973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B9DEB4E-50C8-4293-EC05-CD0865353F09}"/>
                </a:ext>
              </a:extLst>
            </p:cNvPr>
            <p:cNvSpPr/>
            <p:nvPr/>
          </p:nvSpPr>
          <p:spPr>
            <a:xfrm>
              <a:off x="950376" y="2942492"/>
              <a:ext cx="609600" cy="609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2"/>
                  </a:solidFill>
                  <a:latin typeface="Arial Black" panose="020B0A04020102020204" pitchFamily="34" charset="0"/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7108D0F-A4C0-599B-2756-568526602911}"/>
                </a:ext>
              </a:extLst>
            </p:cNvPr>
            <p:cNvSpPr/>
            <p:nvPr/>
          </p:nvSpPr>
          <p:spPr>
            <a:xfrm>
              <a:off x="2455985" y="2819400"/>
              <a:ext cx="609600" cy="609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2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34D148D-F969-4D2C-299C-3425AA2BFD01}"/>
                </a:ext>
              </a:extLst>
            </p:cNvPr>
            <p:cNvSpPr/>
            <p:nvPr/>
          </p:nvSpPr>
          <p:spPr>
            <a:xfrm>
              <a:off x="1559976" y="3625361"/>
              <a:ext cx="609600" cy="609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2"/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A60F472-32C0-5DEC-65ED-CD160E7F5A14}"/>
                </a:ext>
              </a:extLst>
            </p:cNvPr>
            <p:cNvSpPr txBox="1"/>
            <p:nvPr/>
          </p:nvSpPr>
          <p:spPr>
            <a:xfrm>
              <a:off x="1554570" y="1708280"/>
              <a:ext cx="12049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haroni" panose="02010803020104030203" pitchFamily="2" charset="-79"/>
                  <a:cs typeface="Aharoni" panose="02010803020104030203" pitchFamily="2" charset="-79"/>
                </a:rPr>
                <a:t>Set A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A096459-7E84-487B-1DF7-62182F03B727}"/>
              </a:ext>
            </a:extLst>
          </p:cNvPr>
          <p:cNvGrpSpPr/>
          <p:nvPr/>
        </p:nvGrpSpPr>
        <p:grpSpPr>
          <a:xfrm>
            <a:off x="5583115" y="2377017"/>
            <a:ext cx="3155227" cy="2775797"/>
            <a:chOff x="5507320" y="1708280"/>
            <a:chExt cx="3155227" cy="277579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30D841B-5710-A565-9F4C-E1BE07A6040C}"/>
                </a:ext>
              </a:extLst>
            </p:cNvPr>
            <p:cNvSpPr/>
            <p:nvPr/>
          </p:nvSpPr>
          <p:spPr>
            <a:xfrm>
              <a:off x="5507320" y="2104292"/>
              <a:ext cx="3155227" cy="237978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A27AEB4-7BF3-FFDA-4563-BFFDB21C6C53}"/>
                </a:ext>
              </a:extLst>
            </p:cNvPr>
            <p:cNvSpPr/>
            <p:nvPr/>
          </p:nvSpPr>
          <p:spPr>
            <a:xfrm>
              <a:off x="6096000" y="2420815"/>
              <a:ext cx="609600" cy="6096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7030A0"/>
                  </a:solidFill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1694619-18E2-66CB-0685-56BE840D771E}"/>
                </a:ext>
              </a:extLst>
            </p:cNvPr>
            <p:cNvSpPr/>
            <p:nvPr/>
          </p:nvSpPr>
          <p:spPr>
            <a:xfrm>
              <a:off x="7166135" y="2567353"/>
              <a:ext cx="609600" cy="6096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7030A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586B1DB-C7D7-C62D-CE6E-E765F1842EFF}"/>
                </a:ext>
              </a:extLst>
            </p:cNvPr>
            <p:cNvSpPr/>
            <p:nvPr/>
          </p:nvSpPr>
          <p:spPr>
            <a:xfrm>
              <a:off x="6400800" y="3452445"/>
              <a:ext cx="609600" cy="6096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7030A0"/>
                  </a:solidFill>
                  <a:latin typeface="Arial Black" panose="020B0A04020102020204" pitchFamily="34" charset="0"/>
                </a:rPr>
                <a:t>7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A33D0A3-DF8B-1166-C0E5-B09C5D229A98}"/>
                </a:ext>
              </a:extLst>
            </p:cNvPr>
            <p:cNvSpPr/>
            <p:nvPr/>
          </p:nvSpPr>
          <p:spPr>
            <a:xfrm>
              <a:off x="7761941" y="3470030"/>
              <a:ext cx="609600" cy="6096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7030A0"/>
                  </a:solidFill>
                  <a:latin typeface="Arial Black" panose="020B0A04020102020204" pitchFamily="34" charset="0"/>
                </a:rPr>
                <a:t>9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4498D9F-8077-11B8-A2AF-5B9E9BDAA10C}"/>
                </a:ext>
              </a:extLst>
            </p:cNvPr>
            <p:cNvSpPr txBox="1"/>
            <p:nvPr/>
          </p:nvSpPr>
          <p:spPr>
            <a:xfrm>
              <a:off x="6705600" y="1708280"/>
              <a:ext cx="12049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haroni" panose="02010803020104030203" pitchFamily="2" charset="-79"/>
                  <a:cs typeface="Aharoni" panose="02010803020104030203" pitchFamily="2" charset="-79"/>
                </a:rPr>
                <a:t>Set B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E198373-5AB2-F830-C3E9-93E3C81B78B8}"/>
              </a:ext>
            </a:extLst>
          </p:cNvPr>
          <p:cNvSpPr txBox="1"/>
          <p:nvPr/>
        </p:nvSpPr>
        <p:spPr>
          <a:xfrm>
            <a:off x="555125" y="1148641"/>
            <a:ext cx="282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Amasis MT Pro Black" panose="02040A04050005020304" pitchFamily="18" charset="0"/>
              </a:rPr>
              <a:t>Disjoint Set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2A701A-9800-7BBF-DD74-5697F169A5E8}"/>
              </a:ext>
            </a:extLst>
          </p:cNvPr>
          <p:cNvSpPr txBox="1"/>
          <p:nvPr/>
        </p:nvSpPr>
        <p:spPr>
          <a:xfrm>
            <a:off x="1052953" y="5685692"/>
            <a:ext cx="7985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Set A and Set B are partition of set </a:t>
            </a:r>
            <a:r>
              <a:rPr lang="en-IN" sz="32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{1, 2, 3, 4, 5, 7, 9}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A6402A2-8FF6-7A1F-54A4-7D07E837CB02}"/>
                  </a:ext>
                </a:extLst>
              </p:cNvPr>
              <p:cNvSpPr txBox="1"/>
              <p:nvPr/>
            </p:nvSpPr>
            <p:spPr>
              <a:xfrm>
                <a:off x="9569822" y="3352210"/>
                <a:ext cx="265613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Aharoni" panose="02010803020104030203" pitchFamily="2" charset="-79"/>
                    <a:cs typeface="Aharoni" panose="02010803020104030203" pitchFamily="2" charset="-79"/>
                  </a:rPr>
                  <a:t>A and B are disjoint if </a:t>
                </a:r>
                <a:endParaRPr lang="en-I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IN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IN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IN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=∅</m:t>
                      </m:r>
                    </m:oMath>
                  </m:oMathPara>
                </a14:m>
                <a:endParaRPr lang="en-IN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A6402A2-8FF6-7A1F-54A4-7D07E837C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822" y="3352210"/>
                <a:ext cx="2656135" cy="646331"/>
              </a:xfrm>
              <a:prstGeom prst="rect">
                <a:avLst/>
              </a:prstGeom>
              <a:blipFill>
                <a:blip r:embed="rId2"/>
                <a:stretch>
                  <a:fillRect l="-2064" t="-47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AB9C40D3-E97B-3D11-7D2F-0851D56EB6F0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671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22D81F-F6AF-642A-F4AE-F68FBB59E11D}"/>
              </a:ext>
            </a:extLst>
          </p:cNvPr>
          <p:cNvSpPr txBox="1"/>
          <p:nvPr/>
        </p:nvSpPr>
        <p:spPr>
          <a:xfrm>
            <a:off x="481818" y="5711344"/>
            <a:ext cx="10750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Amasis MT Pro Black" panose="02040A04050005020304" pitchFamily="18" charset="0"/>
              </a:rPr>
              <a:t>Also known as </a:t>
            </a:r>
            <a:r>
              <a:rPr lang="en-IN" b="1" dirty="0">
                <a:solidFill>
                  <a:srgbClr val="7030A0"/>
                </a:solidFill>
                <a:latin typeface="Amasis MT Pro Black" panose="02040A04050005020304" pitchFamily="18" charset="0"/>
              </a:rPr>
              <a:t>Union Find </a:t>
            </a:r>
            <a:r>
              <a:rPr lang="en-IN" b="1" dirty="0">
                <a:solidFill>
                  <a:srgbClr val="000000"/>
                </a:solidFill>
                <a:latin typeface="Amasis MT Pro Black" panose="02040A04050005020304" pitchFamily="18" charset="0"/>
              </a:rPr>
              <a:t>OR</a:t>
            </a:r>
            <a:r>
              <a:rPr lang="en-IN" b="1" dirty="0">
                <a:latin typeface="Amasis MT Pro Black" panose="02040A04050005020304" pitchFamily="18" charset="0"/>
              </a:rPr>
              <a:t> </a:t>
            </a:r>
            <a:r>
              <a:rPr lang="en-IN" b="1" dirty="0">
                <a:solidFill>
                  <a:srgbClr val="FF0000"/>
                </a:solidFill>
                <a:latin typeface="Amasis MT Pro Black" panose="02040A04050005020304" pitchFamily="18" charset="0"/>
              </a:rPr>
              <a:t>Merge Find </a:t>
            </a:r>
            <a:r>
              <a:rPr lang="en-IN" b="1" dirty="0">
                <a:solidFill>
                  <a:srgbClr val="000000"/>
                </a:solidFill>
                <a:latin typeface="Amasis MT Pro Black" panose="02040A04050005020304" pitchFamily="18" charset="0"/>
              </a:rPr>
              <a:t>Data Structure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7B1B6F-BC01-6BB1-F0B5-B14E32C617AF}"/>
              </a:ext>
            </a:extLst>
          </p:cNvPr>
          <p:cNvSpPr txBox="1"/>
          <p:nvPr/>
        </p:nvSpPr>
        <p:spPr>
          <a:xfrm>
            <a:off x="622495" y="1905506"/>
            <a:ext cx="1298541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It is a 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data structure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 that stores a collection of 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disjoint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 (non-overlapping) 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sets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b="0" i="0" u="none" strike="noStrike" dirty="0">
              <a:solidFill>
                <a:srgbClr val="000000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it stores a 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partition of a set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 into disjoint 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subsets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endParaRPr lang="en-US" sz="2400" b="0" i="0" dirty="0">
              <a:solidFill>
                <a:srgbClr val="000000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It </a:t>
            </a:r>
            <a:r>
              <a:rPr lang="en-US" sz="2400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supports the following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operations 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Makeset</a:t>
            </a:r>
            <a:endParaRPr lang="en-US" sz="2400" dirty="0">
              <a:solidFill>
                <a:srgbClr val="0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Union/Merge</a:t>
            </a:r>
            <a:endParaRPr lang="en-US" sz="2400" b="0" i="0" dirty="0">
              <a:solidFill>
                <a:srgbClr val="000000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Find</a:t>
            </a:r>
            <a:endParaRPr lang="en-US" sz="2400" b="0" i="0" dirty="0">
              <a:solidFill>
                <a:srgbClr val="000000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11E3B4-7E6B-4871-AECB-DEB6628D3141}"/>
              </a:ext>
            </a:extLst>
          </p:cNvPr>
          <p:cNvSpPr txBox="1"/>
          <p:nvPr/>
        </p:nvSpPr>
        <p:spPr>
          <a:xfrm>
            <a:off x="2835876" y="1146656"/>
            <a:ext cx="909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Invented By </a:t>
            </a:r>
            <a:r>
              <a:rPr lang="en-IN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Michel Fischer </a:t>
            </a:r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in </a:t>
            </a:r>
            <a:r>
              <a:rPr lang="en-IN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1964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825A07-7D88-1CA7-A14C-5F5E24F8D324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881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B7B1B6F-BC01-6BB1-F0B5-B14E32C617AF}"/>
              </a:ext>
            </a:extLst>
          </p:cNvPr>
          <p:cNvSpPr txBox="1"/>
          <p:nvPr/>
        </p:nvSpPr>
        <p:spPr>
          <a:xfrm>
            <a:off x="346636" y="1741776"/>
            <a:ext cx="11312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MakeSet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(x)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: Create a singleton set  {x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}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1">
            <a:extLst>
              <a:ext uri="{FF2B5EF4-FFF2-40B4-BE49-F238E27FC236}">
                <a16:creationId xmlns:a16="http://schemas.microsoft.com/office/drawing/2014/main" id="{D9C1B89D-3D20-2247-B45B-9D9969C3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636" y="2305615"/>
            <a:ext cx="3517310" cy="2246769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1" dirty="0">
                <a:solidFill>
                  <a:schemeClr val="bg1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void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  <a:cs typeface="Aharoni" panose="02010803020104030203" pitchFamily="2" charset="-79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  <a:cs typeface="Aharoni" panose="02010803020104030203" pitchFamily="2" charset="-79"/>
              </a:rPr>
              <a:t>MakeSet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  <a:cs typeface="Aharoni" panose="02010803020104030203" pitchFamily="2" charset="-79"/>
              </a:rPr>
              <a:t>(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  <a:cs typeface="Aharoni" panose="02010803020104030203" pitchFamily="2" charset="-79"/>
              </a:rPr>
              <a:t>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  <a:cs typeface="Aharoni" panose="02010803020104030203" pitchFamily="2" charset="-79"/>
              </a:rPr>
              <a:t>)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      {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anose="030F0702030302020204" pitchFamily="66" charset="0"/>
              <a:cs typeface="Aharoni" panose="02010803020104030203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  <a:cs typeface="Aharoni" panose="02010803020104030203" pitchFamily="2" charset="-79"/>
              </a:rPr>
              <a:t>	</a:t>
            </a: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  <a:cs typeface="Aharoni" panose="02010803020104030203" pitchFamily="2" charset="-79"/>
              </a:rPr>
              <a:t>parent</a:t>
            </a: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[x]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  <a:cs typeface="Aharoni" panose="02010803020104030203" pitchFamily="2" charset="-79"/>
              </a:rPr>
              <a:t>=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  <a:cs typeface="Aharoni" panose="02010803020104030203" pitchFamily="2" charset="-79"/>
              </a:rPr>
              <a:t>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  <a:cs typeface="Aharoni" panose="02010803020104030203" pitchFamily="2" charset="-79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      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anose="030F0702030302020204" pitchFamily="66" charset="0"/>
              <a:cs typeface="Aharoni" panose="02010803020104030203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	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79E9F877-4FD7-C08A-C701-F70CAC93BEF3}"/>
              </a:ext>
            </a:extLst>
          </p:cNvPr>
          <p:cNvSpPr/>
          <p:nvPr/>
        </p:nvSpPr>
        <p:spPr>
          <a:xfrm>
            <a:off x="5685692" y="2426678"/>
            <a:ext cx="2250831" cy="914400"/>
          </a:xfrm>
          <a:prstGeom prst="wedgeRectCallout">
            <a:avLst>
              <a:gd name="adj1" fmla="val -126041"/>
              <a:gd name="adj2" fmla="val 1891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Arial Black" panose="020B0A04020102020204" pitchFamily="34" charset="0"/>
              </a:rPr>
              <a:t>Cost = O(1)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D6FAE-8F89-75EA-D24C-CA65875DE01E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002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BBDC001-AA3C-1C79-D1E2-C4C188E3E60A}"/>
              </a:ext>
            </a:extLst>
          </p:cNvPr>
          <p:cNvGrpSpPr/>
          <p:nvPr/>
        </p:nvGrpSpPr>
        <p:grpSpPr>
          <a:xfrm>
            <a:off x="1535388" y="2121152"/>
            <a:ext cx="1795324" cy="1307069"/>
            <a:chOff x="269631" y="2590800"/>
            <a:chExt cx="1289537" cy="130706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473F25F-A779-D199-C8A4-F3F470EC0BCD}"/>
                </a:ext>
              </a:extLst>
            </p:cNvPr>
            <p:cNvSpPr txBox="1"/>
            <p:nvPr/>
          </p:nvSpPr>
          <p:spPr>
            <a:xfrm>
              <a:off x="269631" y="2590800"/>
              <a:ext cx="1289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err="1">
                  <a:solidFill>
                    <a:srgbClr val="00000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makeset</a:t>
              </a:r>
              <a:r>
                <a:rPr lang="en-IN" dirty="0">
                  <a:solidFill>
                    <a:srgbClr val="00000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(1)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3F6EA96-9751-5814-6D26-A183E33E4C70}"/>
                </a:ext>
              </a:extLst>
            </p:cNvPr>
            <p:cNvGrpSpPr/>
            <p:nvPr/>
          </p:nvGrpSpPr>
          <p:grpSpPr>
            <a:xfrm>
              <a:off x="481122" y="3324391"/>
              <a:ext cx="573478" cy="573478"/>
              <a:chOff x="516291" y="3142261"/>
              <a:chExt cx="573478" cy="573478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FB6C5F9-5EDC-0B55-FB8D-7E04094CA7A7}"/>
                  </a:ext>
                </a:extLst>
              </p:cNvPr>
              <p:cNvSpPr/>
              <p:nvPr/>
            </p:nvSpPr>
            <p:spPr>
              <a:xfrm>
                <a:off x="516291" y="3142261"/>
                <a:ext cx="573478" cy="573478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bg1"/>
                    </a:solidFill>
                    <a:latin typeface="Arial Black" panose="020B0A04020102020204" pitchFamily="34" charset="0"/>
                    <a:cs typeface="Aharoni" panose="02010803020104030203" pitchFamily="2" charset="-79"/>
                  </a:rPr>
                  <a:t>1</a:t>
                </a:r>
              </a:p>
            </p:txBody>
          </p:sp>
          <p:cxnSp>
            <p:nvCxnSpPr>
              <p:cNvPr id="11" name="Connector: Curved 10">
                <a:extLst>
                  <a:ext uri="{FF2B5EF4-FFF2-40B4-BE49-F238E27FC236}">
                    <a16:creationId xmlns:a16="http://schemas.microsoft.com/office/drawing/2014/main" id="{8B0F0740-7377-7884-1FAB-BE8C54413EAF}"/>
                  </a:ext>
                </a:extLst>
              </p:cNvPr>
              <p:cNvCxnSpPr>
                <a:stCxn id="6" idx="1"/>
                <a:endCxn id="6" idx="7"/>
              </p:cNvCxnSpPr>
              <p:nvPr/>
            </p:nvCxnSpPr>
            <p:spPr>
              <a:xfrm rot="5400000" flipH="1" flipV="1">
                <a:off x="803030" y="3023490"/>
                <a:ext cx="12700" cy="405510"/>
              </a:xfrm>
              <a:prstGeom prst="curvedConnector3">
                <a:avLst>
                  <a:gd name="adj1" fmla="val 2461291"/>
                </a:avLst>
              </a:prstGeom>
              <a:ln>
                <a:tailEnd type="triangl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87DE610-0B5B-C893-0E20-6708E04699AD}"/>
              </a:ext>
            </a:extLst>
          </p:cNvPr>
          <p:cNvGrpSpPr/>
          <p:nvPr/>
        </p:nvGrpSpPr>
        <p:grpSpPr>
          <a:xfrm>
            <a:off x="3320818" y="2135560"/>
            <a:ext cx="1795324" cy="1308279"/>
            <a:chOff x="269631" y="2590800"/>
            <a:chExt cx="1289537" cy="130827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D20734B-8277-F52A-FD5A-8B181E62AB3D}"/>
                </a:ext>
              </a:extLst>
            </p:cNvPr>
            <p:cNvSpPr txBox="1"/>
            <p:nvPr/>
          </p:nvSpPr>
          <p:spPr>
            <a:xfrm>
              <a:off x="269631" y="2590800"/>
              <a:ext cx="1289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err="1">
                  <a:solidFill>
                    <a:srgbClr val="00000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makeset</a:t>
              </a:r>
              <a:r>
                <a:rPr lang="en-IN" dirty="0">
                  <a:solidFill>
                    <a:srgbClr val="00000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(2)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12B0CBB-635F-AD4E-B3FB-1540F11CED57}"/>
                </a:ext>
              </a:extLst>
            </p:cNvPr>
            <p:cNvGrpSpPr/>
            <p:nvPr/>
          </p:nvGrpSpPr>
          <p:grpSpPr>
            <a:xfrm>
              <a:off x="469250" y="3325601"/>
              <a:ext cx="573478" cy="573478"/>
              <a:chOff x="504419" y="3143471"/>
              <a:chExt cx="573478" cy="573478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43CDC11-4628-801B-BFB7-45307907C2C9}"/>
                  </a:ext>
                </a:extLst>
              </p:cNvPr>
              <p:cNvSpPr/>
              <p:nvPr/>
            </p:nvSpPr>
            <p:spPr>
              <a:xfrm>
                <a:off x="504419" y="3143471"/>
                <a:ext cx="573478" cy="573478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bg1"/>
                    </a:solidFill>
                    <a:latin typeface="Arial Black" panose="020B0A04020102020204" pitchFamily="34" charset="0"/>
                    <a:cs typeface="Aharoni" panose="02010803020104030203" pitchFamily="2" charset="-79"/>
                  </a:rPr>
                  <a:t>2</a:t>
                </a:r>
              </a:p>
            </p:txBody>
          </p: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DFCB5E6F-8AA8-C2AF-F12B-48C9B4970CC2}"/>
                  </a:ext>
                </a:extLst>
              </p:cNvPr>
              <p:cNvCxnSpPr>
                <a:stCxn id="17" idx="1"/>
                <a:endCxn id="17" idx="7"/>
              </p:cNvCxnSpPr>
              <p:nvPr/>
            </p:nvCxnSpPr>
            <p:spPr>
              <a:xfrm rot="5400000" flipH="1" flipV="1">
                <a:off x="789369" y="3024700"/>
                <a:ext cx="12700" cy="405511"/>
              </a:xfrm>
              <a:prstGeom prst="curvedConnector3">
                <a:avLst>
                  <a:gd name="adj1" fmla="val 2461291"/>
                </a:avLst>
              </a:prstGeom>
              <a:ln>
                <a:tailEnd type="triangl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8718BF-FA6B-2FD5-8B1F-73EB96A8EBCD}"/>
              </a:ext>
            </a:extLst>
          </p:cNvPr>
          <p:cNvGrpSpPr/>
          <p:nvPr/>
        </p:nvGrpSpPr>
        <p:grpSpPr>
          <a:xfrm>
            <a:off x="4956807" y="2135560"/>
            <a:ext cx="1795324" cy="1307069"/>
            <a:chOff x="269631" y="2590800"/>
            <a:chExt cx="1289537" cy="130706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7C406B5-92E2-805D-4442-82488BB0BA37}"/>
                </a:ext>
              </a:extLst>
            </p:cNvPr>
            <p:cNvSpPr txBox="1"/>
            <p:nvPr/>
          </p:nvSpPr>
          <p:spPr>
            <a:xfrm>
              <a:off x="269631" y="2590800"/>
              <a:ext cx="1289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err="1">
                  <a:solidFill>
                    <a:srgbClr val="00000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makeset</a:t>
              </a:r>
              <a:r>
                <a:rPr lang="en-IN" dirty="0">
                  <a:solidFill>
                    <a:srgbClr val="00000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(3)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DF8093D-7DC6-E22D-85E3-09639889F962}"/>
                </a:ext>
              </a:extLst>
            </p:cNvPr>
            <p:cNvGrpSpPr/>
            <p:nvPr/>
          </p:nvGrpSpPr>
          <p:grpSpPr>
            <a:xfrm>
              <a:off x="481122" y="3324391"/>
              <a:ext cx="573478" cy="573478"/>
              <a:chOff x="516291" y="3142261"/>
              <a:chExt cx="573478" cy="573478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52B9AA6-50D7-C853-B150-B4D002C32591}"/>
                  </a:ext>
                </a:extLst>
              </p:cNvPr>
              <p:cNvSpPr/>
              <p:nvPr/>
            </p:nvSpPr>
            <p:spPr>
              <a:xfrm>
                <a:off x="516291" y="3142261"/>
                <a:ext cx="573478" cy="573478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bg1"/>
                    </a:solidFill>
                    <a:latin typeface="Arial Black" panose="020B0A04020102020204" pitchFamily="34" charset="0"/>
                    <a:cs typeface="Aharoni" panose="02010803020104030203" pitchFamily="2" charset="-79"/>
                  </a:rPr>
                  <a:t>3</a:t>
                </a:r>
              </a:p>
            </p:txBody>
          </p:sp>
          <p:cxnSp>
            <p:nvCxnSpPr>
              <p:cNvPr id="23" name="Connector: Curved 22">
                <a:extLst>
                  <a:ext uri="{FF2B5EF4-FFF2-40B4-BE49-F238E27FC236}">
                    <a16:creationId xmlns:a16="http://schemas.microsoft.com/office/drawing/2014/main" id="{2D117F32-FA1D-9512-E359-6D3BCCEF8F6F}"/>
                  </a:ext>
                </a:extLst>
              </p:cNvPr>
              <p:cNvCxnSpPr>
                <a:stCxn id="22" idx="1"/>
                <a:endCxn id="22" idx="7"/>
              </p:cNvCxnSpPr>
              <p:nvPr/>
            </p:nvCxnSpPr>
            <p:spPr>
              <a:xfrm rot="5400000" flipH="1" flipV="1">
                <a:off x="803030" y="3023490"/>
                <a:ext cx="12700" cy="405510"/>
              </a:xfrm>
              <a:prstGeom prst="curvedConnector3">
                <a:avLst>
                  <a:gd name="adj1" fmla="val 2461291"/>
                </a:avLst>
              </a:prstGeom>
              <a:ln>
                <a:tailEnd type="triangl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7E43CCE-B640-C272-0364-3F062B5EC180}"/>
              </a:ext>
            </a:extLst>
          </p:cNvPr>
          <p:cNvGrpSpPr/>
          <p:nvPr/>
        </p:nvGrpSpPr>
        <p:grpSpPr>
          <a:xfrm>
            <a:off x="6520570" y="2113948"/>
            <a:ext cx="1795324" cy="1307069"/>
            <a:chOff x="269631" y="2590800"/>
            <a:chExt cx="1289537" cy="130706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0C12442-E081-0224-5BF8-A722C0438B54}"/>
                </a:ext>
              </a:extLst>
            </p:cNvPr>
            <p:cNvSpPr txBox="1"/>
            <p:nvPr/>
          </p:nvSpPr>
          <p:spPr>
            <a:xfrm>
              <a:off x="269631" y="2590800"/>
              <a:ext cx="1289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err="1">
                  <a:solidFill>
                    <a:srgbClr val="00000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makeset</a:t>
              </a:r>
              <a:r>
                <a:rPr lang="en-IN" dirty="0">
                  <a:solidFill>
                    <a:srgbClr val="00000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(4)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52E990B-395C-0945-C5AE-D533977F6C91}"/>
                </a:ext>
              </a:extLst>
            </p:cNvPr>
            <p:cNvGrpSpPr/>
            <p:nvPr/>
          </p:nvGrpSpPr>
          <p:grpSpPr>
            <a:xfrm>
              <a:off x="481122" y="3324391"/>
              <a:ext cx="573478" cy="573478"/>
              <a:chOff x="516291" y="3142261"/>
              <a:chExt cx="573478" cy="573478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C3B30EF-8968-F233-BB39-5794E60CE541}"/>
                  </a:ext>
                </a:extLst>
              </p:cNvPr>
              <p:cNvSpPr/>
              <p:nvPr/>
            </p:nvSpPr>
            <p:spPr>
              <a:xfrm>
                <a:off x="516291" y="3142261"/>
                <a:ext cx="573478" cy="573478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bg1"/>
                    </a:solidFill>
                    <a:latin typeface="Arial Black" panose="020B0A04020102020204" pitchFamily="34" charset="0"/>
                    <a:cs typeface="Aharoni" panose="02010803020104030203" pitchFamily="2" charset="-79"/>
                  </a:rPr>
                  <a:t>4</a:t>
                </a:r>
              </a:p>
            </p:txBody>
          </p:sp>
          <p:cxnSp>
            <p:nvCxnSpPr>
              <p:cNvPr id="28" name="Connector: Curved 27">
                <a:extLst>
                  <a:ext uri="{FF2B5EF4-FFF2-40B4-BE49-F238E27FC236}">
                    <a16:creationId xmlns:a16="http://schemas.microsoft.com/office/drawing/2014/main" id="{3D43E624-35F6-DF00-ACBA-1786B87794FE}"/>
                  </a:ext>
                </a:extLst>
              </p:cNvPr>
              <p:cNvCxnSpPr>
                <a:stCxn id="27" idx="1"/>
                <a:endCxn id="27" idx="7"/>
              </p:cNvCxnSpPr>
              <p:nvPr/>
            </p:nvCxnSpPr>
            <p:spPr>
              <a:xfrm rot="5400000" flipH="1" flipV="1">
                <a:off x="803030" y="3023490"/>
                <a:ext cx="12700" cy="405510"/>
              </a:xfrm>
              <a:prstGeom prst="curvedConnector3">
                <a:avLst>
                  <a:gd name="adj1" fmla="val 2461291"/>
                </a:avLst>
              </a:prstGeom>
              <a:ln>
                <a:tailEnd type="triangl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54A1C2A-8761-C8A5-A8B0-5CECB55EB98A}"/>
              </a:ext>
            </a:extLst>
          </p:cNvPr>
          <p:cNvGrpSpPr/>
          <p:nvPr/>
        </p:nvGrpSpPr>
        <p:grpSpPr>
          <a:xfrm>
            <a:off x="8228786" y="2121152"/>
            <a:ext cx="1795324" cy="1307069"/>
            <a:chOff x="269631" y="2590800"/>
            <a:chExt cx="1289537" cy="130706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780D4D0-A58F-26F6-1F07-C50211EFF89F}"/>
                </a:ext>
              </a:extLst>
            </p:cNvPr>
            <p:cNvSpPr txBox="1"/>
            <p:nvPr/>
          </p:nvSpPr>
          <p:spPr>
            <a:xfrm>
              <a:off x="269631" y="2590800"/>
              <a:ext cx="1289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err="1">
                  <a:solidFill>
                    <a:srgbClr val="00000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makeset</a:t>
              </a:r>
              <a:r>
                <a:rPr lang="en-IN" dirty="0">
                  <a:solidFill>
                    <a:srgbClr val="00000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(5)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62C940C-40E1-3516-01AA-50E13193F2A1}"/>
                </a:ext>
              </a:extLst>
            </p:cNvPr>
            <p:cNvGrpSpPr/>
            <p:nvPr/>
          </p:nvGrpSpPr>
          <p:grpSpPr>
            <a:xfrm>
              <a:off x="481122" y="3324391"/>
              <a:ext cx="573478" cy="573478"/>
              <a:chOff x="516291" y="3142261"/>
              <a:chExt cx="573478" cy="573478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49BF41B-DD54-66A3-8460-FE9CBD2D2863}"/>
                  </a:ext>
                </a:extLst>
              </p:cNvPr>
              <p:cNvSpPr/>
              <p:nvPr/>
            </p:nvSpPr>
            <p:spPr>
              <a:xfrm>
                <a:off x="516291" y="3142261"/>
                <a:ext cx="573478" cy="573478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bg1"/>
                    </a:solidFill>
                    <a:latin typeface="Arial Black" panose="020B0A04020102020204" pitchFamily="34" charset="0"/>
                    <a:cs typeface="Aharoni" panose="02010803020104030203" pitchFamily="2" charset="-79"/>
                  </a:rPr>
                  <a:t>5</a:t>
                </a:r>
              </a:p>
            </p:txBody>
          </p:sp>
          <p:cxnSp>
            <p:nvCxnSpPr>
              <p:cNvPr id="33" name="Connector: Curved 32">
                <a:extLst>
                  <a:ext uri="{FF2B5EF4-FFF2-40B4-BE49-F238E27FC236}">
                    <a16:creationId xmlns:a16="http://schemas.microsoft.com/office/drawing/2014/main" id="{B4A3338C-3256-758B-4FAC-32DF4A60F552}"/>
                  </a:ext>
                </a:extLst>
              </p:cNvPr>
              <p:cNvCxnSpPr>
                <a:stCxn id="32" idx="1"/>
                <a:endCxn id="32" idx="7"/>
              </p:cNvCxnSpPr>
              <p:nvPr/>
            </p:nvCxnSpPr>
            <p:spPr>
              <a:xfrm rot="5400000" flipH="1" flipV="1">
                <a:off x="803030" y="3023490"/>
                <a:ext cx="12700" cy="405510"/>
              </a:xfrm>
              <a:prstGeom prst="curvedConnector3">
                <a:avLst>
                  <a:gd name="adj1" fmla="val 2461291"/>
                </a:avLst>
              </a:prstGeom>
              <a:ln>
                <a:tailEnd type="triangl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59" name="Table 59">
            <a:extLst>
              <a:ext uri="{FF2B5EF4-FFF2-40B4-BE49-F238E27FC236}">
                <a16:creationId xmlns:a16="http://schemas.microsoft.com/office/drawing/2014/main" id="{6C8D1F8F-E1AB-851E-B71E-A90A1A8E63F5}"/>
              </a:ext>
            </a:extLst>
          </p:cNvPr>
          <p:cNvGraphicFramePr>
            <a:graphicFrameLocks noGrp="1"/>
          </p:cNvGraphicFramePr>
          <p:nvPr/>
        </p:nvGraphicFramePr>
        <p:xfrm>
          <a:off x="3270119" y="4617720"/>
          <a:ext cx="3960249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122">
                  <a:extLst>
                    <a:ext uri="{9D8B030D-6E8A-4147-A177-3AD203B41FA5}">
                      <a16:colId xmlns:a16="http://schemas.microsoft.com/office/drawing/2014/main" val="2191825029"/>
                    </a:ext>
                  </a:extLst>
                </a:gridCol>
                <a:gridCol w="606802">
                  <a:extLst>
                    <a:ext uri="{9D8B030D-6E8A-4147-A177-3AD203B41FA5}">
                      <a16:colId xmlns:a16="http://schemas.microsoft.com/office/drawing/2014/main" val="3638761675"/>
                    </a:ext>
                  </a:extLst>
                </a:gridCol>
                <a:gridCol w="595925">
                  <a:extLst>
                    <a:ext uri="{9D8B030D-6E8A-4147-A177-3AD203B41FA5}">
                      <a16:colId xmlns:a16="http://schemas.microsoft.com/office/drawing/2014/main" val="2014662352"/>
                    </a:ext>
                  </a:extLst>
                </a:gridCol>
                <a:gridCol w="574431">
                  <a:extLst>
                    <a:ext uri="{9D8B030D-6E8A-4147-A177-3AD203B41FA5}">
                      <a16:colId xmlns:a16="http://schemas.microsoft.com/office/drawing/2014/main" val="1154937816"/>
                    </a:ext>
                  </a:extLst>
                </a:gridCol>
                <a:gridCol w="550985">
                  <a:extLst>
                    <a:ext uri="{9D8B030D-6E8A-4147-A177-3AD203B41FA5}">
                      <a16:colId xmlns:a16="http://schemas.microsoft.com/office/drawing/2014/main" val="2835569727"/>
                    </a:ext>
                  </a:extLst>
                </a:gridCol>
                <a:gridCol w="550984">
                  <a:extLst>
                    <a:ext uri="{9D8B030D-6E8A-4147-A177-3AD203B41FA5}">
                      <a16:colId xmlns:a16="http://schemas.microsoft.com/office/drawing/2014/main" val="1091911445"/>
                    </a:ext>
                  </a:extLst>
                </a:gridCol>
              </a:tblGrid>
              <a:tr h="224244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Comic Sans MS" panose="030F0702030302020204" pitchFamily="66" charset="0"/>
                        </a:rPr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  <a:latin typeface="Comic Sans MS" panose="030F0702030302020204" pitchFamily="66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2448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rPr>
                        <a:t>Parent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5961452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37F99A9A-B84E-CEDA-B037-36D0D31B20D7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800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B7B1B6F-BC01-6BB1-F0B5-B14E32C617AF}"/>
              </a:ext>
            </a:extLst>
          </p:cNvPr>
          <p:cNvSpPr txBox="1"/>
          <p:nvPr/>
        </p:nvSpPr>
        <p:spPr>
          <a:xfrm>
            <a:off x="346636" y="1741776"/>
            <a:ext cx="11312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Arial" panose="020B0604020202020204" pitchFamily="34" charset="0"/>
              </a:rPr>
              <a:t>findset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</a:rPr>
              <a:t>(x)</a:t>
            </a:r>
            <a:r>
              <a:rPr lang="en-US" b="0" i="0" dirty="0"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returns the parent (</a:t>
            </a:r>
            <a:r>
              <a:rPr 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representative/leader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of x</a:t>
            </a:r>
          </a:p>
        </p:txBody>
      </p:sp>
      <p:sp>
        <p:nvSpPr>
          <p:cNvPr id="60" name="Rectangle 1">
            <a:extLst>
              <a:ext uri="{FF2B5EF4-FFF2-40B4-BE49-F238E27FC236}">
                <a16:creationId xmlns:a16="http://schemas.microsoft.com/office/drawing/2014/main" id="{D9C1B89D-3D20-2247-B45B-9D9969C3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980" y="2555395"/>
            <a:ext cx="5820824" cy="2677656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int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(int x)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if (x == parent[x])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return x;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return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(parent[x]);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}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61" name="Rectangle 2">
            <a:extLst>
              <a:ext uri="{FF2B5EF4-FFF2-40B4-BE49-F238E27FC236}">
                <a16:creationId xmlns:a16="http://schemas.microsoft.com/office/drawing/2014/main" id="{6433BD2B-BED5-CF39-A0B7-B8C23A09B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636" y="1374676"/>
            <a:ext cx="65" cy="276999"/>
          </a:xfrm>
          <a:prstGeom prst="rect">
            <a:avLst/>
          </a:prstGeom>
          <a:solidFill>
            <a:srgbClr val="ECEF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FE2452-7BA2-154C-6D91-F0ADF7C1F415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9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">
            <a:extLst>
              <a:ext uri="{FF2B5EF4-FFF2-40B4-BE49-F238E27FC236}">
                <a16:creationId xmlns:a16="http://schemas.microsoft.com/office/drawing/2014/main" id="{D9C1B89D-3D20-2247-B45B-9D9969C3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980" y="2555395"/>
            <a:ext cx="5820824" cy="2677656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int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(int x)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if (x == parent[x])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return x;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return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(parent[x]);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}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61" name="Rectangle 2">
            <a:extLst>
              <a:ext uri="{FF2B5EF4-FFF2-40B4-BE49-F238E27FC236}">
                <a16:creationId xmlns:a16="http://schemas.microsoft.com/office/drawing/2014/main" id="{6433BD2B-BED5-CF39-A0B7-B8C23A09B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636" y="1374676"/>
            <a:ext cx="65" cy="276999"/>
          </a:xfrm>
          <a:prstGeom prst="rect">
            <a:avLst/>
          </a:prstGeom>
          <a:solidFill>
            <a:srgbClr val="ECEF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A602A67-604C-E69C-FE66-2B33DCDB54BD}"/>
              </a:ext>
            </a:extLst>
          </p:cNvPr>
          <p:cNvSpPr/>
          <p:nvPr/>
        </p:nvSpPr>
        <p:spPr>
          <a:xfrm>
            <a:off x="8382000" y="2386079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84185C-51DB-EB25-33D0-52385B52560A}"/>
              </a:ext>
            </a:extLst>
          </p:cNvPr>
          <p:cNvSpPr/>
          <p:nvPr/>
        </p:nvSpPr>
        <p:spPr>
          <a:xfrm>
            <a:off x="8531467" y="4975143"/>
            <a:ext cx="515815" cy="5158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7C8555-36D7-0859-8923-2711099D145A}"/>
              </a:ext>
            </a:extLst>
          </p:cNvPr>
          <p:cNvSpPr/>
          <p:nvPr/>
        </p:nvSpPr>
        <p:spPr>
          <a:xfrm>
            <a:off x="8765930" y="3860498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E1F308-BB6F-B8E4-4F51-7E9FFA265096}"/>
              </a:ext>
            </a:extLst>
          </p:cNvPr>
          <p:cNvSpPr/>
          <p:nvPr/>
        </p:nvSpPr>
        <p:spPr>
          <a:xfrm>
            <a:off x="9571891" y="4681113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244FD5-1E70-8E97-5F82-0C6C17B59193}"/>
              </a:ext>
            </a:extLst>
          </p:cNvPr>
          <p:cNvSpPr/>
          <p:nvPr/>
        </p:nvSpPr>
        <p:spPr>
          <a:xfrm>
            <a:off x="7866185" y="4165298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CBD9D4C-A50F-DFD4-3A06-8B4D1B06EE1C}"/>
              </a:ext>
            </a:extLst>
          </p:cNvPr>
          <p:cNvSpPr/>
          <p:nvPr/>
        </p:nvSpPr>
        <p:spPr>
          <a:xfrm>
            <a:off x="9056076" y="3150261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387AF1-308E-DDC0-B851-D5A2F235223D}"/>
              </a:ext>
            </a:extLst>
          </p:cNvPr>
          <p:cNvSpPr/>
          <p:nvPr/>
        </p:nvSpPr>
        <p:spPr>
          <a:xfrm>
            <a:off x="10276279" y="3746402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CE7B7A-F0E4-66FA-D993-853589B6923D}"/>
              </a:ext>
            </a:extLst>
          </p:cNvPr>
          <p:cNvSpPr/>
          <p:nvPr/>
        </p:nvSpPr>
        <p:spPr>
          <a:xfrm>
            <a:off x="7883769" y="3204960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9A9061-7D23-35FA-2645-A73CABD0C0C2}"/>
              </a:ext>
            </a:extLst>
          </p:cNvPr>
          <p:cNvCxnSpPr/>
          <p:nvPr/>
        </p:nvCxnSpPr>
        <p:spPr>
          <a:xfrm>
            <a:off x="11027664" y="1297489"/>
            <a:ext cx="0" cy="77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E6C0BF-32F9-1AC8-EF7B-B0D6142817E6}"/>
              </a:ext>
            </a:extLst>
          </p:cNvPr>
          <p:cNvCxnSpPr>
            <a:stCxn id="15" idx="7"/>
            <a:endCxn id="2" idx="3"/>
          </p:cNvCxnSpPr>
          <p:nvPr/>
        </p:nvCxnSpPr>
        <p:spPr>
          <a:xfrm flipV="1">
            <a:off x="8324045" y="2826355"/>
            <a:ext cx="133494" cy="454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FE58D0-D380-C3E3-E61D-0E1D8BAC3E76}"/>
              </a:ext>
            </a:extLst>
          </p:cNvPr>
          <p:cNvCxnSpPr>
            <a:stCxn id="13" idx="1"/>
            <a:endCxn id="2" idx="5"/>
          </p:cNvCxnSpPr>
          <p:nvPr/>
        </p:nvCxnSpPr>
        <p:spPr>
          <a:xfrm flipH="1" flipV="1">
            <a:off x="8822276" y="2826355"/>
            <a:ext cx="309339" cy="399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59E23A-4B68-40E7-8909-FFD565C62A7C}"/>
              </a:ext>
            </a:extLst>
          </p:cNvPr>
          <p:cNvCxnSpPr>
            <a:stCxn id="12" idx="0"/>
            <a:endCxn id="15" idx="4"/>
          </p:cNvCxnSpPr>
          <p:nvPr/>
        </p:nvCxnSpPr>
        <p:spPr>
          <a:xfrm flipV="1">
            <a:off x="8124093" y="3720775"/>
            <a:ext cx="17584" cy="444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65D9E8-D780-EBDE-4C10-FE0070A16304}"/>
              </a:ext>
            </a:extLst>
          </p:cNvPr>
          <p:cNvCxnSpPr>
            <a:stCxn id="9" idx="1"/>
            <a:endCxn id="12" idx="5"/>
          </p:cNvCxnSpPr>
          <p:nvPr/>
        </p:nvCxnSpPr>
        <p:spPr>
          <a:xfrm flipH="1" flipV="1">
            <a:off x="8306461" y="4605574"/>
            <a:ext cx="300545" cy="445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A145E5-ED20-3DB7-0E6D-DDEB4CB55551}"/>
              </a:ext>
            </a:extLst>
          </p:cNvPr>
          <p:cNvCxnSpPr>
            <a:stCxn id="10" idx="0"/>
            <a:endCxn id="13" idx="3"/>
          </p:cNvCxnSpPr>
          <p:nvPr/>
        </p:nvCxnSpPr>
        <p:spPr>
          <a:xfrm flipV="1">
            <a:off x="9023838" y="3590537"/>
            <a:ext cx="107777" cy="269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49A435-AFC0-D4A3-9976-8F25AD64C75D}"/>
              </a:ext>
            </a:extLst>
          </p:cNvPr>
          <p:cNvCxnSpPr>
            <a:stCxn id="14" idx="1"/>
            <a:endCxn id="13" idx="5"/>
          </p:cNvCxnSpPr>
          <p:nvPr/>
        </p:nvCxnSpPr>
        <p:spPr>
          <a:xfrm flipH="1" flipV="1">
            <a:off x="9496352" y="3590537"/>
            <a:ext cx="855466" cy="231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7A829A-10A2-8158-6973-545C603C44A1}"/>
              </a:ext>
            </a:extLst>
          </p:cNvPr>
          <p:cNvCxnSpPr>
            <a:stCxn id="11" idx="1"/>
            <a:endCxn id="10" idx="5"/>
          </p:cNvCxnSpPr>
          <p:nvPr/>
        </p:nvCxnSpPr>
        <p:spPr>
          <a:xfrm flipH="1" flipV="1">
            <a:off x="9206206" y="4300774"/>
            <a:ext cx="441224" cy="455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6F722985-76B3-A657-8075-522DE7F2359A}"/>
              </a:ext>
            </a:extLst>
          </p:cNvPr>
          <p:cNvCxnSpPr>
            <a:stCxn id="2" idx="1"/>
            <a:endCxn id="2" idx="7"/>
          </p:cNvCxnSpPr>
          <p:nvPr/>
        </p:nvCxnSpPr>
        <p:spPr>
          <a:xfrm rot="5400000" flipH="1" flipV="1">
            <a:off x="8639907" y="2279250"/>
            <a:ext cx="12700" cy="364737"/>
          </a:xfrm>
          <a:prstGeom prst="curvedConnector3">
            <a:avLst>
              <a:gd name="adj1" fmla="val 359479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5BD241D-FF60-B179-42D2-BFA08A113D83}"/>
              </a:ext>
            </a:extLst>
          </p:cNvPr>
          <p:cNvSpPr txBox="1"/>
          <p:nvPr/>
        </p:nvSpPr>
        <p:spPr>
          <a:xfrm>
            <a:off x="2743200" y="5627077"/>
            <a:ext cx="377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FF0000"/>
                </a:solidFill>
                <a:latin typeface="Arial Black" panose="020B0A04020102020204" pitchFamily="34" charset="0"/>
              </a:rPr>
              <a:t>Findset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(7) = 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E9CFA5-6C05-4F15-6A9F-5293B2BAF790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670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">
            <a:extLst>
              <a:ext uri="{FF2B5EF4-FFF2-40B4-BE49-F238E27FC236}">
                <a16:creationId xmlns:a16="http://schemas.microsoft.com/office/drawing/2014/main" id="{D9C1B89D-3D20-2247-B45B-9D9969C3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980" y="2555395"/>
            <a:ext cx="5820824" cy="2677656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int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(int x)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if (x == parent[x])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return x;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return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(parent[x]);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}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61" name="Rectangle 2">
            <a:extLst>
              <a:ext uri="{FF2B5EF4-FFF2-40B4-BE49-F238E27FC236}">
                <a16:creationId xmlns:a16="http://schemas.microsoft.com/office/drawing/2014/main" id="{6433BD2B-BED5-CF39-A0B7-B8C23A09B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636" y="1374676"/>
            <a:ext cx="65" cy="276999"/>
          </a:xfrm>
          <a:prstGeom prst="rect">
            <a:avLst/>
          </a:prstGeom>
          <a:solidFill>
            <a:srgbClr val="ECEF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A602A67-604C-E69C-FE66-2B33DCDB54BD}"/>
              </a:ext>
            </a:extLst>
          </p:cNvPr>
          <p:cNvSpPr/>
          <p:nvPr/>
        </p:nvSpPr>
        <p:spPr>
          <a:xfrm>
            <a:off x="8382000" y="2386079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84185C-51DB-EB25-33D0-52385B52560A}"/>
              </a:ext>
            </a:extLst>
          </p:cNvPr>
          <p:cNvSpPr/>
          <p:nvPr/>
        </p:nvSpPr>
        <p:spPr>
          <a:xfrm>
            <a:off x="8531467" y="4975143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7C8555-36D7-0859-8923-2711099D145A}"/>
              </a:ext>
            </a:extLst>
          </p:cNvPr>
          <p:cNvSpPr/>
          <p:nvPr/>
        </p:nvSpPr>
        <p:spPr>
          <a:xfrm>
            <a:off x="8765930" y="3860498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E1F308-BB6F-B8E4-4F51-7E9FFA265096}"/>
              </a:ext>
            </a:extLst>
          </p:cNvPr>
          <p:cNvSpPr/>
          <p:nvPr/>
        </p:nvSpPr>
        <p:spPr>
          <a:xfrm>
            <a:off x="9571891" y="4681113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244FD5-1E70-8E97-5F82-0C6C17B59193}"/>
              </a:ext>
            </a:extLst>
          </p:cNvPr>
          <p:cNvSpPr/>
          <p:nvPr/>
        </p:nvSpPr>
        <p:spPr>
          <a:xfrm>
            <a:off x="7866185" y="4165298"/>
            <a:ext cx="515815" cy="5158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CBD9D4C-A50F-DFD4-3A06-8B4D1B06EE1C}"/>
              </a:ext>
            </a:extLst>
          </p:cNvPr>
          <p:cNvSpPr/>
          <p:nvPr/>
        </p:nvSpPr>
        <p:spPr>
          <a:xfrm>
            <a:off x="9056076" y="3150261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387AF1-308E-DDC0-B851-D5A2F235223D}"/>
              </a:ext>
            </a:extLst>
          </p:cNvPr>
          <p:cNvSpPr/>
          <p:nvPr/>
        </p:nvSpPr>
        <p:spPr>
          <a:xfrm>
            <a:off x="10276279" y="3746402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CE7B7A-F0E4-66FA-D993-853589B6923D}"/>
              </a:ext>
            </a:extLst>
          </p:cNvPr>
          <p:cNvSpPr/>
          <p:nvPr/>
        </p:nvSpPr>
        <p:spPr>
          <a:xfrm>
            <a:off x="7883769" y="3204960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E6C0BF-32F9-1AC8-EF7B-B0D6142817E6}"/>
              </a:ext>
            </a:extLst>
          </p:cNvPr>
          <p:cNvCxnSpPr>
            <a:stCxn id="15" idx="7"/>
            <a:endCxn id="2" idx="3"/>
          </p:cNvCxnSpPr>
          <p:nvPr/>
        </p:nvCxnSpPr>
        <p:spPr>
          <a:xfrm flipV="1">
            <a:off x="8324045" y="2826355"/>
            <a:ext cx="133494" cy="454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FE58D0-D380-C3E3-E61D-0E1D8BAC3E76}"/>
              </a:ext>
            </a:extLst>
          </p:cNvPr>
          <p:cNvCxnSpPr>
            <a:stCxn id="13" idx="1"/>
            <a:endCxn id="2" idx="5"/>
          </p:cNvCxnSpPr>
          <p:nvPr/>
        </p:nvCxnSpPr>
        <p:spPr>
          <a:xfrm flipH="1" flipV="1">
            <a:off x="8822276" y="2826355"/>
            <a:ext cx="309339" cy="399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59E23A-4B68-40E7-8909-FFD565C62A7C}"/>
              </a:ext>
            </a:extLst>
          </p:cNvPr>
          <p:cNvCxnSpPr>
            <a:stCxn id="12" idx="0"/>
            <a:endCxn id="15" idx="4"/>
          </p:cNvCxnSpPr>
          <p:nvPr/>
        </p:nvCxnSpPr>
        <p:spPr>
          <a:xfrm flipV="1">
            <a:off x="8124093" y="3720775"/>
            <a:ext cx="17584" cy="444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65D9E8-D780-EBDE-4C10-FE0070A16304}"/>
              </a:ext>
            </a:extLst>
          </p:cNvPr>
          <p:cNvCxnSpPr>
            <a:stCxn id="9" idx="1"/>
            <a:endCxn id="12" idx="5"/>
          </p:cNvCxnSpPr>
          <p:nvPr/>
        </p:nvCxnSpPr>
        <p:spPr>
          <a:xfrm flipH="1" flipV="1">
            <a:off x="8306461" y="4605574"/>
            <a:ext cx="300545" cy="445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A145E5-ED20-3DB7-0E6D-DDEB4CB55551}"/>
              </a:ext>
            </a:extLst>
          </p:cNvPr>
          <p:cNvCxnSpPr>
            <a:stCxn id="10" idx="0"/>
            <a:endCxn id="13" idx="3"/>
          </p:cNvCxnSpPr>
          <p:nvPr/>
        </p:nvCxnSpPr>
        <p:spPr>
          <a:xfrm flipV="1">
            <a:off x="9023838" y="3590537"/>
            <a:ext cx="107777" cy="269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49A435-AFC0-D4A3-9976-8F25AD64C75D}"/>
              </a:ext>
            </a:extLst>
          </p:cNvPr>
          <p:cNvCxnSpPr>
            <a:stCxn id="14" idx="1"/>
            <a:endCxn id="13" idx="5"/>
          </p:cNvCxnSpPr>
          <p:nvPr/>
        </p:nvCxnSpPr>
        <p:spPr>
          <a:xfrm flipH="1" flipV="1">
            <a:off x="9496352" y="3590537"/>
            <a:ext cx="855466" cy="231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7A829A-10A2-8158-6973-545C603C44A1}"/>
              </a:ext>
            </a:extLst>
          </p:cNvPr>
          <p:cNvCxnSpPr>
            <a:stCxn id="11" idx="1"/>
            <a:endCxn id="10" idx="5"/>
          </p:cNvCxnSpPr>
          <p:nvPr/>
        </p:nvCxnSpPr>
        <p:spPr>
          <a:xfrm flipH="1" flipV="1">
            <a:off x="9206206" y="4300774"/>
            <a:ext cx="441224" cy="455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6F722985-76B3-A657-8075-522DE7F2359A}"/>
              </a:ext>
            </a:extLst>
          </p:cNvPr>
          <p:cNvCxnSpPr>
            <a:stCxn id="2" idx="1"/>
            <a:endCxn id="2" idx="7"/>
          </p:cNvCxnSpPr>
          <p:nvPr/>
        </p:nvCxnSpPr>
        <p:spPr>
          <a:xfrm rot="5400000" flipH="1" flipV="1">
            <a:off x="8639907" y="2279250"/>
            <a:ext cx="12700" cy="364737"/>
          </a:xfrm>
          <a:prstGeom prst="curvedConnector3">
            <a:avLst>
              <a:gd name="adj1" fmla="val 359479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5BD241D-FF60-B179-42D2-BFA08A113D83}"/>
              </a:ext>
            </a:extLst>
          </p:cNvPr>
          <p:cNvSpPr txBox="1"/>
          <p:nvPr/>
        </p:nvSpPr>
        <p:spPr>
          <a:xfrm>
            <a:off x="697208" y="5627077"/>
            <a:ext cx="582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FF0000"/>
                </a:solidFill>
                <a:latin typeface="Arial Black" panose="020B0A04020102020204" pitchFamily="34" charset="0"/>
              </a:rPr>
              <a:t>Findset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(7)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 </a:t>
            </a:r>
            <a:r>
              <a:rPr lang="en-IN" dirty="0" err="1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findset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(</a:t>
            </a:r>
            <a:r>
              <a:rPr lang="en-IN" dirty="0">
                <a:solidFill>
                  <a:srgbClr val="00206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parent(7)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) =</a:t>
            </a:r>
            <a:r>
              <a:rPr lang="en-IN" dirty="0" err="1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findset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(4)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2D20AA-6F94-EA42-40B8-DF91E68E0D70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456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">
            <a:extLst>
              <a:ext uri="{FF2B5EF4-FFF2-40B4-BE49-F238E27FC236}">
                <a16:creationId xmlns:a16="http://schemas.microsoft.com/office/drawing/2014/main" id="{D9C1B89D-3D20-2247-B45B-9D9969C3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980" y="2555395"/>
            <a:ext cx="5820824" cy="2677656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int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(int x)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if (x == parent[x])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return x;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return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(parent[x]);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}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61" name="Rectangle 2">
            <a:extLst>
              <a:ext uri="{FF2B5EF4-FFF2-40B4-BE49-F238E27FC236}">
                <a16:creationId xmlns:a16="http://schemas.microsoft.com/office/drawing/2014/main" id="{6433BD2B-BED5-CF39-A0B7-B8C23A09B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636" y="1374676"/>
            <a:ext cx="65" cy="276999"/>
          </a:xfrm>
          <a:prstGeom prst="rect">
            <a:avLst/>
          </a:prstGeom>
          <a:solidFill>
            <a:srgbClr val="ECEF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A602A67-604C-E69C-FE66-2B33DCDB54BD}"/>
              </a:ext>
            </a:extLst>
          </p:cNvPr>
          <p:cNvSpPr/>
          <p:nvPr/>
        </p:nvSpPr>
        <p:spPr>
          <a:xfrm>
            <a:off x="8382000" y="2386079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84185C-51DB-EB25-33D0-52385B52560A}"/>
              </a:ext>
            </a:extLst>
          </p:cNvPr>
          <p:cNvSpPr/>
          <p:nvPr/>
        </p:nvSpPr>
        <p:spPr>
          <a:xfrm>
            <a:off x="8531467" y="4975143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7C8555-36D7-0859-8923-2711099D145A}"/>
              </a:ext>
            </a:extLst>
          </p:cNvPr>
          <p:cNvSpPr/>
          <p:nvPr/>
        </p:nvSpPr>
        <p:spPr>
          <a:xfrm>
            <a:off x="8765930" y="3860498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E1F308-BB6F-B8E4-4F51-7E9FFA265096}"/>
              </a:ext>
            </a:extLst>
          </p:cNvPr>
          <p:cNvSpPr/>
          <p:nvPr/>
        </p:nvSpPr>
        <p:spPr>
          <a:xfrm>
            <a:off x="9571891" y="4681113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244FD5-1E70-8E97-5F82-0C6C17B59193}"/>
              </a:ext>
            </a:extLst>
          </p:cNvPr>
          <p:cNvSpPr/>
          <p:nvPr/>
        </p:nvSpPr>
        <p:spPr>
          <a:xfrm>
            <a:off x="7866185" y="4165298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CBD9D4C-A50F-DFD4-3A06-8B4D1B06EE1C}"/>
              </a:ext>
            </a:extLst>
          </p:cNvPr>
          <p:cNvSpPr/>
          <p:nvPr/>
        </p:nvSpPr>
        <p:spPr>
          <a:xfrm>
            <a:off x="9056076" y="3150261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387AF1-308E-DDC0-B851-D5A2F235223D}"/>
              </a:ext>
            </a:extLst>
          </p:cNvPr>
          <p:cNvSpPr/>
          <p:nvPr/>
        </p:nvSpPr>
        <p:spPr>
          <a:xfrm>
            <a:off x="10276279" y="3746402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CE7B7A-F0E4-66FA-D993-853589B6923D}"/>
              </a:ext>
            </a:extLst>
          </p:cNvPr>
          <p:cNvSpPr/>
          <p:nvPr/>
        </p:nvSpPr>
        <p:spPr>
          <a:xfrm>
            <a:off x="7883769" y="3204960"/>
            <a:ext cx="515815" cy="5158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9A9061-7D23-35FA-2645-A73CABD0C0C2}"/>
              </a:ext>
            </a:extLst>
          </p:cNvPr>
          <p:cNvCxnSpPr/>
          <p:nvPr/>
        </p:nvCxnSpPr>
        <p:spPr>
          <a:xfrm>
            <a:off x="11027664" y="1297489"/>
            <a:ext cx="0" cy="77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E6C0BF-32F9-1AC8-EF7B-B0D6142817E6}"/>
              </a:ext>
            </a:extLst>
          </p:cNvPr>
          <p:cNvCxnSpPr>
            <a:stCxn id="15" idx="7"/>
            <a:endCxn id="2" idx="3"/>
          </p:cNvCxnSpPr>
          <p:nvPr/>
        </p:nvCxnSpPr>
        <p:spPr>
          <a:xfrm flipV="1">
            <a:off x="8324045" y="2826355"/>
            <a:ext cx="133494" cy="454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FE58D0-D380-C3E3-E61D-0E1D8BAC3E76}"/>
              </a:ext>
            </a:extLst>
          </p:cNvPr>
          <p:cNvCxnSpPr>
            <a:stCxn id="13" idx="1"/>
            <a:endCxn id="2" idx="5"/>
          </p:cNvCxnSpPr>
          <p:nvPr/>
        </p:nvCxnSpPr>
        <p:spPr>
          <a:xfrm flipH="1" flipV="1">
            <a:off x="8822276" y="2826355"/>
            <a:ext cx="309339" cy="399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59E23A-4B68-40E7-8909-FFD565C62A7C}"/>
              </a:ext>
            </a:extLst>
          </p:cNvPr>
          <p:cNvCxnSpPr>
            <a:stCxn id="12" idx="0"/>
            <a:endCxn id="15" idx="4"/>
          </p:cNvCxnSpPr>
          <p:nvPr/>
        </p:nvCxnSpPr>
        <p:spPr>
          <a:xfrm flipV="1">
            <a:off x="8124093" y="3720775"/>
            <a:ext cx="17584" cy="444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65D9E8-D780-EBDE-4C10-FE0070A16304}"/>
              </a:ext>
            </a:extLst>
          </p:cNvPr>
          <p:cNvCxnSpPr>
            <a:stCxn id="9" idx="1"/>
            <a:endCxn id="12" idx="5"/>
          </p:cNvCxnSpPr>
          <p:nvPr/>
        </p:nvCxnSpPr>
        <p:spPr>
          <a:xfrm flipH="1" flipV="1">
            <a:off x="8306461" y="4605574"/>
            <a:ext cx="300545" cy="445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A145E5-ED20-3DB7-0E6D-DDEB4CB55551}"/>
              </a:ext>
            </a:extLst>
          </p:cNvPr>
          <p:cNvCxnSpPr>
            <a:stCxn id="10" idx="0"/>
            <a:endCxn id="13" idx="3"/>
          </p:cNvCxnSpPr>
          <p:nvPr/>
        </p:nvCxnSpPr>
        <p:spPr>
          <a:xfrm flipV="1">
            <a:off x="9023838" y="3590537"/>
            <a:ext cx="107777" cy="269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49A435-AFC0-D4A3-9976-8F25AD64C75D}"/>
              </a:ext>
            </a:extLst>
          </p:cNvPr>
          <p:cNvCxnSpPr>
            <a:stCxn id="14" idx="1"/>
            <a:endCxn id="13" idx="5"/>
          </p:cNvCxnSpPr>
          <p:nvPr/>
        </p:nvCxnSpPr>
        <p:spPr>
          <a:xfrm flipH="1" flipV="1">
            <a:off x="9496352" y="3590537"/>
            <a:ext cx="855466" cy="231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7A829A-10A2-8158-6973-545C603C44A1}"/>
              </a:ext>
            </a:extLst>
          </p:cNvPr>
          <p:cNvCxnSpPr>
            <a:stCxn id="11" idx="1"/>
            <a:endCxn id="10" idx="5"/>
          </p:cNvCxnSpPr>
          <p:nvPr/>
        </p:nvCxnSpPr>
        <p:spPr>
          <a:xfrm flipH="1" flipV="1">
            <a:off x="9206206" y="4300774"/>
            <a:ext cx="441224" cy="455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6F722985-76B3-A657-8075-522DE7F2359A}"/>
              </a:ext>
            </a:extLst>
          </p:cNvPr>
          <p:cNvCxnSpPr>
            <a:stCxn id="2" idx="1"/>
            <a:endCxn id="2" idx="7"/>
          </p:cNvCxnSpPr>
          <p:nvPr/>
        </p:nvCxnSpPr>
        <p:spPr>
          <a:xfrm rot="5400000" flipH="1" flipV="1">
            <a:off x="8639907" y="2279250"/>
            <a:ext cx="12700" cy="364737"/>
          </a:xfrm>
          <a:prstGeom prst="curvedConnector3">
            <a:avLst>
              <a:gd name="adj1" fmla="val 359479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5BD241D-FF60-B179-42D2-BFA08A113D83}"/>
              </a:ext>
            </a:extLst>
          </p:cNvPr>
          <p:cNvSpPr txBox="1"/>
          <p:nvPr/>
        </p:nvSpPr>
        <p:spPr>
          <a:xfrm>
            <a:off x="697207" y="5627077"/>
            <a:ext cx="7834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FF0000"/>
                </a:solidFill>
                <a:latin typeface="Arial Black" panose="020B0A04020102020204" pitchFamily="34" charset="0"/>
              </a:rPr>
              <a:t>Findset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(7)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 </a:t>
            </a:r>
            <a:r>
              <a:rPr lang="en-IN" dirty="0" err="1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findset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(4)</a:t>
            </a:r>
            <a:r>
              <a:rPr lang="en-IN" dirty="0" err="1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findset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(</a:t>
            </a:r>
            <a:r>
              <a:rPr lang="en-IN" dirty="0">
                <a:solidFill>
                  <a:srgbClr val="00206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parent(4)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)= </a:t>
            </a:r>
            <a:r>
              <a:rPr lang="en-IN" dirty="0" err="1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findset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(2)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3CA38D-4E22-F40C-E786-F5233ED8643E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600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">
            <a:extLst>
              <a:ext uri="{FF2B5EF4-FFF2-40B4-BE49-F238E27FC236}">
                <a16:creationId xmlns:a16="http://schemas.microsoft.com/office/drawing/2014/main" id="{D9C1B89D-3D20-2247-B45B-9D9969C3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980" y="2555395"/>
            <a:ext cx="5820824" cy="2677656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int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(int x)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if (x == parent[x])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return x;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return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(parent[x]);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}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61" name="Rectangle 2">
            <a:extLst>
              <a:ext uri="{FF2B5EF4-FFF2-40B4-BE49-F238E27FC236}">
                <a16:creationId xmlns:a16="http://schemas.microsoft.com/office/drawing/2014/main" id="{6433BD2B-BED5-CF39-A0B7-B8C23A09B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636" y="1374676"/>
            <a:ext cx="65" cy="276999"/>
          </a:xfrm>
          <a:prstGeom prst="rect">
            <a:avLst/>
          </a:prstGeom>
          <a:solidFill>
            <a:srgbClr val="ECEF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A602A67-604C-E69C-FE66-2B33DCDB54BD}"/>
              </a:ext>
            </a:extLst>
          </p:cNvPr>
          <p:cNvSpPr/>
          <p:nvPr/>
        </p:nvSpPr>
        <p:spPr>
          <a:xfrm>
            <a:off x="8382000" y="2386079"/>
            <a:ext cx="515815" cy="5158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84185C-51DB-EB25-33D0-52385B52560A}"/>
              </a:ext>
            </a:extLst>
          </p:cNvPr>
          <p:cNvSpPr/>
          <p:nvPr/>
        </p:nvSpPr>
        <p:spPr>
          <a:xfrm>
            <a:off x="8531467" y="4975143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7C8555-36D7-0859-8923-2711099D145A}"/>
              </a:ext>
            </a:extLst>
          </p:cNvPr>
          <p:cNvSpPr/>
          <p:nvPr/>
        </p:nvSpPr>
        <p:spPr>
          <a:xfrm>
            <a:off x="8765930" y="3860498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E1F308-BB6F-B8E4-4F51-7E9FFA265096}"/>
              </a:ext>
            </a:extLst>
          </p:cNvPr>
          <p:cNvSpPr/>
          <p:nvPr/>
        </p:nvSpPr>
        <p:spPr>
          <a:xfrm>
            <a:off x="9571891" y="4681113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244FD5-1E70-8E97-5F82-0C6C17B59193}"/>
              </a:ext>
            </a:extLst>
          </p:cNvPr>
          <p:cNvSpPr/>
          <p:nvPr/>
        </p:nvSpPr>
        <p:spPr>
          <a:xfrm>
            <a:off x="7866185" y="4165298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CBD9D4C-A50F-DFD4-3A06-8B4D1B06EE1C}"/>
              </a:ext>
            </a:extLst>
          </p:cNvPr>
          <p:cNvSpPr/>
          <p:nvPr/>
        </p:nvSpPr>
        <p:spPr>
          <a:xfrm>
            <a:off x="9056076" y="3150261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387AF1-308E-DDC0-B851-D5A2F235223D}"/>
              </a:ext>
            </a:extLst>
          </p:cNvPr>
          <p:cNvSpPr/>
          <p:nvPr/>
        </p:nvSpPr>
        <p:spPr>
          <a:xfrm>
            <a:off x="10276279" y="3746402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CE7B7A-F0E4-66FA-D993-853589B6923D}"/>
              </a:ext>
            </a:extLst>
          </p:cNvPr>
          <p:cNvSpPr/>
          <p:nvPr/>
        </p:nvSpPr>
        <p:spPr>
          <a:xfrm>
            <a:off x="7883769" y="3204960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9A9061-7D23-35FA-2645-A73CABD0C0C2}"/>
              </a:ext>
            </a:extLst>
          </p:cNvPr>
          <p:cNvCxnSpPr/>
          <p:nvPr/>
        </p:nvCxnSpPr>
        <p:spPr>
          <a:xfrm>
            <a:off x="11027664" y="1297489"/>
            <a:ext cx="0" cy="77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E6C0BF-32F9-1AC8-EF7B-B0D6142817E6}"/>
              </a:ext>
            </a:extLst>
          </p:cNvPr>
          <p:cNvCxnSpPr>
            <a:stCxn id="15" idx="7"/>
            <a:endCxn id="2" idx="3"/>
          </p:cNvCxnSpPr>
          <p:nvPr/>
        </p:nvCxnSpPr>
        <p:spPr>
          <a:xfrm flipV="1">
            <a:off x="8324045" y="2826355"/>
            <a:ext cx="133494" cy="454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FE58D0-D380-C3E3-E61D-0E1D8BAC3E76}"/>
              </a:ext>
            </a:extLst>
          </p:cNvPr>
          <p:cNvCxnSpPr>
            <a:stCxn id="13" idx="1"/>
            <a:endCxn id="2" idx="5"/>
          </p:cNvCxnSpPr>
          <p:nvPr/>
        </p:nvCxnSpPr>
        <p:spPr>
          <a:xfrm flipH="1" flipV="1">
            <a:off x="8822276" y="2826355"/>
            <a:ext cx="309339" cy="399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59E23A-4B68-40E7-8909-FFD565C62A7C}"/>
              </a:ext>
            </a:extLst>
          </p:cNvPr>
          <p:cNvCxnSpPr>
            <a:stCxn id="12" idx="0"/>
            <a:endCxn id="15" idx="4"/>
          </p:cNvCxnSpPr>
          <p:nvPr/>
        </p:nvCxnSpPr>
        <p:spPr>
          <a:xfrm flipV="1">
            <a:off x="8124093" y="3720775"/>
            <a:ext cx="17584" cy="444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65D9E8-D780-EBDE-4C10-FE0070A16304}"/>
              </a:ext>
            </a:extLst>
          </p:cNvPr>
          <p:cNvCxnSpPr>
            <a:stCxn id="9" idx="1"/>
            <a:endCxn id="12" idx="5"/>
          </p:cNvCxnSpPr>
          <p:nvPr/>
        </p:nvCxnSpPr>
        <p:spPr>
          <a:xfrm flipH="1" flipV="1">
            <a:off x="8306461" y="4605574"/>
            <a:ext cx="300545" cy="445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A145E5-ED20-3DB7-0E6D-DDEB4CB55551}"/>
              </a:ext>
            </a:extLst>
          </p:cNvPr>
          <p:cNvCxnSpPr>
            <a:stCxn id="10" idx="0"/>
            <a:endCxn id="13" idx="3"/>
          </p:cNvCxnSpPr>
          <p:nvPr/>
        </p:nvCxnSpPr>
        <p:spPr>
          <a:xfrm flipV="1">
            <a:off x="9023838" y="3590537"/>
            <a:ext cx="107777" cy="269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49A435-AFC0-D4A3-9976-8F25AD64C75D}"/>
              </a:ext>
            </a:extLst>
          </p:cNvPr>
          <p:cNvCxnSpPr>
            <a:stCxn id="14" idx="1"/>
            <a:endCxn id="13" idx="5"/>
          </p:cNvCxnSpPr>
          <p:nvPr/>
        </p:nvCxnSpPr>
        <p:spPr>
          <a:xfrm flipH="1" flipV="1">
            <a:off x="9496352" y="3590537"/>
            <a:ext cx="855466" cy="231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7A829A-10A2-8158-6973-545C603C44A1}"/>
              </a:ext>
            </a:extLst>
          </p:cNvPr>
          <p:cNvCxnSpPr>
            <a:stCxn id="11" idx="1"/>
            <a:endCxn id="10" idx="5"/>
          </p:cNvCxnSpPr>
          <p:nvPr/>
        </p:nvCxnSpPr>
        <p:spPr>
          <a:xfrm flipH="1" flipV="1">
            <a:off x="9206206" y="4300774"/>
            <a:ext cx="441224" cy="455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6F722985-76B3-A657-8075-522DE7F2359A}"/>
              </a:ext>
            </a:extLst>
          </p:cNvPr>
          <p:cNvCxnSpPr>
            <a:stCxn id="2" idx="1"/>
            <a:endCxn id="2" idx="7"/>
          </p:cNvCxnSpPr>
          <p:nvPr/>
        </p:nvCxnSpPr>
        <p:spPr>
          <a:xfrm rot="5400000" flipH="1" flipV="1">
            <a:off x="8639907" y="2279250"/>
            <a:ext cx="12700" cy="364737"/>
          </a:xfrm>
          <a:prstGeom prst="curvedConnector3">
            <a:avLst>
              <a:gd name="adj1" fmla="val 359479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5BD241D-FF60-B179-42D2-BFA08A113D83}"/>
              </a:ext>
            </a:extLst>
          </p:cNvPr>
          <p:cNvSpPr txBox="1"/>
          <p:nvPr/>
        </p:nvSpPr>
        <p:spPr>
          <a:xfrm>
            <a:off x="697207" y="5627077"/>
            <a:ext cx="11175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FF0000"/>
                </a:solidFill>
                <a:latin typeface="Arial Black" panose="020B0A04020102020204" pitchFamily="34" charset="0"/>
              </a:rPr>
              <a:t>findset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(7)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 </a:t>
            </a:r>
            <a:r>
              <a:rPr lang="en-IN" dirty="0" err="1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findset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(4)</a:t>
            </a:r>
            <a:r>
              <a:rPr lang="en-IN" dirty="0" err="1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findset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(2)</a:t>
            </a:r>
            <a:r>
              <a:rPr lang="en-IN" dirty="0" err="1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findset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(</a:t>
            </a:r>
            <a:r>
              <a:rPr lang="en-IN" dirty="0">
                <a:solidFill>
                  <a:srgbClr val="00206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parent(2)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) = </a:t>
            </a:r>
            <a:r>
              <a:rPr lang="en-IN" dirty="0" err="1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findset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(1) = 1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668162-8F6F-F2EA-DEEF-5DF18FCA82CA}"/>
              </a:ext>
            </a:extLst>
          </p:cNvPr>
          <p:cNvSpPr/>
          <p:nvPr/>
        </p:nvSpPr>
        <p:spPr>
          <a:xfrm>
            <a:off x="0" y="12628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471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2">
            <a:extLst>
              <a:ext uri="{FF2B5EF4-FFF2-40B4-BE49-F238E27FC236}">
                <a16:creationId xmlns:a16="http://schemas.microsoft.com/office/drawing/2014/main" id="{6433BD2B-BED5-CF39-A0B7-B8C23A09B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636" y="1374676"/>
            <a:ext cx="65" cy="276999"/>
          </a:xfrm>
          <a:prstGeom prst="rect">
            <a:avLst/>
          </a:prstGeom>
          <a:solidFill>
            <a:srgbClr val="ECEF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A602A67-604C-E69C-FE66-2B33DCDB54BD}"/>
              </a:ext>
            </a:extLst>
          </p:cNvPr>
          <p:cNvSpPr/>
          <p:nvPr/>
        </p:nvSpPr>
        <p:spPr>
          <a:xfrm>
            <a:off x="3903784" y="1954581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84185C-51DB-EB25-33D0-52385B52560A}"/>
              </a:ext>
            </a:extLst>
          </p:cNvPr>
          <p:cNvSpPr/>
          <p:nvPr/>
        </p:nvSpPr>
        <p:spPr>
          <a:xfrm>
            <a:off x="4062045" y="4507522"/>
            <a:ext cx="515815" cy="5158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7C8555-36D7-0859-8923-2711099D145A}"/>
              </a:ext>
            </a:extLst>
          </p:cNvPr>
          <p:cNvSpPr/>
          <p:nvPr/>
        </p:nvSpPr>
        <p:spPr>
          <a:xfrm>
            <a:off x="4287714" y="3429000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E1F308-BB6F-B8E4-4F51-7E9FFA265096}"/>
              </a:ext>
            </a:extLst>
          </p:cNvPr>
          <p:cNvSpPr/>
          <p:nvPr/>
        </p:nvSpPr>
        <p:spPr>
          <a:xfrm>
            <a:off x="5093675" y="4249615"/>
            <a:ext cx="515815" cy="5158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244FD5-1E70-8E97-5F82-0C6C17B59193}"/>
              </a:ext>
            </a:extLst>
          </p:cNvPr>
          <p:cNvSpPr/>
          <p:nvPr/>
        </p:nvSpPr>
        <p:spPr>
          <a:xfrm>
            <a:off x="3387969" y="3733800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CBD9D4C-A50F-DFD4-3A06-8B4D1B06EE1C}"/>
              </a:ext>
            </a:extLst>
          </p:cNvPr>
          <p:cNvSpPr/>
          <p:nvPr/>
        </p:nvSpPr>
        <p:spPr>
          <a:xfrm>
            <a:off x="4577860" y="2718763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387AF1-308E-DDC0-B851-D5A2F235223D}"/>
              </a:ext>
            </a:extLst>
          </p:cNvPr>
          <p:cNvSpPr/>
          <p:nvPr/>
        </p:nvSpPr>
        <p:spPr>
          <a:xfrm>
            <a:off x="5798063" y="3314904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CE7B7A-F0E4-66FA-D993-853589B6923D}"/>
              </a:ext>
            </a:extLst>
          </p:cNvPr>
          <p:cNvSpPr/>
          <p:nvPr/>
        </p:nvSpPr>
        <p:spPr>
          <a:xfrm>
            <a:off x="3405553" y="2773462"/>
            <a:ext cx="515815" cy="5158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9A9061-7D23-35FA-2645-A73CABD0C0C2}"/>
              </a:ext>
            </a:extLst>
          </p:cNvPr>
          <p:cNvCxnSpPr/>
          <p:nvPr/>
        </p:nvCxnSpPr>
        <p:spPr>
          <a:xfrm>
            <a:off x="11027664" y="1297489"/>
            <a:ext cx="0" cy="77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E6C0BF-32F9-1AC8-EF7B-B0D6142817E6}"/>
              </a:ext>
            </a:extLst>
          </p:cNvPr>
          <p:cNvCxnSpPr>
            <a:stCxn id="15" idx="7"/>
            <a:endCxn id="2" idx="3"/>
          </p:cNvCxnSpPr>
          <p:nvPr/>
        </p:nvCxnSpPr>
        <p:spPr>
          <a:xfrm flipV="1">
            <a:off x="3845829" y="2394857"/>
            <a:ext cx="133494" cy="454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FE58D0-D380-C3E3-E61D-0E1D8BAC3E76}"/>
              </a:ext>
            </a:extLst>
          </p:cNvPr>
          <p:cNvCxnSpPr>
            <a:stCxn id="13" idx="1"/>
            <a:endCxn id="2" idx="5"/>
          </p:cNvCxnSpPr>
          <p:nvPr/>
        </p:nvCxnSpPr>
        <p:spPr>
          <a:xfrm flipH="1" flipV="1">
            <a:off x="4344060" y="2394857"/>
            <a:ext cx="309339" cy="399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59E23A-4B68-40E7-8909-FFD565C62A7C}"/>
              </a:ext>
            </a:extLst>
          </p:cNvPr>
          <p:cNvCxnSpPr>
            <a:stCxn id="12" idx="0"/>
            <a:endCxn id="15" idx="4"/>
          </p:cNvCxnSpPr>
          <p:nvPr/>
        </p:nvCxnSpPr>
        <p:spPr>
          <a:xfrm flipV="1">
            <a:off x="3645877" y="3289277"/>
            <a:ext cx="17584" cy="444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65D9E8-D780-EBDE-4C10-FE0070A16304}"/>
              </a:ext>
            </a:extLst>
          </p:cNvPr>
          <p:cNvCxnSpPr>
            <a:stCxn id="9" idx="1"/>
            <a:endCxn id="12" idx="5"/>
          </p:cNvCxnSpPr>
          <p:nvPr/>
        </p:nvCxnSpPr>
        <p:spPr>
          <a:xfrm flipH="1" flipV="1">
            <a:off x="3828245" y="4174076"/>
            <a:ext cx="309339" cy="408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A145E5-ED20-3DB7-0E6D-DDEB4CB55551}"/>
              </a:ext>
            </a:extLst>
          </p:cNvPr>
          <p:cNvCxnSpPr>
            <a:stCxn id="10" idx="0"/>
            <a:endCxn id="13" idx="3"/>
          </p:cNvCxnSpPr>
          <p:nvPr/>
        </p:nvCxnSpPr>
        <p:spPr>
          <a:xfrm flipV="1">
            <a:off x="4545622" y="3159039"/>
            <a:ext cx="107777" cy="269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49A435-AFC0-D4A3-9976-8F25AD64C75D}"/>
              </a:ext>
            </a:extLst>
          </p:cNvPr>
          <p:cNvCxnSpPr>
            <a:stCxn id="14" idx="1"/>
            <a:endCxn id="13" idx="5"/>
          </p:cNvCxnSpPr>
          <p:nvPr/>
        </p:nvCxnSpPr>
        <p:spPr>
          <a:xfrm flipH="1" flipV="1">
            <a:off x="5018136" y="3159039"/>
            <a:ext cx="855466" cy="231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7A829A-10A2-8158-6973-545C603C44A1}"/>
              </a:ext>
            </a:extLst>
          </p:cNvPr>
          <p:cNvCxnSpPr>
            <a:stCxn id="11" idx="1"/>
            <a:endCxn id="10" idx="5"/>
          </p:cNvCxnSpPr>
          <p:nvPr/>
        </p:nvCxnSpPr>
        <p:spPr>
          <a:xfrm flipH="1" flipV="1">
            <a:off x="4727990" y="3869276"/>
            <a:ext cx="441224" cy="455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6F722985-76B3-A657-8075-522DE7F2359A}"/>
              </a:ext>
            </a:extLst>
          </p:cNvPr>
          <p:cNvCxnSpPr>
            <a:stCxn id="2" idx="1"/>
            <a:endCxn id="2" idx="7"/>
          </p:cNvCxnSpPr>
          <p:nvPr/>
        </p:nvCxnSpPr>
        <p:spPr>
          <a:xfrm rot="5400000" flipH="1" flipV="1">
            <a:off x="4161691" y="1847752"/>
            <a:ext cx="12700" cy="364737"/>
          </a:xfrm>
          <a:prstGeom prst="curvedConnector3">
            <a:avLst>
              <a:gd name="adj1" fmla="val 359479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05E47E8-D990-10BC-91B7-ACD306C47FFA}"/>
              </a:ext>
            </a:extLst>
          </p:cNvPr>
          <p:cNvSpPr txBox="1"/>
          <p:nvPr/>
        </p:nvSpPr>
        <p:spPr>
          <a:xfrm>
            <a:off x="7971692" y="2036471"/>
            <a:ext cx="3055972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000000"/>
                </a:solidFill>
                <a:latin typeface="Arial Black" panose="020B0A04020102020204" pitchFamily="34" charset="0"/>
              </a:rPr>
              <a:t>findset</a:t>
            </a:r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(7) =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461A0A-A1ED-E265-4F12-48D2E7592105}"/>
              </a:ext>
            </a:extLst>
          </p:cNvPr>
          <p:cNvSpPr txBox="1"/>
          <p:nvPr/>
        </p:nvSpPr>
        <p:spPr>
          <a:xfrm>
            <a:off x="7971692" y="2609636"/>
            <a:ext cx="3055972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000000"/>
                </a:solidFill>
                <a:latin typeface="Arial Black" panose="020B0A04020102020204" pitchFamily="34" charset="0"/>
              </a:rPr>
              <a:t>findset</a:t>
            </a:r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(5) =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9D2DB9-0B6A-3B51-17B9-B1AAB1442A9E}"/>
              </a:ext>
            </a:extLst>
          </p:cNvPr>
          <p:cNvSpPr txBox="1"/>
          <p:nvPr/>
        </p:nvSpPr>
        <p:spPr>
          <a:xfrm>
            <a:off x="-1" y="5373158"/>
            <a:ext cx="12191803" cy="707886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 Black" panose="020B0A04020102020204" pitchFamily="34" charset="0"/>
              </a:rPr>
              <a:t>Observation1</a:t>
            </a:r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: If </a:t>
            </a:r>
            <a:r>
              <a:rPr lang="en-IN" sz="2800" dirty="0" err="1">
                <a:solidFill>
                  <a:srgbClr val="FFFF00"/>
                </a:solidFill>
                <a:latin typeface="Arial Black" panose="020B0A04020102020204" pitchFamily="34" charset="0"/>
              </a:rPr>
              <a:t>findset</a:t>
            </a:r>
            <a:r>
              <a:rPr lang="en-IN" sz="2800" dirty="0">
                <a:solidFill>
                  <a:srgbClr val="FFFF00"/>
                </a:solidFill>
                <a:latin typeface="Arial Black" panose="020B0A04020102020204" pitchFamily="34" charset="0"/>
              </a:rPr>
              <a:t>(a) = </a:t>
            </a:r>
            <a:r>
              <a:rPr lang="en-IN" sz="2800" dirty="0" err="1">
                <a:solidFill>
                  <a:srgbClr val="FFFF00"/>
                </a:solidFill>
                <a:latin typeface="Arial Black" panose="020B0A04020102020204" pitchFamily="34" charset="0"/>
              </a:rPr>
              <a:t>findset</a:t>
            </a:r>
            <a:r>
              <a:rPr lang="en-IN" sz="2800" dirty="0">
                <a:solidFill>
                  <a:srgbClr val="FFFF00"/>
                </a:solidFill>
                <a:latin typeface="Arial Black" panose="020B0A04020102020204" pitchFamily="34" charset="0"/>
              </a:rPr>
              <a:t>(b) </a:t>
            </a:r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then a and b belongs from </a:t>
            </a:r>
            <a:r>
              <a:rPr lang="en-IN" sz="4000" dirty="0">
                <a:solidFill>
                  <a:srgbClr val="002060"/>
                </a:solidFill>
                <a:latin typeface="Arial Black" panose="020B0A04020102020204" pitchFamily="34" charset="0"/>
              </a:rPr>
              <a:t>same</a:t>
            </a:r>
            <a:r>
              <a:rPr lang="en-IN" dirty="0">
                <a:latin typeface="Arial Black" panose="020B0A04020102020204" pitchFamily="34" charset="0"/>
              </a:rPr>
              <a:t> </a:t>
            </a:r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set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C7D0C1-C558-2197-BD18-191CA72FDFA0}"/>
              </a:ext>
            </a:extLst>
          </p:cNvPr>
          <p:cNvSpPr txBox="1"/>
          <p:nvPr/>
        </p:nvSpPr>
        <p:spPr>
          <a:xfrm>
            <a:off x="7971692" y="3325954"/>
            <a:ext cx="3055972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  <a:t>7  and  5 are member of </a:t>
            </a:r>
            <a:r>
              <a:rPr lang="en-IN" dirty="0">
                <a:solidFill>
                  <a:srgbClr val="002060"/>
                </a:solidFill>
                <a:latin typeface="Arial Black" panose="020B0A04020102020204" pitchFamily="34" charset="0"/>
              </a:rPr>
              <a:t>SAME</a:t>
            </a:r>
            <a: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  <a:t> set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914637-8A2A-E737-FC98-DD891F453466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5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2">
            <a:extLst>
              <a:ext uri="{FF2B5EF4-FFF2-40B4-BE49-F238E27FC236}">
                <a16:creationId xmlns:a16="http://schemas.microsoft.com/office/drawing/2014/main" id="{6433BD2B-BED5-CF39-A0B7-B8C23A09B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636" y="1374676"/>
            <a:ext cx="65" cy="276999"/>
          </a:xfrm>
          <a:prstGeom prst="rect">
            <a:avLst/>
          </a:prstGeom>
          <a:solidFill>
            <a:srgbClr val="ECEF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F71D9E-23BD-51CF-20EB-AAD7EFA621A5}"/>
              </a:ext>
            </a:extLst>
          </p:cNvPr>
          <p:cNvGrpSpPr/>
          <p:nvPr/>
        </p:nvGrpSpPr>
        <p:grpSpPr>
          <a:xfrm>
            <a:off x="4080898" y="1894400"/>
            <a:ext cx="1705706" cy="3104879"/>
            <a:chOff x="3387969" y="1954581"/>
            <a:chExt cx="1705706" cy="3104879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A602A67-604C-E69C-FE66-2B33DCDB54BD}"/>
                </a:ext>
              </a:extLst>
            </p:cNvPr>
            <p:cNvSpPr/>
            <p:nvPr/>
          </p:nvSpPr>
          <p:spPr>
            <a:xfrm>
              <a:off x="3903784" y="1954581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084185C-51DB-EB25-33D0-52385B52560A}"/>
                </a:ext>
              </a:extLst>
            </p:cNvPr>
            <p:cNvSpPr/>
            <p:nvPr/>
          </p:nvSpPr>
          <p:spPr>
            <a:xfrm>
              <a:off x="4053251" y="4543645"/>
              <a:ext cx="515815" cy="5158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07C8555-36D7-0859-8923-2711099D145A}"/>
                </a:ext>
              </a:extLst>
            </p:cNvPr>
            <p:cNvSpPr/>
            <p:nvPr/>
          </p:nvSpPr>
          <p:spPr>
            <a:xfrm>
              <a:off x="4287714" y="34290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2244FD5-1E70-8E97-5F82-0C6C17B59193}"/>
                </a:ext>
              </a:extLst>
            </p:cNvPr>
            <p:cNvSpPr/>
            <p:nvPr/>
          </p:nvSpPr>
          <p:spPr>
            <a:xfrm>
              <a:off x="3387969" y="37338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CBD9D4C-A50F-DFD4-3A06-8B4D1B06EE1C}"/>
                </a:ext>
              </a:extLst>
            </p:cNvPr>
            <p:cNvSpPr/>
            <p:nvPr/>
          </p:nvSpPr>
          <p:spPr>
            <a:xfrm>
              <a:off x="4577860" y="2718763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3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ECE7B7A-F0E4-66FA-D993-853589B6923D}"/>
                </a:ext>
              </a:extLst>
            </p:cNvPr>
            <p:cNvSpPr/>
            <p:nvPr/>
          </p:nvSpPr>
          <p:spPr>
            <a:xfrm>
              <a:off x="3405553" y="277346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5E6C0BF-32F9-1AC8-EF7B-B0D6142817E6}"/>
                </a:ext>
              </a:extLst>
            </p:cNvPr>
            <p:cNvCxnSpPr>
              <a:stCxn id="15" idx="7"/>
              <a:endCxn id="2" idx="3"/>
            </p:cNvCxnSpPr>
            <p:nvPr/>
          </p:nvCxnSpPr>
          <p:spPr>
            <a:xfrm flipV="1">
              <a:off x="3845829" y="2394857"/>
              <a:ext cx="133494" cy="454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3FE58D0-D380-C3E3-E61D-0E1D8BAC3E76}"/>
                </a:ext>
              </a:extLst>
            </p:cNvPr>
            <p:cNvCxnSpPr>
              <a:stCxn id="13" idx="1"/>
              <a:endCxn id="2" idx="5"/>
            </p:cNvCxnSpPr>
            <p:nvPr/>
          </p:nvCxnSpPr>
          <p:spPr>
            <a:xfrm flipH="1" flipV="1">
              <a:off x="4344060" y="2394857"/>
              <a:ext cx="309339" cy="3994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A59E23A-4B68-40E7-8909-FFD565C62A7C}"/>
                </a:ext>
              </a:extLst>
            </p:cNvPr>
            <p:cNvCxnSpPr>
              <a:stCxn id="12" idx="0"/>
              <a:endCxn id="15" idx="4"/>
            </p:cNvCxnSpPr>
            <p:nvPr/>
          </p:nvCxnSpPr>
          <p:spPr>
            <a:xfrm flipV="1">
              <a:off x="3645877" y="3289277"/>
              <a:ext cx="17584" cy="4445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965D9E8-D780-EBDE-4C10-FE0070A16304}"/>
                </a:ext>
              </a:extLst>
            </p:cNvPr>
            <p:cNvCxnSpPr>
              <a:stCxn id="9" idx="1"/>
              <a:endCxn id="12" idx="5"/>
            </p:cNvCxnSpPr>
            <p:nvPr/>
          </p:nvCxnSpPr>
          <p:spPr>
            <a:xfrm flipH="1" flipV="1">
              <a:off x="3828245" y="4174076"/>
              <a:ext cx="300545" cy="445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BA145E5-ED20-3DB7-0E6D-DDEB4CB55551}"/>
                </a:ext>
              </a:extLst>
            </p:cNvPr>
            <p:cNvCxnSpPr>
              <a:stCxn id="10" idx="0"/>
              <a:endCxn id="13" idx="3"/>
            </p:cNvCxnSpPr>
            <p:nvPr/>
          </p:nvCxnSpPr>
          <p:spPr>
            <a:xfrm flipV="1">
              <a:off x="4545622" y="3159039"/>
              <a:ext cx="107777" cy="269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6F722985-76B3-A657-8075-522DE7F2359A}"/>
                </a:ext>
              </a:extLst>
            </p:cNvPr>
            <p:cNvCxnSpPr>
              <a:stCxn id="2" idx="1"/>
              <a:endCxn id="2" idx="7"/>
            </p:cNvCxnSpPr>
            <p:nvPr/>
          </p:nvCxnSpPr>
          <p:spPr>
            <a:xfrm rot="5400000" flipH="1" flipV="1">
              <a:off x="4161691" y="1847752"/>
              <a:ext cx="12700" cy="364737"/>
            </a:xfrm>
            <a:prstGeom prst="curvedConnector3">
              <a:avLst>
                <a:gd name="adj1" fmla="val 3594795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05E47E8-D990-10BC-91B7-ACD306C47FFA}"/>
              </a:ext>
            </a:extLst>
          </p:cNvPr>
          <p:cNvSpPr txBox="1"/>
          <p:nvPr/>
        </p:nvSpPr>
        <p:spPr>
          <a:xfrm>
            <a:off x="7971692" y="2036471"/>
            <a:ext cx="3055972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000000"/>
                </a:solidFill>
                <a:latin typeface="Arial Black" panose="020B0A04020102020204" pitchFamily="34" charset="0"/>
              </a:rPr>
              <a:t>findset</a:t>
            </a:r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(7) =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461A0A-A1ED-E265-4F12-48D2E7592105}"/>
              </a:ext>
            </a:extLst>
          </p:cNvPr>
          <p:cNvSpPr txBox="1"/>
          <p:nvPr/>
        </p:nvSpPr>
        <p:spPr>
          <a:xfrm>
            <a:off x="7971692" y="2609636"/>
            <a:ext cx="3055972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000000"/>
                </a:solidFill>
                <a:latin typeface="Arial Black" panose="020B0A04020102020204" pitchFamily="34" charset="0"/>
              </a:rPr>
              <a:t>findset</a:t>
            </a:r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(10) =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19D2DB9-0B6A-3B51-17B9-B1AAB1442A9E}"/>
                  </a:ext>
                </a:extLst>
              </p:cNvPr>
              <p:cNvSpPr txBox="1"/>
              <p:nvPr/>
            </p:nvSpPr>
            <p:spPr>
              <a:xfrm>
                <a:off x="1" y="5373158"/>
                <a:ext cx="12285780" cy="646331"/>
              </a:xfrm>
              <a:prstGeom prst="rect">
                <a:avLst/>
              </a:prstGeom>
              <a:solidFill>
                <a:srgbClr val="00B05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Observation2</a:t>
                </a:r>
                <a:r>
                  <a:rPr lang="en-IN" sz="1600" dirty="0">
                    <a:solidFill>
                      <a:srgbClr val="000000"/>
                    </a:solidFill>
                    <a:latin typeface="Arial Black" panose="020B0A04020102020204" pitchFamily="34" charset="0"/>
                  </a:rPr>
                  <a:t>: If </a:t>
                </a:r>
                <a:r>
                  <a:rPr lang="en-IN" sz="2800" dirty="0" err="1">
                    <a:solidFill>
                      <a:srgbClr val="FFFF00"/>
                    </a:solidFill>
                    <a:latin typeface="Arial Black" panose="020B0A04020102020204" pitchFamily="34" charset="0"/>
                  </a:rPr>
                  <a:t>findset</a:t>
                </a:r>
                <a:r>
                  <a:rPr lang="en-IN" sz="2800" dirty="0">
                    <a:solidFill>
                      <a:srgbClr val="FFFF00"/>
                    </a:solidFill>
                    <a:latin typeface="Arial Black" panose="020B0A04020102020204" pitchFamily="34" charset="0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IN" sz="2800" dirty="0">
                    <a:solidFill>
                      <a:srgbClr val="FFFF00"/>
                    </a:solidFill>
                    <a:latin typeface="Arial Black" panose="020B0A04020102020204" pitchFamily="34" charset="0"/>
                  </a:rPr>
                  <a:t> findset(b) </a:t>
                </a:r>
                <a:r>
                  <a:rPr lang="en-IN" sz="1600" dirty="0">
                    <a:solidFill>
                      <a:srgbClr val="000000"/>
                    </a:solidFill>
                    <a:latin typeface="Arial Black" panose="020B0A04020102020204" pitchFamily="34" charset="0"/>
                  </a:rPr>
                  <a:t>then a and b belongs from </a:t>
                </a:r>
                <a:r>
                  <a:rPr lang="en-IN" sz="3600" dirty="0">
                    <a:solidFill>
                      <a:srgbClr val="002060"/>
                    </a:solidFill>
                    <a:latin typeface="Arial Black" panose="020B0A04020102020204" pitchFamily="34" charset="0"/>
                  </a:rPr>
                  <a:t>Different</a:t>
                </a:r>
                <a:r>
                  <a:rPr lang="en-IN" sz="1600" dirty="0">
                    <a:latin typeface="Arial Black" panose="020B0A04020102020204" pitchFamily="34" charset="0"/>
                  </a:rPr>
                  <a:t> </a:t>
                </a:r>
                <a:r>
                  <a:rPr lang="en-IN" sz="1600" dirty="0">
                    <a:solidFill>
                      <a:srgbClr val="000000"/>
                    </a:solidFill>
                    <a:latin typeface="Arial Black" panose="020B0A04020102020204" pitchFamily="34" charset="0"/>
                  </a:rPr>
                  <a:t>set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19D2DB9-0B6A-3B51-17B9-B1AAB1442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5373158"/>
                <a:ext cx="12285780" cy="646331"/>
              </a:xfrm>
              <a:prstGeom prst="rect">
                <a:avLst/>
              </a:prstGeom>
              <a:blipFill>
                <a:blip r:embed="rId2"/>
                <a:stretch>
                  <a:fillRect l="-248" t="-14151" b="-349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75C7D0C1-C558-2197-BD18-191CA72FDFA0}"/>
              </a:ext>
            </a:extLst>
          </p:cNvPr>
          <p:cNvSpPr txBox="1"/>
          <p:nvPr/>
        </p:nvSpPr>
        <p:spPr>
          <a:xfrm>
            <a:off x="7971692" y="3331631"/>
            <a:ext cx="3055972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  <a:t>7  and  10 are member of </a:t>
            </a:r>
            <a:r>
              <a:rPr lang="en-IN" dirty="0">
                <a:solidFill>
                  <a:srgbClr val="002060"/>
                </a:solidFill>
                <a:latin typeface="Arial Black" panose="020B0A04020102020204" pitchFamily="34" charset="0"/>
              </a:rPr>
              <a:t>DIFFERENT</a:t>
            </a:r>
            <a:r>
              <a:rPr lang="en-IN" dirty="0">
                <a:solidFill>
                  <a:srgbClr val="FFFF00"/>
                </a:solidFill>
                <a:latin typeface="Arial Black" panose="020B0A04020102020204" pitchFamily="34" charset="0"/>
              </a:rPr>
              <a:t> set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A29E825-1BF0-0C67-1A0A-2C272328B641}"/>
              </a:ext>
            </a:extLst>
          </p:cNvPr>
          <p:cNvGrpSpPr/>
          <p:nvPr/>
        </p:nvGrpSpPr>
        <p:grpSpPr>
          <a:xfrm>
            <a:off x="284941" y="1894400"/>
            <a:ext cx="2094446" cy="2100256"/>
            <a:chOff x="3405553" y="1954581"/>
            <a:chExt cx="2094446" cy="210025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5F330B5-0CD3-597E-03FC-E3B4C4949C23}"/>
                </a:ext>
              </a:extLst>
            </p:cNvPr>
            <p:cNvSpPr/>
            <p:nvPr/>
          </p:nvSpPr>
          <p:spPr>
            <a:xfrm>
              <a:off x="3903784" y="1954581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16049C3-F73F-ABEF-334B-D4A0AD58333A}"/>
                </a:ext>
              </a:extLst>
            </p:cNvPr>
            <p:cNvSpPr/>
            <p:nvPr/>
          </p:nvSpPr>
          <p:spPr>
            <a:xfrm>
              <a:off x="4287714" y="3429000"/>
              <a:ext cx="515815" cy="5158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/>
                <a:t>10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25C3522-CDFE-650D-3103-14A7B72CD9B0}"/>
                </a:ext>
              </a:extLst>
            </p:cNvPr>
            <p:cNvSpPr/>
            <p:nvPr/>
          </p:nvSpPr>
          <p:spPr>
            <a:xfrm>
              <a:off x="4577860" y="2718763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FB70E45-BAB2-F79F-0499-2A015C794E34}"/>
                </a:ext>
              </a:extLst>
            </p:cNvPr>
            <p:cNvSpPr/>
            <p:nvPr/>
          </p:nvSpPr>
          <p:spPr>
            <a:xfrm>
              <a:off x="3405553" y="277346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6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5185284-56A5-3BFA-2C46-50D9ECBB05C4}"/>
                </a:ext>
              </a:extLst>
            </p:cNvPr>
            <p:cNvCxnSpPr>
              <a:cxnSpLocks/>
              <a:stCxn id="40" idx="7"/>
              <a:endCxn id="33" idx="3"/>
            </p:cNvCxnSpPr>
            <p:nvPr/>
          </p:nvCxnSpPr>
          <p:spPr>
            <a:xfrm flipV="1">
              <a:off x="3845829" y="2394857"/>
              <a:ext cx="133494" cy="454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E28B67F-84DF-9F71-EE87-E98BFA16C1CE}"/>
                </a:ext>
              </a:extLst>
            </p:cNvPr>
            <p:cNvCxnSpPr>
              <a:cxnSpLocks/>
              <a:stCxn id="38" idx="1"/>
              <a:endCxn id="33" idx="5"/>
            </p:cNvCxnSpPr>
            <p:nvPr/>
          </p:nvCxnSpPr>
          <p:spPr>
            <a:xfrm flipH="1" flipV="1">
              <a:off x="4344060" y="2394857"/>
              <a:ext cx="309339" cy="3994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FAB6D0F-358C-0176-E2E1-6A3677EDEFAE}"/>
                </a:ext>
              </a:extLst>
            </p:cNvPr>
            <p:cNvCxnSpPr>
              <a:cxnSpLocks/>
              <a:stCxn id="35" idx="0"/>
              <a:endCxn id="38" idx="3"/>
            </p:cNvCxnSpPr>
            <p:nvPr/>
          </p:nvCxnSpPr>
          <p:spPr>
            <a:xfrm flipV="1">
              <a:off x="4545622" y="3159039"/>
              <a:ext cx="107777" cy="269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or: Curved 47">
              <a:extLst>
                <a:ext uri="{FF2B5EF4-FFF2-40B4-BE49-F238E27FC236}">
                  <a16:creationId xmlns:a16="http://schemas.microsoft.com/office/drawing/2014/main" id="{F81D8253-51A1-9823-74BD-44E4062125FB}"/>
                </a:ext>
              </a:extLst>
            </p:cNvPr>
            <p:cNvCxnSpPr>
              <a:cxnSpLocks/>
              <a:stCxn id="33" idx="1"/>
              <a:endCxn id="33" idx="7"/>
            </p:cNvCxnSpPr>
            <p:nvPr/>
          </p:nvCxnSpPr>
          <p:spPr>
            <a:xfrm rot="5400000" flipH="1" flipV="1">
              <a:off x="4161691" y="1847752"/>
              <a:ext cx="12700" cy="364737"/>
            </a:xfrm>
            <a:prstGeom prst="curvedConnector3">
              <a:avLst>
                <a:gd name="adj1" fmla="val 3594795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2757076-051A-A0E4-76E5-CB88BCF23BAB}"/>
                </a:ext>
              </a:extLst>
            </p:cNvPr>
            <p:cNvSpPr/>
            <p:nvPr/>
          </p:nvSpPr>
          <p:spPr>
            <a:xfrm>
              <a:off x="4984184" y="353902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11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66746C-F0DE-8A5C-02C8-AB4A320E7C8C}"/>
              </a:ext>
            </a:extLst>
          </p:cNvPr>
          <p:cNvCxnSpPr>
            <a:stCxn id="49" idx="0"/>
            <a:endCxn id="38" idx="5"/>
          </p:cNvCxnSpPr>
          <p:nvPr/>
        </p:nvCxnSpPr>
        <p:spPr>
          <a:xfrm flipH="1" flipV="1">
            <a:off x="1897524" y="3098858"/>
            <a:ext cx="223956" cy="37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647D803-8E0C-93FB-2F34-0954109B7F3B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41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3F71D9E-23BD-51CF-20EB-AAD7EFA621A5}"/>
              </a:ext>
            </a:extLst>
          </p:cNvPr>
          <p:cNvGrpSpPr/>
          <p:nvPr/>
        </p:nvGrpSpPr>
        <p:grpSpPr>
          <a:xfrm>
            <a:off x="9891957" y="2365044"/>
            <a:ext cx="1705706" cy="3104879"/>
            <a:chOff x="3387969" y="1954581"/>
            <a:chExt cx="1705706" cy="3104879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A602A67-604C-E69C-FE66-2B33DCDB54BD}"/>
                </a:ext>
              </a:extLst>
            </p:cNvPr>
            <p:cNvSpPr/>
            <p:nvPr/>
          </p:nvSpPr>
          <p:spPr>
            <a:xfrm>
              <a:off x="3903784" y="1954581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084185C-51DB-EB25-33D0-52385B52560A}"/>
                </a:ext>
              </a:extLst>
            </p:cNvPr>
            <p:cNvSpPr/>
            <p:nvPr/>
          </p:nvSpPr>
          <p:spPr>
            <a:xfrm>
              <a:off x="4053251" y="4543645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07C8555-36D7-0859-8923-2711099D145A}"/>
                </a:ext>
              </a:extLst>
            </p:cNvPr>
            <p:cNvSpPr/>
            <p:nvPr/>
          </p:nvSpPr>
          <p:spPr>
            <a:xfrm>
              <a:off x="4287714" y="34290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2244FD5-1E70-8E97-5F82-0C6C17B59193}"/>
                </a:ext>
              </a:extLst>
            </p:cNvPr>
            <p:cNvSpPr/>
            <p:nvPr/>
          </p:nvSpPr>
          <p:spPr>
            <a:xfrm>
              <a:off x="3387969" y="37338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CBD9D4C-A50F-DFD4-3A06-8B4D1B06EE1C}"/>
                </a:ext>
              </a:extLst>
            </p:cNvPr>
            <p:cNvSpPr/>
            <p:nvPr/>
          </p:nvSpPr>
          <p:spPr>
            <a:xfrm>
              <a:off x="4577860" y="2718763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3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ECE7B7A-F0E4-66FA-D993-853589B6923D}"/>
                </a:ext>
              </a:extLst>
            </p:cNvPr>
            <p:cNvSpPr/>
            <p:nvPr/>
          </p:nvSpPr>
          <p:spPr>
            <a:xfrm>
              <a:off x="3405553" y="277346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5E6C0BF-32F9-1AC8-EF7B-B0D6142817E6}"/>
                </a:ext>
              </a:extLst>
            </p:cNvPr>
            <p:cNvCxnSpPr>
              <a:stCxn id="15" idx="7"/>
              <a:endCxn id="2" idx="3"/>
            </p:cNvCxnSpPr>
            <p:nvPr/>
          </p:nvCxnSpPr>
          <p:spPr>
            <a:xfrm flipV="1">
              <a:off x="3845829" y="2394857"/>
              <a:ext cx="133494" cy="454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3FE58D0-D380-C3E3-E61D-0E1D8BAC3E76}"/>
                </a:ext>
              </a:extLst>
            </p:cNvPr>
            <p:cNvCxnSpPr>
              <a:stCxn id="13" idx="1"/>
              <a:endCxn id="2" idx="5"/>
            </p:cNvCxnSpPr>
            <p:nvPr/>
          </p:nvCxnSpPr>
          <p:spPr>
            <a:xfrm flipH="1" flipV="1">
              <a:off x="4344060" y="2394857"/>
              <a:ext cx="309339" cy="3994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A59E23A-4B68-40E7-8909-FFD565C62A7C}"/>
                </a:ext>
              </a:extLst>
            </p:cNvPr>
            <p:cNvCxnSpPr>
              <a:stCxn id="12" idx="0"/>
              <a:endCxn id="15" idx="4"/>
            </p:cNvCxnSpPr>
            <p:nvPr/>
          </p:nvCxnSpPr>
          <p:spPr>
            <a:xfrm flipV="1">
              <a:off x="3645877" y="3289277"/>
              <a:ext cx="17584" cy="4445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965D9E8-D780-EBDE-4C10-FE0070A16304}"/>
                </a:ext>
              </a:extLst>
            </p:cNvPr>
            <p:cNvCxnSpPr>
              <a:stCxn id="9" idx="1"/>
              <a:endCxn id="12" idx="5"/>
            </p:cNvCxnSpPr>
            <p:nvPr/>
          </p:nvCxnSpPr>
          <p:spPr>
            <a:xfrm flipH="1" flipV="1">
              <a:off x="3828245" y="4174076"/>
              <a:ext cx="300545" cy="445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BA145E5-ED20-3DB7-0E6D-DDEB4CB55551}"/>
                </a:ext>
              </a:extLst>
            </p:cNvPr>
            <p:cNvCxnSpPr>
              <a:stCxn id="10" idx="0"/>
              <a:endCxn id="13" idx="3"/>
            </p:cNvCxnSpPr>
            <p:nvPr/>
          </p:nvCxnSpPr>
          <p:spPr>
            <a:xfrm flipV="1">
              <a:off x="4545622" y="3159039"/>
              <a:ext cx="107777" cy="269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6F722985-76B3-A657-8075-522DE7F2359A}"/>
                </a:ext>
              </a:extLst>
            </p:cNvPr>
            <p:cNvCxnSpPr>
              <a:stCxn id="2" idx="1"/>
              <a:endCxn id="2" idx="7"/>
            </p:cNvCxnSpPr>
            <p:nvPr/>
          </p:nvCxnSpPr>
          <p:spPr>
            <a:xfrm rot="5400000" flipH="1" flipV="1">
              <a:off x="4161691" y="1847752"/>
              <a:ext cx="12700" cy="364737"/>
            </a:xfrm>
            <a:prstGeom prst="curvedConnector3">
              <a:avLst>
                <a:gd name="adj1" fmla="val 3594795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A29E825-1BF0-0C67-1A0A-2C272328B641}"/>
              </a:ext>
            </a:extLst>
          </p:cNvPr>
          <p:cNvGrpSpPr/>
          <p:nvPr/>
        </p:nvGrpSpPr>
        <p:grpSpPr>
          <a:xfrm>
            <a:off x="6096000" y="2360527"/>
            <a:ext cx="2094446" cy="2100256"/>
            <a:chOff x="3405553" y="1954581"/>
            <a:chExt cx="2094446" cy="210025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5F330B5-0CD3-597E-03FC-E3B4C4949C23}"/>
                </a:ext>
              </a:extLst>
            </p:cNvPr>
            <p:cNvSpPr/>
            <p:nvPr/>
          </p:nvSpPr>
          <p:spPr>
            <a:xfrm>
              <a:off x="3903784" y="1954581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16049C3-F73F-ABEF-334B-D4A0AD58333A}"/>
                </a:ext>
              </a:extLst>
            </p:cNvPr>
            <p:cNvSpPr/>
            <p:nvPr/>
          </p:nvSpPr>
          <p:spPr>
            <a:xfrm>
              <a:off x="4287714" y="34290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/>
                <a:t>10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25C3522-CDFE-650D-3103-14A7B72CD9B0}"/>
                </a:ext>
              </a:extLst>
            </p:cNvPr>
            <p:cNvSpPr/>
            <p:nvPr/>
          </p:nvSpPr>
          <p:spPr>
            <a:xfrm>
              <a:off x="4577860" y="2718763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FB70E45-BAB2-F79F-0499-2A015C794E34}"/>
                </a:ext>
              </a:extLst>
            </p:cNvPr>
            <p:cNvSpPr/>
            <p:nvPr/>
          </p:nvSpPr>
          <p:spPr>
            <a:xfrm>
              <a:off x="3405553" y="277346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6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5185284-56A5-3BFA-2C46-50D9ECBB05C4}"/>
                </a:ext>
              </a:extLst>
            </p:cNvPr>
            <p:cNvCxnSpPr>
              <a:cxnSpLocks/>
              <a:stCxn id="40" idx="7"/>
              <a:endCxn id="33" idx="3"/>
            </p:cNvCxnSpPr>
            <p:nvPr/>
          </p:nvCxnSpPr>
          <p:spPr>
            <a:xfrm flipV="1">
              <a:off x="3845829" y="2394857"/>
              <a:ext cx="133494" cy="454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E28B67F-84DF-9F71-EE87-E98BFA16C1CE}"/>
                </a:ext>
              </a:extLst>
            </p:cNvPr>
            <p:cNvCxnSpPr>
              <a:cxnSpLocks/>
              <a:stCxn id="38" idx="1"/>
              <a:endCxn id="33" idx="5"/>
            </p:cNvCxnSpPr>
            <p:nvPr/>
          </p:nvCxnSpPr>
          <p:spPr>
            <a:xfrm flipH="1" flipV="1">
              <a:off x="4344060" y="2394857"/>
              <a:ext cx="309339" cy="3994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FAB6D0F-358C-0176-E2E1-6A3677EDEFAE}"/>
                </a:ext>
              </a:extLst>
            </p:cNvPr>
            <p:cNvCxnSpPr>
              <a:cxnSpLocks/>
              <a:stCxn id="35" idx="0"/>
              <a:endCxn id="38" idx="3"/>
            </p:cNvCxnSpPr>
            <p:nvPr/>
          </p:nvCxnSpPr>
          <p:spPr>
            <a:xfrm flipV="1">
              <a:off x="4545622" y="3159039"/>
              <a:ext cx="107777" cy="269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or: Curved 47">
              <a:extLst>
                <a:ext uri="{FF2B5EF4-FFF2-40B4-BE49-F238E27FC236}">
                  <a16:creationId xmlns:a16="http://schemas.microsoft.com/office/drawing/2014/main" id="{F81D8253-51A1-9823-74BD-44E4062125FB}"/>
                </a:ext>
              </a:extLst>
            </p:cNvPr>
            <p:cNvCxnSpPr>
              <a:cxnSpLocks/>
              <a:stCxn id="33" idx="1"/>
              <a:endCxn id="33" idx="7"/>
            </p:cNvCxnSpPr>
            <p:nvPr/>
          </p:nvCxnSpPr>
          <p:spPr>
            <a:xfrm rot="5400000" flipH="1" flipV="1">
              <a:off x="4161691" y="1847752"/>
              <a:ext cx="12700" cy="364737"/>
            </a:xfrm>
            <a:prstGeom prst="curvedConnector3">
              <a:avLst>
                <a:gd name="adj1" fmla="val 3594795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2757076-051A-A0E4-76E5-CB88BCF23BAB}"/>
                </a:ext>
              </a:extLst>
            </p:cNvPr>
            <p:cNvSpPr/>
            <p:nvPr/>
          </p:nvSpPr>
          <p:spPr>
            <a:xfrm>
              <a:off x="4984184" y="353902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11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66746C-F0DE-8A5C-02C8-AB4A320E7C8C}"/>
              </a:ext>
            </a:extLst>
          </p:cNvPr>
          <p:cNvCxnSpPr>
            <a:stCxn id="49" idx="0"/>
            <a:endCxn id="38" idx="5"/>
          </p:cNvCxnSpPr>
          <p:nvPr/>
        </p:nvCxnSpPr>
        <p:spPr>
          <a:xfrm flipH="1" flipV="1">
            <a:off x="7708583" y="3564985"/>
            <a:ext cx="223956" cy="37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4CE578C8-B79D-C569-95E1-04B109D0D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57" y="1633862"/>
            <a:ext cx="5474677" cy="301621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void union(int a, int b)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 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(a);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y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(b);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if (x != 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parent[y] = x;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}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244E47-D13F-173B-F0EA-3CCAEC082E8A}"/>
              </a:ext>
            </a:extLst>
          </p:cNvPr>
          <p:cNvSpPr txBox="1"/>
          <p:nvPr/>
        </p:nvSpPr>
        <p:spPr>
          <a:xfrm>
            <a:off x="7553863" y="5469923"/>
            <a:ext cx="2778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Union(6, 7)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A3A7EA-6337-26A2-E79C-C8426542A5E2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156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9A9061-7D23-35FA-2645-A73CABD0C0C2}"/>
              </a:ext>
            </a:extLst>
          </p:cNvPr>
          <p:cNvCxnSpPr/>
          <p:nvPr/>
        </p:nvCxnSpPr>
        <p:spPr>
          <a:xfrm>
            <a:off x="11027664" y="1297489"/>
            <a:ext cx="0" cy="77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33F71D9E-23BD-51CF-20EB-AAD7EFA621A5}"/>
              </a:ext>
            </a:extLst>
          </p:cNvPr>
          <p:cNvGrpSpPr/>
          <p:nvPr/>
        </p:nvGrpSpPr>
        <p:grpSpPr>
          <a:xfrm>
            <a:off x="9321958" y="2876342"/>
            <a:ext cx="1705706" cy="3104879"/>
            <a:chOff x="3387969" y="1954581"/>
            <a:chExt cx="1705706" cy="3104879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A602A67-604C-E69C-FE66-2B33DCDB54BD}"/>
                </a:ext>
              </a:extLst>
            </p:cNvPr>
            <p:cNvSpPr/>
            <p:nvPr/>
          </p:nvSpPr>
          <p:spPr>
            <a:xfrm>
              <a:off x="3903784" y="1954581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084185C-51DB-EB25-33D0-52385B52560A}"/>
                </a:ext>
              </a:extLst>
            </p:cNvPr>
            <p:cNvSpPr/>
            <p:nvPr/>
          </p:nvSpPr>
          <p:spPr>
            <a:xfrm>
              <a:off x="4053251" y="4543645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07C8555-36D7-0859-8923-2711099D145A}"/>
                </a:ext>
              </a:extLst>
            </p:cNvPr>
            <p:cNvSpPr/>
            <p:nvPr/>
          </p:nvSpPr>
          <p:spPr>
            <a:xfrm>
              <a:off x="4287714" y="34290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2244FD5-1E70-8E97-5F82-0C6C17B59193}"/>
                </a:ext>
              </a:extLst>
            </p:cNvPr>
            <p:cNvSpPr/>
            <p:nvPr/>
          </p:nvSpPr>
          <p:spPr>
            <a:xfrm>
              <a:off x="3387969" y="37338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CBD9D4C-A50F-DFD4-3A06-8B4D1B06EE1C}"/>
                </a:ext>
              </a:extLst>
            </p:cNvPr>
            <p:cNvSpPr/>
            <p:nvPr/>
          </p:nvSpPr>
          <p:spPr>
            <a:xfrm>
              <a:off x="4577860" y="2718763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3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ECE7B7A-F0E4-66FA-D993-853589B6923D}"/>
                </a:ext>
              </a:extLst>
            </p:cNvPr>
            <p:cNvSpPr/>
            <p:nvPr/>
          </p:nvSpPr>
          <p:spPr>
            <a:xfrm>
              <a:off x="3405553" y="277346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5E6C0BF-32F9-1AC8-EF7B-B0D6142817E6}"/>
                </a:ext>
              </a:extLst>
            </p:cNvPr>
            <p:cNvCxnSpPr>
              <a:stCxn id="15" idx="7"/>
              <a:endCxn id="2" idx="3"/>
            </p:cNvCxnSpPr>
            <p:nvPr/>
          </p:nvCxnSpPr>
          <p:spPr>
            <a:xfrm flipV="1">
              <a:off x="3845829" y="2394857"/>
              <a:ext cx="133494" cy="454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3FE58D0-D380-C3E3-E61D-0E1D8BAC3E76}"/>
                </a:ext>
              </a:extLst>
            </p:cNvPr>
            <p:cNvCxnSpPr>
              <a:stCxn id="13" idx="1"/>
              <a:endCxn id="2" idx="5"/>
            </p:cNvCxnSpPr>
            <p:nvPr/>
          </p:nvCxnSpPr>
          <p:spPr>
            <a:xfrm flipH="1" flipV="1">
              <a:off x="4344060" y="2394857"/>
              <a:ext cx="309339" cy="3994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A59E23A-4B68-40E7-8909-FFD565C62A7C}"/>
                </a:ext>
              </a:extLst>
            </p:cNvPr>
            <p:cNvCxnSpPr>
              <a:stCxn id="12" idx="0"/>
              <a:endCxn id="15" idx="4"/>
            </p:cNvCxnSpPr>
            <p:nvPr/>
          </p:nvCxnSpPr>
          <p:spPr>
            <a:xfrm flipV="1">
              <a:off x="3645877" y="3289277"/>
              <a:ext cx="17584" cy="4445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965D9E8-D780-EBDE-4C10-FE0070A16304}"/>
                </a:ext>
              </a:extLst>
            </p:cNvPr>
            <p:cNvCxnSpPr>
              <a:stCxn id="9" idx="1"/>
              <a:endCxn id="12" idx="5"/>
            </p:cNvCxnSpPr>
            <p:nvPr/>
          </p:nvCxnSpPr>
          <p:spPr>
            <a:xfrm flipH="1" flipV="1">
              <a:off x="3828245" y="4174076"/>
              <a:ext cx="300545" cy="445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BA145E5-ED20-3DB7-0E6D-DDEB4CB55551}"/>
                </a:ext>
              </a:extLst>
            </p:cNvPr>
            <p:cNvCxnSpPr>
              <a:stCxn id="10" idx="0"/>
              <a:endCxn id="13" idx="3"/>
            </p:cNvCxnSpPr>
            <p:nvPr/>
          </p:nvCxnSpPr>
          <p:spPr>
            <a:xfrm flipV="1">
              <a:off x="4545622" y="3159039"/>
              <a:ext cx="107777" cy="269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A29E825-1BF0-0C67-1A0A-2C272328B641}"/>
              </a:ext>
            </a:extLst>
          </p:cNvPr>
          <p:cNvGrpSpPr/>
          <p:nvPr/>
        </p:nvGrpSpPr>
        <p:grpSpPr>
          <a:xfrm>
            <a:off x="6096000" y="2360527"/>
            <a:ext cx="2094446" cy="2100256"/>
            <a:chOff x="3405553" y="1954581"/>
            <a:chExt cx="2094446" cy="210025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5F330B5-0CD3-597E-03FC-E3B4C4949C23}"/>
                </a:ext>
              </a:extLst>
            </p:cNvPr>
            <p:cNvSpPr/>
            <p:nvPr/>
          </p:nvSpPr>
          <p:spPr>
            <a:xfrm>
              <a:off x="3903784" y="1954581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16049C3-F73F-ABEF-334B-D4A0AD58333A}"/>
                </a:ext>
              </a:extLst>
            </p:cNvPr>
            <p:cNvSpPr/>
            <p:nvPr/>
          </p:nvSpPr>
          <p:spPr>
            <a:xfrm>
              <a:off x="4287714" y="34290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/>
                <a:t>10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25C3522-CDFE-650D-3103-14A7B72CD9B0}"/>
                </a:ext>
              </a:extLst>
            </p:cNvPr>
            <p:cNvSpPr/>
            <p:nvPr/>
          </p:nvSpPr>
          <p:spPr>
            <a:xfrm>
              <a:off x="4577860" y="2718763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FB70E45-BAB2-F79F-0499-2A015C794E34}"/>
                </a:ext>
              </a:extLst>
            </p:cNvPr>
            <p:cNvSpPr/>
            <p:nvPr/>
          </p:nvSpPr>
          <p:spPr>
            <a:xfrm>
              <a:off x="3405553" y="277346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6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5185284-56A5-3BFA-2C46-50D9ECBB05C4}"/>
                </a:ext>
              </a:extLst>
            </p:cNvPr>
            <p:cNvCxnSpPr>
              <a:cxnSpLocks/>
              <a:stCxn id="40" idx="7"/>
              <a:endCxn id="33" idx="3"/>
            </p:cNvCxnSpPr>
            <p:nvPr/>
          </p:nvCxnSpPr>
          <p:spPr>
            <a:xfrm flipV="1">
              <a:off x="3845829" y="2394857"/>
              <a:ext cx="133494" cy="454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E28B67F-84DF-9F71-EE87-E98BFA16C1CE}"/>
                </a:ext>
              </a:extLst>
            </p:cNvPr>
            <p:cNvCxnSpPr>
              <a:cxnSpLocks/>
              <a:stCxn id="38" idx="1"/>
              <a:endCxn id="33" idx="5"/>
            </p:cNvCxnSpPr>
            <p:nvPr/>
          </p:nvCxnSpPr>
          <p:spPr>
            <a:xfrm flipH="1" flipV="1">
              <a:off x="4344060" y="2394857"/>
              <a:ext cx="309339" cy="3994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FAB6D0F-358C-0176-E2E1-6A3677EDEFAE}"/>
                </a:ext>
              </a:extLst>
            </p:cNvPr>
            <p:cNvCxnSpPr>
              <a:cxnSpLocks/>
              <a:stCxn id="35" idx="0"/>
              <a:endCxn id="38" idx="3"/>
            </p:cNvCxnSpPr>
            <p:nvPr/>
          </p:nvCxnSpPr>
          <p:spPr>
            <a:xfrm flipV="1">
              <a:off x="4545622" y="3159039"/>
              <a:ext cx="107777" cy="269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or: Curved 47">
              <a:extLst>
                <a:ext uri="{FF2B5EF4-FFF2-40B4-BE49-F238E27FC236}">
                  <a16:creationId xmlns:a16="http://schemas.microsoft.com/office/drawing/2014/main" id="{F81D8253-51A1-9823-74BD-44E4062125FB}"/>
                </a:ext>
              </a:extLst>
            </p:cNvPr>
            <p:cNvCxnSpPr>
              <a:cxnSpLocks/>
              <a:stCxn id="33" idx="1"/>
              <a:endCxn id="33" idx="7"/>
            </p:cNvCxnSpPr>
            <p:nvPr/>
          </p:nvCxnSpPr>
          <p:spPr>
            <a:xfrm rot="5400000" flipH="1" flipV="1">
              <a:off x="4161691" y="1847752"/>
              <a:ext cx="12700" cy="364737"/>
            </a:xfrm>
            <a:prstGeom prst="curvedConnector3">
              <a:avLst>
                <a:gd name="adj1" fmla="val 3594795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2757076-051A-A0E4-76E5-CB88BCF23BAB}"/>
                </a:ext>
              </a:extLst>
            </p:cNvPr>
            <p:cNvSpPr/>
            <p:nvPr/>
          </p:nvSpPr>
          <p:spPr>
            <a:xfrm>
              <a:off x="4984184" y="353902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11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66746C-F0DE-8A5C-02C8-AB4A320E7C8C}"/>
              </a:ext>
            </a:extLst>
          </p:cNvPr>
          <p:cNvCxnSpPr>
            <a:stCxn id="49" idx="0"/>
            <a:endCxn id="38" idx="5"/>
          </p:cNvCxnSpPr>
          <p:nvPr/>
        </p:nvCxnSpPr>
        <p:spPr>
          <a:xfrm flipH="1" flipV="1">
            <a:off x="7708583" y="3564985"/>
            <a:ext cx="223956" cy="37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4CE578C8-B79D-C569-95E1-04B109D0D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57" y="1633862"/>
            <a:ext cx="5474677" cy="301621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void union(int a, int b)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 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(a);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y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(b);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if (x != 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parent[y] = x;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}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244E47-D13F-173B-F0EA-3CCAEC082E8A}"/>
              </a:ext>
            </a:extLst>
          </p:cNvPr>
          <p:cNvSpPr txBox="1"/>
          <p:nvPr/>
        </p:nvSpPr>
        <p:spPr>
          <a:xfrm>
            <a:off x="7553863" y="5469923"/>
            <a:ext cx="2778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Union(6, 7)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99D2A-E263-07D8-2693-06F3D8BE57F0}"/>
              </a:ext>
            </a:extLst>
          </p:cNvPr>
          <p:cNvSpPr txBox="1"/>
          <p:nvPr/>
        </p:nvSpPr>
        <p:spPr>
          <a:xfrm>
            <a:off x="6536276" y="1500554"/>
            <a:ext cx="80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x =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CBCF3F-FEFB-F5A3-5FC4-F74E49BEFF97}"/>
              </a:ext>
            </a:extLst>
          </p:cNvPr>
          <p:cNvSpPr txBox="1"/>
          <p:nvPr/>
        </p:nvSpPr>
        <p:spPr>
          <a:xfrm>
            <a:off x="10511849" y="2681920"/>
            <a:ext cx="80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y = 1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986CE89E-AAB1-C443-F6CE-47BDED3AB3AC}"/>
              </a:ext>
            </a:extLst>
          </p:cNvPr>
          <p:cNvCxnSpPr>
            <a:stCxn id="2" idx="1"/>
            <a:endCxn id="2" idx="7"/>
          </p:cNvCxnSpPr>
          <p:nvPr/>
        </p:nvCxnSpPr>
        <p:spPr>
          <a:xfrm rot="5400000" flipH="1" flipV="1">
            <a:off x="10095680" y="2769513"/>
            <a:ext cx="12700" cy="364737"/>
          </a:xfrm>
          <a:prstGeom prst="curvedConnector3">
            <a:avLst>
              <a:gd name="adj1" fmla="val 387171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DABBD7D0-DEB6-0C8A-FAA6-E3A23FE70D7E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891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9A9061-7D23-35FA-2645-A73CABD0C0C2}"/>
              </a:ext>
            </a:extLst>
          </p:cNvPr>
          <p:cNvCxnSpPr/>
          <p:nvPr/>
        </p:nvCxnSpPr>
        <p:spPr>
          <a:xfrm>
            <a:off x="11027664" y="1297489"/>
            <a:ext cx="0" cy="77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33F71D9E-23BD-51CF-20EB-AAD7EFA621A5}"/>
              </a:ext>
            </a:extLst>
          </p:cNvPr>
          <p:cNvGrpSpPr/>
          <p:nvPr/>
        </p:nvGrpSpPr>
        <p:grpSpPr>
          <a:xfrm>
            <a:off x="9321958" y="2876342"/>
            <a:ext cx="1705706" cy="3104879"/>
            <a:chOff x="3387969" y="1954581"/>
            <a:chExt cx="1705706" cy="3104879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A602A67-604C-E69C-FE66-2B33DCDB54BD}"/>
                </a:ext>
              </a:extLst>
            </p:cNvPr>
            <p:cNvSpPr/>
            <p:nvPr/>
          </p:nvSpPr>
          <p:spPr>
            <a:xfrm>
              <a:off x="3903784" y="1954581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084185C-51DB-EB25-33D0-52385B52560A}"/>
                </a:ext>
              </a:extLst>
            </p:cNvPr>
            <p:cNvSpPr/>
            <p:nvPr/>
          </p:nvSpPr>
          <p:spPr>
            <a:xfrm>
              <a:off x="4053251" y="4543645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07C8555-36D7-0859-8923-2711099D145A}"/>
                </a:ext>
              </a:extLst>
            </p:cNvPr>
            <p:cNvSpPr/>
            <p:nvPr/>
          </p:nvSpPr>
          <p:spPr>
            <a:xfrm>
              <a:off x="4287714" y="34290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2244FD5-1E70-8E97-5F82-0C6C17B59193}"/>
                </a:ext>
              </a:extLst>
            </p:cNvPr>
            <p:cNvSpPr/>
            <p:nvPr/>
          </p:nvSpPr>
          <p:spPr>
            <a:xfrm>
              <a:off x="3387969" y="37338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CBD9D4C-A50F-DFD4-3A06-8B4D1B06EE1C}"/>
                </a:ext>
              </a:extLst>
            </p:cNvPr>
            <p:cNvSpPr/>
            <p:nvPr/>
          </p:nvSpPr>
          <p:spPr>
            <a:xfrm>
              <a:off x="4577860" y="2718763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3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ECE7B7A-F0E4-66FA-D993-853589B6923D}"/>
                </a:ext>
              </a:extLst>
            </p:cNvPr>
            <p:cNvSpPr/>
            <p:nvPr/>
          </p:nvSpPr>
          <p:spPr>
            <a:xfrm>
              <a:off x="3405553" y="277346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5E6C0BF-32F9-1AC8-EF7B-B0D6142817E6}"/>
                </a:ext>
              </a:extLst>
            </p:cNvPr>
            <p:cNvCxnSpPr>
              <a:stCxn id="15" idx="7"/>
              <a:endCxn id="2" idx="3"/>
            </p:cNvCxnSpPr>
            <p:nvPr/>
          </p:nvCxnSpPr>
          <p:spPr>
            <a:xfrm flipV="1">
              <a:off x="3845829" y="2394857"/>
              <a:ext cx="133494" cy="454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3FE58D0-D380-C3E3-E61D-0E1D8BAC3E76}"/>
                </a:ext>
              </a:extLst>
            </p:cNvPr>
            <p:cNvCxnSpPr>
              <a:stCxn id="13" idx="1"/>
              <a:endCxn id="2" idx="5"/>
            </p:cNvCxnSpPr>
            <p:nvPr/>
          </p:nvCxnSpPr>
          <p:spPr>
            <a:xfrm flipH="1" flipV="1">
              <a:off x="4344060" y="2394857"/>
              <a:ext cx="309339" cy="3994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A59E23A-4B68-40E7-8909-FFD565C62A7C}"/>
                </a:ext>
              </a:extLst>
            </p:cNvPr>
            <p:cNvCxnSpPr>
              <a:stCxn id="12" idx="0"/>
              <a:endCxn id="15" idx="4"/>
            </p:cNvCxnSpPr>
            <p:nvPr/>
          </p:nvCxnSpPr>
          <p:spPr>
            <a:xfrm flipV="1">
              <a:off x="3645877" y="3289277"/>
              <a:ext cx="17584" cy="4445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965D9E8-D780-EBDE-4C10-FE0070A16304}"/>
                </a:ext>
              </a:extLst>
            </p:cNvPr>
            <p:cNvCxnSpPr>
              <a:stCxn id="9" idx="1"/>
              <a:endCxn id="12" idx="5"/>
            </p:cNvCxnSpPr>
            <p:nvPr/>
          </p:nvCxnSpPr>
          <p:spPr>
            <a:xfrm flipH="1" flipV="1">
              <a:off x="3828245" y="4174076"/>
              <a:ext cx="300545" cy="445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BA145E5-ED20-3DB7-0E6D-DDEB4CB55551}"/>
                </a:ext>
              </a:extLst>
            </p:cNvPr>
            <p:cNvCxnSpPr>
              <a:stCxn id="10" idx="0"/>
              <a:endCxn id="13" idx="3"/>
            </p:cNvCxnSpPr>
            <p:nvPr/>
          </p:nvCxnSpPr>
          <p:spPr>
            <a:xfrm flipV="1">
              <a:off x="4545622" y="3159039"/>
              <a:ext cx="107777" cy="269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A29E825-1BF0-0C67-1A0A-2C272328B641}"/>
              </a:ext>
            </a:extLst>
          </p:cNvPr>
          <p:cNvGrpSpPr/>
          <p:nvPr/>
        </p:nvGrpSpPr>
        <p:grpSpPr>
          <a:xfrm>
            <a:off x="6096000" y="2360527"/>
            <a:ext cx="2094446" cy="2100256"/>
            <a:chOff x="3405553" y="1954581"/>
            <a:chExt cx="2094446" cy="210025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5F330B5-0CD3-597E-03FC-E3B4C4949C23}"/>
                </a:ext>
              </a:extLst>
            </p:cNvPr>
            <p:cNvSpPr/>
            <p:nvPr/>
          </p:nvSpPr>
          <p:spPr>
            <a:xfrm>
              <a:off x="3903784" y="1954581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16049C3-F73F-ABEF-334B-D4A0AD58333A}"/>
                </a:ext>
              </a:extLst>
            </p:cNvPr>
            <p:cNvSpPr/>
            <p:nvPr/>
          </p:nvSpPr>
          <p:spPr>
            <a:xfrm>
              <a:off x="4287714" y="34290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/>
                <a:t>10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25C3522-CDFE-650D-3103-14A7B72CD9B0}"/>
                </a:ext>
              </a:extLst>
            </p:cNvPr>
            <p:cNvSpPr/>
            <p:nvPr/>
          </p:nvSpPr>
          <p:spPr>
            <a:xfrm>
              <a:off x="4577860" y="2718763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FB70E45-BAB2-F79F-0499-2A015C794E34}"/>
                </a:ext>
              </a:extLst>
            </p:cNvPr>
            <p:cNvSpPr/>
            <p:nvPr/>
          </p:nvSpPr>
          <p:spPr>
            <a:xfrm>
              <a:off x="3405553" y="277346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6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5185284-56A5-3BFA-2C46-50D9ECBB05C4}"/>
                </a:ext>
              </a:extLst>
            </p:cNvPr>
            <p:cNvCxnSpPr>
              <a:cxnSpLocks/>
              <a:stCxn id="40" idx="7"/>
              <a:endCxn id="33" idx="3"/>
            </p:cNvCxnSpPr>
            <p:nvPr/>
          </p:nvCxnSpPr>
          <p:spPr>
            <a:xfrm flipV="1">
              <a:off x="3845829" y="2394857"/>
              <a:ext cx="133494" cy="454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E28B67F-84DF-9F71-EE87-E98BFA16C1CE}"/>
                </a:ext>
              </a:extLst>
            </p:cNvPr>
            <p:cNvCxnSpPr>
              <a:cxnSpLocks/>
              <a:stCxn id="38" idx="1"/>
              <a:endCxn id="33" idx="5"/>
            </p:cNvCxnSpPr>
            <p:nvPr/>
          </p:nvCxnSpPr>
          <p:spPr>
            <a:xfrm flipH="1" flipV="1">
              <a:off x="4344060" y="2394857"/>
              <a:ext cx="309339" cy="3994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FAB6D0F-358C-0176-E2E1-6A3677EDEFAE}"/>
                </a:ext>
              </a:extLst>
            </p:cNvPr>
            <p:cNvCxnSpPr>
              <a:cxnSpLocks/>
              <a:stCxn id="35" idx="0"/>
              <a:endCxn id="38" idx="3"/>
            </p:cNvCxnSpPr>
            <p:nvPr/>
          </p:nvCxnSpPr>
          <p:spPr>
            <a:xfrm flipV="1">
              <a:off x="4545622" y="3159039"/>
              <a:ext cx="107777" cy="269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or: Curved 47">
              <a:extLst>
                <a:ext uri="{FF2B5EF4-FFF2-40B4-BE49-F238E27FC236}">
                  <a16:creationId xmlns:a16="http://schemas.microsoft.com/office/drawing/2014/main" id="{F81D8253-51A1-9823-74BD-44E4062125FB}"/>
                </a:ext>
              </a:extLst>
            </p:cNvPr>
            <p:cNvCxnSpPr>
              <a:cxnSpLocks/>
              <a:stCxn id="33" idx="1"/>
              <a:endCxn id="33" idx="7"/>
            </p:cNvCxnSpPr>
            <p:nvPr/>
          </p:nvCxnSpPr>
          <p:spPr>
            <a:xfrm rot="5400000" flipH="1" flipV="1">
              <a:off x="4161691" y="1847752"/>
              <a:ext cx="12700" cy="364737"/>
            </a:xfrm>
            <a:prstGeom prst="curvedConnector3">
              <a:avLst>
                <a:gd name="adj1" fmla="val 3594795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2757076-051A-A0E4-76E5-CB88BCF23BAB}"/>
                </a:ext>
              </a:extLst>
            </p:cNvPr>
            <p:cNvSpPr/>
            <p:nvPr/>
          </p:nvSpPr>
          <p:spPr>
            <a:xfrm>
              <a:off x="4984184" y="353902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11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66746C-F0DE-8A5C-02C8-AB4A320E7C8C}"/>
              </a:ext>
            </a:extLst>
          </p:cNvPr>
          <p:cNvCxnSpPr>
            <a:stCxn id="49" idx="0"/>
            <a:endCxn id="38" idx="5"/>
          </p:cNvCxnSpPr>
          <p:nvPr/>
        </p:nvCxnSpPr>
        <p:spPr>
          <a:xfrm flipH="1" flipV="1">
            <a:off x="7708583" y="3564985"/>
            <a:ext cx="223956" cy="37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4CE578C8-B79D-C569-95E1-04B109D0D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57" y="1633862"/>
            <a:ext cx="5474677" cy="301621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void union(int a, int b)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 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(a);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y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findset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(b);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if (x != 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parent[y] = x;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chemeClr val="bg1"/>
                </a:solidFill>
                <a:latin typeface="Comic Sans MS" panose="030F0702030302020204" pitchFamily="66" charset="0"/>
              </a:rPr>
              <a:t>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}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244E47-D13F-173B-F0EA-3CCAEC082E8A}"/>
              </a:ext>
            </a:extLst>
          </p:cNvPr>
          <p:cNvSpPr txBox="1"/>
          <p:nvPr/>
        </p:nvSpPr>
        <p:spPr>
          <a:xfrm>
            <a:off x="7553863" y="5469923"/>
            <a:ext cx="2778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Union(6, 7)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99D2A-E263-07D8-2693-06F3D8BE57F0}"/>
              </a:ext>
            </a:extLst>
          </p:cNvPr>
          <p:cNvSpPr txBox="1"/>
          <p:nvPr/>
        </p:nvSpPr>
        <p:spPr>
          <a:xfrm>
            <a:off x="6536276" y="1500554"/>
            <a:ext cx="80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x =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CBCF3F-FEFB-F5A3-5FC4-F74E49BEFF97}"/>
              </a:ext>
            </a:extLst>
          </p:cNvPr>
          <p:cNvSpPr txBox="1"/>
          <p:nvPr/>
        </p:nvSpPr>
        <p:spPr>
          <a:xfrm>
            <a:off x="10511849" y="2681920"/>
            <a:ext cx="80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y = 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5DC4A1-B639-E8F7-B813-94A04AA06F96}"/>
              </a:ext>
            </a:extLst>
          </p:cNvPr>
          <p:cNvCxnSpPr>
            <a:stCxn id="2" idx="1"/>
            <a:endCxn id="33" idx="6"/>
          </p:cNvCxnSpPr>
          <p:nvPr/>
        </p:nvCxnSpPr>
        <p:spPr>
          <a:xfrm flipH="1" flipV="1">
            <a:off x="7110046" y="2618435"/>
            <a:ext cx="2803266" cy="333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F017C280-3680-39CA-2513-07E8D8FAA498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830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3F6EA96-9751-5814-6D26-A183E33E4C70}"/>
              </a:ext>
            </a:extLst>
          </p:cNvPr>
          <p:cNvGrpSpPr/>
          <p:nvPr/>
        </p:nvGrpSpPr>
        <p:grpSpPr>
          <a:xfrm>
            <a:off x="233838" y="1873888"/>
            <a:ext cx="573478" cy="573478"/>
            <a:chOff x="516291" y="3142261"/>
            <a:chExt cx="573478" cy="57347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FB6C5F9-5EDC-0B55-FB8D-7E04094CA7A7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1</a:t>
              </a:r>
            </a:p>
          </p:txBody>
        </p: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8B0F0740-7377-7884-1FAB-BE8C54413EAF}"/>
                </a:ext>
              </a:extLst>
            </p:cNvPr>
            <p:cNvCxnSpPr>
              <a:stCxn id="6" idx="1"/>
              <a:endCxn id="6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12B0CBB-635F-AD4E-B3FB-1540F11CED57}"/>
              </a:ext>
            </a:extLst>
          </p:cNvPr>
          <p:cNvGrpSpPr/>
          <p:nvPr/>
        </p:nvGrpSpPr>
        <p:grpSpPr>
          <a:xfrm>
            <a:off x="233838" y="2870869"/>
            <a:ext cx="573478" cy="573478"/>
            <a:chOff x="516291" y="3142261"/>
            <a:chExt cx="573478" cy="57347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43CDC11-4628-801B-BFB7-45307907C2C9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2</a:t>
              </a:r>
            </a:p>
          </p:txBody>
        </p: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DFCB5E6F-8AA8-C2AF-F12B-48C9B4970CC2}"/>
                </a:ext>
              </a:extLst>
            </p:cNvPr>
            <p:cNvCxnSpPr>
              <a:stCxn id="17" idx="1"/>
              <a:endCxn id="17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DF8093D-7DC6-E22D-85E3-09639889F962}"/>
              </a:ext>
            </a:extLst>
          </p:cNvPr>
          <p:cNvGrpSpPr/>
          <p:nvPr/>
        </p:nvGrpSpPr>
        <p:grpSpPr>
          <a:xfrm>
            <a:off x="234183" y="3749580"/>
            <a:ext cx="573478" cy="573478"/>
            <a:chOff x="516291" y="3142261"/>
            <a:chExt cx="573478" cy="57347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52B9AA6-50D7-C853-B150-B4D002C32591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3</a:t>
              </a:r>
            </a:p>
          </p:txBody>
        </p: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2D117F32-FA1D-9512-E359-6D3BCCEF8F6F}"/>
                </a:ext>
              </a:extLst>
            </p:cNvPr>
            <p:cNvCxnSpPr>
              <a:stCxn id="22" idx="1"/>
              <a:endCxn id="22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52E990B-395C-0945-C5AE-D533977F6C91}"/>
              </a:ext>
            </a:extLst>
          </p:cNvPr>
          <p:cNvGrpSpPr/>
          <p:nvPr/>
        </p:nvGrpSpPr>
        <p:grpSpPr>
          <a:xfrm>
            <a:off x="240188" y="4628291"/>
            <a:ext cx="573478" cy="573478"/>
            <a:chOff x="516291" y="3142261"/>
            <a:chExt cx="573478" cy="573478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C3B30EF-8968-F233-BB39-5794E60CE541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4</a:t>
              </a:r>
            </a:p>
          </p:txBody>
        </p: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3D43E624-35F6-DF00-ACBA-1786B87794FE}"/>
                </a:ext>
              </a:extLst>
            </p:cNvPr>
            <p:cNvCxnSpPr>
              <a:stCxn id="27" idx="1"/>
              <a:endCxn id="27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2C940C-40E1-3516-01AA-50E13193F2A1}"/>
              </a:ext>
            </a:extLst>
          </p:cNvPr>
          <p:cNvGrpSpPr/>
          <p:nvPr/>
        </p:nvGrpSpPr>
        <p:grpSpPr>
          <a:xfrm>
            <a:off x="233838" y="5507002"/>
            <a:ext cx="573478" cy="573478"/>
            <a:chOff x="516291" y="3142261"/>
            <a:chExt cx="573478" cy="573478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49BF41B-DD54-66A3-8460-FE9CBD2D2863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5</a:t>
              </a:r>
            </a:p>
          </p:txBody>
        </p:sp>
        <p:cxnSp>
          <p:nvCxnSpPr>
            <p:cNvPr id="33" name="Connector: Curved 32">
              <a:extLst>
                <a:ext uri="{FF2B5EF4-FFF2-40B4-BE49-F238E27FC236}">
                  <a16:creationId xmlns:a16="http://schemas.microsoft.com/office/drawing/2014/main" id="{B4A3338C-3256-758B-4FAC-32DF4A60F552}"/>
                </a:ext>
              </a:extLst>
            </p:cNvPr>
            <p:cNvCxnSpPr>
              <a:stCxn id="32" idx="1"/>
              <a:endCxn id="32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1B4B166-3854-2C4C-6FB4-CD94FA0C09C0}"/>
              </a:ext>
            </a:extLst>
          </p:cNvPr>
          <p:cNvSpPr txBox="1"/>
          <p:nvPr/>
        </p:nvSpPr>
        <p:spPr>
          <a:xfrm>
            <a:off x="-11225" y="1065704"/>
            <a:ext cx="716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Problem with above Union operation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FA51E1-627F-9E95-0049-65D292556728}"/>
              </a:ext>
            </a:extLst>
          </p:cNvPr>
          <p:cNvSpPr txBox="1"/>
          <p:nvPr/>
        </p:nvSpPr>
        <p:spPr>
          <a:xfrm>
            <a:off x="728175" y="3329237"/>
            <a:ext cx="147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Union(1,2)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6494CB3-93C1-9384-F775-6307E44B23DD}"/>
              </a:ext>
            </a:extLst>
          </p:cNvPr>
          <p:cNvGrpSpPr/>
          <p:nvPr/>
        </p:nvGrpSpPr>
        <p:grpSpPr>
          <a:xfrm>
            <a:off x="1977916" y="1966294"/>
            <a:ext cx="573478" cy="573478"/>
            <a:chOff x="516291" y="3142261"/>
            <a:chExt cx="573478" cy="573478"/>
          </a:xfrm>
          <a:solidFill>
            <a:srgbClr val="00B050"/>
          </a:solidFill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CF38801-92DF-4801-4B06-B2FFF840C76D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1</a:t>
              </a:r>
            </a:p>
          </p:txBody>
        </p:sp>
        <p:cxnSp>
          <p:nvCxnSpPr>
            <p:cNvPr id="62" name="Connector: Curved 61">
              <a:extLst>
                <a:ext uri="{FF2B5EF4-FFF2-40B4-BE49-F238E27FC236}">
                  <a16:creationId xmlns:a16="http://schemas.microsoft.com/office/drawing/2014/main" id="{2F9F9F50-498D-2C23-1331-A78E2A44DB91}"/>
                </a:ext>
              </a:extLst>
            </p:cNvPr>
            <p:cNvCxnSpPr>
              <a:stCxn id="61" idx="1"/>
              <a:endCxn id="61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64" name="Oval 63">
            <a:extLst>
              <a:ext uri="{FF2B5EF4-FFF2-40B4-BE49-F238E27FC236}">
                <a16:creationId xmlns:a16="http://schemas.microsoft.com/office/drawing/2014/main" id="{A2BFD027-149B-E1A5-0CD3-F5820498D78C}"/>
              </a:ext>
            </a:extLst>
          </p:cNvPr>
          <p:cNvSpPr/>
          <p:nvPr/>
        </p:nvSpPr>
        <p:spPr>
          <a:xfrm>
            <a:off x="2775085" y="2648532"/>
            <a:ext cx="573478" cy="57347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B58FB1A-9601-C50F-B619-084051EE3D29}"/>
              </a:ext>
            </a:extLst>
          </p:cNvPr>
          <p:cNvGrpSpPr/>
          <p:nvPr/>
        </p:nvGrpSpPr>
        <p:grpSpPr>
          <a:xfrm>
            <a:off x="1977916" y="3496930"/>
            <a:ext cx="573478" cy="573478"/>
            <a:chOff x="516291" y="3142261"/>
            <a:chExt cx="573478" cy="573478"/>
          </a:xfrm>
          <a:solidFill>
            <a:srgbClr val="00B050"/>
          </a:solidFill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887D221-E4B3-641C-AAD3-B3C8AAF4F292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3</a:t>
              </a:r>
            </a:p>
          </p:txBody>
        </p:sp>
        <p:cxnSp>
          <p:nvCxnSpPr>
            <p:cNvPr id="68" name="Connector: Curved 67">
              <a:extLst>
                <a:ext uri="{FF2B5EF4-FFF2-40B4-BE49-F238E27FC236}">
                  <a16:creationId xmlns:a16="http://schemas.microsoft.com/office/drawing/2014/main" id="{705310A2-B959-B7AE-344A-19859604F60D}"/>
                </a:ext>
              </a:extLst>
            </p:cNvPr>
            <p:cNvCxnSpPr>
              <a:stCxn id="67" idx="1"/>
              <a:endCxn id="67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333A061-9EB7-22D2-5A5E-3C284DE0C00F}"/>
              </a:ext>
            </a:extLst>
          </p:cNvPr>
          <p:cNvGrpSpPr/>
          <p:nvPr/>
        </p:nvGrpSpPr>
        <p:grpSpPr>
          <a:xfrm>
            <a:off x="1983921" y="4375641"/>
            <a:ext cx="573478" cy="573478"/>
            <a:chOff x="516291" y="3142261"/>
            <a:chExt cx="573478" cy="573478"/>
          </a:xfrm>
          <a:solidFill>
            <a:srgbClr val="00B050"/>
          </a:solidFill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E2CC279-135F-3EFE-755B-EBDD24EF9F01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4</a:t>
              </a:r>
            </a:p>
          </p:txBody>
        </p:sp>
        <p:cxnSp>
          <p:nvCxnSpPr>
            <p:cNvPr id="71" name="Connector: Curved 70">
              <a:extLst>
                <a:ext uri="{FF2B5EF4-FFF2-40B4-BE49-F238E27FC236}">
                  <a16:creationId xmlns:a16="http://schemas.microsoft.com/office/drawing/2014/main" id="{0848CF36-7FFF-18F2-613A-210BF7689F6A}"/>
                </a:ext>
              </a:extLst>
            </p:cNvPr>
            <p:cNvCxnSpPr>
              <a:stCxn id="70" idx="1"/>
              <a:endCxn id="70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95C0B4E-618C-FFF1-B153-50851B4ECBF5}"/>
              </a:ext>
            </a:extLst>
          </p:cNvPr>
          <p:cNvGrpSpPr/>
          <p:nvPr/>
        </p:nvGrpSpPr>
        <p:grpSpPr>
          <a:xfrm>
            <a:off x="1977571" y="5254352"/>
            <a:ext cx="573478" cy="573478"/>
            <a:chOff x="516291" y="3142261"/>
            <a:chExt cx="573478" cy="573478"/>
          </a:xfrm>
          <a:solidFill>
            <a:srgbClr val="00B050"/>
          </a:solidFill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793BEDE-6DB6-E116-C699-DE16DE55DE9B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5</a:t>
              </a:r>
            </a:p>
          </p:txBody>
        </p:sp>
        <p:cxnSp>
          <p:nvCxnSpPr>
            <p:cNvPr id="74" name="Connector: Curved 73">
              <a:extLst>
                <a:ext uri="{FF2B5EF4-FFF2-40B4-BE49-F238E27FC236}">
                  <a16:creationId xmlns:a16="http://schemas.microsoft.com/office/drawing/2014/main" id="{628A849C-5144-EE28-D1AE-F7557CC09FB6}"/>
                </a:ext>
              </a:extLst>
            </p:cNvPr>
            <p:cNvCxnSpPr>
              <a:stCxn id="73" idx="1"/>
              <a:endCxn id="73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DC7EBB-1194-EB1C-DD9A-B43625D30E93}"/>
              </a:ext>
            </a:extLst>
          </p:cNvPr>
          <p:cNvCxnSpPr>
            <a:stCxn id="64" idx="1"/>
            <a:endCxn id="61" idx="5"/>
          </p:cNvCxnSpPr>
          <p:nvPr/>
        </p:nvCxnSpPr>
        <p:spPr>
          <a:xfrm flipH="1" flipV="1">
            <a:off x="2467410" y="2455788"/>
            <a:ext cx="391659" cy="276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F6F39A1B-9172-9083-764C-20A18481DA39}"/>
              </a:ext>
            </a:extLst>
          </p:cNvPr>
          <p:cNvSpPr txBox="1"/>
          <p:nvPr/>
        </p:nvSpPr>
        <p:spPr>
          <a:xfrm>
            <a:off x="2994948" y="3513903"/>
            <a:ext cx="147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Union(3,1)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968841A-2A7B-FE13-00EA-5E68DAC355F7}"/>
              </a:ext>
            </a:extLst>
          </p:cNvPr>
          <p:cNvSpPr/>
          <p:nvPr/>
        </p:nvSpPr>
        <p:spPr>
          <a:xfrm>
            <a:off x="4555211" y="2375025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4C74386-5F7C-E847-D6AF-CC64CFFEAD56}"/>
              </a:ext>
            </a:extLst>
          </p:cNvPr>
          <p:cNvSpPr/>
          <p:nvPr/>
        </p:nvSpPr>
        <p:spPr>
          <a:xfrm>
            <a:off x="5352380" y="3057263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A370E3C-AE55-59CF-878F-9F1C9466108D}"/>
              </a:ext>
            </a:extLst>
          </p:cNvPr>
          <p:cNvGrpSpPr/>
          <p:nvPr/>
        </p:nvGrpSpPr>
        <p:grpSpPr>
          <a:xfrm>
            <a:off x="3758042" y="1828975"/>
            <a:ext cx="573478" cy="573478"/>
            <a:chOff x="516291" y="3142261"/>
            <a:chExt cx="573478" cy="573478"/>
          </a:xfrm>
          <a:solidFill>
            <a:srgbClr val="7030A0"/>
          </a:solidFill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1816082-3026-A7F8-C1F5-4CC5D4724C61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3</a:t>
              </a:r>
            </a:p>
          </p:txBody>
        </p:sp>
        <p:cxnSp>
          <p:nvCxnSpPr>
            <p:cNvPr id="82" name="Connector: Curved 81">
              <a:extLst>
                <a:ext uri="{FF2B5EF4-FFF2-40B4-BE49-F238E27FC236}">
                  <a16:creationId xmlns:a16="http://schemas.microsoft.com/office/drawing/2014/main" id="{83C75768-1518-00C1-7DAC-FF5E167C8A38}"/>
                </a:ext>
              </a:extLst>
            </p:cNvPr>
            <p:cNvCxnSpPr>
              <a:stCxn id="81" idx="1"/>
              <a:endCxn id="81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D65EF05-F5A1-802A-FDF7-F1A7362FEC6B}"/>
              </a:ext>
            </a:extLst>
          </p:cNvPr>
          <p:cNvGrpSpPr/>
          <p:nvPr/>
        </p:nvGrpSpPr>
        <p:grpSpPr>
          <a:xfrm>
            <a:off x="4247536" y="3989645"/>
            <a:ext cx="573478" cy="573478"/>
            <a:chOff x="516291" y="3142261"/>
            <a:chExt cx="573478" cy="573478"/>
          </a:xfrm>
          <a:solidFill>
            <a:srgbClr val="7030A0"/>
          </a:solidFill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33AA9AA-B0E3-7D03-A68E-6DA89B519653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4</a:t>
              </a:r>
            </a:p>
          </p:txBody>
        </p:sp>
        <p:cxnSp>
          <p:nvCxnSpPr>
            <p:cNvPr id="85" name="Connector: Curved 84">
              <a:extLst>
                <a:ext uri="{FF2B5EF4-FFF2-40B4-BE49-F238E27FC236}">
                  <a16:creationId xmlns:a16="http://schemas.microsoft.com/office/drawing/2014/main" id="{4C5FC19E-CE76-03A3-4E70-5EDD40079254}"/>
                </a:ext>
              </a:extLst>
            </p:cNvPr>
            <p:cNvCxnSpPr>
              <a:stCxn id="84" idx="1"/>
              <a:endCxn id="84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7A3B3D5-F24E-B9E0-5E4A-57E6FD3D2598}"/>
              </a:ext>
            </a:extLst>
          </p:cNvPr>
          <p:cNvGrpSpPr/>
          <p:nvPr/>
        </p:nvGrpSpPr>
        <p:grpSpPr>
          <a:xfrm>
            <a:off x="4241186" y="4868356"/>
            <a:ext cx="573478" cy="573478"/>
            <a:chOff x="516291" y="3142261"/>
            <a:chExt cx="573478" cy="573478"/>
          </a:xfrm>
          <a:solidFill>
            <a:srgbClr val="7030A0"/>
          </a:solidFill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E0E19E76-66F4-1C14-4D22-1A708E7FA976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5</a:t>
              </a:r>
            </a:p>
          </p:txBody>
        </p:sp>
        <p:cxnSp>
          <p:nvCxnSpPr>
            <p:cNvPr id="88" name="Connector: Curved 87">
              <a:extLst>
                <a:ext uri="{FF2B5EF4-FFF2-40B4-BE49-F238E27FC236}">
                  <a16:creationId xmlns:a16="http://schemas.microsoft.com/office/drawing/2014/main" id="{6058BCFC-7723-9A01-B9DF-2FE39CCAA12C}"/>
                </a:ext>
              </a:extLst>
            </p:cNvPr>
            <p:cNvCxnSpPr>
              <a:stCxn id="87" idx="1"/>
              <a:endCxn id="87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F97F6CD-C534-391B-CB48-C98964DC222E}"/>
              </a:ext>
            </a:extLst>
          </p:cNvPr>
          <p:cNvCxnSpPr>
            <a:stCxn id="79" idx="1"/>
            <a:endCxn id="77" idx="5"/>
          </p:cNvCxnSpPr>
          <p:nvPr/>
        </p:nvCxnSpPr>
        <p:spPr>
          <a:xfrm flipH="1" flipV="1">
            <a:off x="5044705" y="2864519"/>
            <a:ext cx="391659" cy="276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ABB8D9F-8FD0-1061-07C9-B8A6F27DC1E4}"/>
              </a:ext>
            </a:extLst>
          </p:cNvPr>
          <p:cNvCxnSpPr>
            <a:stCxn id="77" idx="1"/>
            <a:endCxn id="81" idx="5"/>
          </p:cNvCxnSpPr>
          <p:nvPr/>
        </p:nvCxnSpPr>
        <p:spPr>
          <a:xfrm flipH="1" flipV="1">
            <a:off x="4247536" y="2318469"/>
            <a:ext cx="391659" cy="140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773E207C-67D6-49BF-0FCB-0ECAA36495EE}"/>
              </a:ext>
            </a:extLst>
          </p:cNvPr>
          <p:cNvSpPr txBox="1"/>
          <p:nvPr/>
        </p:nvSpPr>
        <p:spPr>
          <a:xfrm>
            <a:off x="5680804" y="3729030"/>
            <a:ext cx="147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Union(5,2)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F2F9043C-6B9D-F530-EB8B-C6318859F30D}"/>
              </a:ext>
            </a:extLst>
          </p:cNvPr>
          <p:cNvSpPr/>
          <p:nvPr/>
        </p:nvSpPr>
        <p:spPr>
          <a:xfrm>
            <a:off x="7690956" y="2979412"/>
            <a:ext cx="573478" cy="57347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14FBE36-6C19-075F-ADA8-84885D64DD4A}"/>
              </a:ext>
            </a:extLst>
          </p:cNvPr>
          <p:cNvSpPr/>
          <p:nvPr/>
        </p:nvSpPr>
        <p:spPr>
          <a:xfrm>
            <a:off x="8488125" y="3661650"/>
            <a:ext cx="573478" cy="57347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2D05D78-E79D-C8EE-4D21-B1BF23A4F17B}"/>
              </a:ext>
            </a:extLst>
          </p:cNvPr>
          <p:cNvSpPr/>
          <p:nvPr/>
        </p:nvSpPr>
        <p:spPr>
          <a:xfrm>
            <a:off x="6893787" y="2433362"/>
            <a:ext cx="573478" cy="57347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02DD0DA-946F-AE44-7202-8495BC1580CA}"/>
              </a:ext>
            </a:extLst>
          </p:cNvPr>
          <p:cNvGrpSpPr/>
          <p:nvPr/>
        </p:nvGrpSpPr>
        <p:grpSpPr>
          <a:xfrm>
            <a:off x="7383281" y="4594032"/>
            <a:ext cx="573478" cy="573478"/>
            <a:chOff x="516291" y="3142261"/>
            <a:chExt cx="573478" cy="573478"/>
          </a:xfrm>
          <a:solidFill>
            <a:srgbClr val="00B0F0"/>
          </a:solidFill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CA7352E2-905C-8AA3-8E65-38430BBE1CF3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4</a:t>
              </a:r>
            </a:p>
          </p:txBody>
        </p:sp>
        <p:cxnSp>
          <p:nvCxnSpPr>
            <p:cNvPr id="101" name="Connector: Curved 100">
              <a:extLst>
                <a:ext uri="{FF2B5EF4-FFF2-40B4-BE49-F238E27FC236}">
                  <a16:creationId xmlns:a16="http://schemas.microsoft.com/office/drawing/2014/main" id="{FFE67D4A-E969-527C-CCCA-A7E87A8A673C}"/>
                </a:ext>
              </a:extLst>
            </p:cNvPr>
            <p:cNvCxnSpPr>
              <a:stCxn id="100" idx="1"/>
              <a:endCxn id="100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AC100D6-1EDB-829F-52AC-ABBF5C09C03D}"/>
              </a:ext>
            </a:extLst>
          </p:cNvPr>
          <p:cNvGrpSpPr/>
          <p:nvPr/>
        </p:nvGrpSpPr>
        <p:grpSpPr>
          <a:xfrm>
            <a:off x="5976679" y="2062639"/>
            <a:ext cx="573478" cy="573478"/>
            <a:chOff x="516291" y="3142261"/>
            <a:chExt cx="573478" cy="573478"/>
          </a:xfrm>
          <a:solidFill>
            <a:srgbClr val="00B0F0"/>
          </a:solidFill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669B5BF-78E5-D02A-B563-16B57ED264ED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5</a:t>
              </a:r>
            </a:p>
          </p:txBody>
        </p:sp>
        <p:cxnSp>
          <p:nvCxnSpPr>
            <p:cNvPr id="104" name="Connector: Curved 103">
              <a:extLst>
                <a:ext uri="{FF2B5EF4-FFF2-40B4-BE49-F238E27FC236}">
                  <a16:creationId xmlns:a16="http://schemas.microsoft.com/office/drawing/2014/main" id="{044A353C-EE3D-06D8-3DBC-B6521E755B29}"/>
                </a:ext>
              </a:extLst>
            </p:cNvPr>
            <p:cNvCxnSpPr>
              <a:stCxn id="103" idx="1"/>
              <a:endCxn id="103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09E6AE8-86BC-9CD8-9D5E-15AD560960C9}"/>
              </a:ext>
            </a:extLst>
          </p:cNvPr>
          <p:cNvCxnSpPr>
            <a:stCxn id="95" idx="1"/>
            <a:endCxn id="94" idx="5"/>
          </p:cNvCxnSpPr>
          <p:nvPr/>
        </p:nvCxnSpPr>
        <p:spPr>
          <a:xfrm flipH="1" flipV="1">
            <a:off x="8180450" y="3468906"/>
            <a:ext cx="391659" cy="276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BAA5986-A0DB-B21B-5920-878BF72AA6DB}"/>
              </a:ext>
            </a:extLst>
          </p:cNvPr>
          <p:cNvCxnSpPr>
            <a:stCxn id="94" idx="1"/>
            <a:endCxn id="97" idx="5"/>
          </p:cNvCxnSpPr>
          <p:nvPr/>
        </p:nvCxnSpPr>
        <p:spPr>
          <a:xfrm flipH="1" flipV="1">
            <a:off x="7383281" y="2922856"/>
            <a:ext cx="391659" cy="140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D29ACEA-5D00-1CB0-3AD1-DA7390901403}"/>
              </a:ext>
            </a:extLst>
          </p:cNvPr>
          <p:cNvCxnSpPr>
            <a:stCxn id="97" idx="1"/>
            <a:endCxn id="103" idx="6"/>
          </p:cNvCxnSpPr>
          <p:nvPr/>
        </p:nvCxnSpPr>
        <p:spPr>
          <a:xfrm flipH="1" flipV="1">
            <a:off x="6550157" y="2349378"/>
            <a:ext cx="427614" cy="167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1D8A2C82-449A-51E9-8D7C-C15EBA6D32C8}"/>
              </a:ext>
            </a:extLst>
          </p:cNvPr>
          <p:cNvSpPr txBox="1"/>
          <p:nvPr/>
        </p:nvSpPr>
        <p:spPr>
          <a:xfrm>
            <a:off x="8726844" y="3237938"/>
            <a:ext cx="147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Union(4,1)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E4E20416-75F8-EB0E-7373-C5CC99DCD3F8}"/>
              </a:ext>
            </a:extLst>
          </p:cNvPr>
          <p:cNvSpPr/>
          <p:nvPr/>
        </p:nvSpPr>
        <p:spPr>
          <a:xfrm>
            <a:off x="10802561" y="3013499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F4ABE673-A11A-B91A-D9DC-D051871A704B}"/>
              </a:ext>
            </a:extLst>
          </p:cNvPr>
          <p:cNvSpPr/>
          <p:nvPr/>
        </p:nvSpPr>
        <p:spPr>
          <a:xfrm>
            <a:off x="11599730" y="3695737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1B1B3888-E6B2-1AB9-CDBF-4799D4F3A0DB}"/>
              </a:ext>
            </a:extLst>
          </p:cNvPr>
          <p:cNvSpPr/>
          <p:nvPr/>
        </p:nvSpPr>
        <p:spPr>
          <a:xfrm>
            <a:off x="10005392" y="2467449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CAEEE03-4A79-0F38-C27D-981608218750}"/>
              </a:ext>
            </a:extLst>
          </p:cNvPr>
          <p:cNvGrpSpPr/>
          <p:nvPr/>
        </p:nvGrpSpPr>
        <p:grpSpPr>
          <a:xfrm>
            <a:off x="8089540" y="1523076"/>
            <a:ext cx="573478" cy="573478"/>
            <a:chOff x="516291" y="3142261"/>
            <a:chExt cx="573478" cy="573478"/>
          </a:xfrm>
          <a:solidFill>
            <a:srgbClr val="7030A0"/>
          </a:solidFill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57B1AE8-9929-477E-51BC-B9F484ED9249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4</a:t>
              </a:r>
            </a:p>
          </p:txBody>
        </p:sp>
        <p:cxnSp>
          <p:nvCxnSpPr>
            <p:cNvPr id="116" name="Connector: Curved 115">
              <a:extLst>
                <a:ext uri="{FF2B5EF4-FFF2-40B4-BE49-F238E27FC236}">
                  <a16:creationId xmlns:a16="http://schemas.microsoft.com/office/drawing/2014/main" id="{8DF72A31-7B6F-149E-AEA3-E82E937B82F9}"/>
                </a:ext>
              </a:extLst>
            </p:cNvPr>
            <p:cNvCxnSpPr>
              <a:stCxn id="115" idx="1"/>
              <a:endCxn id="115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18" name="Oval 117">
            <a:extLst>
              <a:ext uri="{FF2B5EF4-FFF2-40B4-BE49-F238E27FC236}">
                <a16:creationId xmlns:a16="http://schemas.microsoft.com/office/drawing/2014/main" id="{70131B91-5B7B-D2CA-4790-9FCD5A66D8DE}"/>
              </a:ext>
            </a:extLst>
          </p:cNvPr>
          <p:cNvSpPr/>
          <p:nvPr/>
        </p:nvSpPr>
        <p:spPr>
          <a:xfrm>
            <a:off x="9088284" y="2096726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5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0EA1F10-ACEC-EDF3-0DAC-0CCD60861521}"/>
              </a:ext>
            </a:extLst>
          </p:cNvPr>
          <p:cNvCxnSpPr>
            <a:stCxn id="112" idx="1"/>
            <a:endCxn id="111" idx="5"/>
          </p:cNvCxnSpPr>
          <p:nvPr/>
        </p:nvCxnSpPr>
        <p:spPr>
          <a:xfrm flipH="1" flipV="1">
            <a:off x="11292055" y="3502993"/>
            <a:ext cx="391659" cy="276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BBDD8D91-5BE8-D2A9-5F57-D1D345123529}"/>
              </a:ext>
            </a:extLst>
          </p:cNvPr>
          <p:cNvCxnSpPr>
            <a:stCxn id="111" idx="1"/>
            <a:endCxn id="113" idx="5"/>
          </p:cNvCxnSpPr>
          <p:nvPr/>
        </p:nvCxnSpPr>
        <p:spPr>
          <a:xfrm flipH="1" flipV="1">
            <a:off x="10494886" y="2956943"/>
            <a:ext cx="391659" cy="140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BF9C92D-C445-D53E-D8EA-ED801AC8BFBC}"/>
              </a:ext>
            </a:extLst>
          </p:cNvPr>
          <p:cNvCxnSpPr>
            <a:stCxn id="113" idx="1"/>
            <a:endCxn id="118" idx="6"/>
          </p:cNvCxnSpPr>
          <p:nvPr/>
        </p:nvCxnSpPr>
        <p:spPr>
          <a:xfrm flipH="1" flipV="1">
            <a:off x="9661762" y="2383465"/>
            <a:ext cx="427614" cy="167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3756B334-517E-105D-0E16-20D70D0C316B}"/>
              </a:ext>
            </a:extLst>
          </p:cNvPr>
          <p:cNvCxnSpPr>
            <a:stCxn id="118" idx="1"/>
            <a:endCxn id="115" idx="6"/>
          </p:cNvCxnSpPr>
          <p:nvPr/>
        </p:nvCxnSpPr>
        <p:spPr>
          <a:xfrm flipH="1" flipV="1">
            <a:off x="8663018" y="1809815"/>
            <a:ext cx="509250" cy="370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Arrow: Down 124">
            <a:extLst>
              <a:ext uri="{FF2B5EF4-FFF2-40B4-BE49-F238E27FC236}">
                <a16:creationId xmlns:a16="http://schemas.microsoft.com/office/drawing/2014/main" id="{4BE81136-A6C1-8D57-A4AE-608949D63A3C}"/>
              </a:ext>
            </a:extLst>
          </p:cNvPr>
          <p:cNvSpPr/>
          <p:nvPr/>
        </p:nvSpPr>
        <p:spPr>
          <a:xfrm>
            <a:off x="10690715" y="3630741"/>
            <a:ext cx="685324" cy="1713945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037F5E6-5BC3-80ED-BB0A-02411E93B2BD}"/>
              </a:ext>
            </a:extLst>
          </p:cNvPr>
          <p:cNvSpPr txBox="1"/>
          <p:nvPr/>
        </p:nvSpPr>
        <p:spPr>
          <a:xfrm>
            <a:off x="10089376" y="5537430"/>
            <a:ext cx="3463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00B050"/>
                </a:solidFill>
                <a:latin typeface="Arial Black" panose="020B0A04020102020204" pitchFamily="34" charset="0"/>
              </a:rPr>
              <a:t>Findset</a:t>
            </a:r>
            <a:r>
              <a:rPr lang="en-IN" dirty="0">
                <a:solidFill>
                  <a:srgbClr val="00B050"/>
                </a:solidFill>
                <a:latin typeface="Arial Black" panose="020B0A04020102020204" pitchFamily="34" charset="0"/>
              </a:rPr>
              <a:t> = O(n)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2F850C3-D80C-92B4-4348-EAD503D06890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775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9A9061-7D23-35FA-2645-A73CABD0C0C2}"/>
              </a:ext>
            </a:extLst>
          </p:cNvPr>
          <p:cNvCxnSpPr/>
          <p:nvPr/>
        </p:nvCxnSpPr>
        <p:spPr>
          <a:xfrm>
            <a:off x="11027664" y="1297489"/>
            <a:ext cx="0" cy="77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35E166-EDA0-EF9B-2C40-DE55A9E0ADDA}"/>
              </a:ext>
            </a:extLst>
          </p:cNvPr>
          <p:cNvSpPr txBox="1"/>
          <p:nvPr/>
        </p:nvSpPr>
        <p:spPr>
          <a:xfrm>
            <a:off x="621323" y="1374676"/>
            <a:ext cx="973015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0000"/>
                </a:solidFill>
                <a:latin typeface="Arial Black" panose="020B0A04020102020204" pitchFamily="34" charset="0"/>
              </a:rPr>
              <a:t>Efficient implementation of Union</a:t>
            </a:r>
          </a:p>
          <a:p>
            <a:endParaRPr lang="en-IN" sz="3200" dirty="0"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3200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Union by Rank ( based on </a:t>
            </a:r>
            <a:r>
              <a:rPr lang="en-IN" sz="32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size</a:t>
            </a:r>
            <a:r>
              <a:rPr lang="en-IN" sz="3200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or </a:t>
            </a:r>
            <a:r>
              <a:rPr lang="en-IN" sz="32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depth</a:t>
            </a:r>
            <a:r>
              <a:rPr lang="en-IN" sz="3200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3200" dirty="0">
              <a:solidFill>
                <a:srgbClr val="00B0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32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Path compression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0F7A8B-F111-B247-093A-F615390A12D5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581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9A9061-7D23-35FA-2645-A73CABD0C0C2}"/>
              </a:ext>
            </a:extLst>
          </p:cNvPr>
          <p:cNvCxnSpPr/>
          <p:nvPr/>
        </p:nvCxnSpPr>
        <p:spPr>
          <a:xfrm>
            <a:off x="11027664" y="1297489"/>
            <a:ext cx="0" cy="77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35E166-EDA0-EF9B-2C40-DE55A9E0ADDA}"/>
              </a:ext>
            </a:extLst>
          </p:cNvPr>
          <p:cNvSpPr txBox="1"/>
          <p:nvPr/>
        </p:nvSpPr>
        <p:spPr>
          <a:xfrm>
            <a:off x="0" y="1116768"/>
            <a:ext cx="12367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Union by Rank based on </a:t>
            </a:r>
            <a:r>
              <a:rPr lang="en-IN" sz="3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size</a:t>
            </a:r>
          </a:p>
          <a:p>
            <a:r>
              <a:rPr lang="en-IN" sz="36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Logic</a:t>
            </a:r>
            <a:r>
              <a:rPr lang="en-IN" sz="3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: </a:t>
            </a:r>
            <a:r>
              <a:rPr lang="en-IN" sz="2000" dirty="0">
                <a:solidFill>
                  <a:srgbClr val="002060"/>
                </a:solidFill>
                <a:highlight>
                  <a:srgbClr val="00FF00"/>
                </a:highlight>
                <a:latin typeface="Aharoni" panose="02010803020104030203" pitchFamily="2" charset="-79"/>
                <a:cs typeface="Aharoni" panose="02010803020104030203" pitchFamily="2" charset="-79"/>
              </a:rPr>
              <a:t>The root of Larger size tree becomes the parent of root of smaller size tree</a:t>
            </a:r>
            <a:endParaRPr lang="en-IN" sz="2000" dirty="0">
              <a:solidFill>
                <a:srgbClr val="00B050"/>
              </a:solidFill>
              <a:highlight>
                <a:srgbClr val="00FF00"/>
              </a:highligh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6EE5D4CE-24B6-985D-AE9A-6809A8549F01}"/>
              </a:ext>
            </a:extLst>
          </p:cNvPr>
          <p:cNvSpPr/>
          <p:nvPr/>
        </p:nvSpPr>
        <p:spPr>
          <a:xfrm>
            <a:off x="1031631" y="3048001"/>
            <a:ext cx="1699846" cy="2508738"/>
          </a:xfrm>
          <a:prstGeom prst="triangle">
            <a:avLst>
              <a:gd name="adj" fmla="val 64482"/>
            </a:avLst>
          </a:prstGeom>
          <a:solidFill>
            <a:srgbClr val="637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C46743F3-05CD-9CAA-F9B9-F0F424012D48}"/>
              </a:ext>
            </a:extLst>
          </p:cNvPr>
          <p:cNvSpPr/>
          <p:nvPr/>
        </p:nvSpPr>
        <p:spPr>
          <a:xfrm>
            <a:off x="3329354" y="3048001"/>
            <a:ext cx="1699846" cy="1200329"/>
          </a:xfrm>
          <a:prstGeom prst="triangle">
            <a:avLst>
              <a:gd name="adj" fmla="val 64482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B6A8024-DC4A-1890-81E3-525F6B7CA68E}"/>
              </a:ext>
            </a:extLst>
          </p:cNvPr>
          <p:cNvSpPr/>
          <p:nvPr/>
        </p:nvSpPr>
        <p:spPr>
          <a:xfrm>
            <a:off x="4290645" y="2782944"/>
            <a:ext cx="257908" cy="3985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3B09C96-2293-BC34-A6EC-52584C95F63A}"/>
              </a:ext>
            </a:extLst>
          </p:cNvPr>
          <p:cNvSpPr/>
          <p:nvPr/>
        </p:nvSpPr>
        <p:spPr>
          <a:xfrm>
            <a:off x="2028093" y="2782945"/>
            <a:ext cx="257908" cy="3985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DC41779-6FA4-0C7A-190A-E960D96C3427}"/>
              </a:ext>
            </a:extLst>
          </p:cNvPr>
          <p:cNvSpPr/>
          <p:nvPr/>
        </p:nvSpPr>
        <p:spPr>
          <a:xfrm>
            <a:off x="1556882" y="4398442"/>
            <a:ext cx="600165" cy="6001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DD0FE15-07BC-CFF8-CC43-E952DA8687D7}"/>
              </a:ext>
            </a:extLst>
          </p:cNvPr>
          <p:cNvSpPr/>
          <p:nvPr/>
        </p:nvSpPr>
        <p:spPr>
          <a:xfrm>
            <a:off x="4179277" y="3629295"/>
            <a:ext cx="600165" cy="6001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9BB06E-3348-62FB-00C9-868596A3C064}"/>
              </a:ext>
            </a:extLst>
          </p:cNvPr>
          <p:cNvSpPr txBox="1"/>
          <p:nvPr/>
        </p:nvSpPr>
        <p:spPr>
          <a:xfrm>
            <a:off x="5184933" y="3648165"/>
            <a:ext cx="1591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Union(a, b)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944366C0-1304-E4E7-BDEF-260745C7DC7C}"/>
              </a:ext>
            </a:extLst>
          </p:cNvPr>
          <p:cNvSpPr/>
          <p:nvPr/>
        </p:nvSpPr>
        <p:spPr>
          <a:xfrm>
            <a:off x="7162802" y="3629295"/>
            <a:ext cx="1699846" cy="2508738"/>
          </a:xfrm>
          <a:prstGeom prst="triangle">
            <a:avLst>
              <a:gd name="adj" fmla="val 64482"/>
            </a:avLst>
          </a:prstGeom>
          <a:solidFill>
            <a:srgbClr val="637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7116DD9-1928-6AC2-5483-FF0D87AC6306}"/>
              </a:ext>
            </a:extLst>
          </p:cNvPr>
          <p:cNvSpPr/>
          <p:nvPr/>
        </p:nvSpPr>
        <p:spPr>
          <a:xfrm>
            <a:off x="9085387" y="4513387"/>
            <a:ext cx="1699846" cy="1200329"/>
          </a:xfrm>
          <a:prstGeom prst="triangle">
            <a:avLst>
              <a:gd name="adj" fmla="val 64482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4CC78F2-4814-D6BE-E4C7-920FD8464D98}"/>
              </a:ext>
            </a:extLst>
          </p:cNvPr>
          <p:cNvSpPr/>
          <p:nvPr/>
        </p:nvSpPr>
        <p:spPr>
          <a:xfrm>
            <a:off x="10046678" y="4248330"/>
            <a:ext cx="257908" cy="3985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098243-B045-5E70-351E-8F18DE6797E8}"/>
              </a:ext>
            </a:extLst>
          </p:cNvPr>
          <p:cNvSpPr/>
          <p:nvPr/>
        </p:nvSpPr>
        <p:spPr>
          <a:xfrm>
            <a:off x="8159264" y="3364239"/>
            <a:ext cx="257908" cy="3985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00DAAD-1BCA-F8C2-0F8D-93533559CC61}"/>
              </a:ext>
            </a:extLst>
          </p:cNvPr>
          <p:cNvSpPr/>
          <p:nvPr/>
        </p:nvSpPr>
        <p:spPr>
          <a:xfrm>
            <a:off x="7688053" y="4979736"/>
            <a:ext cx="600165" cy="6001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71EFF32-9665-2BE7-8675-D712EAC9B23B}"/>
              </a:ext>
            </a:extLst>
          </p:cNvPr>
          <p:cNvSpPr/>
          <p:nvPr/>
        </p:nvSpPr>
        <p:spPr>
          <a:xfrm>
            <a:off x="9935310" y="5094681"/>
            <a:ext cx="600165" cy="6001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b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C875762-5A30-ED24-20CF-CDE9EAEDAE93}"/>
              </a:ext>
            </a:extLst>
          </p:cNvPr>
          <p:cNvCxnSpPr>
            <a:stCxn id="15" idx="2"/>
            <a:endCxn id="16" idx="6"/>
          </p:cNvCxnSpPr>
          <p:nvPr/>
        </p:nvCxnSpPr>
        <p:spPr>
          <a:xfrm flipH="1" flipV="1">
            <a:off x="8417172" y="3563532"/>
            <a:ext cx="1629506" cy="884091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4D91361-FEF4-1D17-1B15-87EC28DBDA4F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024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F885D16-2497-C9E7-0431-87BF4CEE7B46}"/>
              </a:ext>
            </a:extLst>
          </p:cNvPr>
          <p:cNvGrpSpPr/>
          <p:nvPr/>
        </p:nvGrpSpPr>
        <p:grpSpPr>
          <a:xfrm>
            <a:off x="3225958" y="2762042"/>
            <a:ext cx="1705706" cy="3104879"/>
            <a:chOff x="3387969" y="1954581"/>
            <a:chExt cx="1705706" cy="310487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F2FE0C9-EBCE-C9C4-DFF1-D9AF30142FA1}"/>
                </a:ext>
              </a:extLst>
            </p:cNvPr>
            <p:cNvSpPr/>
            <p:nvPr/>
          </p:nvSpPr>
          <p:spPr>
            <a:xfrm>
              <a:off x="3903784" y="1954581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1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3F12593-50A6-3CFF-E2E6-ACD0CA4DBB0D}"/>
                </a:ext>
              </a:extLst>
            </p:cNvPr>
            <p:cNvSpPr/>
            <p:nvPr/>
          </p:nvSpPr>
          <p:spPr>
            <a:xfrm>
              <a:off x="4053251" y="4543645"/>
              <a:ext cx="515815" cy="5158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540310C-E5C6-8005-6F1B-210881662A67}"/>
                </a:ext>
              </a:extLst>
            </p:cNvPr>
            <p:cNvSpPr/>
            <p:nvPr/>
          </p:nvSpPr>
          <p:spPr>
            <a:xfrm>
              <a:off x="4287714" y="34290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44D5229-B268-6C3E-6FD8-4EA41B67226A}"/>
                </a:ext>
              </a:extLst>
            </p:cNvPr>
            <p:cNvSpPr/>
            <p:nvPr/>
          </p:nvSpPr>
          <p:spPr>
            <a:xfrm>
              <a:off x="3387969" y="37338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4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D87AFB8-5637-A0D3-3028-31985DFE1036}"/>
                </a:ext>
              </a:extLst>
            </p:cNvPr>
            <p:cNvSpPr/>
            <p:nvPr/>
          </p:nvSpPr>
          <p:spPr>
            <a:xfrm>
              <a:off x="4577860" y="2718763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3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774843C-61BA-1B01-0D01-3FA7D2A730CD}"/>
                </a:ext>
              </a:extLst>
            </p:cNvPr>
            <p:cNvSpPr/>
            <p:nvPr/>
          </p:nvSpPr>
          <p:spPr>
            <a:xfrm>
              <a:off x="3405553" y="277346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9699BC0-39A7-6831-E268-17A346FDBEA8}"/>
                </a:ext>
              </a:extLst>
            </p:cNvPr>
            <p:cNvCxnSpPr>
              <a:stCxn id="28" idx="7"/>
              <a:endCxn id="23" idx="3"/>
            </p:cNvCxnSpPr>
            <p:nvPr/>
          </p:nvCxnSpPr>
          <p:spPr>
            <a:xfrm flipV="1">
              <a:off x="3845829" y="2394857"/>
              <a:ext cx="133494" cy="454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4298442-E2F4-FF92-0E6F-491E46CBB3B5}"/>
                </a:ext>
              </a:extLst>
            </p:cNvPr>
            <p:cNvCxnSpPr>
              <a:stCxn id="27" idx="1"/>
              <a:endCxn id="23" idx="5"/>
            </p:cNvCxnSpPr>
            <p:nvPr/>
          </p:nvCxnSpPr>
          <p:spPr>
            <a:xfrm flipH="1" flipV="1">
              <a:off x="4344060" y="2394857"/>
              <a:ext cx="309339" cy="3994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8F8D1F1-90D1-6737-52C5-B12E7D67CB54}"/>
                </a:ext>
              </a:extLst>
            </p:cNvPr>
            <p:cNvCxnSpPr>
              <a:stCxn id="26" idx="0"/>
              <a:endCxn id="28" idx="4"/>
            </p:cNvCxnSpPr>
            <p:nvPr/>
          </p:nvCxnSpPr>
          <p:spPr>
            <a:xfrm flipV="1">
              <a:off x="3645877" y="3289277"/>
              <a:ext cx="17584" cy="4445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C99F24C-7A46-6071-A6C1-31AE2E6AF2AE}"/>
                </a:ext>
              </a:extLst>
            </p:cNvPr>
            <p:cNvCxnSpPr>
              <a:stCxn id="24" idx="1"/>
              <a:endCxn id="26" idx="5"/>
            </p:cNvCxnSpPr>
            <p:nvPr/>
          </p:nvCxnSpPr>
          <p:spPr>
            <a:xfrm flipH="1" flipV="1">
              <a:off x="3828245" y="4174076"/>
              <a:ext cx="300545" cy="445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3DD1C1B-64F6-4346-18BB-E0AC35F587DA}"/>
                </a:ext>
              </a:extLst>
            </p:cNvPr>
            <p:cNvCxnSpPr>
              <a:stCxn id="25" idx="0"/>
              <a:endCxn id="27" idx="3"/>
            </p:cNvCxnSpPr>
            <p:nvPr/>
          </p:nvCxnSpPr>
          <p:spPr>
            <a:xfrm flipV="1">
              <a:off x="4545622" y="3159039"/>
              <a:ext cx="107777" cy="269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297EE3D-3811-A09A-ACCC-A5359947107A}"/>
              </a:ext>
            </a:extLst>
          </p:cNvPr>
          <p:cNvGrpSpPr/>
          <p:nvPr/>
        </p:nvGrpSpPr>
        <p:grpSpPr>
          <a:xfrm>
            <a:off x="0" y="2246227"/>
            <a:ext cx="2094446" cy="2100256"/>
            <a:chOff x="3405553" y="1954581"/>
            <a:chExt cx="2094446" cy="210025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95793F3-5189-2D83-7C1F-367D7ED49305}"/>
                </a:ext>
              </a:extLst>
            </p:cNvPr>
            <p:cNvSpPr/>
            <p:nvPr/>
          </p:nvSpPr>
          <p:spPr>
            <a:xfrm>
              <a:off x="3903784" y="1954581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12A6011-5CCC-51D6-FA99-2D439874A54E}"/>
                </a:ext>
              </a:extLst>
            </p:cNvPr>
            <p:cNvSpPr/>
            <p:nvPr/>
          </p:nvSpPr>
          <p:spPr>
            <a:xfrm>
              <a:off x="4287714" y="34290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/>
                <a:t>10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BB7BF62-257B-FEDE-5E3C-28ADEAC1F043}"/>
                </a:ext>
              </a:extLst>
            </p:cNvPr>
            <p:cNvSpPr/>
            <p:nvPr/>
          </p:nvSpPr>
          <p:spPr>
            <a:xfrm>
              <a:off x="4577860" y="2718763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7171335-5C1B-3CB2-A893-A96DD7A6BF15}"/>
                </a:ext>
              </a:extLst>
            </p:cNvPr>
            <p:cNvSpPr/>
            <p:nvPr/>
          </p:nvSpPr>
          <p:spPr>
            <a:xfrm>
              <a:off x="3405553" y="2773462"/>
              <a:ext cx="515815" cy="5158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6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0693805-9EB3-7D09-6DB9-818ABEEF2010}"/>
                </a:ext>
              </a:extLst>
            </p:cNvPr>
            <p:cNvCxnSpPr>
              <a:cxnSpLocks/>
              <a:stCxn id="38" idx="7"/>
              <a:endCxn id="35" idx="3"/>
            </p:cNvCxnSpPr>
            <p:nvPr/>
          </p:nvCxnSpPr>
          <p:spPr>
            <a:xfrm flipV="1">
              <a:off x="3845829" y="2394857"/>
              <a:ext cx="133494" cy="454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6B1691B-64E2-05ED-BF9E-6AB543BF5C84}"/>
                </a:ext>
              </a:extLst>
            </p:cNvPr>
            <p:cNvCxnSpPr>
              <a:cxnSpLocks/>
              <a:stCxn id="37" idx="1"/>
              <a:endCxn id="35" idx="5"/>
            </p:cNvCxnSpPr>
            <p:nvPr/>
          </p:nvCxnSpPr>
          <p:spPr>
            <a:xfrm flipH="1" flipV="1">
              <a:off x="4344060" y="2394857"/>
              <a:ext cx="309339" cy="3994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FC4C0FD-B62E-732D-17D2-B0B7BD7FCCFA}"/>
                </a:ext>
              </a:extLst>
            </p:cNvPr>
            <p:cNvCxnSpPr>
              <a:cxnSpLocks/>
              <a:stCxn id="36" idx="0"/>
              <a:endCxn id="37" idx="3"/>
            </p:cNvCxnSpPr>
            <p:nvPr/>
          </p:nvCxnSpPr>
          <p:spPr>
            <a:xfrm flipV="1">
              <a:off x="4545622" y="3159039"/>
              <a:ext cx="107777" cy="269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nector: Curved 41">
              <a:extLst>
                <a:ext uri="{FF2B5EF4-FFF2-40B4-BE49-F238E27FC236}">
                  <a16:creationId xmlns:a16="http://schemas.microsoft.com/office/drawing/2014/main" id="{040E8FA0-8ED0-7406-BCA3-05AD36E680C5}"/>
                </a:ext>
              </a:extLst>
            </p:cNvPr>
            <p:cNvCxnSpPr>
              <a:cxnSpLocks/>
              <a:stCxn id="35" idx="1"/>
              <a:endCxn id="35" idx="7"/>
            </p:cNvCxnSpPr>
            <p:nvPr/>
          </p:nvCxnSpPr>
          <p:spPr>
            <a:xfrm rot="5400000" flipH="1" flipV="1">
              <a:off x="4161691" y="1847752"/>
              <a:ext cx="12700" cy="364737"/>
            </a:xfrm>
            <a:prstGeom prst="curvedConnector3">
              <a:avLst>
                <a:gd name="adj1" fmla="val 3594795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2419FAF-0E5D-8FD2-7D35-BE58FCDB3358}"/>
                </a:ext>
              </a:extLst>
            </p:cNvPr>
            <p:cNvSpPr/>
            <p:nvPr/>
          </p:nvSpPr>
          <p:spPr>
            <a:xfrm>
              <a:off x="4984184" y="353902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11</a:t>
              </a:r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A3E1D31-A77E-15AD-27CD-0886E1646B61}"/>
              </a:ext>
            </a:extLst>
          </p:cNvPr>
          <p:cNvCxnSpPr>
            <a:stCxn id="43" idx="0"/>
            <a:endCxn id="37" idx="5"/>
          </p:cNvCxnSpPr>
          <p:nvPr/>
        </p:nvCxnSpPr>
        <p:spPr>
          <a:xfrm flipH="1" flipV="1">
            <a:off x="1612583" y="3450685"/>
            <a:ext cx="223956" cy="37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D6395B4-69C0-5DF5-5AD3-4360D4BF3B9B}"/>
              </a:ext>
            </a:extLst>
          </p:cNvPr>
          <p:cNvSpPr txBox="1"/>
          <p:nvPr/>
        </p:nvSpPr>
        <p:spPr>
          <a:xfrm>
            <a:off x="5021734" y="3608693"/>
            <a:ext cx="2778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Union(6, 7)</a:t>
            </a:r>
          </a:p>
        </p:txBody>
      </p: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E13B99F5-A827-6608-D567-F71A83BA0D2F}"/>
              </a:ext>
            </a:extLst>
          </p:cNvPr>
          <p:cNvCxnSpPr>
            <a:stCxn id="23" idx="1"/>
            <a:endCxn id="23" idx="7"/>
          </p:cNvCxnSpPr>
          <p:nvPr/>
        </p:nvCxnSpPr>
        <p:spPr>
          <a:xfrm rot="5400000" flipH="1" flipV="1">
            <a:off x="3999680" y="2655213"/>
            <a:ext cx="12700" cy="364737"/>
          </a:xfrm>
          <a:prstGeom prst="curvedConnector3">
            <a:avLst>
              <a:gd name="adj1" fmla="val 387171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9C0DF45-A0F7-9274-5EB6-2ECFAB9C8E84}"/>
              </a:ext>
            </a:extLst>
          </p:cNvPr>
          <p:cNvSpPr txBox="1"/>
          <p:nvPr/>
        </p:nvSpPr>
        <p:spPr>
          <a:xfrm>
            <a:off x="257907" y="4752276"/>
            <a:ext cx="1742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highlight>
                  <a:srgbClr val="00FF00"/>
                </a:highlight>
                <a:latin typeface="Aharoni" panose="02010803020104030203" pitchFamily="2" charset="-79"/>
                <a:cs typeface="Aharoni" panose="02010803020104030203" pitchFamily="2" charset="-79"/>
              </a:rPr>
              <a:t>Rank = 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36AEEB-8883-9FC0-86F3-3058AA5FC58E}"/>
              </a:ext>
            </a:extLst>
          </p:cNvPr>
          <p:cNvSpPr txBox="1"/>
          <p:nvPr/>
        </p:nvSpPr>
        <p:spPr>
          <a:xfrm>
            <a:off x="3823661" y="5922310"/>
            <a:ext cx="1742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highlight>
                  <a:srgbClr val="00FF00"/>
                </a:highlight>
                <a:latin typeface="Aharoni" panose="02010803020104030203" pitchFamily="2" charset="-79"/>
                <a:cs typeface="Aharoni" panose="02010803020104030203" pitchFamily="2" charset="-79"/>
              </a:rPr>
              <a:t>Rank = 6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572B6C8-71B4-6206-BA60-3CF885DF69E7}"/>
              </a:ext>
            </a:extLst>
          </p:cNvPr>
          <p:cNvGrpSpPr/>
          <p:nvPr/>
        </p:nvGrpSpPr>
        <p:grpSpPr>
          <a:xfrm>
            <a:off x="9149380" y="1973784"/>
            <a:ext cx="1705706" cy="3104879"/>
            <a:chOff x="3387969" y="1954581"/>
            <a:chExt cx="1705706" cy="3104879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067D9AF-C2CB-2511-DAC8-EF4435F2CA94}"/>
                </a:ext>
              </a:extLst>
            </p:cNvPr>
            <p:cNvSpPr/>
            <p:nvPr/>
          </p:nvSpPr>
          <p:spPr>
            <a:xfrm>
              <a:off x="3903784" y="1954581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1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F9478C3-867E-61D7-6BE5-FC58A2B98CC1}"/>
                </a:ext>
              </a:extLst>
            </p:cNvPr>
            <p:cNvSpPr/>
            <p:nvPr/>
          </p:nvSpPr>
          <p:spPr>
            <a:xfrm>
              <a:off x="4053251" y="4543645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5C1C7F5-8438-B024-6588-B0FABC9AE2BD}"/>
                </a:ext>
              </a:extLst>
            </p:cNvPr>
            <p:cNvSpPr/>
            <p:nvPr/>
          </p:nvSpPr>
          <p:spPr>
            <a:xfrm>
              <a:off x="4287714" y="34290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2E32346-EAA9-ED10-909A-10E6946C8DEA}"/>
                </a:ext>
              </a:extLst>
            </p:cNvPr>
            <p:cNvSpPr/>
            <p:nvPr/>
          </p:nvSpPr>
          <p:spPr>
            <a:xfrm>
              <a:off x="3387969" y="37338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4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D65EE8F-2906-BE32-1365-E8ED72E3B934}"/>
                </a:ext>
              </a:extLst>
            </p:cNvPr>
            <p:cNvSpPr/>
            <p:nvPr/>
          </p:nvSpPr>
          <p:spPr>
            <a:xfrm>
              <a:off x="4577860" y="2718763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3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A60316F-E8A0-2C0C-5243-5D539F241DBA}"/>
                </a:ext>
              </a:extLst>
            </p:cNvPr>
            <p:cNvSpPr/>
            <p:nvPr/>
          </p:nvSpPr>
          <p:spPr>
            <a:xfrm>
              <a:off x="3405553" y="277346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EAFDC9F1-8E3C-058D-09DF-F1AFCBDEAD98}"/>
                </a:ext>
              </a:extLst>
            </p:cNvPr>
            <p:cNvCxnSpPr>
              <a:stCxn id="56" idx="7"/>
              <a:endCxn id="51" idx="3"/>
            </p:cNvCxnSpPr>
            <p:nvPr/>
          </p:nvCxnSpPr>
          <p:spPr>
            <a:xfrm flipV="1">
              <a:off x="3845829" y="2394857"/>
              <a:ext cx="133494" cy="454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0501BC4-940A-0CC0-B849-ADE97C1D74BD}"/>
                </a:ext>
              </a:extLst>
            </p:cNvPr>
            <p:cNvCxnSpPr>
              <a:stCxn id="55" idx="1"/>
              <a:endCxn id="51" idx="5"/>
            </p:cNvCxnSpPr>
            <p:nvPr/>
          </p:nvCxnSpPr>
          <p:spPr>
            <a:xfrm flipH="1" flipV="1">
              <a:off x="4344060" y="2394857"/>
              <a:ext cx="309339" cy="3994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79AA8D1D-ED71-007B-E1B4-1F79C86122D7}"/>
                </a:ext>
              </a:extLst>
            </p:cNvPr>
            <p:cNvCxnSpPr>
              <a:stCxn id="54" idx="0"/>
              <a:endCxn id="56" idx="4"/>
            </p:cNvCxnSpPr>
            <p:nvPr/>
          </p:nvCxnSpPr>
          <p:spPr>
            <a:xfrm flipV="1">
              <a:off x="3645877" y="3289277"/>
              <a:ext cx="17584" cy="4445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2898ACD-5090-152B-593C-BEA79B915027}"/>
                </a:ext>
              </a:extLst>
            </p:cNvPr>
            <p:cNvCxnSpPr>
              <a:stCxn id="52" idx="1"/>
              <a:endCxn id="54" idx="5"/>
            </p:cNvCxnSpPr>
            <p:nvPr/>
          </p:nvCxnSpPr>
          <p:spPr>
            <a:xfrm flipH="1" flipV="1">
              <a:off x="3828245" y="4174076"/>
              <a:ext cx="300545" cy="445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8ED38D1-D92B-9E9A-A195-86E2F733DCF5}"/>
                </a:ext>
              </a:extLst>
            </p:cNvPr>
            <p:cNvCxnSpPr>
              <a:stCxn id="53" idx="0"/>
              <a:endCxn id="55" idx="3"/>
            </p:cNvCxnSpPr>
            <p:nvPr/>
          </p:nvCxnSpPr>
          <p:spPr>
            <a:xfrm flipV="1">
              <a:off x="4545622" y="3159039"/>
              <a:ext cx="107777" cy="269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42332EF-8F21-629C-E889-CF3ECF014ACB}"/>
              </a:ext>
            </a:extLst>
          </p:cNvPr>
          <p:cNvGrpSpPr/>
          <p:nvPr/>
        </p:nvGrpSpPr>
        <p:grpSpPr>
          <a:xfrm>
            <a:off x="6753040" y="2624832"/>
            <a:ext cx="2094446" cy="2100256"/>
            <a:chOff x="3405553" y="1954581"/>
            <a:chExt cx="2094446" cy="2100256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9B0CE29-A39E-BF7F-160F-6A62AEC47EF7}"/>
                </a:ext>
              </a:extLst>
            </p:cNvPr>
            <p:cNvSpPr/>
            <p:nvPr/>
          </p:nvSpPr>
          <p:spPr>
            <a:xfrm>
              <a:off x="3903784" y="1954581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47648AE-9142-CEC2-3D23-727326838760}"/>
                </a:ext>
              </a:extLst>
            </p:cNvPr>
            <p:cNvSpPr/>
            <p:nvPr/>
          </p:nvSpPr>
          <p:spPr>
            <a:xfrm>
              <a:off x="4287714" y="3429000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/>
                <a:t>10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9FFA5014-6205-58AE-9488-87E0C9483311}"/>
                </a:ext>
              </a:extLst>
            </p:cNvPr>
            <p:cNvSpPr/>
            <p:nvPr/>
          </p:nvSpPr>
          <p:spPr>
            <a:xfrm>
              <a:off x="4577860" y="2718763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856007D2-6651-C1FA-EFD8-C38994B5DC2E}"/>
                </a:ext>
              </a:extLst>
            </p:cNvPr>
            <p:cNvSpPr/>
            <p:nvPr/>
          </p:nvSpPr>
          <p:spPr>
            <a:xfrm>
              <a:off x="3405553" y="277346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6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72B287B-9FAD-E825-20E4-C3C487D3829E}"/>
                </a:ext>
              </a:extLst>
            </p:cNvPr>
            <p:cNvCxnSpPr>
              <a:cxnSpLocks/>
              <a:stCxn id="66" idx="7"/>
              <a:endCxn id="63" idx="3"/>
            </p:cNvCxnSpPr>
            <p:nvPr/>
          </p:nvCxnSpPr>
          <p:spPr>
            <a:xfrm flipV="1">
              <a:off x="3845829" y="2394857"/>
              <a:ext cx="133494" cy="454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FAAB6EF7-3287-7D15-3B1F-53EA8AB2F63E}"/>
                </a:ext>
              </a:extLst>
            </p:cNvPr>
            <p:cNvCxnSpPr>
              <a:cxnSpLocks/>
              <a:stCxn id="65" idx="1"/>
              <a:endCxn id="63" idx="5"/>
            </p:cNvCxnSpPr>
            <p:nvPr/>
          </p:nvCxnSpPr>
          <p:spPr>
            <a:xfrm flipH="1" flipV="1">
              <a:off x="4344060" y="2394857"/>
              <a:ext cx="309339" cy="3994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0212C2DF-E1A7-98C5-72EB-91E5081D1BED}"/>
                </a:ext>
              </a:extLst>
            </p:cNvPr>
            <p:cNvCxnSpPr>
              <a:cxnSpLocks/>
              <a:stCxn id="64" idx="0"/>
              <a:endCxn id="65" idx="3"/>
            </p:cNvCxnSpPr>
            <p:nvPr/>
          </p:nvCxnSpPr>
          <p:spPr>
            <a:xfrm flipV="1">
              <a:off x="4545622" y="3159039"/>
              <a:ext cx="107777" cy="269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6EC33C5-841C-2D10-CD3D-EA0C91A232FB}"/>
                </a:ext>
              </a:extLst>
            </p:cNvPr>
            <p:cNvSpPr/>
            <p:nvPr/>
          </p:nvSpPr>
          <p:spPr>
            <a:xfrm>
              <a:off x="4984184" y="3539022"/>
              <a:ext cx="515815" cy="51581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11</a:t>
              </a:r>
            </a:p>
          </p:txBody>
        </p:sp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22B4076-ACB8-B14B-E33D-5DDCDC0872FC}"/>
              </a:ext>
            </a:extLst>
          </p:cNvPr>
          <p:cNvCxnSpPr>
            <a:stCxn id="71" idx="0"/>
            <a:endCxn id="65" idx="5"/>
          </p:cNvCxnSpPr>
          <p:nvPr/>
        </p:nvCxnSpPr>
        <p:spPr>
          <a:xfrm flipH="1" flipV="1">
            <a:off x="8365623" y="3829290"/>
            <a:ext cx="223956" cy="37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Curved 72">
            <a:extLst>
              <a:ext uri="{FF2B5EF4-FFF2-40B4-BE49-F238E27FC236}">
                <a16:creationId xmlns:a16="http://schemas.microsoft.com/office/drawing/2014/main" id="{E81E236D-DCCB-903B-9052-FEB5E91968A5}"/>
              </a:ext>
            </a:extLst>
          </p:cNvPr>
          <p:cNvCxnSpPr>
            <a:stCxn id="51" idx="1"/>
            <a:endCxn id="51" idx="7"/>
          </p:cNvCxnSpPr>
          <p:nvPr/>
        </p:nvCxnSpPr>
        <p:spPr>
          <a:xfrm rot="5400000" flipH="1" flipV="1">
            <a:off x="9923102" y="1866955"/>
            <a:ext cx="12700" cy="364737"/>
          </a:xfrm>
          <a:prstGeom prst="curvedConnector3">
            <a:avLst>
              <a:gd name="adj1" fmla="val 387171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D54871E-AC10-B984-DA8E-3B938AE5C00E}"/>
              </a:ext>
            </a:extLst>
          </p:cNvPr>
          <p:cNvCxnSpPr>
            <a:stCxn id="63" idx="7"/>
            <a:endCxn id="51" idx="2"/>
          </p:cNvCxnSpPr>
          <p:nvPr/>
        </p:nvCxnSpPr>
        <p:spPr>
          <a:xfrm flipV="1">
            <a:off x="7691547" y="2231692"/>
            <a:ext cx="1973648" cy="468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3157247-2B51-77E9-7B85-489782366F7F}"/>
              </a:ext>
            </a:extLst>
          </p:cNvPr>
          <p:cNvSpPr txBox="1"/>
          <p:nvPr/>
        </p:nvSpPr>
        <p:spPr>
          <a:xfrm>
            <a:off x="257907" y="5351106"/>
            <a:ext cx="199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rial Rounded MT Bold" panose="020F0704030504030204" pitchFamily="34" charset="0"/>
              </a:rPr>
              <a:t>Height = 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2759D6-DC52-BD51-1256-8962AEEEC987}"/>
              </a:ext>
            </a:extLst>
          </p:cNvPr>
          <p:cNvSpPr txBox="1"/>
          <p:nvPr/>
        </p:nvSpPr>
        <p:spPr>
          <a:xfrm>
            <a:off x="4931664" y="5898059"/>
            <a:ext cx="199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rial Rounded MT Bold" panose="020F0704030504030204" pitchFamily="34" charset="0"/>
              </a:rPr>
              <a:t>Height = 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DFF919E-3307-FDF2-3828-E01B94516FAC}"/>
              </a:ext>
            </a:extLst>
          </p:cNvPr>
          <p:cNvSpPr txBox="1"/>
          <p:nvPr/>
        </p:nvSpPr>
        <p:spPr>
          <a:xfrm>
            <a:off x="9342369" y="5351106"/>
            <a:ext cx="199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rial Rounded MT Bold" panose="020F0704030504030204" pitchFamily="34" charset="0"/>
              </a:rPr>
              <a:t>Height = 3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1333C49-EFF2-F9BE-E06E-C739B4809AB3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07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3F6EA96-9751-5814-6D26-A183E33E4C70}"/>
              </a:ext>
            </a:extLst>
          </p:cNvPr>
          <p:cNvGrpSpPr/>
          <p:nvPr/>
        </p:nvGrpSpPr>
        <p:grpSpPr>
          <a:xfrm>
            <a:off x="233838" y="1873888"/>
            <a:ext cx="573478" cy="573478"/>
            <a:chOff x="516291" y="3142261"/>
            <a:chExt cx="573478" cy="57347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FB6C5F9-5EDC-0B55-FB8D-7E04094CA7A7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1</a:t>
              </a:r>
            </a:p>
          </p:txBody>
        </p: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8B0F0740-7377-7884-1FAB-BE8C54413EAF}"/>
                </a:ext>
              </a:extLst>
            </p:cNvPr>
            <p:cNvCxnSpPr>
              <a:stCxn id="6" idx="1"/>
              <a:endCxn id="6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12B0CBB-635F-AD4E-B3FB-1540F11CED57}"/>
              </a:ext>
            </a:extLst>
          </p:cNvPr>
          <p:cNvGrpSpPr/>
          <p:nvPr/>
        </p:nvGrpSpPr>
        <p:grpSpPr>
          <a:xfrm>
            <a:off x="233838" y="2870869"/>
            <a:ext cx="573478" cy="573478"/>
            <a:chOff x="516291" y="3142261"/>
            <a:chExt cx="573478" cy="57347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43CDC11-4628-801B-BFB7-45307907C2C9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2</a:t>
              </a:r>
            </a:p>
          </p:txBody>
        </p: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DFCB5E6F-8AA8-C2AF-F12B-48C9B4970CC2}"/>
                </a:ext>
              </a:extLst>
            </p:cNvPr>
            <p:cNvCxnSpPr>
              <a:stCxn id="17" idx="1"/>
              <a:endCxn id="17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DF8093D-7DC6-E22D-85E3-09639889F962}"/>
              </a:ext>
            </a:extLst>
          </p:cNvPr>
          <p:cNvGrpSpPr/>
          <p:nvPr/>
        </p:nvGrpSpPr>
        <p:grpSpPr>
          <a:xfrm>
            <a:off x="234183" y="3749580"/>
            <a:ext cx="573478" cy="573478"/>
            <a:chOff x="516291" y="3142261"/>
            <a:chExt cx="573478" cy="57347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52B9AA6-50D7-C853-B150-B4D002C32591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3</a:t>
              </a:r>
            </a:p>
          </p:txBody>
        </p: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2D117F32-FA1D-9512-E359-6D3BCCEF8F6F}"/>
                </a:ext>
              </a:extLst>
            </p:cNvPr>
            <p:cNvCxnSpPr>
              <a:stCxn id="22" idx="1"/>
              <a:endCxn id="22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52E990B-395C-0945-C5AE-D533977F6C91}"/>
              </a:ext>
            </a:extLst>
          </p:cNvPr>
          <p:cNvGrpSpPr/>
          <p:nvPr/>
        </p:nvGrpSpPr>
        <p:grpSpPr>
          <a:xfrm>
            <a:off x="240188" y="4628291"/>
            <a:ext cx="573478" cy="573478"/>
            <a:chOff x="516291" y="3142261"/>
            <a:chExt cx="573478" cy="573478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C3B30EF-8968-F233-BB39-5794E60CE541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4</a:t>
              </a:r>
            </a:p>
          </p:txBody>
        </p: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3D43E624-35F6-DF00-ACBA-1786B87794FE}"/>
                </a:ext>
              </a:extLst>
            </p:cNvPr>
            <p:cNvCxnSpPr>
              <a:stCxn id="27" idx="1"/>
              <a:endCxn id="27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2C940C-40E1-3516-01AA-50E13193F2A1}"/>
              </a:ext>
            </a:extLst>
          </p:cNvPr>
          <p:cNvGrpSpPr/>
          <p:nvPr/>
        </p:nvGrpSpPr>
        <p:grpSpPr>
          <a:xfrm>
            <a:off x="233838" y="5507002"/>
            <a:ext cx="573478" cy="573478"/>
            <a:chOff x="516291" y="3142261"/>
            <a:chExt cx="573478" cy="573478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49BF41B-DD54-66A3-8460-FE9CBD2D2863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5</a:t>
              </a:r>
            </a:p>
          </p:txBody>
        </p:sp>
        <p:cxnSp>
          <p:nvCxnSpPr>
            <p:cNvPr id="33" name="Connector: Curved 32">
              <a:extLst>
                <a:ext uri="{FF2B5EF4-FFF2-40B4-BE49-F238E27FC236}">
                  <a16:creationId xmlns:a16="http://schemas.microsoft.com/office/drawing/2014/main" id="{B4A3338C-3256-758B-4FAC-32DF4A60F552}"/>
                </a:ext>
              </a:extLst>
            </p:cNvPr>
            <p:cNvCxnSpPr>
              <a:stCxn id="32" idx="1"/>
              <a:endCxn id="32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EFA51E1-627F-9E95-0049-65D292556728}"/>
              </a:ext>
            </a:extLst>
          </p:cNvPr>
          <p:cNvSpPr txBox="1"/>
          <p:nvPr/>
        </p:nvSpPr>
        <p:spPr>
          <a:xfrm>
            <a:off x="728175" y="3329237"/>
            <a:ext cx="147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Union(1,2)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6494CB3-93C1-9384-F775-6307E44B23DD}"/>
              </a:ext>
            </a:extLst>
          </p:cNvPr>
          <p:cNvGrpSpPr/>
          <p:nvPr/>
        </p:nvGrpSpPr>
        <p:grpSpPr>
          <a:xfrm>
            <a:off x="1977916" y="1966294"/>
            <a:ext cx="573478" cy="573478"/>
            <a:chOff x="516291" y="3142261"/>
            <a:chExt cx="573478" cy="573478"/>
          </a:xfrm>
          <a:solidFill>
            <a:srgbClr val="00B050"/>
          </a:solidFill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CF38801-92DF-4801-4B06-B2FFF840C76D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1</a:t>
              </a:r>
            </a:p>
          </p:txBody>
        </p:sp>
        <p:cxnSp>
          <p:nvCxnSpPr>
            <p:cNvPr id="62" name="Connector: Curved 61">
              <a:extLst>
                <a:ext uri="{FF2B5EF4-FFF2-40B4-BE49-F238E27FC236}">
                  <a16:creationId xmlns:a16="http://schemas.microsoft.com/office/drawing/2014/main" id="{2F9F9F50-498D-2C23-1331-A78E2A44DB91}"/>
                </a:ext>
              </a:extLst>
            </p:cNvPr>
            <p:cNvCxnSpPr>
              <a:stCxn id="61" idx="1"/>
              <a:endCxn id="61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64" name="Oval 63">
            <a:extLst>
              <a:ext uri="{FF2B5EF4-FFF2-40B4-BE49-F238E27FC236}">
                <a16:creationId xmlns:a16="http://schemas.microsoft.com/office/drawing/2014/main" id="{A2BFD027-149B-E1A5-0CD3-F5820498D78C}"/>
              </a:ext>
            </a:extLst>
          </p:cNvPr>
          <p:cNvSpPr/>
          <p:nvPr/>
        </p:nvSpPr>
        <p:spPr>
          <a:xfrm>
            <a:off x="2775085" y="2648532"/>
            <a:ext cx="573478" cy="57347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B58FB1A-9601-C50F-B619-084051EE3D29}"/>
              </a:ext>
            </a:extLst>
          </p:cNvPr>
          <p:cNvGrpSpPr/>
          <p:nvPr/>
        </p:nvGrpSpPr>
        <p:grpSpPr>
          <a:xfrm>
            <a:off x="1977916" y="3496930"/>
            <a:ext cx="573478" cy="573478"/>
            <a:chOff x="516291" y="3142261"/>
            <a:chExt cx="573478" cy="573478"/>
          </a:xfrm>
          <a:solidFill>
            <a:srgbClr val="00B050"/>
          </a:solidFill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887D221-E4B3-641C-AAD3-B3C8AAF4F292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3</a:t>
              </a:r>
            </a:p>
          </p:txBody>
        </p:sp>
        <p:cxnSp>
          <p:nvCxnSpPr>
            <p:cNvPr id="68" name="Connector: Curved 67">
              <a:extLst>
                <a:ext uri="{FF2B5EF4-FFF2-40B4-BE49-F238E27FC236}">
                  <a16:creationId xmlns:a16="http://schemas.microsoft.com/office/drawing/2014/main" id="{705310A2-B959-B7AE-344A-19859604F60D}"/>
                </a:ext>
              </a:extLst>
            </p:cNvPr>
            <p:cNvCxnSpPr>
              <a:stCxn id="67" idx="1"/>
              <a:endCxn id="67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333A061-9EB7-22D2-5A5E-3C284DE0C00F}"/>
              </a:ext>
            </a:extLst>
          </p:cNvPr>
          <p:cNvGrpSpPr/>
          <p:nvPr/>
        </p:nvGrpSpPr>
        <p:grpSpPr>
          <a:xfrm>
            <a:off x="1983921" y="4375641"/>
            <a:ext cx="573478" cy="573478"/>
            <a:chOff x="516291" y="3142261"/>
            <a:chExt cx="573478" cy="573478"/>
          </a:xfrm>
          <a:solidFill>
            <a:srgbClr val="00B050"/>
          </a:solidFill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E2CC279-135F-3EFE-755B-EBDD24EF9F01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4</a:t>
              </a:r>
            </a:p>
          </p:txBody>
        </p:sp>
        <p:cxnSp>
          <p:nvCxnSpPr>
            <p:cNvPr id="71" name="Connector: Curved 70">
              <a:extLst>
                <a:ext uri="{FF2B5EF4-FFF2-40B4-BE49-F238E27FC236}">
                  <a16:creationId xmlns:a16="http://schemas.microsoft.com/office/drawing/2014/main" id="{0848CF36-7FFF-18F2-613A-210BF7689F6A}"/>
                </a:ext>
              </a:extLst>
            </p:cNvPr>
            <p:cNvCxnSpPr>
              <a:stCxn id="70" idx="1"/>
              <a:endCxn id="70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95C0B4E-618C-FFF1-B153-50851B4ECBF5}"/>
              </a:ext>
            </a:extLst>
          </p:cNvPr>
          <p:cNvGrpSpPr/>
          <p:nvPr/>
        </p:nvGrpSpPr>
        <p:grpSpPr>
          <a:xfrm>
            <a:off x="1977571" y="5254352"/>
            <a:ext cx="573478" cy="573478"/>
            <a:chOff x="516291" y="3142261"/>
            <a:chExt cx="573478" cy="573478"/>
          </a:xfrm>
          <a:solidFill>
            <a:srgbClr val="00B050"/>
          </a:solidFill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793BEDE-6DB6-E116-C699-DE16DE55DE9B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5</a:t>
              </a:r>
            </a:p>
          </p:txBody>
        </p:sp>
        <p:cxnSp>
          <p:nvCxnSpPr>
            <p:cNvPr id="74" name="Connector: Curved 73">
              <a:extLst>
                <a:ext uri="{FF2B5EF4-FFF2-40B4-BE49-F238E27FC236}">
                  <a16:creationId xmlns:a16="http://schemas.microsoft.com/office/drawing/2014/main" id="{628A849C-5144-EE28-D1AE-F7557CC09FB6}"/>
                </a:ext>
              </a:extLst>
            </p:cNvPr>
            <p:cNvCxnSpPr>
              <a:stCxn id="73" idx="1"/>
              <a:endCxn id="73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DC7EBB-1194-EB1C-DD9A-B43625D30E93}"/>
              </a:ext>
            </a:extLst>
          </p:cNvPr>
          <p:cNvCxnSpPr>
            <a:stCxn id="64" idx="1"/>
            <a:endCxn id="61" idx="5"/>
          </p:cNvCxnSpPr>
          <p:nvPr/>
        </p:nvCxnSpPr>
        <p:spPr>
          <a:xfrm flipH="1" flipV="1">
            <a:off x="2467410" y="2455788"/>
            <a:ext cx="391659" cy="276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F6F39A1B-9172-9083-764C-20A18481DA39}"/>
              </a:ext>
            </a:extLst>
          </p:cNvPr>
          <p:cNvSpPr txBox="1"/>
          <p:nvPr/>
        </p:nvSpPr>
        <p:spPr>
          <a:xfrm>
            <a:off x="2994948" y="3513903"/>
            <a:ext cx="147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Union(3,1)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968841A-2A7B-FE13-00EA-5E68DAC355F7}"/>
              </a:ext>
            </a:extLst>
          </p:cNvPr>
          <p:cNvSpPr/>
          <p:nvPr/>
        </p:nvSpPr>
        <p:spPr>
          <a:xfrm>
            <a:off x="4555211" y="2375025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4C74386-5F7C-E847-D6AF-CC64CFFEAD56}"/>
              </a:ext>
            </a:extLst>
          </p:cNvPr>
          <p:cNvSpPr/>
          <p:nvPr/>
        </p:nvSpPr>
        <p:spPr>
          <a:xfrm>
            <a:off x="5352380" y="3057263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1816082-3026-A7F8-C1F5-4CC5D4724C61}"/>
              </a:ext>
            </a:extLst>
          </p:cNvPr>
          <p:cNvSpPr/>
          <p:nvPr/>
        </p:nvSpPr>
        <p:spPr>
          <a:xfrm>
            <a:off x="3897771" y="2954853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D65EF05-F5A1-802A-FDF7-F1A7362FEC6B}"/>
              </a:ext>
            </a:extLst>
          </p:cNvPr>
          <p:cNvGrpSpPr/>
          <p:nvPr/>
        </p:nvGrpSpPr>
        <p:grpSpPr>
          <a:xfrm>
            <a:off x="4247536" y="3989645"/>
            <a:ext cx="573478" cy="573478"/>
            <a:chOff x="516291" y="3142261"/>
            <a:chExt cx="573478" cy="573478"/>
          </a:xfrm>
          <a:solidFill>
            <a:srgbClr val="7030A0"/>
          </a:solidFill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33AA9AA-B0E3-7D03-A68E-6DA89B519653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4</a:t>
              </a:r>
            </a:p>
          </p:txBody>
        </p:sp>
        <p:cxnSp>
          <p:nvCxnSpPr>
            <p:cNvPr id="85" name="Connector: Curved 84">
              <a:extLst>
                <a:ext uri="{FF2B5EF4-FFF2-40B4-BE49-F238E27FC236}">
                  <a16:creationId xmlns:a16="http://schemas.microsoft.com/office/drawing/2014/main" id="{4C5FC19E-CE76-03A3-4E70-5EDD40079254}"/>
                </a:ext>
              </a:extLst>
            </p:cNvPr>
            <p:cNvCxnSpPr>
              <a:stCxn id="84" idx="1"/>
              <a:endCxn id="84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87" name="Oval 86">
            <a:extLst>
              <a:ext uri="{FF2B5EF4-FFF2-40B4-BE49-F238E27FC236}">
                <a16:creationId xmlns:a16="http://schemas.microsoft.com/office/drawing/2014/main" id="{E0E19E76-66F4-1C14-4D22-1A708E7FA976}"/>
              </a:ext>
            </a:extLst>
          </p:cNvPr>
          <p:cNvSpPr/>
          <p:nvPr/>
        </p:nvSpPr>
        <p:spPr>
          <a:xfrm>
            <a:off x="7410974" y="3329237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5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F97F6CD-C534-391B-CB48-C98964DC222E}"/>
              </a:ext>
            </a:extLst>
          </p:cNvPr>
          <p:cNvCxnSpPr>
            <a:stCxn id="79" idx="1"/>
            <a:endCxn id="77" idx="5"/>
          </p:cNvCxnSpPr>
          <p:nvPr/>
        </p:nvCxnSpPr>
        <p:spPr>
          <a:xfrm flipH="1" flipV="1">
            <a:off x="5044705" y="2864519"/>
            <a:ext cx="391659" cy="276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773E207C-67D6-49BF-0FCB-0ECAA36495EE}"/>
              </a:ext>
            </a:extLst>
          </p:cNvPr>
          <p:cNvSpPr txBox="1"/>
          <p:nvPr/>
        </p:nvSpPr>
        <p:spPr>
          <a:xfrm>
            <a:off x="5680804" y="3729030"/>
            <a:ext cx="147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Union(5,2)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D6BEDA-4ECA-87F3-0A92-5836CB0DC628}"/>
              </a:ext>
            </a:extLst>
          </p:cNvPr>
          <p:cNvCxnSpPr>
            <a:stCxn id="81" idx="7"/>
            <a:endCxn id="77" idx="3"/>
          </p:cNvCxnSpPr>
          <p:nvPr/>
        </p:nvCxnSpPr>
        <p:spPr>
          <a:xfrm flipV="1">
            <a:off x="4387265" y="2864519"/>
            <a:ext cx="251930" cy="174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8D4EE037-F56E-2317-BBA6-FD65186CFEDC}"/>
              </a:ext>
            </a:extLst>
          </p:cNvPr>
          <p:cNvCxnSpPr>
            <a:stCxn id="77" idx="1"/>
            <a:endCxn id="77" idx="7"/>
          </p:cNvCxnSpPr>
          <p:nvPr/>
        </p:nvCxnSpPr>
        <p:spPr>
          <a:xfrm rot="5400000" flipH="1" flipV="1">
            <a:off x="4841950" y="2256254"/>
            <a:ext cx="12700" cy="405510"/>
          </a:xfrm>
          <a:prstGeom prst="curvedConnector3">
            <a:avLst>
              <a:gd name="adj1" fmla="val 246129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3264E46D-8E08-6259-121C-D4C07A6AEE2D}"/>
              </a:ext>
            </a:extLst>
          </p:cNvPr>
          <p:cNvSpPr/>
          <p:nvPr/>
        </p:nvSpPr>
        <p:spPr>
          <a:xfrm>
            <a:off x="7378948" y="2337109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D52BA36-FF15-B84D-D5D2-D82CD926821A}"/>
              </a:ext>
            </a:extLst>
          </p:cNvPr>
          <p:cNvSpPr/>
          <p:nvPr/>
        </p:nvSpPr>
        <p:spPr>
          <a:xfrm>
            <a:off x="8176117" y="3019347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061227C4-70D7-396D-EB42-FE1C047B9FA6}"/>
              </a:ext>
            </a:extLst>
          </p:cNvPr>
          <p:cNvSpPr/>
          <p:nvPr/>
        </p:nvSpPr>
        <p:spPr>
          <a:xfrm>
            <a:off x="6721508" y="2916937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016A0C61-B784-1FB8-A60B-BE6D93102CAA}"/>
              </a:ext>
            </a:extLst>
          </p:cNvPr>
          <p:cNvCxnSpPr>
            <a:stCxn id="93" idx="1"/>
            <a:endCxn id="92" idx="5"/>
          </p:cNvCxnSpPr>
          <p:nvPr/>
        </p:nvCxnSpPr>
        <p:spPr>
          <a:xfrm flipH="1" flipV="1">
            <a:off x="7868442" y="2826603"/>
            <a:ext cx="391659" cy="276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77FD7C5-E417-883D-0FEA-C96C0185C00E}"/>
              </a:ext>
            </a:extLst>
          </p:cNvPr>
          <p:cNvCxnSpPr>
            <a:stCxn id="96" idx="7"/>
            <a:endCxn id="92" idx="3"/>
          </p:cNvCxnSpPr>
          <p:nvPr/>
        </p:nvCxnSpPr>
        <p:spPr>
          <a:xfrm flipV="1">
            <a:off x="7211002" y="2826603"/>
            <a:ext cx="251930" cy="174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Connector: Curved 108">
            <a:extLst>
              <a:ext uri="{FF2B5EF4-FFF2-40B4-BE49-F238E27FC236}">
                <a16:creationId xmlns:a16="http://schemas.microsoft.com/office/drawing/2014/main" id="{E61C5FCC-C2D6-B21D-DF59-9B20DCE96990}"/>
              </a:ext>
            </a:extLst>
          </p:cNvPr>
          <p:cNvCxnSpPr>
            <a:stCxn id="92" idx="1"/>
            <a:endCxn id="92" idx="7"/>
          </p:cNvCxnSpPr>
          <p:nvPr/>
        </p:nvCxnSpPr>
        <p:spPr>
          <a:xfrm rot="5400000" flipH="1" flipV="1">
            <a:off x="7665687" y="2218338"/>
            <a:ext cx="12700" cy="405510"/>
          </a:xfrm>
          <a:prstGeom prst="curvedConnector3">
            <a:avLst>
              <a:gd name="adj1" fmla="val 246129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CC19E8-0C1C-65E8-8516-F4C04278CC08}"/>
              </a:ext>
            </a:extLst>
          </p:cNvPr>
          <p:cNvCxnSpPr>
            <a:stCxn id="87" idx="0"/>
            <a:endCxn id="92" idx="4"/>
          </p:cNvCxnSpPr>
          <p:nvPr/>
        </p:nvCxnSpPr>
        <p:spPr>
          <a:xfrm flipH="1" flipV="1">
            <a:off x="7665687" y="2910587"/>
            <a:ext cx="32026" cy="418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DC1D29F4-432A-EC7E-487E-21B4FCC0455F}"/>
              </a:ext>
            </a:extLst>
          </p:cNvPr>
          <p:cNvSpPr/>
          <p:nvPr/>
        </p:nvSpPr>
        <p:spPr>
          <a:xfrm>
            <a:off x="4287899" y="5068949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5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718DE8A9-7704-2D04-679B-6FC5D2EC9443}"/>
              </a:ext>
            </a:extLst>
          </p:cNvPr>
          <p:cNvCxnSpPr>
            <a:stCxn id="117" idx="1"/>
            <a:endCxn id="117" idx="7"/>
          </p:cNvCxnSpPr>
          <p:nvPr/>
        </p:nvCxnSpPr>
        <p:spPr>
          <a:xfrm rot="5400000" flipH="1" flipV="1">
            <a:off x="4574638" y="4950178"/>
            <a:ext cx="12700" cy="405510"/>
          </a:xfrm>
          <a:prstGeom prst="curvedConnector3">
            <a:avLst>
              <a:gd name="adj1" fmla="val 246129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F084B9B-E7BF-31EC-7BF8-56A4CDCD6CBB}"/>
              </a:ext>
            </a:extLst>
          </p:cNvPr>
          <p:cNvGrpSpPr/>
          <p:nvPr/>
        </p:nvGrpSpPr>
        <p:grpSpPr>
          <a:xfrm>
            <a:off x="7378948" y="4325282"/>
            <a:ext cx="573478" cy="573478"/>
            <a:chOff x="516291" y="3142261"/>
            <a:chExt cx="573478" cy="573478"/>
          </a:xfrm>
          <a:solidFill>
            <a:srgbClr val="7030A0"/>
          </a:solidFill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BE56D630-621B-55B6-4EC7-C1BE4050F45D}"/>
                </a:ext>
              </a:extLst>
            </p:cNvPr>
            <p:cNvSpPr/>
            <p:nvPr/>
          </p:nvSpPr>
          <p:spPr>
            <a:xfrm>
              <a:off x="516291" y="3142261"/>
              <a:ext cx="573478" cy="57347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4</a:t>
              </a:r>
            </a:p>
          </p:txBody>
        </p:sp>
        <p:cxnSp>
          <p:nvCxnSpPr>
            <p:cNvPr id="127" name="Connector: Curved 126">
              <a:extLst>
                <a:ext uri="{FF2B5EF4-FFF2-40B4-BE49-F238E27FC236}">
                  <a16:creationId xmlns:a16="http://schemas.microsoft.com/office/drawing/2014/main" id="{14A293CD-C916-15D6-831B-C5E1D136DD48}"/>
                </a:ext>
              </a:extLst>
            </p:cNvPr>
            <p:cNvCxnSpPr>
              <a:stCxn id="123" idx="1"/>
              <a:endCxn id="123" idx="7"/>
            </p:cNvCxnSpPr>
            <p:nvPr/>
          </p:nvCxnSpPr>
          <p:spPr>
            <a:xfrm rot="5400000" flipH="1" flipV="1">
              <a:off x="803030" y="3023490"/>
              <a:ext cx="12700" cy="405510"/>
            </a:xfrm>
            <a:prstGeom prst="curvedConnector3">
              <a:avLst>
                <a:gd name="adj1" fmla="val 2461291"/>
              </a:avLst>
            </a:prstGeom>
            <a:grpFill/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F9C576A9-B29D-9091-5F55-00BAC693E4D9}"/>
              </a:ext>
            </a:extLst>
          </p:cNvPr>
          <p:cNvSpPr txBox="1"/>
          <p:nvPr/>
        </p:nvSpPr>
        <p:spPr>
          <a:xfrm>
            <a:off x="9057270" y="3261409"/>
            <a:ext cx="147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Union(4,2)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A7BC6402-E336-EDCF-66F2-E6054CDFE0CB}"/>
              </a:ext>
            </a:extLst>
          </p:cNvPr>
          <p:cNvSpPr/>
          <p:nvPr/>
        </p:nvSpPr>
        <p:spPr>
          <a:xfrm>
            <a:off x="10776751" y="3125091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5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7E2C0D01-F881-432C-2870-0CD306C1D335}"/>
              </a:ext>
            </a:extLst>
          </p:cNvPr>
          <p:cNvSpPr/>
          <p:nvPr/>
        </p:nvSpPr>
        <p:spPr>
          <a:xfrm>
            <a:off x="10744725" y="2132963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8AF8F297-51F2-B4BD-3012-1E1A011B519E}"/>
              </a:ext>
            </a:extLst>
          </p:cNvPr>
          <p:cNvSpPr/>
          <p:nvPr/>
        </p:nvSpPr>
        <p:spPr>
          <a:xfrm>
            <a:off x="11541894" y="2815201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02BE5CB8-BD19-FB1B-30DD-FA31809039D8}"/>
              </a:ext>
            </a:extLst>
          </p:cNvPr>
          <p:cNvSpPr/>
          <p:nvPr/>
        </p:nvSpPr>
        <p:spPr>
          <a:xfrm>
            <a:off x="10087285" y="2712791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56D2B82-A08F-557B-2A11-72985E114980}"/>
              </a:ext>
            </a:extLst>
          </p:cNvPr>
          <p:cNvCxnSpPr>
            <a:stCxn id="131" idx="1"/>
            <a:endCxn id="130" idx="5"/>
          </p:cNvCxnSpPr>
          <p:nvPr/>
        </p:nvCxnSpPr>
        <p:spPr>
          <a:xfrm flipH="1" flipV="1">
            <a:off x="11234219" y="2622457"/>
            <a:ext cx="391659" cy="276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38107614-FFB7-DD5A-8247-E1F13CE428FD}"/>
              </a:ext>
            </a:extLst>
          </p:cNvPr>
          <p:cNvCxnSpPr>
            <a:stCxn id="132" idx="7"/>
            <a:endCxn id="130" idx="3"/>
          </p:cNvCxnSpPr>
          <p:nvPr/>
        </p:nvCxnSpPr>
        <p:spPr>
          <a:xfrm flipV="1">
            <a:off x="10576779" y="2622457"/>
            <a:ext cx="251930" cy="174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Connector: Curved 134">
            <a:extLst>
              <a:ext uri="{FF2B5EF4-FFF2-40B4-BE49-F238E27FC236}">
                <a16:creationId xmlns:a16="http://schemas.microsoft.com/office/drawing/2014/main" id="{E26812C5-172E-797B-8EDE-FCB2E84A92F6}"/>
              </a:ext>
            </a:extLst>
          </p:cNvPr>
          <p:cNvCxnSpPr>
            <a:stCxn id="130" idx="1"/>
            <a:endCxn id="130" idx="7"/>
          </p:cNvCxnSpPr>
          <p:nvPr/>
        </p:nvCxnSpPr>
        <p:spPr>
          <a:xfrm rot="5400000" flipH="1" flipV="1">
            <a:off x="11031464" y="2014192"/>
            <a:ext cx="12700" cy="405510"/>
          </a:xfrm>
          <a:prstGeom prst="curvedConnector3">
            <a:avLst>
              <a:gd name="adj1" fmla="val 246129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4441778B-C0F4-B126-ACDF-F630C92D7D17}"/>
              </a:ext>
            </a:extLst>
          </p:cNvPr>
          <p:cNvCxnSpPr>
            <a:stCxn id="129" idx="0"/>
            <a:endCxn id="130" idx="4"/>
          </p:cNvCxnSpPr>
          <p:nvPr/>
        </p:nvCxnSpPr>
        <p:spPr>
          <a:xfrm flipH="1" flipV="1">
            <a:off x="11031464" y="2706441"/>
            <a:ext cx="32026" cy="418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ED93EE47-1E68-2FE9-0129-11C4FAD08F8C}"/>
              </a:ext>
            </a:extLst>
          </p:cNvPr>
          <p:cNvSpPr/>
          <p:nvPr/>
        </p:nvSpPr>
        <p:spPr>
          <a:xfrm>
            <a:off x="11468729" y="3749580"/>
            <a:ext cx="573478" cy="5734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4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C309A50-54E7-9243-2462-BA3EE8B6E68B}"/>
              </a:ext>
            </a:extLst>
          </p:cNvPr>
          <p:cNvCxnSpPr>
            <a:cxnSpLocks/>
            <a:stCxn id="138" idx="0"/>
          </p:cNvCxnSpPr>
          <p:nvPr/>
        </p:nvCxnSpPr>
        <p:spPr>
          <a:xfrm flipH="1" flipV="1">
            <a:off x="11150257" y="2706441"/>
            <a:ext cx="605211" cy="1043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D9E49609-A85E-DD5D-35B4-3F6552207591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2680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9A9061-7D23-35FA-2645-A73CABD0C0C2}"/>
              </a:ext>
            </a:extLst>
          </p:cNvPr>
          <p:cNvCxnSpPr/>
          <p:nvPr/>
        </p:nvCxnSpPr>
        <p:spPr>
          <a:xfrm>
            <a:off x="11027664" y="1297489"/>
            <a:ext cx="0" cy="77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35E166-EDA0-EF9B-2C40-DE55A9E0ADDA}"/>
              </a:ext>
            </a:extLst>
          </p:cNvPr>
          <p:cNvSpPr txBox="1"/>
          <p:nvPr/>
        </p:nvSpPr>
        <p:spPr>
          <a:xfrm>
            <a:off x="0" y="944844"/>
            <a:ext cx="12367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Union by Path Compression</a:t>
            </a:r>
            <a:endParaRPr lang="en-IN" sz="36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IN" sz="36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Logic</a:t>
            </a:r>
            <a:r>
              <a:rPr lang="en-IN" sz="3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: </a:t>
            </a:r>
            <a:r>
              <a:rPr lang="en-IN" sz="2000" dirty="0">
                <a:solidFill>
                  <a:srgbClr val="002060"/>
                </a:solidFill>
                <a:highlight>
                  <a:srgbClr val="00FF00"/>
                </a:highlight>
                <a:latin typeface="Aharoni" panose="02010803020104030203" pitchFamily="2" charset="-79"/>
                <a:cs typeface="Aharoni" panose="02010803020104030203" pitchFamily="2" charset="-79"/>
              </a:rPr>
              <a:t>Flatten the tree when </a:t>
            </a:r>
            <a:r>
              <a:rPr lang="en-IN" sz="2000" dirty="0" err="1">
                <a:solidFill>
                  <a:srgbClr val="002060"/>
                </a:solidFill>
                <a:highlight>
                  <a:srgbClr val="00FF00"/>
                </a:highlight>
                <a:latin typeface="Aharoni" panose="02010803020104030203" pitchFamily="2" charset="-79"/>
                <a:cs typeface="Aharoni" panose="02010803020104030203" pitchFamily="2" charset="-79"/>
              </a:rPr>
              <a:t>findset</a:t>
            </a:r>
            <a:r>
              <a:rPr lang="en-IN" sz="2000" dirty="0">
                <a:solidFill>
                  <a:srgbClr val="002060"/>
                </a:solidFill>
                <a:highlight>
                  <a:srgbClr val="00FF00"/>
                </a:highlight>
                <a:latin typeface="Aharoni" panose="02010803020104030203" pitchFamily="2" charset="-79"/>
                <a:cs typeface="Aharoni" panose="02010803020104030203" pitchFamily="2" charset="-79"/>
              </a:rPr>
              <a:t>(x) is called</a:t>
            </a:r>
            <a:endParaRPr lang="en-IN" sz="2000" dirty="0">
              <a:solidFill>
                <a:srgbClr val="00B050"/>
              </a:solidFill>
              <a:highlight>
                <a:srgbClr val="00FF00"/>
              </a:highligh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0038A35-80CA-B5DA-236D-FEE7110DFF35}"/>
              </a:ext>
            </a:extLst>
          </p:cNvPr>
          <p:cNvSpPr/>
          <p:nvPr/>
        </p:nvSpPr>
        <p:spPr>
          <a:xfrm>
            <a:off x="1885950" y="2040098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63FC1A-D722-F79A-D300-D6B270FBDE85}"/>
              </a:ext>
            </a:extLst>
          </p:cNvPr>
          <p:cNvSpPr/>
          <p:nvPr/>
        </p:nvSpPr>
        <p:spPr>
          <a:xfrm>
            <a:off x="1885950" y="3001371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D17BD41-6046-DF96-5B8C-A7ECA924D7A1}"/>
              </a:ext>
            </a:extLst>
          </p:cNvPr>
          <p:cNvSpPr/>
          <p:nvPr/>
        </p:nvSpPr>
        <p:spPr>
          <a:xfrm>
            <a:off x="993903" y="3787633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C9EAC8D-18E4-29DF-0748-4F4371A11630}"/>
              </a:ext>
            </a:extLst>
          </p:cNvPr>
          <p:cNvSpPr/>
          <p:nvPr/>
        </p:nvSpPr>
        <p:spPr>
          <a:xfrm>
            <a:off x="2566035" y="3868402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8502AFF-260B-E582-2B26-25A8AABAFA76}"/>
              </a:ext>
            </a:extLst>
          </p:cNvPr>
          <p:cNvSpPr/>
          <p:nvPr/>
        </p:nvSpPr>
        <p:spPr>
          <a:xfrm>
            <a:off x="672246" y="4872293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15E8344-48CB-403E-FBE5-964FDDFCE201}"/>
              </a:ext>
            </a:extLst>
          </p:cNvPr>
          <p:cNvSpPr/>
          <p:nvPr/>
        </p:nvSpPr>
        <p:spPr>
          <a:xfrm>
            <a:off x="496341" y="5729411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74D5078-3E0C-B51A-8263-21AF7C52F0FF}"/>
              </a:ext>
            </a:extLst>
          </p:cNvPr>
          <p:cNvSpPr/>
          <p:nvPr/>
        </p:nvSpPr>
        <p:spPr>
          <a:xfrm>
            <a:off x="2007225" y="4907865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768DB51-D64D-24EB-3BF7-95A9135066FD}"/>
              </a:ext>
            </a:extLst>
          </p:cNvPr>
          <p:cNvSpPr/>
          <p:nvPr/>
        </p:nvSpPr>
        <p:spPr>
          <a:xfrm>
            <a:off x="2463165" y="5729411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2539769-37AC-EA0A-95F2-5FF6C57AE114}"/>
              </a:ext>
            </a:extLst>
          </p:cNvPr>
          <p:cNvCxnSpPr>
            <a:stCxn id="21" idx="0"/>
            <a:endCxn id="19" idx="4"/>
          </p:cNvCxnSpPr>
          <p:nvPr/>
        </p:nvCxnSpPr>
        <p:spPr>
          <a:xfrm flipV="1">
            <a:off x="2177415" y="2623028"/>
            <a:ext cx="0" cy="37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093DE24-E3DE-7626-B479-EBED250E0222}"/>
              </a:ext>
            </a:extLst>
          </p:cNvPr>
          <p:cNvCxnSpPr>
            <a:cxnSpLocks/>
            <a:stCxn id="22" idx="7"/>
            <a:endCxn id="21" idx="3"/>
          </p:cNvCxnSpPr>
          <p:nvPr/>
        </p:nvCxnSpPr>
        <p:spPr>
          <a:xfrm flipV="1">
            <a:off x="1491465" y="3498933"/>
            <a:ext cx="479853" cy="374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A479584-3F46-43FB-33F3-8802BF45A9B4}"/>
              </a:ext>
            </a:extLst>
          </p:cNvPr>
          <p:cNvCxnSpPr>
            <a:stCxn id="23" idx="1"/>
            <a:endCxn id="21" idx="5"/>
          </p:cNvCxnSpPr>
          <p:nvPr/>
        </p:nvCxnSpPr>
        <p:spPr>
          <a:xfrm flipH="1" flipV="1">
            <a:off x="2383512" y="3498933"/>
            <a:ext cx="267891" cy="454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EB8A147-F1C4-71A9-17A6-8B1D3757DB32}"/>
              </a:ext>
            </a:extLst>
          </p:cNvPr>
          <p:cNvCxnSpPr>
            <a:stCxn id="24" idx="0"/>
            <a:endCxn id="22" idx="3"/>
          </p:cNvCxnSpPr>
          <p:nvPr/>
        </p:nvCxnSpPr>
        <p:spPr>
          <a:xfrm flipV="1">
            <a:off x="963711" y="4285195"/>
            <a:ext cx="115560" cy="587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F9D03B5-A5A5-C07E-2A42-98F7B2918A0E}"/>
              </a:ext>
            </a:extLst>
          </p:cNvPr>
          <p:cNvCxnSpPr>
            <a:cxnSpLocks/>
            <a:stCxn id="25" idx="0"/>
            <a:endCxn id="24" idx="4"/>
          </p:cNvCxnSpPr>
          <p:nvPr/>
        </p:nvCxnSpPr>
        <p:spPr>
          <a:xfrm flipV="1">
            <a:off x="787806" y="5455223"/>
            <a:ext cx="175905" cy="274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3608C39-F2F3-B55A-4984-A8F350807654}"/>
              </a:ext>
            </a:extLst>
          </p:cNvPr>
          <p:cNvCxnSpPr>
            <a:cxnSpLocks/>
            <a:stCxn id="26" idx="1"/>
            <a:endCxn id="22" idx="5"/>
          </p:cNvCxnSpPr>
          <p:nvPr/>
        </p:nvCxnSpPr>
        <p:spPr>
          <a:xfrm flipH="1" flipV="1">
            <a:off x="1491465" y="4285195"/>
            <a:ext cx="601128" cy="708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177C90D-02EC-F870-7B8C-B20686F72716}"/>
              </a:ext>
            </a:extLst>
          </p:cNvPr>
          <p:cNvCxnSpPr>
            <a:cxnSpLocks/>
            <a:stCxn id="27" idx="0"/>
            <a:endCxn id="26" idx="4"/>
          </p:cNvCxnSpPr>
          <p:nvPr/>
        </p:nvCxnSpPr>
        <p:spPr>
          <a:xfrm flipH="1" flipV="1">
            <a:off x="2298690" y="5490795"/>
            <a:ext cx="455940" cy="238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FD2A488-B059-9055-FE88-3E07655F1A25}"/>
              </a:ext>
            </a:extLst>
          </p:cNvPr>
          <p:cNvSpPr txBox="1"/>
          <p:nvPr/>
        </p:nvSpPr>
        <p:spPr>
          <a:xfrm>
            <a:off x="3326130" y="3584301"/>
            <a:ext cx="168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highlight>
                  <a:srgbClr val="00FF00"/>
                </a:highlight>
                <a:latin typeface="Aharoni" panose="02010803020104030203" pitchFamily="2" charset="-79"/>
                <a:cs typeface="Aharoni" panose="02010803020104030203" pitchFamily="2" charset="-79"/>
              </a:rPr>
              <a:t>Findset</a:t>
            </a:r>
            <a:r>
              <a:rPr lang="en-IN" dirty="0">
                <a:highlight>
                  <a:srgbClr val="00FF00"/>
                </a:highlight>
                <a:latin typeface="Aharoni" panose="02010803020104030203" pitchFamily="2" charset="-79"/>
                <a:cs typeface="Aharoni" panose="02010803020104030203" pitchFamily="2" charset="-79"/>
              </a:rPr>
              <a:t>(6)</a:t>
            </a:r>
          </a:p>
        </p:txBody>
      </p: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754A3D3E-3FFA-2E27-FFBB-F95024EC2D4F}"/>
              </a:ext>
            </a:extLst>
          </p:cNvPr>
          <p:cNvCxnSpPr>
            <a:stCxn id="19" idx="3"/>
            <a:endCxn id="19" idx="1"/>
          </p:cNvCxnSpPr>
          <p:nvPr/>
        </p:nvCxnSpPr>
        <p:spPr>
          <a:xfrm rot="5400000" flipH="1">
            <a:off x="1765221" y="2331563"/>
            <a:ext cx="412194" cy="12700"/>
          </a:xfrm>
          <a:prstGeom prst="curvedConnector5">
            <a:avLst>
              <a:gd name="adj1" fmla="val -55459"/>
              <a:gd name="adj2" fmla="val 5717811"/>
              <a:gd name="adj3" fmla="val 15545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0513DCA1-3C03-E568-ECF6-0F26E3597563}"/>
              </a:ext>
            </a:extLst>
          </p:cNvPr>
          <p:cNvSpPr/>
          <p:nvPr/>
        </p:nvSpPr>
        <p:spPr>
          <a:xfrm>
            <a:off x="10733312" y="2246195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EC90C2F-8FBF-1697-6BBC-DB8B50C725AA}"/>
              </a:ext>
            </a:extLst>
          </p:cNvPr>
          <p:cNvSpPr/>
          <p:nvPr/>
        </p:nvSpPr>
        <p:spPr>
          <a:xfrm>
            <a:off x="10733312" y="3207468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E28BC86-4ABE-C68A-5907-0FC821936CE1}"/>
              </a:ext>
            </a:extLst>
          </p:cNvPr>
          <p:cNvSpPr/>
          <p:nvPr/>
        </p:nvSpPr>
        <p:spPr>
          <a:xfrm>
            <a:off x="9723120" y="3207468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917B990-0CDD-7A8C-2C2F-554C3CC19501}"/>
              </a:ext>
            </a:extLst>
          </p:cNvPr>
          <p:cNvSpPr/>
          <p:nvPr/>
        </p:nvSpPr>
        <p:spPr>
          <a:xfrm>
            <a:off x="11413397" y="4074499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181FF4D-048A-ABC4-2CD1-840620E10A7E}"/>
              </a:ext>
            </a:extLst>
          </p:cNvPr>
          <p:cNvSpPr/>
          <p:nvPr/>
        </p:nvSpPr>
        <p:spPr>
          <a:xfrm>
            <a:off x="9043822" y="3245173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1026AED-E352-8B87-9A95-E54944EE55F2}"/>
              </a:ext>
            </a:extLst>
          </p:cNvPr>
          <p:cNvSpPr/>
          <p:nvPr/>
        </p:nvSpPr>
        <p:spPr>
          <a:xfrm>
            <a:off x="8378628" y="3191319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646FBFF-C846-4867-ED08-9F4B813AEF4E}"/>
              </a:ext>
            </a:extLst>
          </p:cNvPr>
          <p:cNvSpPr/>
          <p:nvPr/>
        </p:nvSpPr>
        <p:spPr>
          <a:xfrm>
            <a:off x="10441847" y="4432867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72876DB-D3F5-9DAE-B5FE-6D25162E2DF2}"/>
              </a:ext>
            </a:extLst>
          </p:cNvPr>
          <p:cNvSpPr/>
          <p:nvPr/>
        </p:nvSpPr>
        <p:spPr>
          <a:xfrm>
            <a:off x="11073354" y="5320058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E8D382-F9E9-C0FD-D0C3-4E324C8D73DB}"/>
              </a:ext>
            </a:extLst>
          </p:cNvPr>
          <p:cNvCxnSpPr>
            <a:stCxn id="64" idx="0"/>
            <a:endCxn id="63" idx="4"/>
          </p:cNvCxnSpPr>
          <p:nvPr/>
        </p:nvCxnSpPr>
        <p:spPr>
          <a:xfrm flipV="1">
            <a:off x="11024777" y="2829125"/>
            <a:ext cx="0" cy="37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5161D44-D080-B292-3E0A-50C1834F81F6}"/>
              </a:ext>
            </a:extLst>
          </p:cNvPr>
          <p:cNvCxnSpPr>
            <a:cxnSpLocks/>
            <a:stCxn id="65" idx="7"/>
            <a:endCxn id="63" idx="3"/>
          </p:cNvCxnSpPr>
          <p:nvPr/>
        </p:nvCxnSpPr>
        <p:spPr>
          <a:xfrm flipV="1">
            <a:off x="10220682" y="2743757"/>
            <a:ext cx="597998" cy="549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C9D8941-B1A1-689F-E915-89F6B1B2215D}"/>
              </a:ext>
            </a:extLst>
          </p:cNvPr>
          <p:cNvCxnSpPr>
            <a:stCxn id="66" idx="1"/>
            <a:endCxn id="64" idx="5"/>
          </p:cNvCxnSpPr>
          <p:nvPr/>
        </p:nvCxnSpPr>
        <p:spPr>
          <a:xfrm flipH="1" flipV="1">
            <a:off x="11230874" y="3705030"/>
            <a:ext cx="267891" cy="454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665E13A-E194-2EDB-30BB-FA0795B8C71B}"/>
              </a:ext>
            </a:extLst>
          </p:cNvPr>
          <p:cNvCxnSpPr>
            <a:cxnSpLocks/>
            <a:stCxn id="67" idx="0"/>
            <a:endCxn id="63" idx="2"/>
          </p:cNvCxnSpPr>
          <p:nvPr/>
        </p:nvCxnSpPr>
        <p:spPr>
          <a:xfrm flipV="1">
            <a:off x="9335287" y="2537660"/>
            <a:ext cx="1398025" cy="707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FB376B4-694E-E7BD-89E9-84CE5572FC2E}"/>
              </a:ext>
            </a:extLst>
          </p:cNvPr>
          <p:cNvCxnSpPr>
            <a:cxnSpLocks/>
            <a:stCxn id="68" idx="0"/>
            <a:endCxn id="63" idx="1"/>
          </p:cNvCxnSpPr>
          <p:nvPr/>
        </p:nvCxnSpPr>
        <p:spPr>
          <a:xfrm flipV="1">
            <a:off x="8670093" y="2331563"/>
            <a:ext cx="2148587" cy="859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77719B5-2C9F-5D98-5615-A5C0599CAC42}"/>
              </a:ext>
            </a:extLst>
          </p:cNvPr>
          <p:cNvCxnSpPr>
            <a:cxnSpLocks/>
            <a:stCxn id="69" idx="1"/>
            <a:endCxn id="65" idx="5"/>
          </p:cNvCxnSpPr>
          <p:nvPr/>
        </p:nvCxnSpPr>
        <p:spPr>
          <a:xfrm flipH="1" flipV="1">
            <a:off x="10220682" y="3705030"/>
            <a:ext cx="306533" cy="813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3EC59C7-2118-16D1-A8BE-259240CDD772}"/>
              </a:ext>
            </a:extLst>
          </p:cNvPr>
          <p:cNvCxnSpPr>
            <a:cxnSpLocks/>
            <a:stCxn id="70" idx="0"/>
            <a:endCxn id="69" idx="4"/>
          </p:cNvCxnSpPr>
          <p:nvPr/>
        </p:nvCxnSpPr>
        <p:spPr>
          <a:xfrm flipH="1" flipV="1">
            <a:off x="10733312" y="5015797"/>
            <a:ext cx="631507" cy="304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D093BD0E-E3DD-CC9C-5202-74C815F05334}"/>
              </a:ext>
            </a:extLst>
          </p:cNvPr>
          <p:cNvCxnSpPr>
            <a:cxnSpLocks/>
            <a:stCxn id="63" idx="7"/>
            <a:endCxn id="63" idx="1"/>
          </p:cNvCxnSpPr>
          <p:nvPr/>
        </p:nvCxnSpPr>
        <p:spPr>
          <a:xfrm rot="16200000" flipV="1">
            <a:off x="11024777" y="2125466"/>
            <a:ext cx="12700" cy="412194"/>
          </a:xfrm>
          <a:prstGeom prst="curvedConnector3">
            <a:avLst>
              <a:gd name="adj1" fmla="val 247218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C4804A75-60D9-D050-F022-7AB0AB012DE1}"/>
              </a:ext>
            </a:extLst>
          </p:cNvPr>
          <p:cNvSpPr/>
          <p:nvPr/>
        </p:nvSpPr>
        <p:spPr>
          <a:xfrm>
            <a:off x="6849823" y="1938581"/>
            <a:ext cx="582930" cy="58293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E5982D7-4236-00DA-1A32-D7B9ED495CE4}"/>
              </a:ext>
            </a:extLst>
          </p:cNvPr>
          <p:cNvSpPr/>
          <p:nvPr/>
        </p:nvSpPr>
        <p:spPr>
          <a:xfrm>
            <a:off x="6849823" y="2899854"/>
            <a:ext cx="582930" cy="58293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179F1D3-3FA1-47BC-298E-78642DD7071D}"/>
              </a:ext>
            </a:extLst>
          </p:cNvPr>
          <p:cNvSpPr/>
          <p:nvPr/>
        </p:nvSpPr>
        <p:spPr>
          <a:xfrm>
            <a:off x="5957776" y="3686116"/>
            <a:ext cx="582930" cy="58293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A17EA6D-E68E-3B45-FA15-4DF09C95414F}"/>
              </a:ext>
            </a:extLst>
          </p:cNvPr>
          <p:cNvSpPr/>
          <p:nvPr/>
        </p:nvSpPr>
        <p:spPr>
          <a:xfrm>
            <a:off x="7529908" y="3766885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2A4E7CE-C1CB-99B7-EB21-0D688EBDB309}"/>
              </a:ext>
            </a:extLst>
          </p:cNvPr>
          <p:cNvSpPr/>
          <p:nvPr/>
        </p:nvSpPr>
        <p:spPr>
          <a:xfrm>
            <a:off x="5636119" y="4770776"/>
            <a:ext cx="582930" cy="58293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02B5AE12-E599-6964-D934-C7D027C83C2B}"/>
              </a:ext>
            </a:extLst>
          </p:cNvPr>
          <p:cNvSpPr/>
          <p:nvPr/>
        </p:nvSpPr>
        <p:spPr>
          <a:xfrm>
            <a:off x="5460214" y="5627894"/>
            <a:ext cx="582930" cy="58293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69A27F8-8695-5B1B-C4AB-626FCFB33AFD}"/>
              </a:ext>
            </a:extLst>
          </p:cNvPr>
          <p:cNvSpPr/>
          <p:nvPr/>
        </p:nvSpPr>
        <p:spPr>
          <a:xfrm>
            <a:off x="6971098" y="4806348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AAD4A87-BB4F-12FA-207E-EFE4E5248F34}"/>
              </a:ext>
            </a:extLst>
          </p:cNvPr>
          <p:cNvSpPr/>
          <p:nvPr/>
        </p:nvSpPr>
        <p:spPr>
          <a:xfrm>
            <a:off x="7427038" y="5627894"/>
            <a:ext cx="582930" cy="58293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45AF753-A574-D055-4794-3841919B6745}"/>
              </a:ext>
            </a:extLst>
          </p:cNvPr>
          <p:cNvCxnSpPr>
            <a:stCxn id="98" idx="0"/>
            <a:endCxn id="97" idx="4"/>
          </p:cNvCxnSpPr>
          <p:nvPr/>
        </p:nvCxnSpPr>
        <p:spPr>
          <a:xfrm flipV="1">
            <a:off x="7141288" y="2521511"/>
            <a:ext cx="0" cy="37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5685598-A749-04B2-60CD-E75B75F0753A}"/>
              </a:ext>
            </a:extLst>
          </p:cNvPr>
          <p:cNvCxnSpPr>
            <a:cxnSpLocks/>
            <a:stCxn id="99" idx="7"/>
            <a:endCxn id="98" idx="3"/>
          </p:cNvCxnSpPr>
          <p:nvPr/>
        </p:nvCxnSpPr>
        <p:spPr>
          <a:xfrm flipV="1">
            <a:off x="6455338" y="3397416"/>
            <a:ext cx="479853" cy="374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AFD3CD7-2752-292A-E784-CA1B0C53E3E6}"/>
              </a:ext>
            </a:extLst>
          </p:cNvPr>
          <p:cNvCxnSpPr>
            <a:stCxn id="100" idx="1"/>
            <a:endCxn id="98" idx="5"/>
          </p:cNvCxnSpPr>
          <p:nvPr/>
        </p:nvCxnSpPr>
        <p:spPr>
          <a:xfrm flipH="1" flipV="1">
            <a:off x="7347385" y="3397416"/>
            <a:ext cx="267891" cy="454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61F10C5-63A5-D162-ED8F-FB57274AD105}"/>
              </a:ext>
            </a:extLst>
          </p:cNvPr>
          <p:cNvCxnSpPr>
            <a:stCxn id="101" idx="0"/>
            <a:endCxn id="99" idx="3"/>
          </p:cNvCxnSpPr>
          <p:nvPr/>
        </p:nvCxnSpPr>
        <p:spPr>
          <a:xfrm flipV="1">
            <a:off x="5927584" y="4183678"/>
            <a:ext cx="115560" cy="587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AD40677-A7B0-B82F-7D23-5469ADE327E8}"/>
              </a:ext>
            </a:extLst>
          </p:cNvPr>
          <p:cNvCxnSpPr>
            <a:cxnSpLocks/>
            <a:stCxn id="102" idx="0"/>
            <a:endCxn id="101" idx="4"/>
          </p:cNvCxnSpPr>
          <p:nvPr/>
        </p:nvCxnSpPr>
        <p:spPr>
          <a:xfrm flipV="1">
            <a:off x="5751679" y="5353706"/>
            <a:ext cx="175905" cy="274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958B484-AED9-47D0-BC77-A520C2B30653}"/>
              </a:ext>
            </a:extLst>
          </p:cNvPr>
          <p:cNvCxnSpPr>
            <a:cxnSpLocks/>
            <a:stCxn id="103" idx="1"/>
            <a:endCxn id="99" idx="5"/>
          </p:cNvCxnSpPr>
          <p:nvPr/>
        </p:nvCxnSpPr>
        <p:spPr>
          <a:xfrm flipH="1" flipV="1">
            <a:off x="6455338" y="4183678"/>
            <a:ext cx="601128" cy="708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EB55F119-87DA-5EF8-F0B4-4902F11A30F8}"/>
              </a:ext>
            </a:extLst>
          </p:cNvPr>
          <p:cNvCxnSpPr>
            <a:cxnSpLocks/>
            <a:stCxn id="104" idx="0"/>
            <a:endCxn id="103" idx="4"/>
          </p:cNvCxnSpPr>
          <p:nvPr/>
        </p:nvCxnSpPr>
        <p:spPr>
          <a:xfrm flipH="1" flipV="1">
            <a:off x="7262563" y="5389278"/>
            <a:ext cx="455940" cy="238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ctor: Curved 111">
            <a:extLst>
              <a:ext uri="{FF2B5EF4-FFF2-40B4-BE49-F238E27FC236}">
                <a16:creationId xmlns:a16="http://schemas.microsoft.com/office/drawing/2014/main" id="{A410FB9B-7C49-E0DE-4D75-40AAE4C1807C}"/>
              </a:ext>
            </a:extLst>
          </p:cNvPr>
          <p:cNvCxnSpPr>
            <a:stCxn id="97" idx="3"/>
            <a:endCxn id="97" idx="1"/>
          </p:cNvCxnSpPr>
          <p:nvPr/>
        </p:nvCxnSpPr>
        <p:spPr>
          <a:xfrm rot="5400000" flipH="1">
            <a:off x="6729094" y="2230046"/>
            <a:ext cx="412194" cy="12700"/>
          </a:xfrm>
          <a:prstGeom prst="curvedConnector5">
            <a:avLst>
              <a:gd name="adj1" fmla="val -55459"/>
              <a:gd name="adj2" fmla="val 5717811"/>
              <a:gd name="adj3" fmla="val 15545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738B841A-F27E-BCE6-050B-026B50425D76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2288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35E166-EDA0-EF9B-2C40-DE55A9E0ADDA}"/>
                  </a:ext>
                </a:extLst>
              </p:cNvPr>
              <p:cNvSpPr txBox="1"/>
              <p:nvPr/>
            </p:nvSpPr>
            <p:spPr>
              <a:xfrm>
                <a:off x="894080" y="2595084"/>
                <a:ext cx="1276731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haroni" panose="02010803020104030203" pitchFamily="2" charset="-79"/>
                  </a:rPr>
                  <a:t>Claim 1</a:t>
                </a:r>
                <a:r>
                  <a:rPr lang="en-IN" sz="3600" dirty="0">
                    <a:solidFill>
                      <a:srgbClr val="002060"/>
                    </a:solidFill>
                    <a:latin typeface="Comic Sans MS" panose="030F0702030302020204" pitchFamily="66" charset="0"/>
                    <a:cs typeface="Aharoni" panose="02010803020104030203" pitchFamily="2" charset="-79"/>
                  </a:rPr>
                  <a:t>: </a:t>
                </a:r>
              </a:p>
              <a:p>
                <a:r>
                  <a:rPr lang="en-IN" sz="2000" b="1" i="1" dirty="0">
                    <a:solidFill>
                      <a:srgbClr val="002060"/>
                    </a:solidFill>
                    <a:latin typeface="Comic Sans MS" panose="030F0702030302020204" pitchFamily="66" charset="0"/>
                    <a:ea typeface="Cambria Math" panose="02040503050406030204" pitchFamily="18" charset="0"/>
                    <a:cs typeface="Aharoni" panose="02010803020104030203" pitchFamily="2" charset="-79"/>
                  </a:rPr>
                  <a:t>Union by rank gives running time =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haroni" panose="02010803020104030203" pitchFamily="2" charset="-79"/>
                      </a:rPr>
                      <m:t>𝜽</m:t>
                    </m:r>
                    <m:d>
                      <m:dPr>
                        <m:ctrlPr>
                          <a:rPr lang="en-I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n-I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  <m:t>𝒎</m:t>
                        </m:r>
                        <m:func>
                          <m:funcPr>
                            <m:ctrlPr>
                              <a:rPr lang="en-IN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funcPr>
                          <m:fName>
                            <m:r>
                              <a:rPr lang="en-IN" sz="20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𝐥𝐨𝐠</m:t>
                            </m:r>
                          </m:fName>
                          <m:e>
                            <m:r>
                              <a:rPr lang="en-IN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endParaRPr lang="en-IN" sz="2000" b="1" dirty="0">
                  <a:solidFill>
                    <a:srgbClr val="00B050"/>
                  </a:solidFill>
                  <a:latin typeface="Comic Sans MS" panose="030F0702030302020204" pitchFamily="66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35E166-EDA0-EF9B-2C40-DE55A9E0A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080" y="2595084"/>
                <a:ext cx="12767310" cy="954107"/>
              </a:xfrm>
              <a:prstGeom prst="rect">
                <a:avLst/>
              </a:prstGeom>
              <a:blipFill>
                <a:blip r:embed="rId2"/>
                <a:stretch>
                  <a:fillRect l="-1480" t="-10256" b="-108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utoShape 2" descr="{\displaystyle \Theta (m\log n)}">
            <a:extLst>
              <a:ext uri="{FF2B5EF4-FFF2-40B4-BE49-F238E27FC236}">
                <a16:creationId xmlns:a16="http://schemas.microsoft.com/office/drawing/2014/main" id="{8759089D-F1D0-91BC-9F73-65C971F5CC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594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Comic Sans MS" panose="030F0702030302020204" pitchFamily="66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17AC462-2E7B-D0B4-2917-C951ED021CB9}"/>
              </a:ext>
            </a:extLst>
          </p:cNvPr>
          <p:cNvGrpSpPr/>
          <p:nvPr/>
        </p:nvGrpSpPr>
        <p:grpSpPr>
          <a:xfrm>
            <a:off x="982980" y="3843510"/>
            <a:ext cx="13041630" cy="1617758"/>
            <a:chOff x="982980" y="3843510"/>
            <a:chExt cx="13041630" cy="16177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80E930A-27F5-04FB-F30F-DAC4505F851A}"/>
                    </a:ext>
                  </a:extLst>
                </p:cNvPr>
                <p:cNvSpPr txBox="1"/>
                <p:nvPr/>
              </p:nvSpPr>
              <p:spPr>
                <a:xfrm>
                  <a:off x="982980" y="3843510"/>
                  <a:ext cx="13041630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3600" dirty="0">
                      <a:solidFill>
                        <a:srgbClr val="FF0000"/>
                      </a:solidFill>
                      <a:latin typeface="Comic Sans MS" panose="030F0702030302020204" pitchFamily="66" charset="0"/>
                      <a:cs typeface="Aharoni" panose="02010803020104030203" pitchFamily="2" charset="-79"/>
                    </a:rPr>
                    <a:t>Claim 2</a:t>
                  </a:r>
                  <a:r>
                    <a:rPr lang="en-IN" sz="3600" dirty="0">
                      <a:solidFill>
                        <a:srgbClr val="002060"/>
                      </a:solidFill>
                      <a:latin typeface="Comic Sans MS" panose="030F0702030302020204" pitchFamily="66" charset="0"/>
                      <a:cs typeface="Aharoni" panose="02010803020104030203" pitchFamily="2" charset="-79"/>
                    </a:rPr>
                    <a:t>: </a:t>
                  </a:r>
                </a:p>
                <a:p>
                  <a:r>
                    <a:rPr lang="en-IN" sz="2000" b="1" i="1" dirty="0">
                      <a:solidFill>
                        <a:srgbClr val="002060"/>
                      </a:solidFill>
                      <a:latin typeface="Comic Sans MS" panose="030F0702030302020204" pitchFamily="66" charset="0"/>
                      <a:ea typeface="Cambria Math" panose="02040503050406030204" pitchFamily="18" charset="0"/>
                      <a:cs typeface="Aharoni" panose="02010803020104030203" pitchFamily="2" charset="-79"/>
                    </a:rPr>
                    <a:t>Union by path compression gives running time = </a:t>
                  </a:r>
                  <a14:m>
                    <m:oMath xmlns:m="http://schemas.openxmlformats.org/officeDocument/2006/math">
                      <m:r>
                        <a:rPr lang="en-I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haroni" panose="02010803020104030203" pitchFamily="2" charset="-79"/>
                        </a:rPr>
                        <m:t>𝜽</m:t>
                      </m:r>
                      <m:sSup>
                        <m:sSupPr>
                          <m:ctrlPr>
                            <a:rPr lang="en-I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n-I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haroni" panose="02010803020104030203" pitchFamily="2" charset="-79"/>
                            </a:rPr>
                            <m:t>(</m:t>
                          </m:r>
                          <m:r>
                            <a:rPr lang="en-I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haroni" panose="02010803020104030203" pitchFamily="2" charset="-79"/>
                            </a:rPr>
                            <m:t>𝒎𝒍𝒐𝒈</m:t>
                          </m:r>
                        </m:e>
                        <m:sup>
                          <m:r>
                            <a:rPr lang="en-I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haroni" panose="02010803020104030203" pitchFamily="2" charset="-79"/>
                            </a:rPr>
                            <m:t>∗</m:t>
                          </m:r>
                        </m:sup>
                      </m:sSup>
                      <m:r>
                        <a:rPr lang="en-I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haroni" panose="02010803020104030203" pitchFamily="2" charset="-79"/>
                        </a:rPr>
                        <m:t>𝒏</m:t>
                      </m:r>
                      <m:r>
                        <a:rPr lang="en-I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haroni" panose="02010803020104030203" pitchFamily="2" charset="-79"/>
                        </a:rPr>
                        <m:t>)</m:t>
                      </m:r>
                    </m:oMath>
                  </a14:m>
                  <a:endParaRPr lang="en-IN" sz="2000" b="1" dirty="0">
                    <a:solidFill>
                      <a:srgbClr val="00B050"/>
                    </a:solidFill>
                    <a:latin typeface="Comic Sans MS" panose="030F0702030302020204" pitchFamily="66" charset="0"/>
                    <a:cs typeface="Aharoni" panose="02010803020104030203" pitchFamily="2" charset="-79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80E930A-27F5-04FB-F30F-DAC4505F85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980" y="3843510"/>
                  <a:ext cx="13041630" cy="954107"/>
                </a:xfrm>
                <a:prstGeom prst="rect">
                  <a:avLst/>
                </a:prstGeom>
                <a:blipFill>
                  <a:blip r:embed="rId3"/>
                  <a:stretch>
                    <a:fillRect l="-1402" t="-9554" b="-1019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368E63C-C680-FFDF-F8C4-91EA3B855DA3}"/>
                    </a:ext>
                  </a:extLst>
                </p:cNvPr>
                <p:cNvSpPr txBox="1"/>
                <p:nvPr/>
              </p:nvSpPr>
              <p:spPr>
                <a:xfrm>
                  <a:off x="982980" y="5091936"/>
                  <a:ext cx="101498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b="1" dirty="0">
                      <a:solidFill>
                        <a:srgbClr val="00B050"/>
                      </a:solidFill>
                      <a:latin typeface="Comic Sans MS" panose="030F0702030302020204" pitchFamily="66" charset="0"/>
                    </a:rPr>
                    <a:t>Where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IN" sz="1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n-IN" sz="1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haroni" panose="02010803020104030203" pitchFamily="2" charset="-79"/>
                            </a:rPr>
                            <m:t>𝒍𝒐𝒈</m:t>
                          </m:r>
                        </m:e>
                        <m:sup>
                          <m:r>
                            <a:rPr lang="en-IN" sz="1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haroni" panose="02010803020104030203" pitchFamily="2" charset="-79"/>
                            </a:rPr>
                            <m:t>∗</m:t>
                          </m:r>
                        </m:sup>
                      </m:sSup>
                      <m:r>
                        <a:rPr lang="en-IN" sz="1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haroni" panose="02010803020104030203" pitchFamily="2" charset="-79"/>
                        </a:rPr>
                        <m:t>𝒏</m:t>
                      </m:r>
                    </m:oMath>
                  </a14:m>
                  <a:r>
                    <a:rPr lang="en-IN" b="1" dirty="0">
                      <a:solidFill>
                        <a:srgbClr val="00B050"/>
                      </a:solidFill>
                      <a:latin typeface="Comic Sans MS" panose="030F0702030302020204" pitchFamily="66" charset="0"/>
                    </a:rPr>
                    <a:t> is the </a:t>
                  </a:r>
                  <a:r>
                    <a:rPr lang="en-IN" b="1" dirty="0">
                      <a:solidFill>
                        <a:srgbClr val="002060"/>
                      </a:solidFill>
                      <a:highlight>
                        <a:srgbClr val="FFFF00"/>
                      </a:highlight>
                      <a:latin typeface="Comic Sans MS" panose="030F0702030302020204" pitchFamily="66" charset="0"/>
                    </a:rPr>
                    <a:t>iterated logarithm </a:t>
                  </a:r>
                  <a:r>
                    <a:rPr lang="en-IN" b="1" dirty="0">
                      <a:solidFill>
                        <a:srgbClr val="00B050"/>
                      </a:solidFill>
                      <a:latin typeface="Comic Sans MS" panose="030F0702030302020204" pitchFamily="66" charset="0"/>
                    </a:rPr>
                    <a:t>(inverse of Ackerman functions)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368E63C-C680-FFDF-F8C4-91EA3B855D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980" y="5091936"/>
                  <a:ext cx="1014984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480" t="-6557" b="-2623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612B5D0-0725-C3DA-74FB-3F7FF9CFD554}"/>
              </a:ext>
            </a:extLst>
          </p:cNvPr>
          <p:cNvSpPr txBox="1"/>
          <p:nvPr/>
        </p:nvSpPr>
        <p:spPr>
          <a:xfrm>
            <a:off x="894080" y="1528421"/>
            <a:ext cx="8160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B050"/>
                </a:solidFill>
                <a:latin typeface="Comic Sans MS" panose="030F0702030302020204" pitchFamily="66" charset="0"/>
              </a:rPr>
              <a:t>m = total number of operations(find + union + </a:t>
            </a:r>
            <a:r>
              <a:rPr lang="en-IN" sz="2000" b="1" dirty="0" err="1">
                <a:solidFill>
                  <a:srgbClr val="00B050"/>
                </a:solidFill>
                <a:latin typeface="Comic Sans MS" panose="030F0702030302020204" pitchFamily="66" charset="0"/>
              </a:rPr>
              <a:t>makeset</a:t>
            </a:r>
            <a:r>
              <a:rPr lang="en-IN" sz="2000" b="1" dirty="0">
                <a:solidFill>
                  <a:srgbClr val="00B050"/>
                </a:solidFill>
                <a:latin typeface="Comic Sans MS" panose="030F0702030302020204" pitchFamily="66" charset="0"/>
              </a:rPr>
              <a:t>)</a:t>
            </a:r>
          </a:p>
          <a:p>
            <a:r>
              <a:rPr lang="en-IN" sz="2000" b="1" dirty="0">
                <a:solidFill>
                  <a:srgbClr val="002060"/>
                </a:solidFill>
                <a:latin typeface="Comic Sans MS" panose="030F0702030302020204" pitchFamily="66" charset="0"/>
              </a:rPr>
              <a:t>n  = total number of </a:t>
            </a:r>
            <a:r>
              <a:rPr lang="en-IN" sz="2000" b="1" dirty="0" err="1">
                <a:solidFill>
                  <a:srgbClr val="002060"/>
                </a:solidFill>
                <a:latin typeface="Comic Sans MS" panose="030F0702030302020204" pitchFamily="66" charset="0"/>
              </a:rPr>
              <a:t>makeset</a:t>
            </a:r>
            <a:r>
              <a:rPr lang="en-IN" sz="2000" b="1" dirty="0">
                <a:solidFill>
                  <a:srgbClr val="002060"/>
                </a:solidFill>
                <a:latin typeface="Comic Sans MS" panose="030F0702030302020204" pitchFamily="66" charset="0"/>
              </a:rPr>
              <a:t> operation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218AD9-C0B6-2321-E579-3CC3A7F0D136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15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" descr="{\displaystyle \Theta (m\log n)}">
            <a:extLst>
              <a:ext uri="{FF2B5EF4-FFF2-40B4-BE49-F238E27FC236}">
                <a16:creationId xmlns:a16="http://schemas.microsoft.com/office/drawing/2014/main" id="{8759089D-F1D0-91BC-9F73-65C971F5CC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594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Comic Sans MS" panose="030F0702030302020204" pitchFamily="66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42AD35-1648-67F6-1727-3BC32939BAD1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Algorithm(1956)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E1763C-5937-DE7E-038E-DCC7EC22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626" y="1032259"/>
            <a:ext cx="7868748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08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67456BC-8EFD-D8E7-9A9F-22E5A827F721}"/>
              </a:ext>
            </a:extLst>
          </p:cNvPr>
          <p:cNvSpPr/>
          <p:nvPr/>
        </p:nvSpPr>
        <p:spPr>
          <a:xfrm>
            <a:off x="0" y="11556"/>
            <a:ext cx="11341099" cy="1249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Kruskal’s Algorithm</a:t>
            </a:r>
          </a:p>
        </p:txBody>
      </p:sp>
      <p:pic>
        <p:nvPicPr>
          <p:cNvPr id="1026" name="Picture 2" descr="pseudocode - Kruskal's Algorithm - Modify to matrix data structure? - Stack  Overflow">
            <a:extLst>
              <a:ext uri="{FF2B5EF4-FFF2-40B4-BE49-F238E27FC236}">
                <a16:creationId xmlns:a16="http://schemas.microsoft.com/office/drawing/2014/main" id="{44692FC2-B112-63C6-F7A8-24D7F5E3D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5750" y="2084546"/>
            <a:ext cx="10462750" cy="436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8523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C0D756-79B0-D42C-2998-57E685182AEB}"/>
              </a:ext>
            </a:extLst>
          </p:cNvPr>
          <p:cNvSpPr txBox="1"/>
          <p:nvPr/>
        </p:nvSpPr>
        <p:spPr>
          <a:xfrm>
            <a:off x="492369" y="1488831"/>
            <a:ext cx="5920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Arial Black" panose="020B0A04020102020204" pitchFamily="34" charset="0"/>
              </a:rPr>
              <a:t>Finding MST using Kruskal’s Algorithm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E31EB28-34D9-696E-BA43-57D8E3E99A3B}"/>
              </a:ext>
            </a:extLst>
          </p:cNvPr>
          <p:cNvGrpSpPr/>
          <p:nvPr/>
        </p:nvGrpSpPr>
        <p:grpSpPr>
          <a:xfrm>
            <a:off x="0" y="2450179"/>
            <a:ext cx="4681839" cy="3387904"/>
            <a:chOff x="879231" y="2016368"/>
            <a:chExt cx="5146429" cy="367785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C5F283C-7770-4A63-2296-055FF0541C29}"/>
                </a:ext>
              </a:extLst>
            </p:cNvPr>
            <p:cNvSpPr/>
            <p:nvPr/>
          </p:nvSpPr>
          <p:spPr>
            <a:xfrm>
              <a:off x="879231" y="3587262"/>
              <a:ext cx="597877" cy="59787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latin typeface="Arial Black" panose="020B0A04020102020204" pitchFamily="34" charset="0"/>
                </a:rPr>
                <a:t>a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FFEE6D2-B773-9C22-2C78-CCE7B26B6831}"/>
                </a:ext>
              </a:extLst>
            </p:cNvPr>
            <p:cNvSpPr/>
            <p:nvPr/>
          </p:nvSpPr>
          <p:spPr>
            <a:xfrm>
              <a:off x="1981201" y="2124835"/>
              <a:ext cx="597877" cy="59787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latin typeface="Arial Black" panose="020B0A04020102020204" pitchFamily="34" charset="0"/>
                </a:rPr>
                <a:t>b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40F0F2C-90BD-3834-8D6D-39ABBC48AECB}"/>
                </a:ext>
              </a:extLst>
            </p:cNvPr>
            <p:cNvSpPr/>
            <p:nvPr/>
          </p:nvSpPr>
          <p:spPr>
            <a:xfrm>
              <a:off x="1981200" y="4999838"/>
              <a:ext cx="597877" cy="59787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latin typeface="Arial Black" panose="020B0A04020102020204" pitchFamily="34" charset="0"/>
                </a:rPr>
                <a:t>d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0BC29C3-D907-E5E1-FDD0-A9E5156E0329}"/>
                </a:ext>
              </a:extLst>
            </p:cNvPr>
            <p:cNvSpPr/>
            <p:nvPr/>
          </p:nvSpPr>
          <p:spPr>
            <a:xfrm>
              <a:off x="4067907" y="2016368"/>
              <a:ext cx="597877" cy="59787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latin typeface="Arial Black" panose="020B0A04020102020204" pitchFamily="34" charset="0"/>
                </a:rPr>
                <a:t>c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5386AE9-F935-1AD0-15BA-C267527A187F}"/>
                </a:ext>
              </a:extLst>
            </p:cNvPr>
            <p:cNvSpPr/>
            <p:nvPr/>
          </p:nvSpPr>
          <p:spPr>
            <a:xfrm>
              <a:off x="3153507" y="3522785"/>
              <a:ext cx="597877" cy="59787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latin typeface="Arial Black" panose="020B0A04020102020204" pitchFamily="34" charset="0"/>
                </a:rPr>
                <a:t>e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B0F0CA4-01CA-A285-2C52-0F6E4BEDE958}"/>
                </a:ext>
              </a:extLst>
            </p:cNvPr>
            <p:cNvSpPr/>
            <p:nvPr/>
          </p:nvSpPr>
          <p:spPr>
            <a:xfrm>
              <a:off x="4067906" y="4782960"/>
              <a:ext cx="597877" cy="59787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latin typeface="Arial Black" panose="020B0A04020102020204" pitchFamily="34" charset="0"/>
                </a:rPr>
                <a:t>f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A7E6A78-B277-54E4-8382-2A4CC53ED2F1}"/>
                </a:ext>
              </a:extLst>
            </p:cNvPr>
            <p:cNvSpPr/>
            <p:nvPr/>
          </p:nvSpPr>
          <p:spPr>
            <a:xfrm>
              <a:off x="5427783" y="3429000"/>
              <a:ext cx="597877" cy="59787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latin typeface="Arial Black" panose="020B0A04020102020204" pitchFamily="34" charset="0"/>
                </a:rPr>
                <a:t>g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A6B58AF-202F-D7F4-F46C-3699742FF78C}"/>
                </a:ext>
              </a:extLst>
            </p:cNvPr>
            <p:cNvCxnSpPr>
              <a:stCxn id="4" idx="7"/>
              <a:endCxn id="26" idx="3"/>
            </p:cNvCxnSpPr>
            <p:nvPr/>
          </p:nvCxnSpPr>
          <p:spPr>
            <a:xfrm flipV="1">
              <a:off x="1389551" y="2635155"/>
              <a:ext cx="679207" cy="1039664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5DD182C-C507-7279-5F59-71490BEC1E4C}"/>
                </a:ext>
              </a:extLst>
            </p:cNvPr>
            <p:cNvCxnSpPr>
              <a:stCxn id="4" idx="5"/>
              <a:endCxn id="27" idx="1"/>
            </p:cNvCxnSpPr>
            <p:nvPr/>
          </p:nvCxnSpPr>
          <p:spPr>
            <a:xfrm>
              <a:off x="1389551" y="4097582"/>
              <a:ext cx="679206" cy="989813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3F22241-13E1-1640-96E2-C770DB6AD993}"/>
                </a:ext>
              </a:extLst>
            </p:cNvPr>
            <p:cNvCxnSpPr>
              <a:stCxn id="26" idx="6"/>
              <a:endCxn id="28" idx="2"/>
            </p:cNvCxnSpPr>
            <p:nvPr/>
          </p:nvCxnSpPr>
          <p:spPr>
            <a:xfrm flipV="1">
              <a:off x="2579078" y="2315307"/>
              <a:ext cx="1488829" cy="108467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83B0D73-1F68-A4A1-F03C-8CCD04D8A464}"/>
                </a:ext>
              </a:extLst>
            </p:cNvPr>
            <p:cNvCxnSpPr>
              <a:stCxn id="27" idx="6"/>
              <a:endCxn id="30" idx="3"/>
            </p:cNvCxnSpPr>
            <p:nvPr/>
          </p:nvCxnSpPr>
          <p:spPr>
            <a:xfrm flipV="1">
              <a:off x="2579077" y="5293280"/>
              <a:ext cx="1576386" cy="5497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3ED54D8-EC94-CD8F-1A1D-7A9993650240}"/>
                </a:ext>
              </a:extLst>
            </p:cNvPr>
            <p:cNvCxnSpPr>
              <a:stCxn id="29" idx="7"/>
              <a:endCxn id="28" idx="3"/>
            </p:cNvCxnSpPr>
            <p:nvPr/>
          </p:nvCxnSpPr>
          <p:spPr>
            <a:xfrm flipV="1">
              <a:off x="3663827" y="2526688"/>
              <a:ext cx="491637" cy="1083654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DA9CC0E-3B4E-E9E4-276C-FDDE972B773A}"/>
                </a:ext>
              </a:extLst>
            </p:cNvPr>
            <p:cNvCxnSpPr>
              <a:stCxn id="27" idx="7"/>
              <a:endCxn id="29" idx="3"/>
            </p:cNvCxnSpPr>
            <p:nvPr/>
          </p:nvCxnSpPr>
          <p:spPr>
            <a:xfrm flipV="1">
              <a:off x="2491520" y="4033105"/>
              <a:ext cx="749544" cy="105429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EACF41D-B78F-3CF4-BFFF-A060078C382F}"/>
                </a:ext>
              </a:extLst>
            </p:cNvPr>
            <p:cNvCxnSpPr>
              <a:stCxn id="4" idx="6"/>
              <a:endCxn id="29" idx="2"/>
            </p:cNvCxnSpPr>
            <p:nvPr/>
          </p:nvCxnSpPr>
          <p:spPr>
            <a:xfrm flipV="1">
              <a:off x="1477108" y="3821724"/>
              <a:ext cx="1676399" cy="64477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B535742-63F8-9A5F-5B16-25620A1C00E5}"/>
                </a:ext>
              </a:extLst>
            </p:cNvPr>
            <p:cNvCxnSpPr>
              <a:stCxn id="28" idx="5"/>
              <a:endCxn id="31" idx="1"/>
            </p:cNvCxnSpPr>
            <p:nvPr/>
          </p:nvCxnSpPr>
          <p:spPr>
            <a:xfrm>
              <a:off x="4578227" y="2526688"/>
              <a:ext cx="937113" cy="9898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8BA8E0D-9EB6-CA4A-DE65-D90B77DCA4F2}"/>
                </a:ext>
              </a:extLst>
            </p:cNvPr>
            <p:cNvCxnSpPr>
              <a:stCxn id="30" idx="7"/>
              <a:endCxn id="31" idx="3"/>
            </p:cNvCxnSpPr>
            <p:nvPr/>
          </p:nvCxnSpPr>
          <p:spPr>
            <a:xfrm flipV="1">
              <a:off x="4578226" y="3939320"/>
              <a:ext cx="937114" cy="931197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1107885-A4E9-ED97-C9A6-D23068CCD775}"/>
                </a:ext>
              </a:extLst>
            </p:cNvPr>
            <p:cNvCxnSpPr>
              <a:stCxn id="29" idx="5"/>
              <a:endCxn id="30" idx="1"/>
            </p:cNvCxnSpPr>
            <p:nvPr/>
          </p:nvCxnSpPr>
          <p:spPr>
            <a:xfrm>
              <a:off x="3663827" y="4033105"/>
              <a:ext cx="491636" cy="837412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48E379C-25FD-AA27-2849-2592CC09BCA5}"/>
                </a:ext>
              </a:extLst>
            </p:cNvPr>
            <p:cNvCxnSpPr>
              <a:stCxn id="29" idx="6"/>
              <a:endCxn id="31" idx="2"/>
            </p:cNvCxnSpPr>
            <p:nvPr/>
          </p:nvCxnSpPr>
          <p:spPr>
            <a:xfrm flipV="1">
              <a:off x="3751384" y="3727939"/>
              <a:ext cx="1676399" cy="93785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2D88F7C-7829-9A3D-CB65-6F2F6CCCADF2}"/>
                </a:ext>
              </a:extLst>
            </p:cNvPr>
            <p:cNvCxnSpPr>
              <a:stCxn id="26" idx="5"/>
              <a:endCxn id="29" idx="1"/>
            </p:cNvCxnSpPr>
            <p:nvPr/>
          </p:nvCxnSpPr>
          <p:spPr>
            <a:xfrm>
              <a:off x="2491521" y="2635155"/>
              <a:ext cx="749543" cy="9751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22FA597-5EB6-F62E-6C80-4C64F5CBF2C4}"/>
                </a:ext>
              </a:extLst>
            </p:cNvPr>
            <p:cNvSpPr txBox="1"/>
            <p:nvPr/>
          </p:nvSpPr>
          <p:spPr>
            <a:xfrm>
              <a:off x="1421240" y="2895602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9634A1D-5443-8134-AA89-E861F26DB9E8}"/>
                </a:ext>
              </a:extLst>
            </p:cNvPr>
            <p:cNvSpPr txBox="1"/>
            <p:nvPr/>
          </p:nvSpPr>
          <p:spPr>
            <a:xfrm>
              <a:off x="1439192" y="4618894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E8E1ACF-2AF4-AE29-5D27-6BD4E1BEAD42}"/>
                </a:ext>
              </a:extLst>
            </p:cNvPr>
            <p:cNvSpPr txBox="1"/>
            <p:nvPr/>
          </p:nvSpPr>
          <p:spPr>
            <a:xfrm>
              <a:off x="3182449" y="5293280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2061335-FDC9-218A-C82F-A71B1565780D}"/>
                </a:ext>
              </a:extLst>
            </p:cNvPr>
            <p:cNvSpPr txBox="1"/>
            <p:nvPr/>
          </p:nvSpPr>
          <p:spPr>
            <a:xfrm>
              <a:off x="2207337" y="3505173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DF0E11C-1216-7CE2-99E5-0929E95376AA}"/>
                </a:ext>
              </a:extLst>
            </p:cNvPr>
            <p:cNvSpPr txBox="1"/>
            <p:nvPr/>
          </p:nvSpPr>
          <p:spPr>
            <a:xfrm>
              <a:off x="3185198" y="2019245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FE1B6A0-E140-D4A3-4AEA-F208C7221C3A}"/>
                </a:ext>
              </a:extLst>
            </p:cNvPr>
            <p:cNvSpPr txBox="1"/>
            <p:nvPr/>
          </p:nvSpPr>
          <p:spPr>
            <a:xfrm>
              <a:off x="2866290" y="2866083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6C816E6-099F-127F-D1F2-6619A4B74675}"/>
                </a:ext>
              </a:extLst>
            </p:cNvPr>
            <p:cNvSpPr txBox="1"/>
            <p:nvPr/>
          </p:nvSpPr>
          <p:spPr>
            <a:xfrm>
              <a:off x="3868899" y="2986426"/>
              <a:ext cx="3634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3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99DF89E-E0E1-1F93-E9C0-D7F83B2680BF}"/>
                </a:ext>
              </a:extLst>
            </p:cNvPr>
            <p:cNvSpPr txBox="1"/>
            <p:nvPr/>
          </p:nvSpPr>
          <p:spPr>
            <a:xfrm>
              <a:off x="4522133" y="3505173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609A9BC-AF55-1110-1FB3-9C2782451A92}"/>
                </a:ext>
              </a:extLst>
            </p:cNvPr>
            <p:cNvSpPr txBox="1"/>
            <p:nvPr/>
          </p:nvSpPr>
          <p:spPr>
            <a:xfrm>
              <a:off x="4982305" y="4375584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A54C2D1-9145-1266-6C23-8F46891B7602}"/>
                </a:ext>
              </a:extLst>
            </p:cNvPr>
            <p:cNvSpPr txBox="1"/>
            <p:nvPr/>
          </p:nvSpPr>
          <p:spPr>
            <a:xfrm>
              <a:off x="3909645" y="4267145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6C61CE4-BDEB-D043-98F5-BF11ECE8EF07}"/>
                </a:ext>
              </a:extLst>
            </p:cNvPr>
            <p:cNvSpPr txBox="1"/>
            <p:nvPr/>
          </p:nvSpPr>
          <p:spPr>
            <a:xfrm>
              <a:off x="2707661" y="4147423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C0321D6-9258-E9BF-939B-4914BCB3FBCE}"/>
                </a:ext>
              </a:extLst>
            </p:cNvPr>
            <p:cNvSpPr txBox="1"/>
            <p:nvPr/>
          </p:nvSpPr>
          <p:spPr>
            <a:xfrm>
              <a:off x="5046414" y="2836956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6</a:t>
              </a:r>
            </a:p>
          </p:txBody>
        </p:sp>
      </p:grpSp>
      <p:graphicFrame>
        <p:nvGraphicFramePr>
          <p:cNvPr id="78" name="Table 78">
            <a:extLst>
              <a:ext uri="{FF2B5EF4-FFF2-40B4-BE49-F238E27FC236}">
                <a16:creationId xmlns:a16="http://schemas.microsoft.com/office/drawing/2014/main" id="{E518646B-5201-B7D6-6354-81EE8C445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459141"/>
              </p:ext>
            </p:extLst>
          </p:nvPr>
        </p:nvGraphicFramePr>
        <p:xfrm>
          <a:off x="7545971" y="1248376"/>
          <a:ext cx="2031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640">
                  <a:extLst>
                    <a:ext uri="{9D8B030D-6E8A-4147-A177-3AD203B41FA5}">
                      <a16:colId xmlns:a16="http://schemas.microsoft.com/office/drawing/2014/main" val="1256280051"/>
                    </a:ext>
                  </a:extLst>
                </a:gridCol>
                <a:gridCol w="1015640">
                  <a:extLst>
                    <a:ext uri="{9D8B030D-6E8A-4147-A177-3AD203B41FA5}">
                      <a16:colId xmlns:a16="http://schemas.microsoft.com/office/drawing/2014/main" val="1074418505"/>
                    </a:ext>
                  </a:extLst>
                </a:gridCol>
              </a:tblGrid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926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78937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bc</a:t>
                      </a:r>
                      <a:endParaRPr lang="en-IN" dirty="0">
                        <a:solidFill>
                          <a:srgbClr val="7030A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19767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df</a:t>
                      </a:r>
                      <a:endParaRPr lang="en-IN" dirty="0">
                        <a:solidFill>
                          <a:srgbClr val="7030A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08442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57800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37306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45218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ce</a:t>
                      </a:r>
                      <a:endParaRPr lang="en-IN" dirty="0">
                        <a:solidFill>
                          <a:srgbClr val="7030A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055615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eg</a:t>
                      </a:r>
                      <a:endParaRPr lang="en-IN" dirty="0">
                        <a:solidFill>
                          <a:srgbClr val="7030A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7335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</a:t>
                      </a:r>
                      <a:endParaRPr lang="en-IN" dirty="0">
                        <a:solidFill>
                          <a:srgbClr val="7030A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83700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fg</a:t>
                      </a:r>
                      <a:endParaRPr lang="en-IN" dirty="0">
                        <a:solidFill>
                          <a:srgbClr val="7030A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84002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41739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058434"/>
                  </a:ext>
                </a:extLst>
              </a:tr>
            </a:tbl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8AAC8407-66B3-35E8-A1A4-703B762B20EF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59F04-DB6A-06ED-0C34-B20E9E26697F}"/>
              </a:ext>
            </a:extLst>
          </p:cNvPr>
          <p:cNvSpPr txBox="1"/>
          <p:nvPr/>
        </p:nvSpPr>
        <p:spPr>
          <a:xfrm>
            <a:off x="9703283" y="1036250"/>
            <a:ext cx="99141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Arial Black" panose="020B0A04020102020204" pitchFamily="34" charset="0"/>
              </a:rPr>
              <a:t>S</a:t>
            </a:r>
          </a:p>
          <a:p>
            <a:r>
              <a:rPr lang="en-US" sz="5400" b="1" dirty="0">
                <a:latin typeface="Arial Black" panose="020B0A04020102020204" pitchFamily="34" charset="0"/>
              </a:rPr>
              <a:t>O</a:t>
            </a:r>
          </a:p>
          <a:p>
            <a:r>
              <a:rPr lang="en-US" sz="5400" b="1" dirty="0">
                <a:latin typeface="Arial Black" panose="020B0A04020102020204" pitchFamily="34" charset="0"/>
              </a:rPr>
              <a:t>R</a:t>
            </a:r>
          </a:p>
          <a:p>
            <a:r>
              <a:rPr lang="en-US" sz="5400" b="1" dirty="0">
                <a:latin typeface="Arial Black" panose="020B0A04020102020204" pitchFamily="34" charset="0"/>
              </a:rPr>
              <a:t>T</a:t>
            </a:r>
          </a:p>
          <a:p>
            <a:r>
              <a:rPr lang="en-US" sz="5400" b="1" dirty="0">
                <a:latin typeface="Arial Black" panose="020B0A04020102020204" pitchFamily="34" charset="0"/>
              </a:rPr>
              <a:t>E</a:t>
            </a:r>
          </a:p>
          <a:p>
            <a:r>
              <a:rPr lang="en-US" sz="5400" b="1" dirty="0">
                <a:latin typeface="Arial Black" panose="020B0A04020102020204" pitchFamily="34" charset="0"/>
              </a:rPr>
              <a:t>D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DE5A53-0B41-782E-C1CB-0473ED02A51E}"/>
              </a:ext>
            </a:extLst>
          </p:cNvPr>
          <p:cNvSpPr txBox="1"/>
          <p:nvPr/>
        </p:nvSpPr>
        <p:spPr>
          <a:xfrm>
            <a:off x="2148620" y="6400800"/>
            <a:ext cx="2746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 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73490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6804674-F1BB-0E45-EFD5-49A923A38A1A}"/>
              </a:ext>
            </a:extLst>
          </p:cNvPr>
          <p:cNvSpPr/>
          <p:nvPr/>
        </p:nvSpPr>
        <p:spPr>
          <a:xfrm>
            <a:off x="6827755" y="3423196"/>
            <a:ext cx="597877" cy="597877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17281A-8304-48A7-D4BB-84BB98D41A02}"/>
              </a:ext>
            </a:extLst>
          </p:cNvPr>
          <p:cNvSpPr/>
          <p:nvPr/>
        </p:nvSpPr>
        <p:spPr>
          <a:xfrm>
            <a:off x="7929725" y="1960769"/>
            <a:ext cx="597877" cy="597877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D7F13C-CF73-D4FB-4ABA-D55EC28FBDDA}"/>
              </a:ext>
            </a:extLst>
          </p:cNvPr>
          <p:cNvSpPr/>
          <p:nvPr/>
        </p:nvSpPr>
        <p:spPr>
          <a:xfrm>
            <a:off x="7929724" y="483577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387C43-E90C-FDEB-7D34-E79A20E4D08D}"/>
              </a:ext>
            </a:extLst>
          </p:cNvPr>
          <p:cNvSpPr/>
          <p:nvPr/>
        </p:nvSpPr>
        <p:spPr>
          <a:xfrm>
            <a:off x="10016431" y="185230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375AAB-B392-40D5-4513-1C16AD82B715}"/>
              </a:ext>
            </a:extLst>
          </p:cNvPr>
          <p:cNvSpPr/>
          <p:nvPr/>
        </p:nvSpPr>
        <p:spPr>
          <a:xfrm>
            <a:off x="9102031" y="335871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5D0B-431C-612E-B434-31805135AD0D}"/>
              </a:ext>
            </a:extLst>
          </p:cNvPr>
          <p:cNvSpPr/>
          <p:nvPr/>
        </p:nvSpPr>
        <p:spPr>
          <a:xfrm>
            <a:off x="10016430" y="461889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f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81FA24-C4F7-BC43-EA46-AC18008ADDDD}"/>
              </a:ext>
            </a:extLst>
          </p:cNvPr>
          <p:cNvSpPr/>
          <p:nvPr/>
        </p:nvSpPr>
        <p:spPr>
          <a:xfrm>
            <a:off x="11376307" y="326493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g</a:t>
            </a:r>
          </a:p>
        </p:txBody>
      </p:sp>
      <p:graphicFrame>
        <p:nvGraphicFramePr>
          <p:cNvPr id="47" name="Table 78">
            <a:extLst>
              <a:ext uri="{FF2B5EF4-FFF2-40B4-BE49-F238E27FC236}">
                <a16:creationId xmlns:a16="http://schemas.microsoft.com/office/drawing/2014/main" id="{D3D1D2D2-8F98-2695-955E-FB4EB576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622415"/>
              </p:ext>
            </p:extLst>
          </p:nvPr>
        </p:nvGraphicFramePr>
        <p:xfrm>
          <a:off x="2436806" y="1344694"/>
          <a:ext cx="2031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640">
                  <a:extLst>
                    <a:ext uri="{9D8B030D-6E8A-4147-A177-3AD203B41FA5}">
                      <a16:colId xmlns:a16="http://schemas.microsoft.com/office/drawing/2014/main" val="1256280051"/>
                    </a:ext>
                  </a:extLst>
                </a:gridCol>
                <a:gridCol w="1015640">
                  <a:extLst>
                    <a:ext uri="{9D8B030D-6E8A-4147-A177-3AD203B41FA5}">
                      <a16:colId xmlns:a16="http://schemas.microsoft.com/office/drawing/2014/main" val="1074418505"/>
                    </a:ext>
                  </a:extLst>
                </a:gridCol>
              </a:tblGrid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926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8937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bc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19767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08442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57800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37306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45218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ce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055615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7335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83700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84002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41739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058434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57DAD4D-84A0-ED9D-095A-E3F823054F73}"/>
              </a:ext>
            </a:extLst>
          </p:cNvPr>
          <p:cNvSpPr/>
          <p:nvPr/>
        </p:nvSpPr>
        <p:spPr>
          <a:xfrm>
            <a:off x="1577692" y="1750871"/>
            <a:ext cx="808893" cy="2843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A4A245-4B80-3DA6-0D32-5EF68A7031F1}"/>
              </a:ext>
            </a:extLst>
          </p:cNvPr>
          <p:cNvSpPr txBox="1"/>
          <p:nvPr/>
        </p:nvSpPr>
        <p:spPr>
          <a:xfrm>
            <a:off x="6482862" y="5697415"/>
            <a:ext cx="532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Number of connected components =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8FD61-BB6A-C532-0EC3-11F47CC3A704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3EA897-F767-9537-4B65-4DB79772977F}"/>
              </a:ext>
            </a:extLst>
          </p:cNvPr>
          <p:cNvSpPr txBox="1"/>
          <p:nvPr/>
        </p:nvSpPr>
        <p:spPr>
          <a:xfrm>
            <a:off x="4080818" y="6245247"/>
            <a:ext cx="2746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 }</a:t>
            </a:r>
            <a:endParaRPr lang="en-IN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531A37-C23F-9939-ACC2-F0301043022F}"/>
              </a:ext>
            </a:extLst>
          </p:cNvPr>
          <p:cNvSpPr txBox="1"/>
          <p:nvPr/>
        </p:nvSpPr>
        <p:spPr>
          <a:xfrm>
            <a:off x="7155766" y="1096837"/>
            <a:ext cx="4220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Findset</a:t>
            </a:r>
            <a:r>
              <a:rPr lang="en-US" sz="2400" b="1" dirty="0"/>
              <a:t>(a) != </a:t>
            </a:r>
            <a:r>
              <a:rPr lang="en-US" sz="2400" b="1" dirty="0" err="1"/>
              <a:t>Findset</a:t>
            </a:r>
            <a:r>
              <a:rPr lang="en-US" sz="2400" b="1" dirty="0"/>
              <a:t>(b)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33404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6804674-F1BB-0E45-EFD5-49A923A38A1A}"/>
              </a:ext>
            </a:extLst>
          </p:cNvPr>
          <p:cNvSpPr/>
          <p:nvPr/>
        </p:nvSpPr>
        <p:spPr>
          <a:xfrm>
            <a:off x="6827755" y="3423196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17281A-8304-48A7-D4BB-84BB98D41A02}"/>
              </a:ext>
            </a:extLst>
          </p:cNvPr>
          <p:cNvSpPr/>
          <p:nvPr/>
        </p:nvSpPr>
        <p:spPr>
          <a:xfrm>
            <a:off x="7929725" y="196076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D7F13C-CF73-D4FB-4ABA-D55EC28FBDDA}"/>
              </a:ext>
            </a:extLst>
          </p:cNvPr>
          <p:cNvSpPr/>
          <p:nvPr/>
        </p:nvSpPr>
        <p:spPr>
          <a:xfrm>
            <a:off x="7929724" y="483577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387C43-E90C-FDEB-7D34-E79A20E4D08D}"/>
              </a:ext>
            </a:extLst>
          </p:cNvPr>
          <p:cNvSpPr/>
          <p:nvPr/>
        </p:nvSpPr>
        <p:spPr>
          <a:xfrm>
            <a:off x="10016431" y="185230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375AAB-B392-40D5-4513-1C16AD82B715}"/>
              </a:ext>
            </a:extLst>
          </p:cNvPr>
          <p:cNvSpPr/>
          <p:nvPr/>
        </p:nvSpPr>
        <p:spPr>
          <a:xfrm>
            <a:off x="9102031" y="335871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5D0B-431C-612E-B434-31805135AD0D}"/>
              </a:ext>
            </a:extLst>
          </p:cNvPr>
          <p:cNvSpPr/>
          <p:nvPr/>
        </p:nvSpPr>
        <p:spPr>
          <a:xfrm>
            <a:off x="10016430" y="461889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f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81FA24-C4F7-BC43-EA46-AC18008ADDDD}"/>
              </a:ext>
            </a:extLst>
          </p:cNvPr>
          <p:cNvSpPr/>
          <p:nvPr/>
        </p:nvSpPr>
        <p:spPr>
          <a:xfrm>
            <a:off x="11376307" y="326493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g</a:t>
            </a:r>
          </a:p>
        </p:txBody>
      </p:sp>
      <p:graphicFrame>
        <p:nvGraphicFramePr>
          <p:cNvPr id="47" name="Table 78">
            <a:extLst>
              <a:ext uri="{FF2B5EF4-FFF2-40B4-BE49-F238E27FC236}">
                <a16:creationId xmlns:a16="http://schemas.microsoft.com/office/drawing/2014/main" id="{D3D1D2D2-8F98-2695-955E-FB4EB576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205630"/>
              </p:ext>
            </p:extLst>
          </p:nvPr>
        </p:nvGraphicFramePr>
        <p:xfrm>
          <a:off x="2436806" y="1344694"/>
          <a:ext cx="2031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640">
                  <a:extLst>
                    <a:ext uri="{9D8B030D-6E8A-4147-A177-3AD203B41FA5}">
                      <a16:colId xmlns:a16="http://schemas.microsoft.com/office/drawing/2014/main" val="1256280051"/>
                    </a:ext>
                  </a:extLst>
                </a:gridCol>
                <a:gridCol w="1015640">
                  <a:extLst>
                    <a:ext uri="{9D8B030D-6E8A-4147-A177-3AD203B41FA5}">
                      <a16:colId xmlns:a16="http://schemas.microsoft.com/office/drawing/2014/main" val="1074418505"/>
                    </a:ext>
                  </a:extLst>
                </a:gridCol>
              </a:tblGrid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926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8937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bc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19767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08442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57800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37306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45218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ce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055615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7335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83700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84002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41739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058434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57DAD4D-84A0-ED9D-095A-E3F823054F73}"/>
              </a:ext>
            </a:extLst>
          </p:cNvPr>
          <p:cNvSpPr/>
          <p:nvPr/>
        </p:nvSpPr>
        <p:spPr>
          <a:xfrm>
            <a:off x="1577692" y="1750871"/>
            <a:ext cx="808893" cy="2843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9E915F-359A-F6AB-98CF-9D58BF338147}"/>
              </a:ext>
            </a:extLst>
          </p:cNvPr>
          <p:cNvCxnSpPr>
            <a:stCxn id="40" idx="3"/>
            <a:endCxn id="39" idx="7"/>
          </p:cNvCxnSpPr>
          <p:nvPr/>
        </p:nvCxnSpPr>
        <p:spPr>
          <a:xfrm flipH="1">
            <a:off x="7338075" y="2471089"/>
            <a:ext cx="679207" cy="1039664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803AB8-3196-575B-F0A8-3DF059C7195D}"/>
              </a:ext>
            </a:extLst>
          </p:cNvPr>
          <p:cNvSpPr txBox="1"/>
          <p:nvPr/>
        </p:nvSpPr>
        <p:spPr>
          <a:xfrm>
            <a:off x="7425632" y="2633312"/>
            <a:ext cx="4972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49CEB-BCBC-B516-977B-D93B251C47AF}"/>
              </a:ext>
            </a:extLst>
          </p:cNvPr>
          <p:cNvSpPr txBox="1"/>
          <p:nvPr/>
        </p:nvSpPr>
        <p:spPr>
          <a:xfrm>
            <a:off x="6482862" y="5697415"/>
            <a:ext cx="532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rial Black" panose="020B0A04020102020204" pitchFamily="34" charset="0"/>
              </a:rPr>
              <a:t>Number of connected components =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1A2BB9-8ECF-7630-AAC7-0D958054F117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59207-3C80-A11E-D5BD-DF335E871F04}"/>
              </a:ext>
            </a:extLst>
          </p:cNvPr>
          <p:cNvSpPr txBox="1"/>
          <p:nvPr/>
        </p:nvSpPr>
        <p:spPr>
          <a:xfrm>
            <a:off x="2148620" y="6400800"/>
            <a:ext cx="2746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{ab  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17191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6804674-F1BB-0E45-EFD5-49A923A38A1A}"/>
              </a:ext>
            </a:extLst>
          </p:cNvPr>
          <p:cNvSpPr/>
          <p:nvPr/>
        </p:nvSpPr>
        <p:spPr>
          <a:xfrm>
            <a:off x="6827755" y="3423196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17281A-8304-48A7-D4BB-84BB98D41A02}"/>
              </a:ext>
            </a:extLst>
          </p:cNvPr>
          <p:cNvSpPr/>
          <p:nvPr/>
        </p:nvSpPr>
        <p:spPr>
          <a:xfrm>
            <a:off x="7929725" y="1960769"/>
            <a:ext cx="597877" cy="59787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D7F13C-CF73-D4FB-4ABA-D55EC28FBDDA}"/>
              </a:ext>
            </a:extLst>
          </p:cNvPr>
          <p:cNvSpPr/>
          <p:nvPr/>
        </p:nvSpPr>
        <p:spPr>
          <a:xfrm>
            <a:off x="7929724" y="483577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387C43-E90C-FDEB-7D34-E79A20E4D08D}"/>
              </a:ext>
            </a:extLst>
          </p:cNvPr>
          <p:cNvSpPr/>
          <p:nvPr/>
        </p:nvSpPr>
        <p:spPr>
          <a:xfrm>
            <a:off x="10016431" y="1852302"/>
            <a:ext cx="597877" cy="59787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375AAB-B392-40D5-4513-1C16AD82B715}"/>
              </a:ext>
            </a:extLst>
          </p:cNvPr>
          <p:cNvSpPr/>
          <p:nvPr/>
        </p:nvSpPr>
        <p:spPr>
          <a:xfrm>
            <a:off x="9102031" y="335871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5D0B-431C-612E-B434-31805135AD0D}"/>
              </a:ext>
            </a:extLst>
          </p:cNvPr>
          <p:cNvSpPr/>
          <p:nvPr/>
        </p:nvSpPr>
        <p:spPr>
          <a:xfrm>
            <a:off x="10016430" y="461889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81FA24-C4F7-BC43-EA46-AC18008ADDDD}"/>
              </a:ext>
            </a:extLst>
          </p:cNvPr>
          <p:cNvSpPr/>
          <p:nvPr/>
        </p:nvSpPr>
        <p:spPr>
          <a:xfrm>
            <a:off x="11376307" y="326493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</a:t>
            </a:r>
          </a:p>
        </p:txBody>
      </p:sp>
      <p:graphicFrame>
        <p:nvGraphicFramePr>
          <p:cNvPr id="47" name="Table 78">
            <a:extLst>
              <a:ext uri="{FF2B5EF4-FFF2-40B4-BE49-F238E27FC236}">
                <a16:creationId xmlns:a16="http://schemas.microsoft.com/office/drawing/2014/main" id="{D3D1D2D2-8F98-2695-955E-FB4EB576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775102"/>
              </p:ext>
            </p:extLst>
          </p:nvPr>
        </p:nvGraphicFramePr>
        <p:xfrm>
          <a:off x="2436806" y="1344694"/>
          <a:ext cx="2031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640">
                  <a:extLst>
                    <a:ext uri="{9D8B030D-6E8A-4147-A177-3AD203B41FA5}">
                      <a16:colId xmlns:a16="http://schemas.microsoft.com/office/drawing/2014/main" val="1256280051"/>
                    </a:ext>
                  </a:extLst>
                </a:gridCol>
                <a:gridCol w="1015640">
                  <a:extLst>
                    <a:ext uri="{9D8B030D-6E8A-4147-A177-3AD203B41FA5}">
                      <a16:colId xmlns:a16="http://schemas.microsoft.com/office/drawing/2014/main" val="1074418505"/>
                    </a:ext>
                  </a:extLst>
                </a:gridCol>
              </a:tblGrid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926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8937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bc</a:t>
                      </a:r>
                      <a:endParaRPr lang="en-IN" dirty="0">
                        <a:solidFill>
                          <a:schemeClr val="bg1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9767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08442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57800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37306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45218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ce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055615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7335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83700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84002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41739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058434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57DAD4D-84A0-ED9D-095A-E3F823054F73}"/>
              </a:ext>
            </a:extLst>
          </p:cNvPr>
          <p:cNvSpPr/>
          <p:nvPr/>
        </p:nvSpPr>
        <p:spPr>
          <a:xfrm>
            <a:off x="1577692" y="2104404"/>
            <a:ext cx="808893" cy="2843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9E915F-359A-F6AB-98CF-9D58BF338147}"/>
              </a:ext>
            </a:extLst>
          </p:cNvPr>
          <p:cNvCxnSpPr>
            <a:stCxn id="40" idx="3"/>
            <a:endCxn id="39" idx="7"/>
          </p:cNvCxnSpPr>
          <p:nvPr/>
        </p:nvCxnSpPr>
        <p:spPr>
          <a:xfrm flipH="1">
            <a:off x="7338075" y="2471089"/>
            <a:ext cx="679207" cy="1039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803AB8-3196-575B-F0A8-3DF059C7195D}"/>
              </a:ext>
            </a:extLst>
          </p:cNvPr>
          <p:cNvSpPr txBox="1"/>
          <p:nvPr/>
        </p:nvSpPr>
        <p:spPr>
          <a:xfrm>
            <a:off x="7425632" y="2633312"/>
            <a:ext cx="49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49CEB-BCBC-B516-977B-D93B251C47AF}"/>
              </a:ext>
            </a:extLst>
          </p:cNvPr>
          <p:cNvSpPr txBox="1"/>
          <p:nvPr/>
        </p:nvSpPr>
        <p:spPr>
          <a:xfrm>
            <a:off x="6482862" y="5697415"/>
            <a:ext cx="532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Number of connected components =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A95B1D-7EAE-CDF0-4A76-D2F8F936E5C9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D2277E-3011-EB49-7956-4560E9291F0E}"/>
              </a:ext>
            </a:extLst>
          </p:cNvPr>
          <p:cNvSpPr txBox="1"/>
          <p:nvPr/>
        </p:nvSpPr>
        <p:spPr>
          <a:xfrm>
            <a:off x="2148620" y="6400800"/>
            <a:ext cx="2746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{ab  }</a:t>
            </a:r>
            <a:endParaRPr lang="en-IN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FE8108-7502-F72D-8402-AA24E6A3E8D6}"/>
              </a:ext>
            </a:extLst>
          </p:cNvPr>
          <p:cNvSpPr txBox="1"/>
          <p:nvPr/>
        </p:nvSpPr>
        <p:spPr>
          <a:xfrm>
            <a:off x="7155766" y="1096837"/>
            <a:ext cx="4220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Findset</a:t>
            </a:r>
            <a:r>
              <a:rPr lang="en-US" sz="2400" b="1" dirty="0"/>
              <a:t>(b) != </a:t>
            </a:r>
            <a:r>
              <a:rPr lang="en-US" sz="2400" b="1" dirty="0" err="1"/>
              <a:t>Findset</a:t>
            </a:r>
            <a:r>
              <a:rPr lang="en-US" sz="2400" b="1" dirty="0"/>
              <a:t>(c)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7904153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6804674-F1BB-0E45-EFD5-49A923A38A1A}"/>
              </a:ext>
            </a:extLst>
          </p:cNvPr>
          <p:cNvSpPr/>
          <p:nvPr/>
        </p:nvSpPr>
        <p:spPr>
          <a:xfrm>
            <a:off x="6827755" y="3423196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17281A-8304-48A7-D4BB-84BB98D41A02}"/>
              </a:ext>
            </a:extLst>
          </p:cNvPr>
          <p:cNvSpPr/>
          <p:nvPr/>
        </p:nvSpPr>
        <p:spPr>
          <a:xfrm>
            <a:off x="7929725" y="196076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D7F13C-CF73-D4FB-4ABA-D55EC28FBDDA}"/>
              </a:ext>
            </a:extLst>
          </p:cNvPr>
          <p:cNvSpPr/>
          <p:nvPr/>
        </p:nvSpPr>
        <p:spPr>
          <a:xfrm>
            <a:off x="7929724" y="483577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387C43-E90C-FDEB-7D34-E79A20E4D08D}"/>
              </a:ext>
            </a:extLst>
          </p:cNvPr>
          <p:cNvSpPr/>
          <p:nvPr/>
        </p:nvSpPr>
        <p:spPr>
          <a:xfrm>
            <a:off x="10016431" y="185230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375AAB-B392-40D5-4513-1C16AD82B715}"/>
              </a:ext>
            </a:extLst>
          </p:cNvPr>
          <p:cNvSpPr/>
          <p:nvPr/>
        </p:nvSpPr>
        <p:spPr>
          <a:xfrm>
            <a:off x="9102031" y="335871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5D0B-431C-612E-B434-31805135AD0D}"/>
              </a:ext>
            </a:extLst>
          </p:cNvPr>
          <p:cNvSpPr/>
          <p:nvPr/>
        </p:nvSpPr>
        <p:spPr>
          <a:xfrm>
            <a:off x="10016430" y="461889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81FA24-C4F7-BC43-EA46-AC18008ADDDD}"/>
              </a:ext>
            </a:extLst>
          </p:cNvPr>
          <p:cNvSpPr/>
          <p:nvPr/>
        </p:nvSpPr>
        <p:spPr>
          <a:xfrm>
            <a:off x="11376307" y="326493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</a:t>
            </a:r>
          </a:p>
        </p:txBody>
      </p:sp>
      <p:graphicFrame>
        <p:nvGraphicFramePr>
          <p:cNvPr id="47" name="Table 78">
            <a:extLst>
              <a:ext uri="{FF2B5EF4-FFF2-40B4-BE49-F238E27FC236}">
                <a16:creationId xmlns:a16="http://schemas.microsoft.com/office/drawing/2014/main" id="{D3D1D2D2-8F98-2695-955E-FB4EB576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112926"/>
              </p:ext>
            </p:extLst>
          </p:nvPr>
        </p:nvGraphicFramePr>
        <p:xfrm>
          <a:off x="2436806" y="1344694"/>
          <a:ext cx="2031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640">
                  <a:extLst>
                    <a:ext uri="{9D8B030D-6E8A-4147-A177-3AD203B41FA5}">
                      <a16:colId xmlns:a16="http://schemas.microsoft.com/office/drawing/2014/main" val="1256280051"/>
                    </a:ext>
                  </a:extLst>
                </a:gridCol>
                <a:gridCol w="1015640">
                  <a:extLst>
                    <a:ext uri="{9D8B030D-6E8A-4147-A177-3AD203B41FA5}">
                      <a16:colId xmlns:a16="http://schemas.microsoft.com/office/drawing/2014/main" val="1074418505"/>
                    </a:ext>
                  </a:extLst>
                </a:gridCol>
              </a:tblGrid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926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8937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bc</a:t>
                      </a:r>
                      <a:endParaRPr lang="en-IN" dirty="0">
                        <a:solidFill>
                          <a:schemeClr val="bg1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9767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08442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57800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37306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45218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ce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055615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7335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83700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84002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41739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058434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57DAD4D-84A0-ED9D-095A-E3F823054F73}"/>
              </a:ext>
            </a:extLst>
          </p:cNvPr>
          <p:cNvSpPr/>
          <p:nvPr/>
        </p:nvSpPr>
        <p:spPr>
          <a:xfrm>
            <a:off x="1577692" y="2104404"/>
            <a:ext cx="808893" cy="2843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9E915F-359A-F6AB-98CF-9D58BF338147}"/>
              </a:ext>
            </a:extLst>
          </p:cNvPr>
          <p:cNvCxnSpPr>
            <a:stCxn id="40" idx="3"/>
            <a:endCxn id="39" idx="7"/>
          </p:cNvCxnSpPr>
          <p:nvPr/>
        </p:nvCxnSpPr>
        <p:spPr>
          <a:xfrm flipH="1">
            <a:off x="7338075" y="2471089"/>
            <a:ext cx="679207" cy="1039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803AB8-3196-575B-F0A8-3DF059C7195D}"/>
              </a:ext>
            </a:extLst>
          </p:cNvPr>
          <p:cNvSpPr txBox="1"/>
          <p:nvPr/>
        </p:nvSpPr>
        <p:spPr>
          <a:xfrm>
            <a:off x="7425632" y="2633312"/>
            <a:ext cx="49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49CEB-BCBC-B516-977B-D93B251C47AF}"/>
              </a:ext>
            </a:extLst>
          </p:cNvPr>
          <p:cNvSpPr txBox="1"/>
          <p:nvPr/>
        </p:nvSpPr>
        <p:spPr>
          <a:xfrm>
            <a:off x="6482862" y="5697415"/>
            <a:ext cx="532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Number of connected components =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B33AD2-A36C-42E8-15B3-8B847D79D213}"/>
              </a:ext>
            </a:extLst>
          </p:cNvPr>
          <p:cNvCxnSpPr>
            <a:stCxn id="40" idx="6"/>
            <a:endCxn id="42" idx="2"/>
          </p:cNvCxnSpPr>
          <p:nvPr/>
        </p:nvCxnSpPr>
        <p:spPr>
          <a:xfrm flipV="1">
            <a:off x="8527602" y="2151241"/>
            <a:ext cx="1488829" cy="108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F95974-237D-4311-ACFD-8AA6287B11B4}"/>
              </a:ext>
            </a:extLst>
          </p:cNvPr>
          <p:cNvSpPr txBox="1"/>
          <p:nvPr/>
        </p:nvSpPr>
        <p:spPr>
          <a:xfrm>
            <a:off x="9102031" y="1852302"/>
            <a:ext cx="27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B27F0C-4049-0223-3C50-F07050297E75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BF6CDF-AF9D-6FE2-9B75-88E3EBBF3C61}"/>
              </a:ext>
            </a:extLst>
          </p:cNvPr>
          <p:cNvSpPr txBox="1"/>
          <p:nvPr/>
        </p:nvSpPr>
        <p:spPr>
          <a:xfrm>
            <a:off x="2148620" y="6400800"/>
            <a:ext cx="2746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{ab, </a:t>
            </a:r>
            <a:r>
              <a:rPr lang="en-US" sz="2400" b="1" dirty="0" err="1"/>
              <a:t>bc</a:t>
            </a:r>
            <a:r>
              <a:rPr lang="en-US" sz="2400" b="1" dirty="0"/>
              <a:t>  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0102827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6804674-F1BB-0E45-EFD5-49A923A38A1A}"/>
              </a:ext>
            </a:extLst>
          </p:cNvPr>
          <p:cNvSpPr/>
          <p:nvPr/>
        </p:nvSpPr>
        <p:spPr>
          <a:xfrm>
            <a:off x="6827755" y="3423196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17281A-8304-48A7-D4BB-84BB98D41A02}"/>
              </a:ext>
            </a:extLst>
          </p:cNvPr>
          <p:cNvSpPr/>
          <p:nvPr/>
        </p:nvSpPr>
        <p:spPr>
          <a:xfrm>
            <a:off x="7929725" y="196076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D7F13C-CF73-D4FB-4ABA-D55EC28FBDDA}"/>
              </a:ext>
            </a:extLst>
          </p:cNvPr>
          <p:cNvSpPr/>
          <p:nvPr/>
        </p:nvSpPr>
        <p:spPr>
          <a:xfrm>
            <a:off x="7929724" y="4835772"/>
            <a:ext cx="597877" cy="59787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387C43-E90C-FDEB-7D34-E79A20E4D08D}"/>
              </a:ext>
            </a:extLst>
          </p:cNvPr>
          <p:cNvSpPr/>
          <p:nvPr/>
        </p:nvSpPr>
        <p:spPr>
          <a:xfrm>
            <a:off x="10016431" y="185230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375AAB-B392-40D5-4513-1C16AD82B715}"/>
              </a:ext>
            </a:extLst>
          </p:cNvPr>
          <p:cNvSpPr/>
          <p:nvPr/>
        </p:nvSpPr>
        <p:spPr>
          <a:xfrm>
            <a:off x="9102031" y="335871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5D0B-431C-612E-B434-31805135AD0D}"/>
              </a:ext>
            </a:extLst>
          </p:cNvPr>
          <p:cNvSpPr/>
          <p:nvPr/>
        </p:nvSpPr>
        <p:spPr>
          <a:xfrm>
            <a:off x="10016430" y="4618894"/>
            <a:ext cx="597877" cy="59787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81FA24-C4F7-BC43-EA46-AC18008ADDDD}"/>
              </a:ext>
            </a:extLst>
          </p:cNvPr>
          <p:cNvSpPr/>
          <p:nvPr/>
        </p:nvSpPr>
        <p:spPr>
          <a:xfrm>
            <a:off x="11376307" y="326493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</a:t>
            </a:r>
          </a:p>
        </p:txBody>
      </p:sp>
      <p:graphicFrame>
        <p:nvGraphicFramePr>
          <p:cNvPr id="47" name="Table 78">
            <a:extLst>
              <a:ext uri="{FF2B5EF4-FFF2-40B4-BE49-F238E27FC236}">
                <a16:creationId xmlns:a16="http://schemas.microsoft.com/office/drawing/2014/main" id="{D3D1D2D2-8F98-2695-955E-FB4EB576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001872"/>
              </p:ext>
            </p:extLst>
          </p:nvPr>
        </p:nvGraphicFramePr>
        <p:xfrm>
          <a:off x="2436806" y="1344694"/>
          <a:ext cx="2031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640">
                  <a:extLst>
                    <a:ext uri="{9D8B030D-6E8A-4147-A177-3AD203B41FA5}">
                      <a16:colId xmlns:a16="http://schemas.microsoft.com/office/drawing/2014/main" val="1256280051"/>
                    </a:ext>
                  </a:extLst>
                </a:gridCol>
                <a:gridCol w="1015640">
                  <a:extLst>
                    <a:ext uri="{9D8B030D-6E8A-4147-A177-3AD203B41FA5}">
                      <a16:colId xmlns:a16="http://schemas.microsoft.com/office/drawing/2014/main" val="1074418505"/>
                    </a:ext>
                  </a:extLst>
                </a:gridCol>
              </a:tblGrid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926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8937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bc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9767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df</a:t>
                      </a:r>
                      <a:endParaRPr lang="en-IN" dirty="0">
                        <a:solidFill>
                          <a:schemeClr val="bg1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8442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57800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37306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45218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ce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055615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7335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83700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84002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41739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058434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57DAD4D-84A0-ED9D-095A-E3F823054F73}"/>
              </a:ext>
            </a:extLst>
          </p:cNvPr>
          <p:cNvSpPr/>
          <p:nvPr/>
        </p:nvSpPr>
        <p:spPr>
          <a:xfrm>
            <a:off x="1533556" y="2444428"/>
            <a:ext cx="808893" cy="2843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9E915F-359A-F6AB-98CF-9D58BF338147}"/>
              </a:ext>
            </a:extLst>
          </p:cNvPr>
          <p:cNvCxnSpPr>
            <a:stCxn id="40" idx="3"/>
            <a:endCxn id="39" idx="7"/>
          </p:cNvCxnSpPr>
          <p:nvPr/>
        </p:nvCxnSpPr>
        <p:spPr>
          <a:xfrm flipH="1">
            <a:off x="7338075" y="2471089"/>
            <a:ext cx="679207" cy="1039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803AB8-3196-575B-F0A8-3DF059C7195D}"/>
              </a:ext>
            </a:extLst>
          </p:cNvPr>
          <p:cNvSpPr txBox="1"/>
          <p:nvPr/>
        </p:nvSpPr>
        <p:spPr>
          <a:xfrm>
            <a:off x="7425632" y="2633312"/>
            <a:ext cx="49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49CEB-BCBC-B516-977B-D93B251C47AF}"/>
              </a:ext>
            </a:extLst>
          </p:cNvPr>
          <p:cNvSpPr txBox="1"/>
          <p:nvPr/>
        </p:nvSpPr>
        <p:spPr>
          <a:xfrm>
            <a:off x="6482862" y="5697415"/>
            <a:ext cx="532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Number of connected components =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B33AD2-A36C-42E8-15B3-8B847D79D213}"/>
              </a:ext>
            </a:extLst>
          </p:cNvPr>
          <p:cNvCxnSpPr>
            <a:stCxn id="40" idx="6"/>
            <a:endCxn id="42" idx="2"/>
          </p:cNvCxnSpPr>
          <p:nvPr/>
        </p:nvCxnSpPr>
        <p:spPr>
          <a:xfrm flipV="1">
            <a:off x="8527602" y="2151241"/>
            <a:ext cx="1488829" cy="108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F95974-237D-4311-ACFD-8AA6287B11B4}"/>
              </a:ext>
            </a:extLst>
          </p:cNvPr>
          <p:cNvSpPr txBox="1"/>
          <p:nvPr/>
        </p:nvSpPr>
        <p:spPr>
          <a:xfrm>
            <a:off x="9102031" y="1852302"/>
            <a:ext cx="27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D6DCEE-D8ED-825E-4495-52504FB8BB7D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E24787-246B-BFA9-E83B-7D927B0ED39F}"/>
              </a:ext>
            </a:extLst>
          </p:cNvPr>
          <p:cNvSpPr txBox="1"/>
          <p:nvPr/>
        </p:nvSpPr>
        <p:spPr>
          <a:xfrm>
            <a:off x="2148620" y="6400800"/>
            <a:ext cx="2746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{ab, </a:t>
            </a:r>
            <a:r>
              <a:rPr lang="en-US" sz="2400" b="1" dirty="0" err="1"/>
              <a:t>bc</a:t>
            </a:r>
            <a:r>
              <a:rPr lang="en-US" sz="2400" b="1" dirty="0"/>
              <a:t>  }</a:t>
            </a:r>
            <a:endParaRPr lang="en-IN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140833-97E1-818D-BDF0-70498AF9E8B0}"/>
              </a:ext>
            </a:extLst>
          </p:cNvPr>
          <p:cNvSpPr txBox="1"/>
          <p:nvPr/>
        </p:nvSpPr>
        <p:spPr>
          <a:xfrm>
            <a:off x="7155766" y="1096837"/>
            <a:ext cx="4220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Findset</a:t>
            </a:r>
            <a:r>
              <a:rPr lang="en-US" sz="2400" b="1" dirty="0"/>
              <a:t>(d) != </a:t>
            </a:r>
            <a:r>
              <a:rPr lang="en-US" sz="2400" b="1" dirty="0" err="1"/>
              <a:t>Findset</a:t>
            </a:r>
            <a:r>
              <a:rPr lang="en-US" sz="2400" b="1" dirty="0"/>
              <a:t>(f)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545752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6804674-F1BB-0E45-EFD5-49A923A38A1A}"/>
              </a:ext>
            </a:extLst>
          </p:cNvPr>
          <p:cNvSpPr/>
          <p:nvPr/>
        </p:nvSpPr>
        <p:spPr>
          <a:xfrm>
            <a:off x="6827755" y="3423196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17281A-8304-48A7-D4BB-84BB98D41A02}"/>
              </a:ext>
            </a:extLst>
          </p:cNvPr>
          <p:cNvSpPr/>
          <p:nvPr/>
        </p:nvSpPr>
        <p:spPr>
          <a:xfrm>
            <a:off x="7929725" y="196076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D7F13C-CF73-D4FB-4ABA-D55EC28FBDDA}"/>
              </a:ext>
            </a:extLst>
          </p:cNvPr>
          <p:cNvSpPr/>
          <p:nvPr/>
        </p:nvSpPr>
        <p:spPr>
          <a:xfrm>
            <a:off x="7929724" y="483577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387C43-E90C-FDEB-7D34-E79A20E4D08D}"/>
              </a:ext>
            </a:extLst>
          </p:cNvPr>
          <p:cNvSpPr/>
          <p:nvPr/>
        </p:nvSpPr>
        <p:spPr>
          <a:xfrm>
            <a:off x="10016431" y="185230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375AAB-B392-40D5-4513-1C16AD82B715}"/>
              </a:ext>
            </a:extLst>
          </p:cNvPr>
          <p:cNvSpPr/>
          <p:nvPr/>
        </p:nvSpPr>
        <p:spPr>
          <a:xfrm>
            <a:off x="9102031" y="335871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5D0B-431C-612E-B434-31805135AD0D}"/>
              </a:ext>
            </a:extLst>
          </p:cNvPr>
          <p:cNvSpPr/>
          <p:nvPr/>
        </p:nvSpPr>
        <p:spPr>
          <a:xfrm>
            <a:off x="10016430" y="461889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81FA24-C4F7-BC43-EA46-AC18008ADDDD}"/>
              </a:ext>
            </a:extLst>
          </p:cNvPr>
          <p:cNvSpPr/>
          <p:nvPr/>
        </p:nvSpPr>
        <p:spPr>
          <a:xfrm>
            <a:off x="11376307" y="326493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</a:t>
            </a:r>
          </a:p>
        </p:txBody>
      </p:sp>
      <p:graphicFrame>
        <p:nvGraphicFramePr>
          <p:cNvPr id="47" name="Table 78">
            <a:extLst>
              <a:ext uri="{FF2B5EF4-FFF2-40B4-BE49-F238E27FC236}">
                <a16:creationId xmlns:a16="http://schemas.microsoft.com/office/drawing/2014/main" id="{D3D1D2D2-8F98-2695-955E-FB4EB576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015108"/>
              </p:ext>
            </p:extLst>
          </p:nvPr>
        </p:nvGraphicFramePr>
        <p:xfrm>
          <a:off x="2436806" y="1344694"/>
          <a:ext cx="2031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640">
                  <a:extLst>
                    <a:ext uri="{9D8B030D-6E8A-4147-A177-3AD203B41FA5}">
                      <a16:colId xmlns:a16="http://schemas.microsoft.com/office/drawing/2014/main" val="1256280051"/>
                    </a:ext>
                  </a:extLst>
                </a:gridCol>
                <a:gridCol w="1015640">
                  <a:extLst>
                    <a:ext uri="{9D8B030D-6E8A-4147-A177-3AD203B41FA5}">
                      <a16:colId xmlns:a16="http://schemas.microsoft.com/office/drawing/2014/main" val="1074418505"/>
                    </a:ext>
                  </a:extLst>
                </a:gridCol>
              </a:tblGrid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926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8937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bc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9767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df</a:t>
                      </a:r>
                      <a:endParaRPr lang="en-IN" dirty="0">
                        <a:solidFill>
                          <a:schemeClr val="bg1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8442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57800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37306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45218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ce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055615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7335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83700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84002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41739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058434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57DAD4D-84A0-ED9D-095A-E3F823054F73}"/>
              </a:ext>
            </a:extLst>
          </p:cNvPr>
          <p:cNvSpPr/>
          <p:nvPr/>
        </p:nvSpPr>
        <p:spPr>
          <a:xfrm>
            <a:off x="1533556" y="2444428"/>
            <a:ext cx="808893" cy="2843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9E915F-359A-F6AB-98CF-9D58BF338147}"/>
              </a:ext>
            </a:extLst>
          </p:cNvPr>
          <p:cNvCxnSpPr>
            <a:stCxn id="40" idx="3"/>
            <a:endCxn id="39" idx="7"/>
          </p:cNvCxnSpPr>
          <p:nvPr/>
        </p:nvCxnSpPr>
        <p:spPr>
          <a:xfrm flipH="1">
            <a:off x="7338075" y="2471089"/>
            <a:ext cx="679207" cy="1039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803AB8-3196-575B-F0A8-3DF059C7195D}"/>
              </a:ext>
            </a:extLst>
          </p:cNvPr>
          <p:cNvSpPr txBox="1"/>
          <p:nvPr/>
        </p:nvSpPr>
        <p:spPr>
          <a:xfrm>
            <a:off x="7425632" y="2633312"/>
            <a:ext cx="49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49CEB-BCBC-B516-977B-D93B251C47AF}"/>
              </a:ext>
            </a:extLst>
          </p:cNvPr>
          <p:cNvSpPr txBox="1"/>
          <p:nvPr/>
        </p:nvSpPr>
        <p:spPr>
          <a:xfrm>
            <a:off x="6482862" y="5697415"/>
            <a:ext cx="532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Number of connected components =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B33AD2-A36C-42E8-15B3-8B847D79D213}"/>
              </a:ext>
            </a:extLst>
          </p:cNvPr>
          <p:cNvCxnSpPr>
            <a:stCxn id="40" idx="6"/>
            <a:endCxn id="42" idx="2"/>
          </p:cNvCxnSpPr>
          <p:nvPr/>
        </p:nvCxnSpPr>
        <p:spPr>
          <a:xfrm flipV="1">
            <a:off x="8527602" y="2151241"/>
            <a:ext cx="1488829" cy="108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F95974-237D-4311-ACFD-8AA6287B11B4}"/>
              </a:ext>
            </a:extLst>
          </p:cNvPr>
          <p:cNvSpPr txBox="1"/>
          <p:nvPr/>
        </p:nvSpPr>
        <p:spPr>
          <a:xfrm>
            <a:off x="9102031" y="1852302"/>
            <a:ext cx="27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120907-D646-BD37-049F-FE9FA7EFA0EE}"/>
              </a:ext>
            </a:extLst>
          </p:cNvPr>
          <p:cNvCxnSpPr>
            <a:stCxn id="41" idx="6"/>
            <a:endCxn id="44" idx="2"/>
          </p:cNvCxnSpPr>
          <p:nvPr/>
        </p:nvCxnSpPr>
        <p:spPr>
          <a:xfrm flipV="1">
            <a:off x="8527601" y="4917833"/>
            <a:ext cx="1488829" cy="2168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C106A0-4B73-A43C-6CDA-9A18E41E9220}"/>
              </a:ext>
            </a:extLst>
          </p:cNvPr>
          <p:cNvSpPr txBox="1"/>
          <p:nvPr/>
        </p:nvSpPr>
        <p:spPr>
          <a:xfrm>
            <a:off x="9165925" y="5015053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96B04F-4985-16FC-5910-D3517D02F35A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6A4DA0-A4A3-0785-AC8C-88DFF8148161}"/>
              </a:ext>
            </a:extLst>
          </p:cNvPr>
          <p:cNvSpPr txBox="1"/>
          <p:nvPr/>
        </p:nvSpPr>
        <p:spPr>
          <a:xfrm>
            <a:off x="2148620" y="6400800"/>
            <a:ext cx="2746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{ab, </a:t>
            </a:r>
            <a:r>
              <a:rPr lang="en-US" sz="2400" b="1" dirty="0" err="1"/>
              <a:t>bc</a:t>
            </a:r>
            <a:r>
              <a:rPr lang="en-US" sz="2400" b="1" dirty="0"/>
              <a:t>, </a:t>
            </a:r>
            <a:r>
              <a:rPr lang="en-US" sz="2400" b="1" dirty="0" err="1"/>
              <a:t>df</a:t>
            </a:r>
            <a:r>
              <a:rPr lang="en-US" sz="2400" b="1" dirty="0"/>
              <a:t>  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1855763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6804674-F1BB-0E45-EFD5-49A923A38A1A}"/>
              </a:ext>
            </a:extLst>
          </p:cNvPr>
          <p:cNvSpPr/>
          <p:nvPr/>
        </p:nvSpPr>
        <p:spPr>
          <a:xfrm>
            <a:off x="6827755" y="3423196"/>
            <a:ext cx="597877" cy="59787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17281A-8304-48A7-D4BB-84BB98D41A02}"/>
              </a:ext>
            </a:extLst>
          </p:cNvPr>
          <p:cNvSpPr/>
          <p:nvPr/>
        </p:nvSpPr>
        <p:spPr>
          <a:xfrm>
            <a:off x="7929725" y="196076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D7F13C-CF73-D4FB-4ABA-D55EC28FBDDA}"/>
              </a:ext>
            </a:extLst>
          </p:cNvPr>
          <p:cNvSpPr/>
          <p:nvPr/>
        </p:nvSpPr>
        <p:spPr>
          <a:xfrm>
            <a:off x="7929724" y="4835772"/>
            <a:ext cx="597877" cy="59787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387C43-E90C-FDEB-7D34-E79A20E4D08D}"/>
              </a:ext>
            </a:extLst>
          </p:cNvPr>
          <p:cNvSpPr/>
          <p:nvPr/>
        </p:nvSpPr>
        <p:spPr>
          <a:xfrm>
            <a:off x="10016431" y="185230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375AAB-B392-40D5-4513-1C16AD82B715}"/>
              </a:ext>
            </a:extLst>
          </p:cNvPr>
          <p:cNvSpPr/>
          <p:nvPr/>
        </p:nvSpPr>
        <p:spPr>
          <a:xfrm>
            <a:off x="9102031" y="335871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5D0B-431C-612E-B434-31805135AD0D}"/>
              </a:ext>
            </a:extLst>
          </p:cNvPr>
          <p:cNvSpPr/>
          <p:nvPr/>
        </p:nvSpPr>
        <p:spPr>
          <a:xfrm>
            <a:off x="10016430" y="461889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81FA24-C4F7-BC43-EA46-AC18008ADDDD}"/>
              </a:ext>
            </a:extLst>
          </p:cNvPr>
          <p:cNvSpPr/>
          <p:nvPr/>
        </p:nvSpPr>
        <p:spPr>
          <a:xfrm>
            <a:off x="11376307" y="326493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</a:t>
            </a:r>
          </a:p>
        </p:txBody>
      </p:sp>
      <p:graphicFrame>
        <p:nvGraphicFramePr>
          <p:cNvPr id="47" name="Table 78">
            <a:extLst>
              <a:ext uri="{FF2B5EF4-FFF2-40B4-BE49-F238E27FC236}">
                <a16:creationId xmlns:a16="http://schemas.microsoft.com/office/drawing/2014/main" id="{D3D1D2D2-8F98-2695-955E-FB4EB576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824497"/>
              </p:ext>
            </p:extLst>
          </p:nvPr>
        </p:nvGraphicFramePr>
        <p:xfrm>
          <a:off x="2436806" y="1344694"/>
          <a:ext cx="2031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640">
                  <a:extLst>
                    <a:ext uri="{9D8B030D-6E8A-4147-A177-3AD203B41FA5}">
                      <a16:colId xmlns:a16="http://schemas.microsoft.com/office/drawing/2014/main" val="1256280051"/>
                    </a:ext>
                  </a:extLst>
                </a:gridCol>
                <a:gridCol w="1015640">
                  <a:extLst>
                    <a:ext uri="{9D8B030D-6E8A-4147-A177-3AD203B41FA5}">
                      <a16:colId xmlns:a16="http://schemas.microsoft.com/office/drawing/2014/main" val="1074418505"/>
                    </a:ext>
                  </a:extLst>
                </a:gridCol>
              </a:tblGrid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926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8937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bc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9767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8442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57800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37306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45218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ce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055615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7335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83700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84002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41739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058434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57DAD4D-84A0-ED9D-095A-E3F823054F73}"/>
              </a:ext>
            </a:extLst>
          </p:cNvPr>
          <p:cNvSpPr/>
          <p:nvPr/>
        </p:nvSpPr>
        <p:spPr>
          <a:xfrm>
            <a:off x="1522039" y="2860459"/>
            <a:ext cx="808893" cy="2843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9E915F-359A-F6AB-98CF-9D58BF338147}"/>
              </a:ext>
            </a:extLst>
          </p:cNvPr>
          <p:cNvCxnSpPr>
            <a:stCxn id="40" idx="3"/>
            <a:endCxn id="39" idx="7"/>
          </p:cNvCxnSpPr>
          <p:nvPr/>
        </p:nvCxnSpPr>
        <p:spPr>
          <a:xfrm flipH="1">
            <a:off x="7338075" y="2471089"/>
            <a:ext cx="679207" cy="1039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803AB8-3196-575B-F0A8-3DF059C7195D}"/>
              </a:ext>
            </a:extLst>
          </p:cNvPr>
          <p:cNvSpPr txBox="1"/>
          <p:nvPr/>
        </p:nvSpPr>
        <p:spPr>
          <a:xfrm>
            <a:off x="7425632" y="2633312"/>
            <a:ext cx="49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49CEB-BCBC-B516-977B-D93B251C47AF}"/>
              </a:ext>
            </a:extLst>
          </p:cNvPr>
          <p:cNvSpPr txBox="1"/>
          <p:nvPr/>
        </p:nvSpPr>
        <p:spPr>
          <a:xfrm>
            <a:off x="6482862" y="5697415"/>
            <a:ext cx="532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Number of connected components =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B33AD2-A36C-42E8-15B3-8B847D79D213}"/>
              </a:ext>
            </a:extLst>
          </p:cNvPr>
          <p:cNvCxnSpPr>
            <a:stCxn id="40" idx="6"/>
            <a:endCxn id="42" idx="2"/>
          </p:cNvCxnSpPr>
          <p:nvPr/>
        </p:nvCxnSpPr>
        <p:spPr>
          <a:xfrm flipV="1">
            <a:off x="8527602" y="2151241"/>
            <a:ext cx="1488829" cy="108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F95974-237D-4311-ACFD-8AA6287B11B4}"/>
              </a:ext>
            </a:extLst>
          </p:cNvPr>
          <p:cNvSpPr txBox="1"/>
          <p:nvPr/>
        </p:nvSpPr>
        <p:spPr>
          <a:xfrm>
            <a:off x="9102031" y="1852302"/>
            <a:ext cx="27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120907-D646-BD37-049F-FE9FA7EFA0EE}"/>
              </a:ext>
            </a:extLst>
          </p:cNvPr>
          <p:cNvCxnSpPr>
            <a:stCxn id="41" idx="6"/>
            <a:endCxn id="44" idx="2"/>
          </p:cNvCxnSpPr>
          <p:nvPr/>
        </p:nvCxnSpPr>
        <p:spPr>
          <a:xfrm flipV="1">
            <a:off x="8527601" y="4917833"/>
            <a:ext cx="1488829" cy="2168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C106A0-4B73-A43C-6CDA-9A18E41E9220}"/>
              </a:ext>
            </a:extLst>
          </p:cNvPr>
          <p:cNvSpPr txBox="1"/>
          <p:nvPr/>
        </p:nvSpPr>
        <p:spPr>
          <a:xfrm>
            <a:off x="9165925" y="5015053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EBD8BA-C293-51A9-FF4A-090830A03A7B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5783BC-E3C0-7524-DFDD-14B478CCBFE7}"/>
              </a:ext>
            </a:extLst>
          </p:cNvPr>
          <p:cNvSpPr txBox="1"/>
          <p:nvPr/>
        </p:nvSpPr>
        <p:spPr>
          <a:xfrm>
            <a:off x="2148620" y="6400800"/>
            <a:ext cx="2746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{ab, </a:t>
            </a:r>
            <a:r>
              <a:rPr lang="en-US" sz="2400" b="1" dirty="0" err="1"/>
              <a:t>bc</a:t>
            </a:r>
            <a:r>
              <a:rPr lang="en-US" sz="2400" b="1" dirty="0"/>
              <a:t>, </a:t>
            </a:r>
            <a:r>
              <a:rPr lang="en-US" sz="2400" b="1" dirty="0" err="1"/>
              <a:t>df</a:t>
            </a:r>
            <a:r>
              <a:rPr lang="en-US" sz="2400" b="1" dirty="0"/>
              <a:t>  }</a:t>
            </a:r>
            <a:endParaRPr lang="en-IN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5177C8-5998-72D7-B218-61DD01CBF2BB}"/>
              </a:ext>
            </a:extLst>
          </p:cNvPr>
          <p:cNvSpPr txBox="1"/>
          <p:nvPr/>
        </p:nvSpPr>
        <p:spPr>
          <a:xfrm>
            <a:off x="7155766" y="1096837"/>
            <a:ext cx="4220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Findset</a:t>
            </a:r>
            <a:r>
              <a:rPr lang="en-US" sz="2400" b="1" dirty="0"/>
              <a:t>(a) != </a:t>
            </a:r>
            <a:r>
              <a:rPr lang="en-US" sz="2400" b="1" dirty="0" err="1"/>
              <a:t>Findset</a:t>
            </a:r>
            <a:r>
              <a:rPr lang="en-US" sz="2400" b="1" dirty="0"/>
              <a:t>(d)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2988955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6804674-F1BB-0E45-EFD5-49A923A38A1A}"/>
              </a:ext>
            </a:extLst>
          </p:cNvPr>
          <p:cNvSpPr/>
          <p:nvPr/>
        </p:nvSpPr>
        <p:spPr>
          <a:xfrm>
            <a:off x="6827755" y="3423196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17281A-8304-48A7-D4BB-84BB98D41A02}"/>
              </a:ext>
            </a:extLst>
          </p:cNvPr>
          <p:cNvSpPr/>
          <p:nvPr/>
        </p:nvSpPr>
        <p:spPr>
          <a:xfrm>
            <a:off x="7929725" y="196076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D7F13C-CF73-D4FB-4ABA-D55EC28FBDDA}"/>
              </a:ext>
            </a:extLst>
          </p:cNvPr>
          <p:cNvSpPr/>
          <p:nvPr/>
        </p:nvSpPr>
        <p:spPr>
          <a:xfrm>
            <a:off x="7929724" y="483577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387C43-E90C-FDEB-7D34-E79A20E4D08D}"/>
              </a:ext>
            </a:extLst>
          </p:cNvPr>
          <p:cNvSpPr/>
          <p:nvPr/>
        </p:nvSpPr>
        <p:spPr>
          <a:xfrm>
            <a:off x="10016431" y="185230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375AAB-B392-40D5-4513-1C16AD82B715}"/>
              </a:ext>
            </a:extLst>
          </p:cNvPr>
          <p:cNvSpPr/>
          <p:nvPr/>
        </p:nvSpPr>
        <p:spPr>
          <a:xfrm>
            <a:off x="9102031" y="335871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5D0B-431C-612E-B434-31805135AD0D}"/>
              </a:ext>
            </a:extLst>
          </p:cNvPr>
          <p:cNvSpPr/>
          <p:nvPr/>
        </p:nvSpPr>
        <p:spPr>
          <a:xfrm>
            <a:off x="10016430" y="461889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81FA24-C4F7-BC43-EA46-AC18008ADDDD}"/>
              </a:ext>
            </a:extLst>
          </p:cNvPr>
          <p:cNvSpPr/>
          <p:nvPr/>
        </p:nvSpPr>
        <p:spPr>
          <a:xfrm>
            <a:off x="11376307" y="326493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</a:t>
            </a:r>
          </a:p>
        </p:txBody>
      </p:sp>
      <p:graphicFrame>
        <p:nvGraphicFramePr>
          <p:cNvPr id="47" name="Table 78">
            <a:extLst>
              <a:ext uri="{FF2B5EF4-FFF2-40B4-BE49-F238E27FC236}">
                <a16:creationId xmlns:a16="http://schemas.microsoft.com/office/drawing/2014/main" id="{D3D1D2D2-8F98-2695-955E-FB4EB576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359236"/>
              </p:ext>
            </p:extLst>
          </p:nvPr>
        </p:nvGraphicFramePr>
        <p:xfrm>
          <a:off x="2436806" y="1344694"/>
          <a:ext cx="2031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640">
                  <a:extLst>
                    <a:ext uri="{9D8B030D-6E8A-4147-A177-3AD203B41FA5}">
                      <a16:colId xmlns:a16="http://schemas.microsoft.com/office/drawing/2014/main" val="1256280051"/>
                    </a:ext>
                  </a:extLst>
                </a:gridCol>
                <a:gridCol w="1015640">
                  <a:extLst>
                    <a:ext uri="{9D8B030D-6E8A-4147-A177-3AD203B41FA5}">
                      <a16:colId xmlns:a16="http://schemas.microsoft.com/office/drawing/2014/main" val="1074418505"/>
                    </a:ext>
                  </a:extLst>
                </a:gridCol>
              </a:tblGrid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926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8937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bc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9767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8442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57800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37306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45218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ce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055615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7335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83700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84002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41739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058434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57DAD4D-84A0-ED9D-095A-E3F823054F73}"/>
              </a:ext>
            </a:extLst>
          </p:cNvPr>
          <p:cNvSpPr/>
          <p:nvPr/>
        </p:nvSpPr>
        <p:spPr>
          <a:xfrm>
            <a:off x="1522039" y="2860459"/>
            <a:ext cx="808893" cy="2843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9E915F-359A-F6AB-98CF-9D58BF338147}"/>
              </a:ext>
            </a:extLst>
          </p:cNvPr>
          <p:cNvCxnSpPr>
            <a:stCxn id="40" idx="3"/>
            <a:endCxn id="39" idx="7"/>
          </p:cNvCxnSpPr>
          <p:nvPr/>
        </p:nvCxnSpPr>
        <p:spPr>
          <a:xfrm flipH="1">
            <a:off x="7338075" y="2471089"/>
            <a:ext cx="679207" cy="1039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803AB8-3196-575B-F0A8-3DF059C7195D}"/>
              </a:ext>
            </a:extLst>
          </p:cNvPr>
          <p:cNvSpPr txBox="1"/>
          <p:nvPr/>
        </p:nvSpPr>
        <p:spPr>
          <a:xfrm>
            <a:off x="7425632" y="2633312"/>
            <a:ext cx="49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49CEB-BCBC-B516-977B-D93B251C47AF}"/>
              </a:ext>
            </a:extLst>
          </p:cNvPr>
          <p:cNvSpPr txBox="1"/>
          <p:nvPr/>
        </p:nvSpPr>
        <p:spPr>
          <a:xfrm>
            <a:off x="6482862" y="5697415"/>
            <a:ext cx="532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Number of connected components =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B33AD2-A36C-42E8-15B3-8B847D79D213}"/>
              </a:ext>
            </a:extLst>
          </p:cNvPr>
          <p:cNvCxnSpPr>
            <a:stCxn id="40" idx="6"/>
            <a:endCxn id="42" idx="2"/>
          </p:cNvCxnSpPr>
          <p:nvPr/>
        </p:nvCxnSpPr>
        <p:spPr>
          <a:xfrm flipV="1">
            <a:off x="8527602" y="2151241"/>
            <a:ext cx="1488829" cy="108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F95974-237D-4311-ACFD-8AA6287B11B4}"/>
              </a:ext>
            </a:extLst>
          </p:cNvPr>
          <p:cNvSpPr txBox="1"/>
          <p:nvPr/>
        </p:nvSpPr>
        <p:spPr>
          <a:xfrm>
            <a:off x="9102031" y="1852302"/>
            <a:ext cx="27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120907-D646-BD37-049F-FE9FA7EFA0EE}"/>
              </a:ext>
            </a:extLst>
          </p:cNvPr>
          <p:cNvCxnSpPr>
            <a:stCxn id="41" idx="6"/>
            <a:endCxn id="44" idx="2"/>
          </p:cNvCxnSpPr>
          <p:nvPr/>
        </p:nvCxnSpPr>
        <p:spPr>
          <a:xfrm flipV="1">
            <a:off x="8527601" y="4917833"/>
            <a:ext cx="1488829" cy="2168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C106A0-4B73-A43C-6CDA-9A18E41E9220}"/>
              </a:ext>
            </a:extLst>
          </p:cNvPr>
          <p:cNvSpPr txBox="1"/>
          <p:nvPr/>
        </p:nvSpPr>
        <p:spPr>
          <a:xfrm>
            <a:off x="9165925" y="5015053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0FD5F3-727A-C5AE-68E2-6B11FD426F65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7331847" y="3985718"/>
            <a:ext cx="685434" cy="9376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7F0245B-83B9-E827-AFC4-9AA0FB57CA16}"/>
              </a:ext>
            </a:extLst>
          </p:cNvPr>
          <p:cNvSpPr txBox="1"/>
          <p:nvPr/>
        </p:nvSpPr>
        <p:spPr>
          <a:xfrm>
            <a:off x="7204190" y="4348445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89CF81-EF8E-D508-8C9C-5B1775309EEC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52F5B2-9031-F43D-746A-6A64F3E1ECAC}"/>
              </a:ext>
            </a:extLst>
          </p:cNvPr>
          <p:cNvSpPr txBox="1"/>
          <p:nvPr/>
        </p:nvSpPr>
        <p:spPr>
          <a:xfrm>
            <a:off x="2148620" y="6400800"/>
            <a:ext cx="2746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{ab, </a:t>
            </a:r>
            <a:r>
              <a:rPr lang="en-US" sz="2400" b="1" dirty="0" err="1"/>
              <a:t>bc</a:t>
            </a:r>
            <a:r>
              <a:rPr lang="en-US" sz="2400" b="1" dirty="0"/>
              <a:t>, </a:t>
            </a:r>
            <a:r>
              <a:rPr lang="en-US" sz="2400" b="1" dirty="0" err="1"/>
              <a:t>df</a:t>
            </a:r>
            <a:r>
              <a:rPr lang="en-US" sz="2400" b="1" dirty="0"/>
              <a:t>, ad 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4603739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6804674-F1BB-0E45-EFD5-49A923A38A1A}"/>
              </a:ext>
            </a:extLst>
          </p:cNvPr>
          <p:cNvSpPr/>
          <p:nvPr/>
        </p:nvSpPr>
        <p:spPr>
          <a:xfrm>
            <a:off x="6827755" y="3423196"/>
            <a:ext cx="597877" cy="59787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17281A-8304-48A7-D4BB-84BB98D41A02}"/>
              </a:ext>
            </a:extLst>
          </p:cNvPr>
          <p:cNvSpPr/>
          <p:nvPr/>
        </p:nvSpPr>
        <p:spPr>
          <a:xfrm>
            <a:off x="7929725" y="196076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D7F13C-CF73-D4FB-4ABA-D55EC28FBDDA}"/>
              </a:ext>
            </a:extLst>
          </p:cNvPr>
          <p:cNvSpPr/>
          <p:nvPr/>
        </p:nvSpPr>
        <p:spPr>
          <a:xfrm>
            <a:off x="7929724" y="483577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387C43-E90C-FDEB-7D34-E79A20E4D08D}"/>
              </a:ext>
            </a:extLst>
          </p:cNvPr>
          <p:cNvSpPr/>
          <p:nvPr/>
        </p:nvSpPr>
        <p:spPr>
          <a:xfrm>
            <a:off x="10016431" y="185230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375AAB-B392-40D5-4513-1C16AD82B715}"/>
              </a:ext>
            </a:extLst>
          </p:cNvPr>
          <p:cNvSpPr/>
          <p:nvPr/>
        </p:nvSpPr>
        <p:spPr>
          <a:xfrm>
            <a:off x="9102031" y="3358719"/>
            <a:ext cx="597877" cy="59787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5D0B-431C-612E-B434-31805135AD0D}"/>
              </a:ext>
            </a:extLst>
          </p:cNvPr>
          <p:cNvSpPr/>
          <p:nvPr/>
        </p:nvSpPr>
        <p:spPr>
          <a:xfrm>
            <a:off x="10016430" y="461889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81FA24-C4F7-BC43-EA46-AC18008ADDDD}"/>
              </a:ext>
            </a:extLst>
          </p:cNvPr>
          <p:cNvSpPr/>
          <p:nvPr/>
        </p:nvSpPr>
        <p:spPr>
          <a:xfrm>
            <a:off x="11376307" y="326493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</a:t>
            </a:r>
          </a:p>
        </p:txBody>
      </p:sp>
      <p:graphicFrame>
        <p:nvGraphicFramePr>
          <p:cNvPr id="47" name="Table 78">
            <a:extLst>
              <a:ext uri="{FF2B5EF4-FFF2-40B4-BE49-F238E27FC236}">
                <a16:creationId xmlns:a16="http://schemas.microsoft.com/office/drawing/2014/main" id="{D3D1D2D2-8F98-2695-955E-FB4EB576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875212"/>
              </p:ext>
            </p:extLst>
          </p:nvPr>
        </p:nvGraphicFramePr>
        <p:xfrm>
          <a:off x="2436806" y="1344694"/>
          <a:ext cx="2031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640">
                  <a:extLst>
                    <a:ext uri="{9D8B030D-6E8A-4147-A177-3AD203B41FA5}">
                      <a16:colId xmlns:a16="http://schemas.microsoft.com/office/drawing/2014/main" val="1256280051"/>
                    </a:ext>
                  </a:extLst>
                </a:gridCol>
                <a:gridCol w="1015640">
                  <a:extLst>
                    <a:ext uri="{9D8B030D-6E8A-4147-A177-3AD203B41FA5}">
                      <a16:colId xmlns:a16="http://schemas.microsoft.com/office/drawing/2014/main" val="1074418505"/>
                    </a:ext>
                  </a:extLst>
                </a:gridCol>
              </a:tblGrid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926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8937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bc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9767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8442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57800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37306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45218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ce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055615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7335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83700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84002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41739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058434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57DAD4D-84A0-ED9D-095A-E3F823054F73}"/>
              </a:ext>
            </a:extLst>
          </p:cNvPr>
          <p:cNvSpPr/>
          <p:nvPr/>
        </p:nvSpPr>
        <p:spPr>
          <a:xfrm>
            <a:off x="1522039" y="3209056"/>
            <a:ext cx="808893" cy="2843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9E915F-359A-F6AB-98CF-9D58BF338147}"/>
              </a:ext>
            </a:extLst>
          </p:cNvPr>
          <p:cNvCxnSpPr>
            <a:stCxn id="40" idx="3"/>
            <a:endCxn id="39" idx="7"/>
          </p:cNvCxnSpPr>
          <p:nvPr/>
        </p:nvCxnSpPr>
        <p:spPr>
          <a:xfrm flipH="1">
            <a:off x="7338075" y="2471089"/>
            <a:ext cx="679207" cy="1039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803AB8-3196-575B-F0A8-3DF059C7195D}"/>
              </a:ext>
            </a:extLst>
          </p:cNvPr>
          <p:cNvSpPr txBox="1"/>
          <p:nvPr/>
        </p:nvSpPr>
        <p:spPr>
          <a:xfrm>
            <a:off x="7425632" y="2633312"/>
            <a:ext cx="49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49CEB-BCBC-B516-977B-D93B251C47AF}"/>
              </a:ext>
            </a:extLst>
          </p:cNvPr>
          <p:cNvSpPr txBox="1"/>
          <p:nvPr/>
        </p:nvSpPr>
        <p:spPr>
          <a:xfrm>
            <a:off x="6482862" y="5697415"/>
            <a:ext cx="532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Number of connected components =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B33AD2-A36C-42E8-15B3-8B847D79D213}"/>
              </a:ext>
            </a:extLst>
          </p:cNvPr>
          <p:cNvCxnSpPr>
            <a:stCxn id="40" idx="6"/>
            <a:endCxn id="42" idx="2"/>
          </p:cNvCxnSpPr>
          <p:nvPr/>
        </p:nvCxnSpPr>
        <p:spPr>
          <a:xfrm flipV="1">
            <a:off x="8527602" y="2151241"/>
            <a:ext cx="1488829" cy="108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F95974-237D-4311-ACFD-8AA6287B11B4}"/>
              </a:ext>
            </a:extLst>
          </p:cNvPr>
          <p:cNvSpPr txBox="1"/>
          <p:nvPr/>
        </p:nvSpPr>
        <p:spPr>
          <a:xfrm>
            <a:off x="9102031" y="1852302"/>
            <a:ext cx="27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120907-D646-BD37-049F-FE9FA7EFA0EE}"/>
              </a:ext>
            </a:extLst>
          </p:cNvPr>
          <p:cNvCxnSpPr>
            <a:stCxn id="41" idx="6"/>
            <a:endCxn id="44" idx="2"/>
          </p:cNvCxnSpPr>
          <p:nvPr/>
        </p:nvCxnSpPr>
        <p:spPr>
          <a:xfrm flipV="1">
            <a:off x="8527601" y="4917833"/>
            <a:ext cx="1488829" cy="2168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C106A0-4B73-A43C-6CDA-9A18E41E9220}"/>
              </a:ext>
            </a:extLst>
          </p:cNvPr>
          <p:cNvSpPr txBox="1"/>
          <p:nvPr/>
        </p:nvSpPr>
        <p:spPr>
          <a:xfrm>
            <a:off x="9165925" y="5015053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0FD5F3-727A-C5AE-68E2-6B11FD426F65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7331847" y="3985718"/>
            <a:ext cx="685434" cy="9376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7F0245B-83B9-E827-AFC4-9AA0FB57CA16}"/>
              </a:ext>
            </a:extLst>
          </p:cNvPr>
          <p:cNvSpPr txBox="1"/>
          <p:nvPr/>
        </p:nvSpPr>
        <p:spPr>
          <a:xfrm>
            <a:off x="7204190" y="4348445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DC43B4-5953-5174-070F-227DCEF2235F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BE612-6766-710A-4599-2160C5B1D438}"/>
              </a:ext>
            </a:extLst>
          </p:cNvPr>
          <p:cNvSpPr txBox="1"/>
          <p:nvPr/>
        </p:nvSpPr>
        <p:spPr>
          <a:xfrm>
            <a:off x="2148620" y="6400800"/>
            <a:ext cx="2746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{ab, </a:t>
            </a:r>
            <a:r>
              <a:rPr lang="en-US" sz="2400" b="1" dirty="0" err="1"/>
              <a:t>bc</a:t>
            </a:r>
            <a:r>
              <a:rPr lang="en-US" sz="2400" b="1" dirty="0"/>
              <a:t>, </a:t>
            </a:r>
            <a:r>
              <a:rPr lang="en-US" sz="2400" b="1" dirty="0" err="1"/>
              <a:t>df</a:t>
            </a:r>
            <a:r>
              <a:rPr lang="en-US" sz="2400" b="1" dirty="0"/>
              <a:t>, ad }</a:t>
            </a:r>
            <a:endParaRPr lang="en-IN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54E9BF-4463-8484-1EB2-96C5C70EAE81}"/>
              </a:ext>
            </a:extLst>
          </p:cNvPr>
          <p:cNvSpPr txBox="1"/>
          <p:nvPr/>
        </p:nvSpPr>
        <p:spPr>
          <a:xfrm>
            <a:off x="7155766" y="1096837"/>
            <a:ext cx="4220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Findset</a:t>
            </a:r>
            <a:r>
              <a:rPr lang="en-US" sz="2400" b="1" dirty="0"/>
              <a:t>(a) != </a:t>
            </a:r>
            <a:r>
              <a:rPr lang="en-US" sz="2400" b="1" dirty="0" err="1"/>
              <a:t>Findset</a:t>
            </a:r>
            <a:r>
              <a:rPr lang="en-US" sz="2400" b="1" dirty="0"/>
              <a:t>(e)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0377244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6804674-F1BB-0E45-EFD5-49A923A38A1A}"/>
              </a:ext>
            </a:extLst>
          </p:cNvPr>
          <p:cNvSpPr/>
          <p:nvPr/>
        </p:nvSpPr>
        <p:spPr>
          <a:xfrm>
            <a:off x="6827755" y="3423196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17281A-8304-48A7-D4BB-84BB98D41A02}"/>
              </a:ext>
            </a:extLst>
          </p:cNvPr>
          <p:cNvSpPr/>
          <p:nvPr/>
        </p:nvSpPr>
        <p:spPr>
          <a:xfrm>
            <a:off x="7929725" y="196076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D7F13C-CF73-D4FB-4ABA-D55EC28FBDDA}"/>
              </a:ext>
            </a:extLst>
          </p:cNvPr>
          <p:cNvSpPr/>
          <p:nvPr/>
        </p:nvSpPr>
        <p:spPr>
          <a:xfrm>
            <a:off x="7929724" y="483577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387C43-E90C-FDEB-7D34-E79A20E4D08D}"/>
              </a:ext>
            </a:extLst>
          </p:cNvPr>
          <p:cNvSpPr/>
          <p:nvPr/>
        </p:nvSpPr>
        <p:spPr>
          <a:xfrm>
            <a:off x="10016431" y="185230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375AAB-B392-40D5-4513-1C16AD82B715}"/>
              </a:ext>
            </a:extLst>
          </p:cNvPr>
          <p:cNvSpPr/>
          <p:nvPr/>
        </p:nvSpPr>
        <p:spPr>
          <a:xfrm>
            <a:off x="9102031" y="335871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5D0B-431C-612E-B434-31805135AD0D}"/>
              </a:ext>
            </a:extLst>
          </p:cNvPr>
          <p:cNvSpPr/>
          <p:nvPr/>
        </p:nvSpPr>
        <p:spPr>
          <a:xfrm>
            <a:off x="10016430" y="461889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81FA24-C4F7-BC43-EA46-AC18008ADDDD}"/>
              </a:ext>
            </a:extLst>
          </p:cNvPr>
          <p:cNvSpPr/>
          <p:nvPr/>
        </p:nvSpPr>
        <p:spPr>
          <a:xfrm>
            <a:off x="11376307" y="326493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</a:t>
            </a:r>
          </a:p>
        </p:txBody>
      </p:sp>
      <p:graphicFrame>
        <p:nvGraphicFramePr>
          <p:cNvPr id="47" name="Table 78">
            <a:extLst>
              <a:ext uri="{FF2B5EF4-FFF2-40B4-BE49-F238E27FC236}">
                <a16:creationId xmlns:a16="http://schemas.microsoft.com/office/drawing/2014/main" id="{D3D1D2D2-8F98-2695-955E-FB4EB576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123828"/>
              </p:ext>
            </p:extLst>
          </p:nvPr>
        </p:nvGraphicFramePr>
        <p:xfrm>
          <a:off x="2436806" y="1344694"/>
          <a:ext cx="2031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640">
                  <a:extLst>
                    <a:ext uri="{9D8B030D-6E8A-4147-A177-3AD203B41FA5}">
                      <a16:colId xmlns:a16="http://schemas.microsoft.com/office/drawing/2014/main" val="1256280051"/>
                    </a:ext>
                  </a:extLst>
                </a:gridCol>
                <a:gridCol w="1015640">
                  <a:extLst>
                    <a:ext uri="{9D8B030D-6E8A-4147-A177-3AD203B41FA5}">
                      <a16:colId xmlns:a16="http://schemas.microsoft.com/office/drawing/2014/main" val="1074418505"/>
                    </a:ext>
                  </a:extLst>
                </a:gridCol>
              </a:tblGrid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926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8937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bc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9767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8442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57800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37306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45218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ce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055615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7335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83700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84002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41739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058434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57DAD4D-84A0-ED9D-095A-E3F823054F73}"/>
              </a:ext>
            </a:extLst>
          </p:cNvPr>
          <p:cNvSpPr/>
          <p:nvPr/>
        </p:nvSpPr>
        <p:spPr>
          <a:xfrm>
            <a:off x="1522039" y="3209056"/>
            <a:ext cx="808893" cy="2843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9E915F-359A-F6AB-98CF-9D58BF338147}"/>
              </a:ext>
            </a:extLst>
          </p:cNvPr>
          <p:cNvCxnSpPr>
            <a:stCxn id="40" idx="3"/>
            <a:endCxn id="39" idx="7"/>
          </p:cNvCxnSpPr>
          <p:nvPr/>
        </p:nvCxnSpPr>
        <p:spPr>
          <a:xfrm flipH="1">
            <a:off x="7338075" y="2471089"/>
            <a:ext cx="679207" cy="1039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803AB8-3196-575B-F0A8-3DF059C7195D}"/>
              </a:ext>
            </a:extLst>
          </p:cNvPr>
          <p:cNvSpPr txBox="1"/>
          <p:nvPr/>
        </p:nvSpPr>
        <p:spPr>
          <a:xfrm>
            <a:off x="7425632" y="2633312"/>
            <a:ext cx="49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49CEB-BCBC-B516-977B-D93B251C47AF}"/>
              </a:ext>
            </a:extLst>
          </p:cNvPr>
          <p:cNvSpPr txBox="1"/>
          <p:nvPr/>
        </p:nvSpPr>
        <p:spPr>
          <a:xfrm>
            <a:off x="6482862" y="5697415"/>
            <a:ext cx="532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Number of connected components =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B33AD2-A36C-42E8-15B3-8B847D79D213}"/>
              </a:ext>
            </a:extLst>
          </p:cNvPr>
          <p:cNvCxnSpPr>
            <a:stCxn id="40" idx="6"/>
            <a:endCxn id="42" idx="2"/>
          </p:cNvCxnSpPr>
          <p:nvPr/>
        </p:nvCxnSpPr>
        <p:spPr>
          <a:xfrm flipV="1">
            <a:off x="8527602" y="2151241"/>
            <a:ext cx="1488829" cy="108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F95974-237D-4311-ACFD-8AA6287B11B4}"/>
              </a:ext>
            </a:extLst>
          </p:cNvPr>
          <p:cNvSpPr txBox="1"/>
          <p:nvPr/>
        </p:nvSpPr>
        <p:spPr>
          <a:xfrm>
            <a:off x="9102031" y="1852302"/>
            <a:ext cx="27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120907-D646-BD37-049F-FE9FA7EFA0EE}"/>
              </a:ext>
            </a:extLst>
          </p:cNvPr>
          <p:cNvCxnSpPr>
            <a:stCxn id="41" idx="6"/>
            <a:endCxn id="44" idx="2"/>
          </p:cNvCxnSpPr>
          <p:nvPr/>
        </p:nvCxnSpPr>
        <p:spPr>
          <a:xfrm flipV="1">
            <a:off x="8527601" y="4917833"/>
            <a:ext cx="1488829" cy="2168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C106A0-4B73-A43C-6CDA-9A18E41E9220}"/>
              </a:ext>
            </a:extLst>
          </p:cNvPr>
          <p:cNvSpPr txBox="1"/>
          <p:nvPr/>
        </p:nvSpPr>
        <p:spPr>
          <a:xfrm>
            <a:off x="9165925" y="5015053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0FD5F3-727A-C5AE-68E2-6B11FD426F65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7331847" y="3985718"/>
            <a:ext cx="685434" cy="9376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7F0245B-83B9-E827-AFC4-9AA0FB57CA16}"/>
              </a:ext>
            </a:extLst>
          </p:cNvPr>
          <p:cNvSpPr txBox="1"/>
          <p:nvPr/>
        </p:nvSpPr>
        <p:spPr>
          <a:xfrm>
            <a:off x="7204190" y="4348445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6372DF-CCA1-EAEF-4E74-827CFCCFD3F3}"/>
              </a:ext>
            </a:extLst>
          </p:cNvPr>
          <p:cNvCxnSpPr>
            <a:stCxn id="39" idx="6"/>
            <a:endCxn id="43" idx="2"/>
          </p:cNvCxnSpPr>
          <p:nvPr/>
        </p:nvCxnSpPr>
        <p:spPr>
          <a:xfrm flipV="1">
            <a:off x="7425632" y="3657658"/>
            <a:ext cx="1676399" cy="64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A67F9F2-BD81-F030-A359-F24C3152A641}"/>
              </a:ext>
            </a:extLst>
          </p:cNvPr>
          <p:cNvSpPr txBox="1"/>
          <p:nvPr/>
        </p:nvSpPr>
        <p:spPr>
          <a:xfrm>
            <a:off x="8017281" y="3386466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EC4EE5-7F27-161A-E58D-5B8EEFC03021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465DA6-A401-0FA5-2D37-87EDC824481D}"/>
              </a:ext>
            </a:extLst>
          </p:cNvPr>
          <p:cNvSpPr txBox="1"/>
          <p:nvPr/>
        </p:nvSpPr>
        <p:spPr>
          <a:xfrm>
            <a:off x="2148620" y="6400800"/>
            <a:ext cx="4334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{ab, </a:t>
            </a:r>
            <a:r>
              <a:rPr lang="en-US" sz="2400" b="1" dirty="0" err="1"/>
              <a:t>bc</a:t>
            </a:r>
            <a:r>
              <a:rPr lang="en-US" sz="2400" b="1" dirty="0"/>
              <a:t>, </a:t>
            </a:r>
            <a:r>
              <a:rPr lang="en-US" sz="2400" b="1" dirty="0" err="1"/>
              <a:t>df</a:t>
            </a:r>
            <a:r>
              <a:rPr lang="en-US" sz="2400" b="1" dirty="0"/>
              <a:t>, ad, ae}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3428913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6804674-F1BB-0E45-EFD5-49A923A38A1A}"/>
              </a:ext>
            </a:extLst>
          </p:cNvPr>
          <p:cNvSpPr/>
          <p:nvPr/>
        </p:nvSpPr>
        <p:spPr>
          <a:xfrm>
            <a:off x="6827755" y="3423196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17281A-8304-48A7-D4BB-84BB98D41A02}"/>
              </a:ext>
            </a:extLst>
          </p:cNvPr>
          <p:cNvSpPr/>
          <p:nvPr/>
        </p:nvSpPr>
        <p:spPr>
          <a:xfrm>
            <a:off x="7929725" y="1960769"/>
            <a:ext cx="597877" cy="59787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D7F13C-CF73-D4FB-4ABA-D55EC28FBDDA}"/>
              </a:ext>
            </a:extLst>
          </p:cNvPr>
          <p:cNvSpPr/>
          <p:nvPr/>
        </p:nvSpPr>
        <p:spPr>
          <a:xfrm>
            <a:off x="7929724" y="483577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387C43-E90C-FDEB-7D34-E79A20E4D08D}"/>
              </a:ext>
            </a:extLst>
          </p:cNvPr>
          <p:cNvSpPr/>
          <p:nvPr/>
        </p:nvSpPr>
        <p:spPr>
          <a:xfrm>
            <a:off x="10016431" y="185230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375AAB-B392-40D5-4513-1C16AD82B715}"/>
              </a:ext>
            </a:extLst>
          </p:cNvPr>
          <p:cNvSpPr/>
          <p:nvPr/>
        </p:nvSpPr>
        <p:spPr>
          <a:xfrm>
            <a:off x="9102031" y="3358719"/>
            <a:ext cx="597877" cy="59787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5D0B-431C-612E-B434-31805135AD0D}"/>
              </a:ext>
            </a:extLst>
          </p:cNvPr>
          <p:cNvSpPr/>
          <p:nvPr/>
        </p:nvSpPr>
        <p:spPr>
          <a:xfrm>
            <a:off x="10016430" y="461889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81FA24-C4F7-BC43-EA46-AC18008ADDDD}"/>
              </a:ext>
            </a:extLst>
          </p:cNvPr>
          <p:cNvSpPr/>
          <p:nvPr/>
        </p:nvSpPr>
        <p:spPr>
          <a:xfrm>
            <a:off x="11376307" y="326493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</a:t>
            </a:r>
          </a:p>
        </p:txBody>
      </p:sp>
      <p:graphicFrame>
        <p:nvGraphicFramePr>
          <p:cNvPr id="47" name="Table 78">
            <a:extLst>
              <a:ext uri="{FF2B5EF4-FFF2-40B4-BE49-F238E27FC236}">
                <a16:creationId xmlns:a16="http://schemas.microsoft.com/office/drawing/2014/main" id="{D3D1D2D2-8F98-2695-955E-FB4EB576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105179"/>
              </p:ext>
            </p:extLst>
          </p:nvPr>
        </p:nvGraphicFramePr>
        <p:xfrm>
          <a:off x="2436806" y="1344694"/>
          <a:ext cx="2031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640">
                  <a:extLst>
                    <a:ext uri="{9D8B030D-6E8A-4147-A177-3AD203B41FA5}">
                      <a16:colId xmlns:a16="http://schemas.microsoft.com/office/drawing/2014/main" val="1256280051"/>
                    </a:ext>
                  </a:extLst>
                </a:gridCol>
                <a:gridCol w="1015640">
                  <a:extLst>
                    <a:ext uri="{9D8B030D-6E8A-4147-A177-3AD203B41FA5}">
                      <a16:colId xmlns:a16="http://schemas.microsoft.com/office/drawing/2014/main" val="1074418505"/>
                    </a:ext>
                  </a:extLst>
                </a:gridCol>
              </a:tblGrid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926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8937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bc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9767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8442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57800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37306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45218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ce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055615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7335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83700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84002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41739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058434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57DAD4D-84A0-ED9D-095A-E3F823054F73}"/>
              </a:ext>
            </a:extLst>
          </p:cNvPr>
          <p:cNvSpPr/>
          <p:nvPr/>
        </p:nvSpPr>
        <p:spPr>
          <a:xfrm>
            <a:off x="1489985" y="3610177"/>
            <a:ext cx="808893" cy="2843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9E915F-359A-F6AB-98CF-9D58BF338147}"/>
              </a:ext>
            </a:extLst>
          </p:cNvPr>
          <p:cNvCxnSpPr>
            <a:stCxn id="40" idx="3"/>
            <a:endCxn id="39" idx="7"/>
          </p:cNvCxnSpPr>
          <p:nvPr/>
        </p:nvCxnSpPr>
        <p:spPr>
          <a:xfrm flipH="1">
            <a:off x="7338075" y="2471089"/>
            <a:ext cx="679207" cy="1039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803AB8-3196-575B-F0A8-3DF059C7195D}"/>
              </a:ext>
            </a:extLst>
          </p:cNvPr>
          <p:cNvSpPr txBox="1"/>
          <p:nvPr/>
        </p:nvSpPr>
        <p:spPr>
          <a:xfrm>
            <a:off x="7425632" y="2633312"/>
            <a:ext cx="49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49CEB-BCBC-B516-977B-D93B251C47AF}"/>
              </a:ext>
            </a:extLst>
          </p:cNvPr>
          <p:cNvSpPr txBox="1"/>
          <p:nvPr/>
        </p:nvSpPr>
        <p:spPr>
          <a:xfrm>
            <a:off x="6482862" y="5697415"/>
            <a:ext cx="532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Number of connected components =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B33AD2-A36C-42E8-15B3-8B847D79D213}"/>
              </a:ext>
            </a:extLst>
          </p:cNvPr>
          <p:cNvCxnSpPr>
            <a:stCxn id="40" idx="6"/>
            <a:endCxn id="42" idx="2"/>
          </p:cNvCxnSpPr>
          <p:nvPr/>
        </p:nvCxnSpPr>
        <p:spPr>
          <a:xfrm flipV="1">
            <a:off x="8527602" y="2151241"/>
            <a:ext cx="1488829" cy="108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F95974-237D-4311-ACFD-8AA6287B11B4}"/>
              </a:ext>
            </a:extLst>
          </p:cNvPr>
          <p:cNvSpPr txBox="1"/>
          <p:nvPr/>
        </p:nvSpPr>
        <p:spPr>
          <a:xfrm>
            <a:off x="9102031" y="1852302"/>
            <a:ext cx="27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120907-D646-BD37-049F-FE9FA7EFA0EE}"/>
              </a:ext>
            </a:extLst>
          </p:cNvPr>
          <p:cNvCxnSpPr>
            <a:stCxn id="41" idx="6"/>
            <a:endCxn id="44" idx="2"/>
          </p:cNvCxnSpPr>
          <p:nvPr/>
        </p:nvCxnSpPr>
        <p:spPr>
          <a:xfrm flipV="1">
            <a:off x="8527601" y="4917833"/>
            <a:ext cx="1488829" cy="2168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C106A0-4B73-A43C-6CDA-9A18E41E9220}"/>
              </a:ext>
            </a:extLst>
          </p:cNvPr>
          <p:cNvSpPr txBox="1"/>
          <p:nvPr/>
        </p:nvSpPr>
        <p:spPr>
          <a:xfrm>
            <a:off x="9165925" y="5015053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0FD5F3-727A-C5AE-68E2-6B11FD426F65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7331847" y="3985718"/>
            <a:ext cx="685434" cy="9376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7F0245B-83B9-E827-AFC4-9AA0FB57CA16}"/>
              </a:ext>
            </a:extLst>
          </p:cNvPr>
          <p:cNvSpPr txBox="1"/>
          <p:nvPr/>
        </p:nvSpPr>
        <p:spPr>
          <a:xfrm>
            <a:off x="7204190" y="4348445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6372DF-CCA1-EAEF-4E74-827CFCCFD3F3}"/>
              </a:ext>
            </a:extLst>
          </p:cNvPr>
          <p:cNvCxnSpPr>
            <a:stCxn id="39" idx="6"/>
            <a:endCxn id="43" idx="2"/>
          </p:cNvCxnSpPr>
          <p:nvPr/>
        </p:nvCxnSpPr>
        <p:spPr>
          <a:xfrm flipV="1">
            <a:off x="7425632" y="3657658"/>
            <a:ext cx="1676399" cy="64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A67F9F2-BD81-F030-A359-F24C3152A641}"/>
              </a:ext>
            </a:extLst>
          </p:cNvPr>
          <p:cNvSpPr txBox="1"/>
          <p:nvPr/>
        </p:nvSpPr>
        <p:spPr>
          <a:xfrm>
            <a:off x="8017281" y="3386466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F3878B-C2D1-9153-FA35-1D1B72EF18BF}"/>
              </a:ext>
            </a:extLst>
          </p:cNvPr>
          <p:cNvCxnSpPr>
            <a:stCxn id="40" idx="5"/>
            <a:endCxn id="43" idx="1"/>
          </p:cNvCxnSpPr>
          <p:nvPr/>
        </p:nvCxnSpPr>
        <p:spPr>
          <a:xfrm>
            <a:off x="8440045" y="2471089"/>
            <a:ext cx="749543" cy="9751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13F19B19-DDF1-51CE-80CC-30829E6A1BED}"/>
              </a:ext>
            </a:extLst>
          </p:cNvPr>
          <p:cNvSpPr/>
          <p:nvPr/>
        </p:nvSpPr>
        <p:spPr>
          <a:xfrm>
            <a:off x="8861139" y="2510275"/>
            <a:ext cx="527538" cy="597877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E0882C-E072-D343-7302-298C7D2F1E36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7A87FB-EFF8-9FE4-156F-65A838B1C7CB}"/>
              </a:ext>
            </a:extLst>
          </p:cNvPr>
          <p:cNvSpPr txBox="1"/>
          <p:nvPr/>
        </p:nvSpPr>
        <p:spPr>
          <a:xfrm>
            <a:off x="2148620" y="6400800"/>
            <a:ext cx="4334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{ab, </a:t>
            </a:r>
            <a:r>
              <a:rPr lang="en-US" sz="2400" b="1" dirty="0" err="1"/>
              <a:t>bc</a:t>
            </a:r>
            <a:r>
              <a:rPr lang="en-US" sz="2400" b="1" dirty="0"/>
              <a:t>, </a:t>
            </a:r>
            <a:r>
              <a:rPr lang="en-US" sz="2400" b="1" dirty="0" err="1"/>
              <a:t>df</a:t>
            </a:r>
            <a:r>
              <a:rPr lang="en-US" sz="2400" b="1" dirty="0"/>
              <a:t>, ad, ae}</a:t>
            </a:r>
            <a:endParaRPr lang="en-IN" sz="24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A550BE-4700-8F96-AED6-4911BEA026DD}"/>
              </a:ext>
            </a:extLst>
          </p:cNvPr>
          <p:cNvSpPr txBox="1"/>
          <p:nvPr/>
        </p:nvSpPr>
        <p:spPr>
          <a:xfrm>
            <a:off x="7155766" y="1096837"/>
            <a:ext cx="4220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Findset</a:t>
            </a:r>
            <a:r>
              <a:rPr lang="en-US" sz="2400" b="1" dirty="0"/>
              <a:t>(b) = </a:t>
            </a:r>
            <a:r>
              <a:rPr lang="en-US" sz="2400" b="1" dirty="0" err="1"/>
              <a:t>Findset</a:t>
            </a:r>
            <a:r>
              <a:rPr lang="en-US" sz="2400" b="1" dirty="0"/>
              <a:t>(e)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3165506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6804674-F1BB-0E45-EFD5-49A923A38A1A}"/>
              </a:ext>
            </a:extLst>
          </p:cNvPr>
          <p:cNvSpPr/>
          <p:nvPr/>
        </p:nvSpPr>
        <p:spPr>
          <a:xfrm>
            <a:off x="6827755" y="3423196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17281A-8304-48A7-D4BB-84BB98D41A02}"/>
              </a:ext>
            </a:extLst>
          </p:cNvPr>
          <p:cNvSpPr/>
          <p:nvPr/>
        </p:nvSpPr>
        <p:spPr>
          <a:xfrm>
            <a:off x="7929725" y="196076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D7F13C-CF73-D4FB-4ABA-D55EC28FBDDA}"/>
              </a:ext>
            </a:extLst>
          </p:cNvPr>
          <p:cNvSpPr/>
          <p:nvPr/>
        </p:nvSpPr>
        <p:spPr>
          <a:xfrm>
            <a:off x="7929724" y="483577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387C43-E90C-FDEB-7D34-E79A20E4D08D}"/>
              </a:ext>
            </a:extLst>
          </p:cNvPr>
          <p:cNvSpPr/>
          <p:nvPr/>
        </p:nvSpPr>
        <p:spPr>
          <a:xfrm>
            <a:off x="10016431" y="1852302"/>
            <a:ext cx="597877" cy="59787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375AAB-B392-40D5-4513-1C16AD82B715}"/>
              </a:ext>
            </a:extLst>
          </p:cNvPr>
          <p:cNvSpPr/>
          <p:nvPr/>
        </p:nvSpPr>
        <p:spPr>
          <a:xfrm>
            <a:off x="9102031" y="3358719"/>
            <a:ext cx="597877" cy="59787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5D0B-431C-612E-B434-31805135AD0D}"/>
              </a:ext>
            </a:extLst>
          </p:cNvPr>
          <p:cNvSpPr/>
          <p:nvPr/>
        </p:nvSpPr>
        <p:spPr>
          <a:xfrm>
            <a:off x="10016430" y="461889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81FA24-C4F7-BC43-EA46-AC18008ADDDD}"/>
              </a:ext>
            </a:extLst>
          </p:cNvPr>
          <p:cNvSpPr/>
          <p:nvPr/>
        </p:nvSpPr>
        <p:spPr>
          <a:xfrm>
            <a:off x="11376307" y="326493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</a:t>
            </a:r>
          </a:p>
        </p:txBody>
      </p:sp>
      <p:graphicFrame>
        <p:nvGraphicFramePr>
          <p:cNvPr id="47" name="Table 78">
            <a:extLst>
              <a:ext uri="{FF2B5EF4-FFF2-40B4-BE49-F238E27FC236}">
                <a16:creationId xmlns:a16="http://schemas.microsoft.com/office/drawing/2014/main" id="{D3D1D2D2-8F98-2695-955E-FB4EB576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611245"/>
              </p:ext>
            </p:extLst>
          </p:nvPr>
        </p:nvGraphicFramePr>
        <p:xfrm>
          <a:off x="2436806" y="1344694"/>
          <a:ext cx="2031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640">
                  <a:extLst>
                    <a:ext uri="{9D8B030D-6E8A-4147-A177-3AD203B41FA5}">
                      <a16:colId xmlns:a16="http://schemas.microsoft.com/office/drawing/2014/main" val="1256280051"/>
                    </a:ext>
                  </a:extLst>
                </a:gridCol>
                <a:gridCol w="1015640">
                  <a:extLst>
                    <a:ext uri="{9D8B030D-6E8A-4147-A177-3AD203B41FA5}">
                      <a16:colId xmlns:a16="http://schemas.microsoft.com/office/drawing/2014/main" val="1074418505"/>
                    </a:ext>
                  </a:extLst>
                </a:gridCol>
              </a:tblGrid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926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8937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bc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9767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8442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57800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37306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45218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ce</a:t>
                      </a:r>
                      <a:endParaRPr lang="en-IN" dirty="0">
                        <a:solidFill>
                          <a:schemeClr val="bg1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055615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7335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83700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84002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41739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058434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57DAD4D-84A0-ED9D-095A-E3F823054F73}"/>
              </a:ext>
            </a:extLst>
          </p:cNvPr>
          <p:cNvSpPr/>
          <p:nvPr/>
        </p:nvSpPr>
        <p:spPr>
          <a:xfrm>
            <a:off x="1564084" y="3944626"/>
            <a:ext cx="808893" cy="2843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9E915F-359A-F6AB-98CF-9D58BF338147}"/>
              </a:ext>
            </a:extLst>
          </p:cNvPr>
          <p:cNvCxnSpPr>
            <a:stCxn id="40" idx="3"/>
            <a:endCxn id="39" idx="7"/>
          </p:cNvCxnSpPr>
          <p:nvPr/>
        </p:nvCxnSpPr>
        <p:spPr>
          <a:xfrm flipH="1">
            <a:off x="7338075" y="2471089"/>
            <a:ext cx="679207" cy="1039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803AB8-3196-575B-F0A8-3DF059C7195D}"/>
              </a:ext>
            </a:extLst>
          </p:cNvPr>
          <p:cNvSpPr txBox="1"/>
          <p:nvPr/>
        </p:nvSpPr>
        <p:spPr>
          <a:xfrm>
            <a:off x="7425632" y="2633312"/>
            <a:ext cx="49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49CEB-BCBC-B516-977B-D93B251C47AF}"/>
              </a:ext>
            </a:extLst>
          </p:cNvPr>
          <p:cNvSpPr txBox="1"/>
          <p:nvPr/>
        </p:nvSpPr>
        <p:spPr>
          <a:xfrm>
            <a:off x="6482862" y="5697415"/>
            <a:ext cx="532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Number of connected components =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B33AD2-A36C-42E8-15B3-8B847D79D213}"/>
              </a:ext>
            </a:extLst>
          </p:cNvPr>
          <p:cNvCxnSpPr>
            <a:stCxn id="40" idx="6"/>
            <a:endCxn id="42" idx="2"/>
          </p:cNvCxnSpPr>
          <p:nvPr/>
        </p:nvCxnSpPr>
        <p:spPr>
          <a:xfrm flipV="1">
            <a:off x="8527602" y="2151241"/>
            <a:ext cx="1488829" cy="108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F95974-237D-4311-ACFD-8AA6287B11B4}"/>
              </a:ext>
            </a:extLst>
          </p:cNvPr>
          <p:cNvSpPr txBox="1"/>
          <p:nvPr/>
        </p:nvSpPr>
        <p:spPr>
          <a:xfrm>
            <a:off x="9102031" y="1852302"/>
            <a:ext cx="27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120907-D646-BD37-049F-FE9FA7EFA0EE}"/>
              </a:ext>
            </a:extLst>
          </p:cNvPr>
          <p:cNvCxnSpPr>
            <a:stCxn id="41" idx="6"/>
            <a:endCxn id="44" idx="2"/>
          </p:cNvCxnSpPr>
          <p:nvPr/>
        </p:nvCxnSpPr>
        <p:spPr>
          <a:xfrm flipV="1">
            <a:off x="8527601" y="4917833"/>
            <a:ext cx="1488829" cy="2168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C106A0-4B73-A43C-6CDA-9A18E41E9220}"/>
              </a:ext>
            </a:extLst>
          </p:cNvPr>
          <p:cNvSpPr txBox="1"/>
          <p:nvPr/>
        </p:nvSpPr>
        <p:spPr>
          <a:xfrm>
            <a:off x="9165925" y="5015053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0FD5F3-727A-C5AE-68E2-6B11FD426F65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7331847" y="3985718"/>
            <a:ext cx="685434" cy="9376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7F0245B-83B9-E827-AFC4-9AA0FB57CA16}"/>
              </a:ext>
            </a:extLst>
          </p:cNvPr>
          <p:cNvSpPr txBox="1"/>
          <p:nvPr/>
        </p:nvSpPr>
        <p:spPr>
          <a:xfrm>
            <a:off x="7204190" y="4348445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6372DF-CCA1-EAEF-4E74-827CFCCFD3F3}"/>
              </a:ext>
            </a:extLst>
          </p:cNvPr>
          <p:cNvCxnSpPr>
            <a:stCxn id="39" idx="6"/>
            <a:endCxn id="43" idx="2"/>
          </p:cNvCxnSpPr>
          <p:nvPr/>
        </p:nvCxnSpPr>
        <p:spPr>
          <a:xfrm flipV="1">
            <a:off x="7425632" y="3657658"/>
            <a:ext cx="1676399" cy="64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A67F9F2-BD81-F030-A359-F24C3152A641}"/>
              </a:ext>
            </a:extLst>
          </p:cNvPr>
          <p:cNvSpPr txBox="1"/>
          <p:nvPr/>
        </p:nvSpPr>
        <p:spPr>
          <a:xfrm>
            <a:off x="8017281" y="3386466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F3878B-C2D1-9153-FA35-1D1B72EF18BF}"/>
              </a:ext>
            </a:extLst>
          </p:cNvPr>
          <p:cNvCxnSpPr>
            <a:cxnSpLocks/>
            <a:stCxn id="42" idx="4"/>
            <a:endCxn id="43" idx="7"/>
          </p:cNvCxnSpPr>
          <p:nvPr/>
        </p:nvCxnSpPr>
        <p:spPr>
          <a:xfrm flipH="1">
            <a:off x="9612351" y="2450179"/>
            <a:ext cx="703019" cy="9960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13F19B19-DDF1-51CE-80CC-30829E6A1BED}"/>
              </a:ext>
            </a:extLst>
          </p:cNvPr>
          <p:cNvSpPr/>
          <p:nvPr/>
        </p:nvSpPr>
        <p:spPr>
          <a:xfrm>
            <a:off x="9372244" y="2568244"/>
            <a:ext cx="527538" cy="597877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D8E567-7A8E-20C6-120C-51359CC596F7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6B6273-B1E6-0911-71E4-CB2CA7C60DC8}"/>
              </a:ext>
            </a:extLst>
          </p:cNvPr>
          <p:cNvSpPr txBox="1"/>
          <p:nvPr/>
        </p:nvSpPr>
        <p:spPr>
          <a:xfrm>
            <a:off x="2148620" y="6400800"/>
            <a:ext cx="4334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{ab, </a:t>
            </a:r>
            <a:r>
              <a:rPr lang="en-US" sz="2400" b="1" dirty="0" err="1"/>
              <a:t>bc</a:t>
            </a:r>
            <a:r>
              <a:rPr lang="en-US" sz="2400" b="1" dirty="0"/>
              <a:t>, </a:t>
            </a:r>
            <a:r>
              <a:rPr lang="en-US" sz="2400" b="1" dirty="0" err="1"/>
              <a:t>df</a:t>
            </a:r>
            <a:r>
              <a:rPr lang="en-US" sz="2400" b="1" dirty="0"/>
              <a:t>, ad, ae}</a:t>
            </a:r>
            <a:endParaRPr lang="en-IN" sz="24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383B86-F938-0629-564B-4B28D2A1CADE}"/>
              </a:ext>
            </a:extLst>
          </p:cNvPr>
          <p:cNvSpPr txBox="1"/>
          <p:nvPr/>
        </p:nvSpPr>
        <p:spPr>
          <a:xfrm>
            <a:off x="7155766" y="1096837"/>
            <a:ext cx="4220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Findset</a:t>
            </a:r>
            <a:r>
              <a:rPr lang="en-US" sz="2400" b="1" dirty="0"/>
              <a:t>(c) = </a:t>
            </a:r>
            <a:r>
              <a:rPr lang="en-US" sz="2400" b="1" dirty="0" err="1"/>
              <a:t>Findset</a:t>
            </a:r>
            <a:r>
              <a:rPr lang="en-US" sz="2400" b="1" dirty="0"/>
              <a:t>(e)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4019863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6804674-F1BB-0E45-EFD5-49A923A38A1A}"/>
              </a:ext>
            </a:extLst>
          </p:cNvPr>
          <p:cNvSpPr/>
          <p:nvPr/>
        </p:nvSpPr>
        <p:spPr>
          <a:xfrm>
            <a:off x="6827755" y="3423196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17281A-8304-48A7-D4BB-84BB98D41A02}"/>
              </a:ext>
            </a:extLst>
          </p:cNvPr>
          <p:cNvSpPr/>
          <p:nvPr/>
        </p:nvSpPr>
        <p:spPr>
          <a:xfrm>
            <a:off x="7929725" y="196076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D7F13C-CF73-D4FB-4ABA-D55EC28FBDDA}"/>
              </a:ext>
            </a:extLst>
          </p:cNvPr>
          <p:cNvSpPr/>
          <p:nvPr/>
        </p:nvSpPr>
        <p:spPr>
          <a:xfrm>
            <a:off x="7929724" y="483577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387C43-E90C-FDEB-7D34-E79A20E4D08D}"/>
              </a:ext>
            </a:extLst>
          </p:cNvPr>
          <p:cNvSpPr/>
          <p:nvPr/>
        </p:nvSpPr>
        <p:spPr>
          <a:xfrm>
            <a:off x="10016431" y="185230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375AAB-B392-40D5-4513-1C16AD82B715}"/>
              </a:ext>
            </a:extLst>
          </p:cNvPr>
          <p:cNvSpPr/>
          <p:nvPr/>
        </p:nvSpPr>
        <p:spPr>
          <a:xfrm>
            <a:off x="9102031" y="3358719"/>
            <a:ext cx="597877" cy="59787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5D0B-431C-612E-B434-31805135AD0D}"/>
              </a:ext>
            </a:extLst>
          </p:cNvPr>
          <p:cNvSpPr/>
          <p:nvPr/>
        </p:nvSpPr>
        <p:spPr>
          <a:xfrm>
            <a:off x="10016430" y="461889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81FA24-C4F7-BC43-EA46-AC18008ADDDD}"/>
              </a:ext>
            </a:extLst>
          </p:cNvPr>
          <p:cNvSpPr/>
          <p:nvPr/>
        </p:nvSpPr>
        <p:spPr>
          <a:xfrm>
            <a:off x="11376307" y="3264934"/>
            <a:ext cx="597877" cy="59787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</a:t>
            </a:r>
          </a:p>
        </p:txBody>
      </p:sp>
      <p:graphicFrame>
        <p:nvGraphicFramePr>
          <p:cNvPr id="47" name="Table 78">
            <a:extLst>
              <a:ext uri="{FF2B5EF4-FFF2-40B4-BE49-F238E27FC236}">
                <a16:creationId xmlns:a16="http://schemas.microsoft.com/office/drawing/2014/main" id="{D3D1D2D2-8F98-2695-955E-FB4EB576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681593"/>
              </p:ext>
            </p:extLst>
          </p:nvPr>
        </p:nvGraphicFramePr>
        <p:xfrm>
          <a:off x="2436806" y="1344694"/>
          <a:ext cx="2031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640">
                  <a:extLst>
                    <a:ext uri="{9D8B030D-6E8A-4147-A177-3AD203B41FA5}">
                      <a16:colId xmlns:a16="http://schemas.microsoft.com/office/drawing/2014/main" val="1256280051"/>
                    </a:ext>
                  </a:extLst>
                </a:gridCol>
                <a:gridCol w="1015640">
                  <a:extLst>
                    <a:ext uri="{9D8B030D-6E8A-4147-A177-3AD203B41FA5}">
                      <a16:colId xmlns:a16="http://schemas.microsoft.com/office/drawing/2014/main" val="1074418505"/>
                    </a:ext>
                  </a:extLst>
                </a:gridCol>
              </a:tblGrid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926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8937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bc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9767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8442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57800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37306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45218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ce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055615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eg</a:t>
                      </a:r>
                      <a:endParaRPr lang="en-IN" dirty="0">
                        <a:solidFill>
                          <a:schemeClr val="bg1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7335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83700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fg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84002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41739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058434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57DAD4D-84A0-ED9D-095A-E3F823054F73}"/>
              </a:ext>
            </a:extLst>
          </p:cNvPr>
          <p:cNvSpPr/>
          <p:nvPr/>
        </p:nvSpPr>
        <p:spPr>
          <a:xfrm>
            <a:off x="1627913" y="4312338"/>
            <a:ext cx="808893" cy="2843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9E915F-359A-F6AB-98CF-9D58BF338147}"/>
              </a:ext>
            </a:extLst>
          </p:cNvPr>
          <p:cNvCxnSpPr>
            <a:stCxn id="40" idx="3"/>
            <a:endCxn id="39" idx="7"/>
          </p:cNvCxnSpPr>
          <p:nvPr/>
        </p:nvCxnSpPr>
        <p:spPr>
          <a:xfrm flipH="1">
            <a:off x="7338075" y="2471089"/>
            <a:ext cx="679207" cy="1039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803AB8-3196-575B-F0A8-3DF059C7195D}"/>
              </a:ext>
            </a:extLst>
          </p:cNvPr>
          <p:cNvSpPr txBox="1"/>
          <p:nvPr/>
        </p:nvSpPr>
        <p:spPr>
          <a:xfrm>
            <a:off x="7425632" y="2633312"/>
            <a:ext cx="49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49CEB-BCBC-B516-977B-D93B251C47AF}"/>
              </a:ext>
            </a:extLst>
          </p:cNvPr>
          <p:cNvSpPr txBox="1"/>
          <p:nvPr/>
        </p:nvSpPr>
        <p:spPr>
          <a:xfrm>
            <a:off x="6482862" y="5697415"/>
            <a:ext cx="532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Number of connected components =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B33AD2-A36C-42E8-15B3-8B847D79D213}"/>
              </a:ext>
            </a:extLst>
          </p:cNvPr>
          <p:cNvCxnSpPr>
            <a:stCxn id="40" idx="6"/>
            <a:endCxn id="42" idx="2"/>
          </p:cNvCxnSpPr>
          <p:nvPr/>
        </p:nvCxnSpPr>
        <p:spPr>
          <a:xfrm flipV="1">
            <a:off x="8527602" y="2151241"/>
            <a:ext cx="1488829" cy="108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F95974-237D-4311-ACFD-8AA6287B11B4}"/>
              </a:ext>
            </a:extLst>
          </p:cNvPr>
          <p:cNvSpPr txBox="1"/>
          <p:nvPr/>
        </p:nvSpPr>
        <p:spPr>
          <a:xfrm>
            <a:off x="9102031" y="1852302"/>
            <a:ext cx="27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120907-D646-BD37-049F-FE9FA7EFA0EE}"/>
              </a:ext>
            </a:extLst>
          </p:cNvPr>
          <p:cNvCxnSpPr>
            <a:stCxn id="41" idx="6"/>
            <a:endCxn id="44" idx="2"/>
          </p:cNvCxnSpPr>
          <p:nvPr/>
        </p:nvCxnSpPr>
        <p:spPr>
          <a:xfrm flipV="1">
            <a:off x="8527601" y="4917833"/>
            <a:ext cx="1488829" cy="2168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C106A0-4B73-A43C-6CDA-9A18E41E9220}"/>
              </a:ext>
            </a:extLst>
          </p:cNvPr>
          <p:cNvSpPr txBox="1"/>
          <p:nvPr/>
        </p:nvSpPr>
        <p:spPr>
          <a:xfrm>
            <a:off x="9165925" y="5015053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0FD5F3-727A-C5AE-68E2-6B11FD426F65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7331847" y="3985718"/>
            <a:ext cx="685434" cy="9376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7F0245B-83B9-E827-AFC4-9AA0FB57CA16}"/>
              </a:ext>
            </a:extLst>
          </p:cNvPr>
          <p:cNvSpPr txBox="1"/>
          <p:nvPr/>
        </p:nvSpPr>
        <p:spPr>
          <a:xfrm>
            <a:off x="7204190" y="4348445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6372DF-CCA1-EAEF-4E74-827CFCCFD3F3}"/>
              </a:ext>
            </a:extLst>
          </p:cNvPr>
          <p:cNvCxnSpPr>
            <a:stCxn id="39" idx="6"/>
            <a:endCxn id="43" idx="2"/>
          </p:cNvCxnSpPr>
          <p:nvPr/>
        </p:nvCxnSpPr>
        <p:spPr>
          <a:xfrm flipV="1">
            <a:off x="7425632" y="3657658"/>
            <a:ext cx="1676399" cy="64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A67F9F2-BD81-F030-A359-F24C3152A641}"/>
              </a:ext>
            </a:extLst>
          </p:cNvPr>
          <p:cNvSpPr txBox="1"/>
          <p:nvPr/>
        </p:nvSpPr>
        <p:spPr>
          <a:xfrm>
            <a:off x="8017281" y="3386466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1CF292-52B0-4388-7E93-AE1CC5A21CCA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9A4185-D638-4AD8-1D0C-BC9D709132E7}"/>
              </a:ext>
            </a:extLst>
          </p:cNvPr>
          <p:cNvSpPr txBox="1"/>
          <p:nvPr/>
        </p:nvSpPr>
        <p:spPr>
          <a:xfrm>
            <a:off x="2148620" y="6400800"/>
            <a:ext cx="4334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{ab, </a:t>
            </a:r>
            <a:r>
              <a:rPr lang="en-US" sz="2400" b="1" dirty="0" err="1"/>
              <a:t>bc</a:t>
            </a:r>
            <a:r>
              <a:rPr lang="en-US" sz="2400" b="1" dirty="0"/>
              <a:t>, </a:t>
            </a:r>
            <a:r>
              <a:rPr lang="en-US" sz="2400" b="1" dirty="0" err="1"/>
              <a:t>df</a:t>
            </a:r>
            <a:r>
              <a:rPr lang="en-US" sz="2400" b="1" dirty="0"/>
              <a:t>, ad, ae}</a:t>
            </a:r>
            <a:endParaRPr lang="en-IN" sz="24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EEB4DF-61A2-2670-0B96-207D19B566CE}"/>
              </a:ext>
            </a:extLst>
          </p:cNvPr>
          <p:cNvSpPr txBox="1"/>
          <p:nvPr/>
        </p:nvSpPr>
        <p:spPr>
          <a:xfrm>
            <a:off x="7155766" y="1096837"/>
            <a:ext cx="4220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Findset</a:t>
            </a:r>
            <a:r>
              <a:rPr lang="en-US" sz="2400" b="1" dirty="0"/>
              <a:t>(e) != </a:t>
            </a:r>
            <a:r>
              <a:rPr lang="en-US" sz="2400" b="1" dirty="0" err="1"/>
              <a:t>Findset</a:t>
            </a:r>
            <a:r>
              <a:rPr lang="en-US" sz="2400" b="1" dirty="0"/>
              <a:t>(g)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4140520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6804674-F1BB-0E45-EFD5-49A923A38A1A}"/>
              </a:ext>
            </a:extLst>
          </p:cNvPr>
          <p:cNvSpPr/>
          <p:nvPr/>
        </p:nvSpPr>
        <p:spPr>
          <a:xfrm>
            <a:off x="6827755" y="3423196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17281A-8304-48A7-D4BB-84BB98D41A02}"/>
              </a:ext>
            </a:extLst>
          </p:cNvPr>
          <p:cNvSpPr/>
          <p:nvPr/>
        </p:nvSpPr>
        <p:spPr>
          <a:xfrm>
            <a:off x="7929725" y="196076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D7F13C-CF73-D4FB-4ABA-D55EC28FBDDA}"/>
              </a:ext>
            </a:extLst>
          </p:cNvPr>
          <p:cNvSpPr/>
          <p:nvPr/>
        </p:nvSpPr>
        <p:spPr>
          <a:xfrm>
            <a:off x="7929724" y="483577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387C43-E90C-FDEB-7D34-E79A20E4D08D}"/>
              </a:ext>
            </a:extLst>
          </p:cNvPr>
          <p:cNvSpPr/>
          <p:nvPr/>
        </p:nvSpPr>
        <p:spPr>
          <a:xfrm>
            <a:off x="10016431" y="185230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375AAB-B392-40D5-4513-1C16AD82B715}"/>
              </a:ext>
            </a:extLst>
          </p:cNvPr>
          <p:cNvSpPr/>
          <p:nvPr/>
        </p:nvSpPr>
        <p:spPr>
          <a:xfrm>
            <a:off x="9102031" y="335871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5D0B-431C-612E-B434-31805135AD0D}"/>
              </a:ext>
            </a:extLst>
          </p:cNvPr>
          <p:cNvSpPr/>
          <p:nvPr/>
        </p:nvSpPr>
        <p:spPr>
          <a:xfrm>
            <a:off x="10016430" y="461889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81FA24-C4F7-BC43-EA46-AC18008ADDDD}"/>
              </a:ext>
            </a:extLst>
          </p:cNvPr>
          <p:cNvSpPr/>
          <p:nvPr/>
        </p:nvSpPr>
        <p:spPr>
          <a:xfrm>
            <a:off x="11376307" y="326493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</a:t>
            </a:r>
          </a:p>
        </p:txBody>
      </p:sp>
      <p:graphicFrame>
        <p:nvGraphicFramePr>
          <p:cNvPr id="47" name="Table 78">
            <a:extLst>
              <a:ext uri="{FF2B5EF4-FFF2-40B4-BE49-F238E27FC236}">
                <a16:creationId xmlns:a16="http://schemas.microsoft.com/office/drawing/2014/main" id="{D3D1D2D2-8F98-2695-955E-FB4EB576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521866"/>
              </p:ext>
            </p:extLst>
          </p:nvPr>
        </p:nvGraphicFramePr>
        <p:xfrm>
          <a:off x="2436806" y="1344694"/>
          <a:ext cx="2031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640">
                  <a:extLst>
                    <a:ext uri="{9D8B030D-6E8A-4147-A177-3AD203B41FA5}">
                      <a16:colId xmlns:a16="http://schemas.microsoft.com/office/drawing/2014/main" val="1256280051"/>
                    </a:ext>
                  </a:extLst>
                </a:gridCol>
                <a:gridCol w="1015640">
                  <a:extLst>
                    <a:ext uri="{9D8B030D-6E8A-4147-A177-3AD203B41FA5}">
                      <a16:colId xmlns:a16="http://schemas.microsoft.com/office/drawing/2014/main" val="1074418505"/>
                    </a:ext>
                  </a:extLst>
                </a:gridCol>
              </a:tblGrid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7030A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926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8937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bc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97679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df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84426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57800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37306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45218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0070C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ce</a:t>
                      </a:r>
                      <a:endParaRPr lang="en-IN" dirty="0">
                        <a:solidFill>
                          <a:srgbClr val="0070C0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2060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055615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eg</a:t>
                      </a:r>
                      <a:endParaRPr lang="en-IN" dirty="0">
                        <a:solidFill>
                          <a:schemeClr val="bg1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73352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</a:t>
                      </a:r>
                      <a:endParaRPr lang="en-IN" dirty="0">
                        <a:solidFill>
                          <a:schemeClr val="bg1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83700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fg</a:t>
                      </a:r>
                      <a:endParaRPr lang="en-IN" dirty="0">
                        <a:solidFill>
                          <a:schemeClr val="bg1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840028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417391"/>
                  </a:ext>
                </a:extLst>
              </a:tr>
              <a:tr h="33687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058434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9E915F-359A-F6AB-98CF-9D58BF338147}"/>
              </a:ext>
            </a:extLst>
          </p:cNvPr>
          <p:cNvCxnSpPr>
            <a:stCxn id="40" idx="3"/>
            <a:endCxn id="39" idx="7"/>
          </p:cNvCxnSpPr>
          <p:nvPr/>
        </p:nvCxnSpPr>
        <p:spPr>
          <a:xfrm flipH="1">
            <a:off x="7338075" y="2471089"/>
            <a:ext cx="679207" cy="1039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803AB8-3196-575B-F0A8-3DF059C7195D}"/>
              </a:ext>
            </a:extLst>
          </p:cNvPr>
          <p:cNvSpPr txBox="1"/>
          <p:nvPr/>
        </p:nvSpPr>
        <p:spPr>
          <a:xfrm>
            <a:off x="7425632" y="2633312"/>
            <a:ext cx="49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49CEB-BCBC-B516-977B-D93B251C47AF}"/>
              </a:ext>
            </a:extLst>
          </p:cNvPr>
          <p:cNvSpPr txBox="1"/>
          <p:nvPr/>
        </p:nvSpPr>
        <p:spPr>
          <a:xfrm>
            <a:off x="6482862" y="5697415"/>
            <a:ext cx="532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Number of connected components =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B33AD2-A36C-42E8-15B3-8B847D79D213}"/>
              </a:ext>
            </a:extLst>
          </p:cNvPr>
          <p:cNvCxnSpPr>
            <a:stCxn id="40" idx="6"/>
            <a:endCxn id="42" idx="2"/>
          </p:cNvCxnSpPr>
          <p:nvPr/>
        </p:nvCxnSpPr>
        <p:spPr>
          <a:xfrm flipV="1">
            <a:off x="8527602" y="2151241"/>
            <a:ext cx="1488829" cy="108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F95974-237D-4311-ACFD-8AA6287B11B4}"/>
              </a:ext>
            </a:extLst>
          </p:cNvPr>
          <p:cNvSpPr txBox="1"/>
          <p:nvPr/>
        </p:nvSpPr>
        <p:spPr>
          <a:xfrm>
            <a:off x="9102031" y="1852302"/>
            <a:ext cx="27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120907-D646-BD37-049F-FE9FA7EFA0EE}"/>
              </a:ext>
            </a:extLst>
          </p:cNvPr>
          <p:cNvCxnSpPr>
            <a:stCxn id="41" idx="6"/>
            <a:endCxn id="44" idx="2"/>
          </p:cNvCxnSpPr>
          <p:nvPr/>
        </p:nvCxnSpPr>
        <p:spPr>
          <a:xfrm flipV="1">
            <a:off x="8527601" y="4917833"/>
            <a:ext cx="1488829" cy="2168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C106A0-4B73-A43C-6CDA-9A18E41E9220}"/>
              </a:ext>
            </a:extLst>
          </p:cNvPr>
          <p:cNvSpPr txBox="1"/>
          <p:nvPr/>
        </p:nvSpPr>
        <p:spPr>
          <a:xfrm>
            <a:off x="9165925" y="5015053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0FD5F3-727A-C5AE-68E2-6B11FD426F65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7331847" y="3985718"/>
            <a:ext cx="685434" cy="9376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7F0245B-83B9-E827-AFC4-9AA0FB57CA16}"/>
              </a:ext>
            </a:extLst>
          </p:cNvPr>
          <p:cNvSpPr txBox="1"/>
          <p:nvPr/>
        </p:nvSpPr>
        <p:spPr>
          <a:xfrm>
            <a:off x="7204190" y="4348445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6372DF-CCA1-EAEF-4E74-827CFCCFD3F3}"/>
              </a:ext>
            </a:extLst>
          </p:cNvPr>
          <p:cNvCxnSpPr>
            <a:stCxn id="39" idx="6"/>
            <a:endCxn id="43" idx="2"/>
          </p:cNvCxnSpPr>
          <p:nvPr/>
        </p:nvCxnSpPr>
        <p:spPr>
          <a:xfrm flipV="1">
            <a:off x="7425632" y="3657658"/>
            <a:ext cx="1676399" cy="64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A67F9F2-BD81-F030-A359-F24C3152A641}"/>
              </a:ext>
            </a:extLst>
          </p:cNvPr>
          <p:cNvSpPr txBox="1"/>
          <p:nvPr/>
        </p:nvSpPr>
        <p:spPr>
          <a:xfrm>
            <a:off x="8017281" y="3386466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37F622-A122-3253-4909-7E49883CE20F}"/>
              </a:ext>
            </a:extLst>
          </p:cNvPr>
          <p:cNvCxnSpPr>
            <a:stCxn id="43" idx="6"/>
            <a:endCxn id="45" idx="2"/>
          </p:cNvCxnSpPr>
          <p:nvPr/>
        </p:nvCxnSpPr>
        <p:spPr>
          <a:xfrm flipV="1">
            <a:off x="9699908" y="3563873"/>
            <a:ext cx="1676399" cy="937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4A1BE4B-93D7-D499-28CF-B53F9A4A1BC2}"/>
              </a:ext>
            </a:extLst>
          </p:cNvPr>
          <p:cNvSpPr txBox="1"/>
          <p:nvPr/>
        </p:nvSpPr>
        <p:spPr>
          <a:xfrm>
            <a:off x="10420876" y="3294212"/>
            <a:ext cx="386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1C7A699A-C26E-7832-E92C-45A2AC9BE561}"/>
              </a:ext>
            </a:extLst>
          </p:cNvPr>
          <p:cNvSpPr/>
          <p:nvPr/>
        </p:nvSpPr>
        <p:spPr>
          <a:xfrm>
            <a:off x="1838929" y="4618894"/>
            <a:ext cx="254874" cy="1447853"/>
          </a:xfrm>
          <a:prstGeom prst="lef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D6EFFD33-7364-981B-A589-E7D83218560A}"/>
              </a:ext>
            </a:extLst>
          </p:cNvPr>
          <p:cNvSpPr/>
          <p:nvPr/>
        </p:nvSpPr>
        <p:spPr>
          <a:xfrm>
            <a:off x="1449429" y="4973542"/>
            <a:ext cx="398584" cy="73855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7456BC-8EFD-D8E7-9A9F-22E5A827F721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4BD8BB-DAF9-13C4-0486-44BF29BA8FD4}"/>
              </a:ext>
            </a:extLst>
          </p:cNvPr>
          <p:cNvSpPr txBox="1"/>
          <p:nvPr/>
        </p:nvSpPr>
        <p:spPr>
          <a:xfrm>
            <a:off x="2148620" y="6400800"/>
            <a:ext cx="4334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{ab, </a:t>
            </a:r>
            <a:r>
              <a:rPr lang="en-US" sz="2400" b="1" dirty="0" err="1"/>
              <a:t>bc</a:t>
            </a:r>
            <a:r>
              <a:rPr lang="en-US" sz="2400" b="1" dirty="0"/>
              <a:t>, </a:t>
            </a:r>
            <a:r>
              <a:rPr lang="en-US" sz="2400" b="1" dirty="0" err="1"/>
              <a:t>df</a:t>
            </a:r>
            <a:r>
              <a:rPr lang="en-US" sz="2400" b="1" dirty="0"/>
              <a:t>, ad, ae, </a:t>
            </a:r>
            <a:r>
              <a:rPr lang="en-US" sz="2400" b="1" dirty="0" err="1"/>
              <a:t>eg</a:t>
            </a:r>
            <a:r>
              <a:rPr lang="en-US" sz="2400" b="1" dirty="0"/>
              <a:t>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8971147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6804674-F1BB-0E45-EFD5-49A923A38A1A}"/>
              </a:ext>
            </a:extLst>
          </p:cNvPr>
          <p:cNvSpPr/>
          <p:nvPr/>
        </p:nvSpPr>
        <p:spPr>
          <a:xfrm>
            <a:off x="6827755" y="3423196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17281A-8304-48A7-D4BB-84BB98D41A02}"/>
              </a:ext>
            </a:extLst>
          </p:cNvPr>
          <p:cNvSpPr/>
          <p:nvPr/>
        </p:nvSpPr>
        <p:spPr>
          <a:xfrm>
            <a:off x="7929725" y="196076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DD7F13C-CF73-D4FB-4ABA-D55EC28FBDDA}"/>
              </a:ext>
            </a:extLst>
          </p:cNvPr>
          <p:cNvSpPr/>
          <p:nvPr/>
        </p:nvSpPr>
        <p:spPr>
          <a:xfrm>
            <a:off x="7929724" y="4835772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387C43-E90C-FDEB-7D34-E79A20E4D08D}"/>
              </a:ext>
            </a:extLst>
          </p:cNvPr>
          <p:cNvSpPr/>
          <p:nvPr/>
        </p:nvSpPr>
        <p:spPr>
          <a:xfrm>
            <a:off x="9985167" y="195324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375AAB-B392-40D5-4513-1C16AD82B715}"/>
              </a:ext>
            </a:extLst>
          </p:cNvPr>
          <p:cNvSpPr/>
          <p:nvPr/>
        </p:nvSpPr>
        <p:spPr>
          <a:xfrm>
            <a:off x="8973671" y="3358719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B45D0B-431C-612E-B434-31805135AD0D}"/>
              </a:ext>
            </a:extLst>
          </p:cNvPr>
          <p:cNvSpPr/>
          <p:nvPr/>
        </p:nvSpPr>
        <p:spPr>
          <a:xfrm>
            <a:off x="10016430" y="4618894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81FA24-C4F7-BC43-EA46-AC18008ADDDD}"/>
              </a:ext>
            </a:extLst>
          </p:cNvPr>
          <p:cNvSpPr/>
          <p:nvPr/>
        </p:nvSpPr>
        <p:spPr>
          <a:xfrm>
            <a:off x="11020043" y="3303298"/>
            <a:ext cx="597877" cy="59787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9E915F-359A-F6AB-98CF-9D58BF338147}"/>
              </a:ext>
            </a:extLst>
          </p:cNvPr>
          <p:cNvCxnSpPr>
            <a:stCxn id="40" idx="3"/>
            <a:endCxn id="39" idx="7"/>
          </p:cNvCxnSpPr>
          <p:nvPr/>
        </p:nvCxnSpPr>
        <p:spPr>
          <a:xfrm flipH="1">
            <a:off x="7338075" y="2471089"/>
            <a:ext cx="679207" cy="1039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803AB8-3196-575B-F0A8-3DF059C7195D}"/>
              </a:ext>
            </a:extLst>
          </p:cNvPr>
          <p:cNvSpPr txBox="1"/>
          <p:nvPr/>
        </p:nvSpPr>
        <p:spPr>
          <a:xfrm>
            <a:off x="7425632" y="2633312"/>
            <a:ext cx="49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49CEB-BCBC-B516-977B-D93B251C47AF}"/>
              </a:ext>
            </a:extLst>
          </p:cNvPr>
          <p:cNvSpPr txBox="1"/>
          <p:nvPr/>
        </p:nvSpPr>
        <p:spPr>
          <a:xfrm>
            <a:off x="8860693" y="1361902"/>
            <a:ext cx="103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MST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B33AD2-A36C-42E8-15B3-8B847D79D213}"/>
              </a:ext>
            </a:extLst>
          </p:cNvPr>
          <p:cNvCxnSpPr>
            <a:stCxn id="40" idx="6"/>
            <a:endCxn id="42" idx="2"/>
          </p:cNvCxnSpPr>
          <p:nvPr/>
        </p:nvCxnSpPr>
        <p:spPr>
          <a:xfrm flipV="1">
            <a:off x="8527602" y="2252183"/>
            <a:ext cx="1457565" cy="75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F95974-237D-4311-ACFD-8AA6287B11B4}"/>
              </a:ext>
            </a:extLst>
          </p:cNvPr>
          <p:cNvSpPr txBox="1"/>
          <p:nvPr/>
        </p:nvSpPr>
        <p:spPr>
          <a:xfrm>
            <a:off x="9102031" y="1852302"/>
            <a:ext cx="27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120907-D646-BD37-049F-FE9FA7EFA0EE}"/>
              </a:ext>
            </a:extLst>
          </p:cNvPr>
          <p:cNvCxnSpPr>
            <a:stCxn id="41" idx="6"/>
            <a:endCxn id="44" idx="2"/>
          </p:cNvCxnSpPr>
          <p:nvPr/>
        </p:nvCxnSpPr>
        <p:spPr>
          <a:xfrm flipV="1">
            <a:off x="8527601" y="4917833"/>
            <a:ext cx="1488829" cy="2168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C106A0-4B73-A43C-6CDA-9A18E41E9220}"/>
              </a:ext>
            </a:extLst>
          </p:cNvPr>
          <p:cNvSpPr txBox="1"/>
          <p:nvPr/>
        </p:nvSpPr>
        <p:spPr>
          <a:xfrm>
            <a:off x="9165925" y="5015053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0FD5F3-727A-C5AE-68E2-6B11FD426F65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7331847" y="3985718"/>
            <a:ext cx="685434" cy="9376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7F0245B-83B9-E827-AFC4-9AA0FB57CA16}"/>
              </a:ext>
            </a:extLst>
          </p:cNvPr>
          <p:cNvSpPr txBox="1"/>
          <p:nvPr/>
        </p:nvSpPr>
        <p:spPr>
          <a:xfrm>
            <a:off x="7204190" y="4348445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6372DF-CCA1-EAEF-4E74-827CFCCFD3F3}"/>
              </a:ext>
            </a:extLst>
          </p:cNvPr>
          <p:cNvCxnSpPr>
            <a:stCxn id="39" idx="6"/>
            <a:endCxn id="43" idx="2"/>
          </p:cNvCxnSpPr>
          <p:nvPr/>
        </p:nvCxnSpPr>
        <p:spPr>
          <a:xfrm flipV="1">
            <a:off x="7425632" y="3657658"/>
            <a:ext cx="1548039" cy="64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A67F9F2-BD81-F030-A359-F24C3152A641}"/>
              </a:ext>
            </a:extLst>
          </p:cNvPr>
          <p:cNvSpPr txBox="1"/>
          <p:nvPr/>
        </p:nvSpPr>
        <p:spPr>
          <a:xfrm>
            <a:off x="8017281" y="3386466"/>
            <a:ext cx="470088" cy="36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37F622-A122-3253-4909-7E49883CE20F}"/>
              </a:ext>
            </a:extLst>
          </p:cNvPr>
          <p:cNvCxnSpPr>
            <a:stCxn id="43" idx="6"/>
            <a:endCxn id="45" idx="2"/>
          </p:cNvCxnSpPr>
          <p:nvPr/>
        </p:nvCxnSpPr>
        <p:spPr>
          <a:xfrm flipV="1">
            <a:off x="9571548" y="3602237"/>
            <a:ext cx="1448495" cy="554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4A1BE4B-93D7-D499-28CF-B53F9A4A1BC2}"/>
              </a:ext>
            </a:extLst>
          </p:cNvPr>
          <p:cNvSpPr txBox="1"/>
          <p:nvPr/>
        </p:nvSpPr>
        <p:spPr>
          <a:xfrm>
            <a:off x="10420876" y="3294212"/>
            <a:ext cx="386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7456BC-8EFD-D8E7-9A9F-22E5A827F721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Kruskal’s Algorithm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59411E-E4ED-1326-146B-F3E2F9ECEC4C}"/>
              </a:ext>
            </a:extLst>
          </p:cNvPr>
          <p:cNvSpPr txBox="1"/>
          <p:nvPr/>
        </p:nvSpPr>
        <p:spPr>
          <a:xfrm>
            <a:off x="6273800" y="5778500"/>
            <a:ext cx="57003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Cost = 1 + 2 + 2 + 4 + 2 + 2 = </a:t>
            </a:r>
            <a:r>
              <a:rPr lang="en-US" sz="4400" b="1" dirty="0">
                <a:solidFill>
                  <a:srgbClr val="C00000"/>
                </a:solidFill>
                <a:latin typeface="Comic Sans MS" panose="030F0702030302020204" pitchFamily="66" charset="0"/>
              </a:rPr>
              <a:t>13</a:t>
            </a:r>
            <a:endParaRPr lang="en-IN" sz="2800" b="1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FADEDE1-8F2F-CC4D-F596-1F28ED576281}"/>
              </a:ext>
            </a:extLst>
          </p:cNvPr>
          <p:cNvGrpSpPr/>
          <p:nvPr/>
        </p:nvGrpSpPr>
        <p:grpSpPr>
          <a:xfrm>
            <a:off x="0" y="2450179"/>
            <a:ext cx="4681839" cy="3387904"/>
            <a:chOff x="879231" y="2016368"/>
            <a:chExt cx="5146429" cy="3677853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21E7D43-0CA0-D9CD-5BE8-C55B39BA010A}"/>
                </a:ext>
              </a:extLst>
            </p:cNvPr>
            <p:cNvSpPr/>
            <p:nvPr/>
          </p:nvSpPr>
          <p:spPr>
            <a:xfrm>
              <a:off x="879231" y="3587262"/>
              <a:ext cx="597877" cy="59787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latin typeface="Arial Black" panose="020B0A04020102020204" pitchFamily="34" charset="0"/>
                </a:rPr>
                <a:t>a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D39E4DB-BE28-2F1B-D7D4-A724E005B442}"/>
                </a:ext>
              </a:extLst>
            </p:cNvPr>
            <p:cNvSpPr/>
            <p:nvPr/>
          </p:nvSpPr>
          <p:spPr>
            <a:xfrm>
              <a:off x="1981201" y="2124835"/>
              <a:ext cx="597877" cy="59787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latin typeface="Arial Black" panose="020B0A04020102020204" pitchFamily="34" charset="0"/>
                </a:rPr>
                <a:t>b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0C6A20A-877D-B7AB-1C3B-E3623BD432D9}"/>
                </a:ext>
              </a:extLst>
            </p:cNvPr>
            <p:cNvSpPr/>
            <p:nvPr/>
          </p:nvSpPr>
          <p:spPr>
            <a:xfrm>
              <a:off x="1981200" y="4999838"/>
              <a:ext cx="597877" cy="59787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latin typeface="Arial Black" panose="020B0A04020102020204" pitchFamily="34" charset="0"/>
                </a:rPr>
                <a:t>d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CAB2DCF-2B87-5BAE-E4FB-892FC38DA79D}"/>
                </a:ext>
              </a:extLst>
            </p:cNvPr>
            <p:cNvSpPr/>
            <p:nvPr/>
          </p:nvSpPr>
          <p:spPr>
            <a:xfrm>
              <a:off x="4067907" y="2016368"/>
              <a:ext cx="597877" cy="59787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latin typeface="Arial Black" panose="020B0A04020102020204" pitchFamily="34" charset="0"/>
                </a:rPr>
                <a:t>c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4F53EAB-BD14-720D-F091-BC21E42C1F95}"/>
                </a:ext>
              </a:extLst>
            </p:cNvPr>
            <p:cNvSpPr/>
            <p:nvPr/>
          </p:nvSpPr>
          <p:spPr>
            <a:xfrm>
              <a:off x="3153507" y="3522785"/>
              <a:ext cx="597877" cy="59787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latin typeface="Arial Black" panose="020B0A04020102020204" pitchFamily="34" charset="0"/>
                </a:rPr>
                <a:t>e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C951C0C-172C-2A5A-9A06-C625924AD535}"/>
                </a:ext>
              </a:extLst>
            </p:cNvPr>
            <p:cNvSpPr/>
            <p:nvPr/>
          </p:nvSpPr>
          <p:spPr>
            <a:xfrm>
              <a:off x="4067906" y="4782960"/>
              <a:ext cx="597877" cy="59787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latin typeface="Arial Black" panose="020B0A04020102020204" pitchFamily="34" charset="0"/>
                </a:rPr>
                <a:t>f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5A306F0-3E4D-3BBD-D2AB-BDCCEC152327}"/>
                </a:ext>
              </a:extLst>
            </p:cNvPr>
            <p:cNvSpPr/>
            <p:nvPr/>
          </p:nvSpPr>
          <p:spPr>
            <a:xfrm>
              <a:off x="5427783" y="3429000"/>
              <a:ext cx="597877" cy="59787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latin typeface="Arial Black" panose="020B0A04020102020204" pitchFamily="34" charset="0"/>
                </a:rPr>
                <a:t>g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740FB89-503C-2D0D-0587-31BBF1B2B454}"/>
                </a:ext>
              </a:extLst>
            </p:cNvPr>
            <p:cNvCxnSpPr>
              <a:stCxn id="29" idx="7"/>
              <a:endCxn id="30" idx="3"/>
            </p:cNvCxnSpPr>
            <p:nvPr/>
          </p:nvCxnSpPr>
          <p:spPr>
            <a:xfrm flipV="1">
              <a:off x="1389551" y="2635155"/>
              <a:ext cx="679207" cy="1039664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430A54D-75BE-8975-3DD8-BCCD13C43A6D}"/>
                </a:ext>
              </a:extLst>
            </p:cNvPr>
            <p:cNvCxnSpPr>
              <a:stCxn id="29" idx="5"/>
              <a:endCxn id="31" idx="1"/>
            </p:cNvCxnSpPr>
            <p:nvPr/>
          </p:nvCxnSpPr>
          <p:spPr>
            <a:xfrm>
              <a:off x="1389551" y="4097582"/>
              <a:ext cx="679206" cy="989813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F4CBEA8-2A50-B71D-A93D-7D405AF563EC}"/>
                </a:ext>
              </a:extLst>
            </p:cNvPr>
            <p:cNvCxnSpPr>
              <a:stCxn id="30" idx="6"/>
              <a:endCxn id="32" idx="2"/>
            </p:cNvCxnSpPr>
            <p:nvPr/>
          </p:nvCxnSpPr>
          <p:spPr>
            <a:xfrm flipV="1">
              <a:off x="2579078" y="2315307"/>
              <a:ext cx="1488829" cy="108467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27F2F2B-F1AD-5FAC-5C54-E0526852273F}"/>
                </a:ext>
              </a:extLst>
            </p:cNvPr>
            <p:cNvCxnSpPr>
              <a:stCxn id="31" idx="6"/>
              <a:endCxn id="34" idx="3"/>
            </p:cNvCxnSpPr>
            <p:nvPr/>
          </p:nvCxnSpPr>
          <p:spPr>
            <a:xfrm flipV="1">
              <a:off x="2579077" y="5293280"/>
              <a:ext cx="1576386" cy="5497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CE46373-938A-D917-5A1E-9D20DC960566}"/>
                </a:ext>
              </a:extLst>
            </p:cNvPr>
            <p:cNvCxnSpPr>
              <a:stCxn id="33" idx="7"/>
              <a:endCxn id="32" idx="3"/>
            </p:cNvCxnSpPr>
            <p:nvPr/>
          </p:nvCxnSpPr>
          <p:spPr>
            <a:xfrm flipV="1">
              <a:off x="3663827" y="2526688"/>
              <a:ext cx="491637" cy="1083654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D73A3E0-7675-99C9-A2F8-52F6E38392D1}"/>
                </a:ext>
              </a:extLst>
            </p:cNvPr>
            <p:cNvCxnSpPr>
              <a:stCxn id="31" idx="7"/>
              <a:endCxn id="33" idx="3"/>
            </p:cNvCxnSpPr>
            <p:nvPr/>
          </p:nvCxnSpPr>
          <p:spPr>
            <a:xfrm flipV="1">
              <a:off x="2491520" y="4033105"/>
              <a:ext cx="749544" cy="105429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A562B3F-B6DC-C5AA-0B01-115E0F0E6F1B}"/>
                </a:ext>
              </a:extLst>
            </p:cNvPr>
            <p:cNvCxnSpPr>
              <a:stCxn id="29" idx="6"/>
              <a:endCxn id="33" idx="2"/>
            </p:cNvCxnSpPr>
            <p:nvPr/>
          </p:nvCxnSpPr>
          <p:spPr>
            <a:xfrm flipV="1">
              <a:off x="1477108" y="3821724"/>
              <a:ext cx="1676399" cy="64477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37BC453-C433-147D-7973-8615BD2C19D9}"/>
                </a:ext>
              </a:extLst>
            </p:cNvPr>
            <p:cNvCxnSpPr>
              <a:stCxn id="32" idx="5"/>
              <a:endCxn id="35" idx="1"/>
            </p:cNvCxnSpPr>
            <p:nvPr/>
          </p:nvCxnSpPr>
          <p:spPr>
            <a:xfrm>
              <a:off x="4578227" y="2526688"/>
              <a:ext cx="937113" cy="9898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435E35E-3E68-CBC5-29BC-399ED3626D09}"/>
                </a:ext>
              </a:extLst>
            </p:cNvPr>
            <p:cNvCxnSpPr>
              <a:stCxn id="34" idx="7"/>
              <a:endCxn id="35" idx="3"/>
            </p:cNvCxnSpPr>
            <p:nvPr/>
          </p:nvCxnSpPr>
          <p:spPr>
            <a:xfrm flipV="1">
              <a:off x="4578226" y="3939320"/>
              <a:ext cx="937114" cy="931197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C7DD458-E251-8847-51F7-F02DDC2609BE}"/>
                </a:ext>
              </a:extLst>
            </p:cNvPr>
            <p:cNvCxnSpPr>
              <a:stCxn id="33" idx="5"/>
              <a:endCxn id="34" idx="1"/>
            </p:cNvCxnSpPr>
            <p:nvPr/>
          </p:nvCxnSpPr>
          <p:spPr>
            <a:xfrm>
              <a:off x="3663827" y="4033105"/>
              <a:ext cx="491636" cy="837412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ACFBA1D-7E0C-C5B9-DA35-4243B06135CA}"/>
                </a:ext>
              </a:extLst>
            </p:cNvPr>
            <p:cNvCxnSpPr>
              <a:stCxn id="33" idx="6"/>
              <a:endCxn id="35" idx="2"/>
            </p:cNvCxnSpPr>
            <p:nvPr/>
          </p:nvCxnSpPr>
          <p:spPr>
            <a:xfrm flipV="1">
              <a:off x="3751384" y="3727939"/>
              <a:ext cx="1676399" cy="93785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19FEA60-1753-FDFE-104D-10ABDF3DD03F}"/>
                </a:ext>
              </a:extLst>
            </p:cNvPr>
            <p:cNvCxnSpPr>
              <a:stCxn id="30" idx="5"/>
              <a:endCxn id="33" idx="1"/>
            </p:cNvCxnSpPr>
            <p:nvPr/>
          </p:nvCxnSpPr>
          <p:spPr>
            <a:xfrm>
              <a:off x="2491521" y="2635155"/>
              <a:ext cx="749543" cy="9751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42A6A1-459F-815B-4F40-014FA3D5FC73}"/>
                </a:ext>
              </a:extLst>
            </p:cNvPr>
            <p:cNvSpPr txBox="1"/>
            <p:nvPr/>
          </p:nvSpPr>
          <p:spPr>
            <a:xfrm>
              <a:off x="1421240" y="2895602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61917AA-A9A8-E5FA-615A-D51E31BF3173}"/>
                </a:ext>
              </a:extLst>
            </p:cNvPr>
            <p:cNvSpPr txBox="1"/>
            <p:nvPr/>
          </p:nvSpPr>
          <p:spPr>
            <a:xfrm>
              <a:off x="1439192" y="4618894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7DB5C6E-3F4C-DEB3-91A0-CFF94B604F17}"/>
                </a:ext>
              </a:extLst>
            </p:cNvPr>
            <p:cNvSpPr txBox="1"/>
            <p:nvPr/>
          </p:nvSpPr>
          <p:spPr>
            <a:xfrm>
              <a:off x="3182449" y="5293280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BC77A91-F6CC-0E89-3962-646BCDE56CD5}"/>
                </a:ext>
              </a:extLst>
            </p:cNvPr>
            <p:cNvSpPr txBox="1"/>
            <p:nvPr/>
          </p:nvSpPr>
          <p:spPr>
            <a:xfrm>
              <a:off x="2207337" y="3505173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2703CA1-C017-F0DB-817E-8CAC4174453E}"/>
                </a:ext>
              </a:extLst>
            </p:cNvPr>
            <p:cNvSpPr txBox="1"/>
            <p:nvPr/>
          </p:nvSpPr>
          <p:spPr>
            <a:xfrm>
              <a:off x="3185198" y="2019245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D2E0C05-C80C-DAF7-CCFB-C216B91C920F}"/>
                </a:ext>
              </a:extLst>
            </p:cNvPr>
            <p:cNvSpPr txBox="1"/>
            <p:nvPr/>
          </p:nvSpPr>
          <p:spPr>
            <a:xfrm>
              <a:off x="2866290" y="2866083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0AC5823-1226-A342-3F61-B37B40E9B253}"/>
                </a:ext>
              </a:extLst>
            </p:cNvPr>
            <p:cNvSpPr txBox="1"/>
            <p:nvPr/>
          </p:nvSpPr>
          <p:spPr>
            <a:xfrm>
              <a:off x="3868899" y="2986426"/>
              <a:ext cx="3634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00CD0C7-25AC-D665-3D2B-9D32989BBAFC}"/>
                </a:ext>
              </a:extLst>
            </p:cNvPr>
            <p:cNvSpPr txBox="1"/>
            <p:nvPr/>
          </p:nvSpPr>
          <p:spPr>
            <a:xfrm>
              <a:off x="4522133" y="3505173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8F8F619-FFD9-6F30-B9CC-10897F307426}"/>
                </a:ext>
              </a:extLst>
            </p:cNvPr>
            <p:cNvSpPr txBox="1"/>
            <p:nvPr/>
          </p:nvSpPr>
          <p:spPr>
            <a:xfrm>
              <a:off x="4982305" y="4375584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56C6830-4029-F94C-39C1-34263EB21EF9}"/>
                </a:ext>
              </a:extLst>
            </p:cNvPr>
            <p:cNvSpPr txBox="1"/>
            <p:nvPr/>
          </p:nvSpPr>
          <p:spPr>
            <a:xfrm>
              <a:off x="3909645" y="4267145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8C44F64-3DF7-D589-CDF6-112DDD53F717}"/>
                </a:ext>
              </a:extLst>
            </p:cNvPr>
            <p:cNvSpPr txBox="1"/>
            <p:nvPr/>
          </p:nvSpPr>
          <p:spPr>
            <a:xfrm>
              <a:off x="2707661" y="4147423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900E471-6A10-9779-1773-1E9A6779B332}"/>
                </a:ext>
              </a:extLst>
            </p:cNvPr>
            <p:cNvSpPr txBox="1"/>
            <p:nvPr/>
          </p:nvSpPr>
          <p:spPr>
            <a:xfrm>
              <a:off x="5046414" y="2836956"/>
              <a:ext cx="363415" cy="40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00000"/>
                  </a:solidFill>
                </a:rPr>
                <a:t>6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8C938B9-F7C7-D947-910B-53D8DED2D6CA}"/>
              </a:ext>
            </a:extLst>
          </p:cNvPr>
          <p:cNvSpPr txBox="1"/>
          <p:nvPr/>
        </p:nvSpPr>
        <p:spPr>
          <a:xfrm>
            <a:off x="658384" y="6204028"/>
            <a:ext cx="4334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{ab, </a:t>
            </a:r>
            <a:r>
              <a:rPr lang="en-US" sz="2400" b="1" dirty="0" err="1"/>
              <a:t>bc</a:t>
            </a:r>
            <a:r>
              <a:rPr lang="en-US" sz="2400" b="1" dirty="0"/>
              <a:t>, </a:t>
            </a:r>
            <a:r>
              <a:rPr lang="en-US" sz="2400" b="1" dirty="0" err="1"/>
              <a:t>df</a:t>
            </a:r>
            <a:r>
              <a:rPr lang="en-US" sz="2400" b="1" dirty="0"/>
              <a:t>, ad, ae, </a:t>
            </a:r>
            <a:r>
              <a:rPr lang="en-US" sz="2400" b="1" dirty="0" err="1"/>
              <a:t>eg</a:t>
            </a:r>
            <a:r>
              <a:rPr lang="en-US" sz="2400" b="1" dirty="0"/>
              <a:t>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3142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6" grpId="0"/>
      <p:bldP spid="16" grpId="0"/>
      <p:bldP spid="9" grpId="0"/>
      <p:bldP spid="11" grpId="0"/>
      <p:bldP spid="22" grpId="0"/>
      <p:bldP spid="24" grpId="0"/>
      <p:bldP spid="15" grpId="0"/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7456BC-8EFD-D8E7-9A9F-22E5A827F721}"/>
              </a:ext>
            </a:extLst>
          </p:cNvPr>
          <p:cNvSpPr/>
          <p:nvPr/>
        </p:nvSpPr>
        <p:spPr>
          <a:xfrm>
            <a:off x="0" y="11556"/>
            <a:ext cx="11341099" cy="1249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Kruskal’s Algorithm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seudocode - Kruskal's Algorithm - Modify to matrix data structure? - Stack  Overflow">
            <a:extLst>
              <a:ext uri="{FF2B5EF4-FFF2-40B4-BE49-F238E27FC236}">
                <a16:creationId xmlns:a16="http://schemas.microsoft.com/office/drawing/2014/main" id="{44692FC2-B112-63C6-F7A8-24D7F5E3D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5750" y="2084546"/>
            <a:ext cx="10462750" cy="436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1D6DE0-0505-DE7F-CA13-312365607633}"/>
              </a:ext>
            </a:extLst>
          </p:cNvPr>
          <p:cNvSpPr txBox="1"/>
          <p:nvPr/>
        </p:nvSpPr>
        <p:spPr>
          <a:xfrm>
            <a:off x="6860050" y="1893188"/>
            <a:ext cx="66654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omic Sans MS" panose="030F0702030302020204" pitchFamily="66" charset="0"/>
              </a:rPr>
              <a:t>No. of Make-Set operation = V</a:t>
            </a:r>
          </a:p>
          <a:p>
            <a:r>
              <a:rPr lang="en-US" b="1" dirty="0">
                <a:solidFill>
                  <a:srgbClr val="00B050"/>
                </a:solidFill>
                <a:latin typeface="Comic Sans MS" panose="030F0702030302020204" pitchFamily="66" charset="0"/>
              </a:rPr>
              <a:t>No. of Find-Set operation = 2E</a:t>
            </a:r>
          </a:p>
          <a:p>
            <a:r>
              <a:rPr lang="en-US" b="1" dirty="0">
                <a:solidFill>
                  <a:srgbClr val="00B050"/>
                </a:solidFill>
                <a:latin typeface="Comic Sans MS" panose="030F0702030302020204" pitchFamily="66" charset="0"/>
              </a:rPr>
              <a:t>No. of Union operation = V – 1</a:t>
            </a:r>
          </a:p>
          <a:p>
            <a:r>
              <a:rPr lang="en-US" b="1" dirty="0">
                <a:solidFill>
                  <a:srgbClr val="00B050"/>
                </a:solidFill>
                <a:latin typeface="Comic Sans MS" panose="030F0702030302020204" pitchFamily="66" charset="0"/>
              </a:rPr>
              <a:t>------------------------------</a:t>
            </a:r>
          </a:p>
          <a:p>
            <a:r>
              <a:rPr lang="en-US" b="1" dirty="0">
                <a:solidFill>
                  <a:srgbClr val="00B050"/>
                </a:solidFill>
                <a:latin typeface="Comic Sans MS" panose="030F0702030302020204" pitchFamily="66" charset="0"/>
              </a:rPr>
              <a:t>Total Number of operation = 2V + 2E – 1</a:t>
            </a:r>
          </a:p>
          <a:p>
            <a:r>
              <a:rPr lang="en-US" b="1" dirty="0">
                <a:solidFill>
                  <a:srgbClr val="00B050"/>
                </a:solidFill>
                <a:latin typeface="Comic Sans MS" panose="030F0702030302020204" pitchFamily="66" charset="0"/>
              </a:rPr>
              <a:t>                               = </a:t>
            </a:r>
            <a:r>
              <a:rPr lang="en-US" b="1" dirty="0">
                <a:solidFill>
                  <a:srgbClr val="C00000"/>
                </a:solidFill>
                <a:latin typeface="Arial Black" panose="020B0A04020102020204" pitchFamily="34" charset="0"/>
              </a:rPr>
              <a:t>O(V + E)</a:t>
            </a:r>
          </a:p>
          <a:p>
            <a:endParaRPr lang="en-IN" b="1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4560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35E166-EDA0-EF9B-2C40-DE55A9E0ADDA}"/>
                  </a:ext>
                </a:extLst>
              </p:cNvPr>
              <p:cNvSpPr txBox="1"/>
              <p:nvPr/>
            </p:nvSpPr>
            <p:spPr>
              <a:xfrm>
                <a:off x="894080" y="3242198"/>
                <a:ext cx="1276731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4400" b="1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  <a:cs typeface="Aharoni" panose="02010803020104030203" pitchFamily="2" charset="-79"/>
                  </a:rPr>
                  <a:t>Claim 1</a:t>
                </a:r>
                <a:r>
                  <a:rPr lang="en-IN" sz="5400" dirty="0">
                    <a:solidFill>
                      <a:srgbClr val="002060"/>
                    </a:solidFill>
                    <a:latin typeface="Comic Sans MS" panose="030F0702030302020204" pitchFamily="66" charset="0"/>
                    <a:cs typeface="Aharoni" panose="02010803020104030203" pitchFamily="2" charset="-79"/>
                  </a:rPr>
                  <a:t>: </a:t>
                </a:r>
              </a:p>
              <a:p>
                <a:r>
                  <a:rPr lang="en-IN" sz="3600" b="1" i="1" dirty="0">
                    <a:solidFill>
                      <a:srgbClr val="002060"/>
                    </a:solidFill>
                    <a:latin typeface="Comic Sans MS" panose="030F0702030302020204" pitchFamily="66" charset="0"/>
                    <a:ea typeface="Cambria Math" panose="02040503050406030204" pitchFamily="18" charset="0"/>
                    <a:cs typeface="Aharoni" panose="02010803020104030203" pitchFamily="2" charset="-79"/>
                  </a:rPr>
                  <a:t>Union by rank gives running time = </a:t>
                </a:r>
                <a14:m>
                  <m:oMath xmlns:m="http://schemas.openxmlformats.org/officeDocument/2006/math">
                    <m:r>
                      <a:rPr lang="en-IN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haroni" panose="02010803020104030203" pitchFamily="2" charset="-79"/>
                      </a:rPr>
                      <m:t>𝜽</m:t>
                    </m:r>
                    <m:d>
                      <m:dPr>
                        <m:ctrlPr>
                          <a:rPr lang="en-IN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n-IN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haroni" panose="02010803020104030203" pitchFamily="2" charset="-79"/>
                          </a:rPr>
                          <m:t>𝒎</m:t>
                        </m:r>
                        <m:func>
                          <m:funcPr>
                            <m:ctrlPr>
                              <a:rPr lang="en-IN" sz="3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funcPr>
                          <m:fName>
                            <m:r>
                              <a:rPr lang="en-IN" sz="36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𝐥𝐨𝐠</m:t>
                            </m:r>
                          </m:fName>
                          <m:e>
                            <m:r>
                              <a:rPr lang="en-IN" sz="3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endParaRPr lang="en-IN" sz="3600" b="1" dirty="0">
                  <a:solidFill>
                    <a:srgbClr val="00B050"/>
                  </a:solidFill>
                  <a:latin typeface="Comic Sans MS" panose="030F0702030302020204" pitchFamily="66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35E166-EDA0-EF9B-2C40-DE55A9E0A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080" y="3242198"/>
                <a:ext cx="12767310" cy="1477328"/>
              </a:xfrm>
              <a:prstGeom prst="rect">
                <a:avLst/>
              </a:prstGeom>
              <a:blipFill>
                <a:blip r:embed="rId2"/>
                <a:stretch>
                  <a:fillRect l="-2006" t="-11570" b="-148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utoShape 2" descr="{\displaystyle \Theta (m\log n)}">
            <a:extLst>
              <a:ext uri="{FF2B5EF4-FFF2-40B4-BE49-F238E27FC236}">
                <a16:creationId xmlns:a16="http://schemas.microsoft.com/office/drawing/2014/main" id="{8759089D-F1D0-91BC-9F73-65C971F5CC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594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Comic Sans MS" panose="030F0702030302020204" pitchFamily="66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12B5D0-0725-C3DA-74FB-3F7FF9CFD554}"/>
              </a:ext>
            </a:extLst>
          </p:cNvPr>
          <p:cNvSpPr txBox="1"/>
          <p:nvPr/>
        </p:nvSpPr>
        <p:spPr>
          <a:xfrm>
            <a:off x="894080" y="1528421"/>
            <a:ext cx="8160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B050"/>
                </a:solidFill>
                <a:latin typeface="Comic Sans MS" panose="030F0702030302020204" pitchFamily="66" charset="0"/>
              </a:rPr>
              <a:t>m = total number of operations(find + union + </a:t>
            </a:r>
            <a:r>
              <a:rPr lang="en-IN" sz="2000" b="1" dirty="0" err="1">
                <a:solidFill>
                  <a:srgbClr val="00B050"/>
                </a:solidFill>
                <a:latin typeface="Comic Sans MS" panose="030F0702030302020204" pitchFamily="66" charset="0"/>
              </a:rPr>
              <a:t>makeset</a:t>
            </a:r>
            <a:r>
              <a:rPr lang="en-IN" sz="2000" b="1" dirty="0">
                <a:solidFill>
                  <a:srgbClr val="00B050"/>
                </a:solidFill>
                <a:latin typeface="Comic Sans MS" panose="030F0702030302020204" pitchFamily="66" charset="0"/>
              </a:rPr>
              <a:t>)</a:t>
            </a:r>
          </a:p>
          <a:p>
            <a:r>
              <a:rPr lang="en-IN" sz="2000" b="1" dirty="0">
                <a:solidFill>
                  <a:srgbClr val="002060"/>
                </a:solidFill>
                <a:latin typeface="Comic Sans MS" panose="030F0702030302020204" pitchFamily="66" charset="0"/>
              </a:rPr>
              <a:t>n  = total number of </a:t>
            </a:r>
            <a:r>
              <a:rPr lang="en-IN" sz="2000" b="1" dirty="0" err="1">
                <a:solidFill>
                  <a:srgbClr val="002060"/>
                </a:solidFill>
                <a:latin typeface="Comic Sans MS" panose="030F0702030302020204" pitchFamily="66" charset="0"/>
              </a:rPr>
              <a:t>makeset</a:t>
            </a:r>
            <a:r>
              <a:rPr lang="en-IN" sz="2000" b="1" dirty="0">
                <a:solidFill>
                  <a:srgbClr val="002060"/>
                </a:solidFill>
                <a:latin typeface="Comic Sans MS" panose="030F0702030302020204" pitchFamily="66" charset="0"/>
              </a:rPr>
              <a:t> operation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218AD9-C0B6-2321-E579-3CC3A7F0D136}"/>
              </a:ext>
            </a:extLst>
          </p:cNvPr>
          <p:cNvSpPr/>
          <p:nvPr/>
        </p:nvSpPr>
        <p:spPr>
          <a:xfrm>
            <a:off x="0" y="11842"/>
            <a:ext cx="12192000" cy="102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Disjoint Set Data Structure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130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7456BC-8EFD-D8E7-9A9F-22E5A827F721}"/>
              </a:ext>
            </a:extLst>
          </p:cNvPr>
          <p:cNvSpPr/>
          <p:nvPr/>
        </p:nvSpPr>
        <p:spPr>
          <a:xfrm>
            <a:off x="0" y="11556"/>
            <a:ext cx="12192000" cy="1249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Performance Analysis of Kruskal’s Algorithm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seudocode - Kruskal's Algorithm - Modify to matrix data structure? - Stack  Overflow">
            <a:extLst>
              <a:ext uri="{FF2B5EF4-FFF2-40B4-BE49-F238E27FC236}">
                <a16:creationId xmlns:a16="http://schemas.microsoft.com/office/drawing/2014/main" id="{44692FC2-B112-63C6-F7A8-24D7F5E3D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950" y="1493234"/>
            <a:ext cx="10462750" cy="436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5515BE03-8548-F4A5-950C-B36AC4975BB8}"/>
              </a:ext>
            </a:extLst>
          </p:cNvPr>
          <p:cNvSpPr/>
          <p:nvPr/>
        </p:nvSpPr>
        <p:spPr>
          <a:xfrm>
            <a:off x="10553700" y="1783396"/>
            <a:ext cx="1638300" cy="462566"/>
          </a:xfrm>
          <a:prstGeom prst="wedgeRectCallout">
            <a:avLst>
              <a:gd name="adj1" fmla="val -570790"/>
              <a:gd name="adj2" fmla="val 54263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O(1)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A3020CCA-3D40-7C33-91B9-CC0FA86B2C21}"/>
              </a:ext>
            </a:extLst>
          </p:cNvPr>
          <p:cNvSpPr/>
          <p:nvPr/>
        </p:nvSpPr>
        <p:spPr>
          <a:xfrm>
            <a:off x="10553700" y="2374836"/>
            <a:ext cx="1638300" cy="462566"/>
          </a:xfrm>
          <a:prstGeom prst="wedgeRectCallout">
            <a:avLst>
              <a:gd name="adj1" fmla="val -401926"/>
              <a:gd name="adj2" fmla="val 6250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O(V)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806840F1-728D-5E78-8E07-EE7745D7C40B}"/>
              </a:ext>
            </a:extLst>
          </p:cNvPr>
          <p:cNvSpPr/>
          <p:nvPr/>
        </p:nvSpPr>
        <p:spPr>
          <a:xfrm>
            <a:off x="4432300" y="2570988"/>
            <a:ext cx="266700" cy="636524"/>
          </a:xfrm>
          <a:prstGeom prst="rightBrace">
            <a:avLst/>
          </a:prstGeom>
          <a:solidFill>
            <a:srgbClr val="00B050"/>
          </a:solidFill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BBD83EBD-CF91-203E-1FD9-1E914E991153}"/>
              </a:ext>
            </a:extLst>
          </p:cNvPr>
          <p:cNvSpPr/>
          <p:nvPr/>
        </p:nvSpPr>
        <p:spPr>
          <a:xfrm>
            <a:off x="10553700" y="3045569"/>
            <a:ext cx="1638300" cy="462566"/>
          </a:xfrm>
          <a:prstGeom prst="wedgeRectCallout">
            <a:avLst>
              <a:gd name="adj1" fmla="val -130479"/>
              <a:gd name="adj2" fmla="val 54263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ElogE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65B479E2-2648-268C-9157-9B05452A6A00}"/>
              </a:ext>
            </a:extLst>
          </p:cNvPr>
          <p:cNvSpPr/>
          <p:nvPr/>
        </p:nvSpPr>
        <p:spPr>
          <a:xfrm>
            <a:off x="10355825" y="3872134"/>
            <a:ext cx="197875" cy="1492632"/>
          </a:xfrm>
          <a:prstGeom prst="rightBrace">
            <a:avLst>
              <a:gd name="adj1" fmla="val 53260"/>
              <a:gd name="adj2" fmla="val 49149"/>
            </a:avLst>
          </a:prstGeom>
          <a:solidFill>
            <a:srgbClr val="00B050"/>
          </a:solidFill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F2D3DF76-E301-4FFC-596F-EBD4C8EF89ED}"/>
              </a:ext>
            </a:extLst>
          </p:cNvPr>
          <p:cNvSpPr/>
          <p:nvPr/>
        </p:nvSpPr>
        <p:spPr>
          <a:xfrm>
            <a:off x="10595487" y="4283853"/>
            <a:ext cx="1596513" cy="462566"/>
          </a:xfrm>
          <a:prstGeom prst="wedgeRectCallout">
            <a:avLst>
              <a:gd name="adj1" fmla="val -49536"/>
              <a:gd name="adj2" fmla="val 2131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O((V+E)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logV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88CBA052-9363-1C6D-494F-4A0C2552C0BF}"/>
              </a:ext>
            </a:extLst>
          </p:cNvPr>
          <p:cNvSpPr/>
          <p:nvPr/>
        </p:nvSpPr>
        <p:spPr>
          <a:xfrm>
            <a:off x="10623550" y="5133483"/>
            <a:ext cx="1596513" cy="462566"/>
          </a:xfrm>
          <a:prstGeom prst="wedgeRectCallout">
            <a:avLst>
              <a:gd name="adj1" fmla="val -49536"/>
              <a:gd name="adj2" fmla="val 2131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ElogE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8EBFEF-65D1-9215-758B-F79FC9274E96}"/>
              </a:ext>
            </a:extLst>
          </p:cNvPr>
          <p:cNvSpPr txBox="1"/>
          <p:nvPr/>
        </p:nvSpPr>
        <p:spPr>
          <a:xfrm>
            <a:off x="11233968" y="4755285"/>
            <a:ext cx="37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=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579371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7456BC-8EFD-D8E7-9A9F-22E5A827F721}"/>
              </a:ext>
            </a:extLst>
          </p:cNvPr>
          <p:cNvSpPr/>
          <p:nvPr/>
        </p:nvSpPr>
        <p:spPr>
          <a:xfrm>
            <a:off x="0" y="11556"/>
            <a:ext cx="12192000" cy="1249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Performance Analysis of Kruskal’s Algorithm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D9BC69-BADE-D55C-784B-A3CBDB254FB5}"/>
              </a:ext>
            </a:extLst>
          </p:cNvPr>
          <p:cNvSpPr txBox="1"/>
          <p:nvPr/>
        </p:nvSpPr>
        <p:spPr>
          <a:xfrm>
            <a:off x="508000" y="2583190"/>
            <a:ext cx="11087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Black" panose="020B0A04020102020204" pitchFamily="34" charset="0"/>
              </a:rPr>
              <a:t>Time Complexity of Kruskal’s Algorithm = </a:t>
            </a:r>
            <a:r>
              <a:rPr lang="en-US" sz="3600" b="1" dirty="0">
                <a:solidFill>
                  <a:srgbClr val="C00000"/>
                </a:solidFill>
                <a:latin typeface="Arial Black" panose="020B0A04020102020204" pitchFamily="34" charset="0"/>
              </a:rPr>
              <a:t>O(</a:t>
            </a:r>
            <a:r>
              <a:rPr lang="en-US" sz="3600" b="1" dirty="0" err="1">
                <a:solidFill>
                  <a:srgbClr val="C00000"/>
                </a:solidFill>
                <a:latin typeface="Arial Black" panose="020B0A04020102020204" pitchFamily="34" charset="0"/>
              </a:rPr>
              <a:t>ElogE</a:t>
            </a:r>
            <a:r>
              <a:rPr lang="en-US" sz="3600" b="1" dirty="0">
                <a:solidFill>
                  <a:srgbClr val="C00000"/>
                </a:solidFill>
                <a:latin typeface="Arial Black" panose="020B0A04020102020204" pitchFamily="34" charset="0"/>
              </a:rPr>
              <a:t>)</a:t>
            </a:r>
            <a:endParaRPr lang="en-IN" sz="2800" b="1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113267-ED5E-E332-0E86-C45283182DF9}"/>
              </a:ext>
            </a:extLst>
          </p:cNvPr>
          <p:cNvSpPr txBox="1"/>
          <p:nvPr/>
        </p:nvSpPr>
        <p:spPr>
          <a:xfrm>
            <a:off x="508000" y="3628480"/>
            <a:ext cx="1031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In Dense Graph E = O(V</a:t>
            </a:r>
            <a:r>
              <a:rPr lang="en-US" sz="2800" b="1" baseline="30000" dirty="0">
                <a:solidFill>
                  <a:srgbClr val="00B050"/>
                </a:solidFill>
                <a:latin typeface="Comic Sans MS" panose="030F0702030302020204" pitchFamily="66" charset="0"/>
              </a:rPr>
              <a:t>2</a:t>
            </a:r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) hence </a:t>
            </a:r>
          </a:p>
          <a:p>
            <a:endParaRPr lang="en-IN" sz="2800" b="1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E98861CE-BC5F-D655-D50D-3E1074B06C76}"/>
              </a:ext>
            </a:extLst>
          </p:cNvPr>
          <p:cNvSpPr txBox="1"/>
          <p:nvPr/>
        </p:nvSpPr>
        <p:spPr>
          <a:xfrm>
            <a:off x="508000" y="4582587"/>
            <a:ext cx="10312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Time Complexity of Kruskal’s Algorithm = O(E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logV</a:t>
            </a:r>
            <a:r>
              <a:rPr lang="en-US" sz="24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2</a:t>
            </a:r>
            <a:r>
              <a:rPr lang="en-US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)</a:t>
            </a:r>
          </a:p>
          <a:p>
            <a:r>
              <a:rPr lang="en-US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                                             = O(E*</a:t>
            </a:r>
            <a:r>
              <a:rPr lang="en-US" sz="2400" b="1" dirty="0">
                <a:solidFill>
                  <a:srgbClr val="002060"/>
                </a:solidFill>
                <a:latin typeface="Comic Sans MS" panose="030F0702030302020204" pitchFamily="66" charset="0"/>
              </a:rPr>
              <a:t>2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logV</a:t>
            </a:r>
            <a:r>
              <a:rPr lang="en-US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)</a:t>
            </a:r>
          </a:p>
          <a:p>
            <a:r>
              <a:rPr lang="en-US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                                             = O(E*</a:t>
            </a:r>
            <a:r>
              <a:rPr lang="en-US" sz="24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logV</a:t>
            </a:r>
            <a:r>
              <a:rPr lang="en-US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)</a:t>
            </a:r>
          </a:p>
          <a:p>
            <a:endParaRPr lang="en-US" sz="2400" b="1" dirty="0">
              <a:solidFill>
                <a:srgbClr val="00B050"/>
              </a:solidFill>
              <a:latin typeface="Comic Sans MS" panose="030F0702030302020204" pitchFamily="66" charset="0"/>
            </a:endParaRPr>
          </a:p>
          <a:p>
            <a:endParaRPr lang="en-US" sz="2400" b="1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198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7648</TotalTime>
  <Words>2717</Words>
  <Application>Microsoft Office PowerPoint</Application>
  <PresentationFormat>Widescreen</PresentationFormat>
  <Paragraphs>1250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1" baseType="lpstr">
      <vt:lpstr>ADLaM Display</vt:lpstr>
      <vt:lpstr>Aharoni</vt:lpstr>
      <vt:lpstr>Amasis MT Pro Black</vt:lpstr>
      <vt:lpstr>Arial</vt:lpstr>
      <vt:lpstr>Arial Black</vt:lpstr>
      <vt:lpstr>Arial Rounded MT Bold</vt:lpstr>
      <vt:lpstr>Calibri</vt:lpstr>
      <vt:lpstr>Calibri Light</vt:lpstr>
      <vt:lpstr>Cambria Math</vt:lpstr>
      <vt:lpstr>Comic Sans MS</vt:lpstr>
      <vt:lpstr>Sagona Book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Disjoint Set Data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Dinesh Sahu</dc:creator>
  <cp:lastModifiedBy>Dinesh Sahu</cp:lastModifiedBy>
  <cp:revision>30</cp:revision>
  <dcterms:created xsi:type="dcterms:W3CDTF">2023-08-28T05:57:57Z</dcterms:created>
  <dcterms:modified xsi:type="dcterms:W3CDTF">2024-02-27T04:23:28Z</dcterms:modified>
</cp:coreProperties>
</file>
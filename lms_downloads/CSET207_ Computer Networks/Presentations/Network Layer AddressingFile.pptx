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9B961-38C4-4ED8-98BB-ED9350BCE27B}" v="8" dt="2026-02-24T08:16:13.50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6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lshan Shrivastava" userId="7b16fef2-b446-424e-8912-a65858c037d0" providerId="ADAL" clId="{DF50F7AD-2934-41EF-BC34-9E402FD459E8}"/>
    <pc:docChg chg="undo custSel modSld">
      <pc:chgData name="Gulshan Shrivastava" userId="7b16fef2-b446-424e-8912-a65858c037d0" providerId="ADAL" clId="{DF50F7AD-2934-41EF-BC34-9E402FD459E8}" dt="2026-02-24T08:17:32.381" v="93" actId="1076"/>
      <pc:docMkLst>
        <pc:docMk/>
      </pc:docMkLst>
      <pc:sldChg chg="modSp mod">
        <pc:chgData name="Gulshan Shrivastava" userId="7b16fef2-b446-424e-8912-a65858c037d0" providerId="ADAL" clId="{DF50F7AD-2934-41EF-BC34-9E402FD459E8}" dt="2026-02-24T08:11:18.502" v="50" actId="14100"/>
        <pc:sldMkLst>
          <pc:docMk/>
          <pc:sldMk cId="0" sldId="265"/>
        </pc:sldMkLst>
        <pc:spChg chg="mod">
          <ac:chgData name="Gulshan Shrivastava" userId="7b16fef2-b446-424e-8912-a65858c037d0" providerId="ADAL" clId="{DF50F7AD-2934-41EF-BC34-9E402FD459E8}" dt="2026-02-24T08:11:18.502" v="50" actId="14100"/>
          <ac:spMkLst>
            <pc:docMk/>
            <pc:sldMk cId="0" sldId="265"/>
            <ac:spMk id="3" creationId="{00000000-0000-0000-0000-000000000000}"/>
          </ac:spMkLst>
        </pc:spChg>
        <pc:spChg chg="mod">
          <ac:chgData name="Gulshan Shrivastava" userId="7b16fef2-b446-424e-8912-a65858c037d0" providerId="ADAL" clId="{DF50F7AD-2934-41EF-BC34-9E402FD459E8}" dt="2026-02-20T04:38:55.137" v="3" actId="207"/>
          <ac:spMkLst>
            <pc:docMk/>
            <pc:sldMk cId="0" sldId="265"/>
            <ac:spMk id="5" creationId="{00000000-0000-0000-0000-000000000000}"/>
          </ac:spMkLst>
        </pc:spChg>
        <pc:spChg chg="mod">
          <ac:chgData name="Gulshan Shrivastava" userId="7b16fef2-b446-424e-8912-a65858c037d0" providerId="ADAL" clId="{DF50F7AD-2934-41EF-BC34-9E402FD459E8}" dt="2026-02-20T04:38:41.139" v="0" actId="207"/>
          <ac:spMkLst>
            <pc:docMk/>
            <pc:sldMk cId="0" sldId="265"/>
            <ac:spMk id="6" creationId="{00000000-0000-0000-0000-000000000000}"/>
          </ac:spMkLst>
        </pc:spChg>
        <pc:spChg chg="mod">
          <ac:chgData name="Gulshan Shrivastava" userId="7b16fef2-b446-424e-8912-a65858c037d0" providerId="ADAL" clId="{DF50F7AD-2934-41EF-BC34-9E402FD459E8}" dt="2026-02-20T04:38:46.953" v="1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Gulshan Shrivastava" userId="7b16fef2-b446-424e-8912-a65858c037d0" providerId="ADAL" clId="{DF50F7AD-2934-41EF-BC34-9E402FD459E8}" dt="2026-02-20T04:39:02.487" v="4" actId="207"/>
          <ac:spMkLst>
            <pc:docMk/>
            <pc:sldMk cId="0" sldId="265"/>
            <ac:spMk id="8" creationId="{00000000-0000-0000-0000-000000000000}"/>
          </ac:spMkLst>
        </pc:spChg>
        <pc:picChg chg="mod">
          <ac:chgData name="Gulshan Shrivastava" userId="7b16fef2-b446-424e-8912-a65858c037d0" providerId="ADAL" clId="{DF50F7AD-2934-41EF-BC34-9E402FD459E8}" dt="2026-02-24T08:11:13.776" v="48" actId="1076"/>
          <ac:picMkLst>
            <pc:docMk/>
            <pc:sldMk cId="0" sldId="265"/>
            <ac:picMk id="2" creationId="{00000000-0000-0000-0000-000000000000}"/>
          </ac:picMkLst>
        </pc:picChg>
      </pc:sldChg>
      <pc:sldChg chg="modSp mod">
        <pc:chgData name="Gulshan Shrivastava" userId="7b16fef2-b446-424e-8912-a65858c037d0" providerId="ADAL" clId="{DF50F7AD-2934-41EF-BC34-9E402FD459E8}" dt="2026-02-24T08:17:32.381" v="93" actId="1076"/>
        <pc:sldMkLst>
          <pc:docMk/>
          <pc:sldMk cId="0" sldId="266"/>
        </pc:sldMkLst>
        <pc:spChg chg="mod">
          <ac:chgData name="Gulshan Shrivastava" userId="7b16fef2-b446-424e-8912-a65858c037d0" providerId="ADAL" clId="{DF50F7AD-2934-41EF-BC34-9E402FD459E8}" dt="2026-02-24T08:17:21.281" v="91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Gulshan Shrivastava" userId="7b16fef2-b446-424e-8912-a65858c037d0" providerId="ADAL" clId="{DF50F7AD-2934-41EF-BC34-9E402FD459E8}" dt="2026-02-24T08:17:32.381" v="93" actId="1076"/>
          <ac:spMkLst>
            <pc:docMk/>
            <pc:sldMk cId="0" sldId="266"/>
            <ac:spMk id="7" creationId="{00000000-0000-0000-0000-000000000000}"/>
          </ac:spMkLst>
        </pc:spChg>
        <pc:grpChg chg="mod">
          <ac:chgData name="Gulshan Shrivastava" userId="7b16fef2-b446-424e-8912-a65858c037d0" providerId="ADAL" clId="{DF50F7AD-2934-41EF-BC34-9E402FD459E8}" dt="2026-02-24T08:17:25.680" v="92" actId="1076"/>
          <ac:grpSpMkLst>
            <pc:docMk/>
            <pc:sldMk cId="0" sldId="266"/>
            <ac:grpSpMk id="4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29184" y="321563"/>
            <a:ext cx="7056120" cy="4102735"/>
          </a:xfrm>
          <a:custGeom>
            <a:avLst/>
            <a:gdLst/>
            <a:ahLst/>
            <a:cxnLst/>
            <a:rect l="l" t="t" r="r" b="b"/>
            <a:pathLst>
              <a:path w="7056120" h="4102735">
                <a:moveTo>
                  <a:pt x="7056120" y="0"/>
                </a:moveTo>
                <a:lnTo>
                  <a:pt x="0" y="0"/>
                </a:lnTo>
                <a:lnTo>
                  <a:pt x="0" y="4102608"/>
                </a:lnTo>
                <a:lnTo>
                  <a:pt x="7056120" y="4102608"/>
                </a:lnTo>
                <a:lnTo>
                  <a:pt x="705612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927" y="1891283"/>
            <a:ext cx="6579108" cy="9646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5661" y="471373"/>
            <a:ext cx="11520677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91278" y="2628645"/>
            <a:ext cx="6690359" cy="404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747" rIns="0" bIns="0" rtlCol="0">
            <a:spAutoFit/>
          </a:bodyPr>
          <a:lstStyle/>
          <a:p>
            <a:pPr marL="2901950">
              <a:lnSpc>
                <a:spcPct val="100000"/>
              </a:lnSpc>
              <a:spcBef>
                <a:spcPts val="95"/>
              </a:spcBef>
            </a:pPr>
            <a:r>
              <a:rPr sz="4000" b="1" spc="-1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4000" b="1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105" dirty="0">
                <a:solidFill>
                  <a:srgbClr val="FFFFFF"/>
                </a:solidFill>
                <a:latin typeface="Times New Roman"/>
                <a:cs typeface="Times New Roman"/>
              </a:rPr>
              <a:t>Layer:</a:t>
            </a:r>
            <a:r>
              <a:rPr sz="4000" b="1" spc="-4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0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Addressing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0810" y="5128386"/>
            <a:ext cx="7451725" cy="10502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algn="ctr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latin typeface="Times New Roman"/>
                <a:cs typeface="Times New Roman"/>
              </a:rPr>
              <a:t>School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Science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Engineering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Technology </a:t>
            </a:r>
            <a:r>
              <a:rPr sz="2400" b="1" dirty="0">
                <a:latin typeface="Times New Roman"/>
                <a:cs typeface="Times New Roman"/>
              </a:rPr>
              <a:t>Bennett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ts val="2560"/>
              </a:lnSpc>
            </a:pPr>
            <a:r>
              <a:rPr sz="2400" b="1" dirty="0">
                <a:latin typeface="Times New Roman"/>
                <a:cs typeface="Times New Roman"/>
              </a:rPr>
              <a:t>Greater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Noida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201310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8323" y="2137367"/>
            <a:ext cx="2401106" cy="2733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3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000000">
              <a:alpha val="5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626" y="114223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626" y="1041653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" y="939546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626" y="83743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6196" y="0"/>
            <a:ext cx="4265803" cy="616864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2075688"/>
            <a:ext cx="6096000" cy="4783455"/>
            <a:chOff x="0" y="2075688"/>
            <a:chExt cx="6096000" cy="47834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075688"/>
              <a:ext cx="4642231" cy="356033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556630"/>
              <a:ext cx="6096000" cy="130241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09676" y="2879547"/>
            <a:ext cx="19888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Outline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10073" y="2407666"/>
            <a:ext cx="6266180" cy="932180"/>
            <a:chOff x="4910073" y="2407666"/>
            <a:chExt cx="6266180" cy="932180"/>
          </a:xfrm>
        </p:grpSpPr>
        <p:sp>
          <p:nvSpPr>
            <p:cNvPr id="13" name="object 13"/>
            <p:cNvSpPr/>
            <p:nvPr/>
          </p:nvSpPr>
          <p:spPr>
            <a:xfrm>
              <a:off x="4916423" y="2752344"/>
              <a:ext cx="6253480" cy="581025"/>
            </a:xfrm>
            <a:custGeom>
              <a:avLst/>
              <a:gdLst/>
              <a:ahLst/>
              <a:cxnLst/>
              <a:rect l="l" t="t" r="r" b="b"/>
              <a:pathLst>
                <a:path w="6253480" h="581025">
                  <a:moveTo>
                    <a:pt x="6252972" y="0"/>
                  </a:moveTo>
                  <a:lnTo>
                    <a:pt x="0" y="0"/>
                  </a:lnTo>
                  <a:lnTo>
                    <a:pt x="0" y="580643"/>
                  </a:lnTo>
                  <a:lnTo>
                    <a:pt x="6252972" y="580643"/>
                  </a:lnTo>
                  <a:lnTo>
                    <a:pt x="62529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16423" y="2752344"/>
              <a:ext cx="6253480" cy="581025"/>
            </a:xfrm>
            <a:custGeom>
              <a:avLst/>
              <a:gdLst/>
              <a:ahLst/>
              <a:cxnLst/>
              <a:rect l="l" t="t" r="r" b="b"/>
              <a:pathLst>
                <a:path w="6253480" h="581025">
                  <a:moveTo>
                    <a:pt x="0" y="580643"/>
                  </a:moveTo>
                  <a:lnTo>
                    <a:pt x="6252972" y="580643"/>
                  </a:lnTo>
                  <a:lnTo>
                    <a:pt x="6252972" y="0"/>
                  </a:lnTo>
                  <a:lnTo>
                    <a:pt x="0" y="0"/>
                  </a:lnTo>
                  <a:lnTo>
                    <a:pt x="0" y="580643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28843" y="2414016"/>
              <a:ext cx="4377055" cy="678180"/>
            </a:xfrm>
            <a:custGeom>
              <a:avLst/>
              <a:gdLst/>
              <a:ahLst/>
              <a:cxnLst/>
              <a:rect l="l" t="t" r="r" b="b"/>
              <a:pathLst>
                <a:path w="4377055" h="678180">
                  <a:moveTo>
                    <a:pt x="4263898" y="0"/>
                  </a:moveTo>
                  <a:lnTo>
                    <a:pt x="113029" y="0"/>
                  </a:lnTo>
                  <a:lnTo>
                    <a:pt x="69008" y="8874"/>
                  </a:lnTo>
                  <a:lnTo>
                    <a:pt x="33083" y="33083"/>
                  </a:lnTo>
                  <a:lnTo>
                    <a:pt x="8874" y="69008"/>
                  </a:lnTo>
                  <a:lnTo>
                    <a:pt x="0" y="113030"/>
                  </a:lnTo>
                  <a:lnTo>
                    <a:pt x="0" y="565150"/>
                  </a:lnTo>
                  <a:lnTo>
                    <a:pt x="8874" y="609171"/>
                  </a:lnTo>
                  <a:lnTo>
                    <a:pt x="33083" y="645096"/>
                  </a:lnTo>
                  <a:lnTo>
                    <a:pt x="69008" y="669305"/>
                  </a:lnTo>
                  <a:lnTo>
                    <a:pt x="113029" y="678180"/>
                  </a:lnTo>
                  <a:lnTo>
                    <a:pt x="4263898" y="678180"/>
                  </a:lnTo>
                  <a:lnTo>
                    <a:pt x="4307919" y="669305"/>
                  </a:lnTo>
                  <a:lnTo>
                    <a:pt x="4343844" y="645096"/>
                  </a:lnTo>
                  <a:lnTo>
                    <a:pt x="4368053" y="609171"/>
                  </a:lnTo>
                  <a:lnTo>
                    <a:pt x="4376928" y="565150"/>
                  </a:lnTo>
                  <a:lnTo>
                    <a:pt x="4376928" y="113030"/>
                  </a:lnTo>
                  <a:lnTo>
                    <a:pt x="4368053" y="69008"/>
                  </a:lnTo>
                  <a:lnTo>
                    <a:pt x="4343844" y="33083"/>
                  </a:lnTo>
                  <a:lnTo>
                    <a:pt x="4307919" y="8874"/>
                  </a:lnTo>
                  <a:lnTo>
                    <a:pt x="426389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28843" y="2414016"/>
              <a:ext cx="4377055" cy="678180"/>
            </a:xfrm>
            <a:custGeom>
              <a:avLst/>
              <a:gdLst/>
              <a:ahLst/>
              <a:cxnLst/>
              <a:rect l="l" t="t" r="r" b="b"/>
              <a:pathLst>
                <a:path w="4377055" h="678180">
                  <a:moveTo>
                    <a:pt x="0" y="113030"/>
                  </a:moveTo>
                  <a:lnTo>
                    <a:pt x="8874" y="69008"/>
                  </a:lnTo>
                  <a:lnTo>
                    <a:pt x="33083" y="33083"/>
                  </a:lnTo>
                  <a:lnTo>
                    <a:pt x="69008" y="8874"/>
                  </a:lnTo>
                  <a:lnTo>
                    <a:pt x="113029" y="0"/>
                  </a:lnTo>
                  <a:lnTo>
                    <a:pt x="4263898" y="0"/>
                  </a:lnTo>
                  <a:lnTo>
                    <a:pt x="4307919" y="8874"/>
                  </a:lnTo>
                  <a:lnTo>
                    <a:pt x="4343844" y="33083"/>
                  </a:lnTo>
                  <a:lnTo>
                    <a:pt x="4368053" y="69008"/>
                  </a:lnTo>
                  <a:lnTo>
                    <a:pt x="4376928" y="113030"/>
                  </a:lnTo>
                  <a:lnTo>
                    <a:pt x="4376928" y="565150"/>
                  </a:lnTo>
                  <a:lnTo>
                    <a:pt x="4368053" y="609171"/>
                  </a:lnTo>
                  <a:lnTo>
                    <a:pt x="4343844" y="645096"/>
                  </a:lnTo>
                  <a:lnTo>
                    <a:pt x="4307919" y="669305"/>
                  </a:lnTo>
                  <a:lnTo>
                    <a:pt x="4263898" y="678180"/>
                  </a:lnTo>
                  <a:lnTo>
                    <a:pt x="113029" y="678180"/>
                  </a:lnTo>
                  <a:lnTo>
                    <a:pt x="69008" y="669305"/>
                  </a:lnTo>
                  <a:lnTo>
                    <a:pt x="33083" y="645096"/>
                  </a:lnTo>
                  <a:lnTo>
                    <a:pt x="8874" y="609171"/>
                  </a:lnTo>
                  <a:lnTo>
                    <a:pt x="0" y="565150"/>
                  </a:lnTo>
                  <a:lnTo>
                    <a:pt x="0" y="11303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415153" y="2530220"/>
            <a:ext cx="230949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IPv4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Space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10073" y="3431794"/>
            <a:ext cx="6266180" cy="949960"/>
            <a:chOff x="4910073" y="3431794"/>
            <a:chExt cx="6266180" cy="949960"/>
          </a:xfrm>
        </p:grpSpPr>
        <p:sp>
          <p:nvSpPr>
            <p:cNvPr id="19" name="object 19"/>
            <p:cNvSpPr/>
            <p:nvPr/>
          </p:nvSpPr>
          <p:spPr>
            <a:xfrm>
              <a:off x="4916423" y="3796284"/>
              <a:ext cx="6253480" cy="579120"/>
            </a:xfrm>
            <a:custGeom>
              <a:avLst/>
              <a:gdLst/>
              <a:ahLst/>
              <a:cxnLst/>
              <a:rect l="l" t="t" r="r" b="b"/>
              <a:pathLst>
                <a:path w="6253480" h="579120">
                  <a:moveTo>
                    <a:pt x="6252972" y="0"/>
                  </a:moveTo>
                  <a:lnTo>
                    <a:pt x="0" y="0"/>
                  </a:lnTo>
                  <a:lnTo>
                    <a:pt x="0" y="579119"/>
                  </a:lnTo>
                  <a:lnTo>
                    <a:pt x="6252972" y="579119"/>
                  </a:lnTo>
                  <a:lnTo>
                    <a:pt x="62529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16423" y="3796284"/>
              <a:ext cx="6253480" cy="579120"/>
            </a:xfrm>
            <a:custGeom>
              <a:avLst/>
              <a:gdLst/>
              <a:ahLst/>
              <a:cxnLst/>
              <a:rect l="l" t="t" r="r" b="b"/>
              <a:pathLst>
                <a:path w="6253480" h="579120">
                  <a:moveTo>
                    <a:pt x="0" y="579119"/>
                  </a:moveTo>
                  <a:lnTo>
                    <a:pt x="6252972" y="579119"/>
                  </a:lnTo>
                  <a:lnTo>
                    <a:pt x="6252972" y="0"/>
                  </a:lnTo>
                  <a:lnTo>
                    <a:pt x="0" y="0"/>
                  </a:lnTo>
                  <a:lnTo>
                    <a:pt x="0" y="579119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77027" y="3438144"/>
              <a:ext cx="4378960" cy="680085"/>
            </a:xfrm>
            <a:custGeom>
              <a:avLst/>
              <a:gdLst/>
              <a:ahLst/>
              <a:cxnLst/>
              <a:rect l="l" t="t" r="r" b="b"/>
              <a:pathLst>
                <a:path w="4378959" h="680085">
                  <a:moveTo>
                    <a:pt x="4265168" y="0"/>
                  </a:moveTo>
                  <a:lnTo>
                    <a:pt x="113284" y="0"/>
                  </a:lnTo>
                  <a:lnTo>
                    <a:pt x="69169" y="8895"/>
                  </a:lnTo>
                  <a:lnTo>
                    <a:pt x="33162" y="33162"/>
                  </a:lnTo>
                  <a:lnTo>
                    <a:pt x="8895" y="69169"/>
                  </a:lnTo>
                  <a:lnTo>
                    <a:pt x="0" y="113283"/>
                  </a:lnTo>
                  <a:lnTo>
                    <a:pt x="0" y="566419"/>
                  </a:lnTo>
                  <a:lnTo>
                    <a:pt x="8895" y="610534"/>
                  </a:lnTo>
                  <a:lnTo>
                    <a:pt x="33162" y="646541"/>
                  </a:lnTo>
                  <a:lnTo>
                    <a:pt x="69169" y="670808"/>
                  </a:lnTo>
                  <a:lnTo>
                    <a:pt x="113284" y="679703"/>
                  </a:lnTo>
                  <a:lnTo>
                    <a:pt x="4265168" y="679703"/>
                  </a:lnTo>
                  <a:lnTo>
                    <a:pt x="4309282" y="670808"/>
                  </a:lnTo>
                  <a:lnTo>
                    <a:pt x="4345289" y="646541"/>
                  </a:lnTo>
                  <a:lnTo>
                    <a:pt x="4369556" y="610534"/>
                  </a:lnTo>
                  <a:lnTo>
                    <a:pt x="4378452" y="566419"/>
                  </a:lnTo>
                  <a:lnTo>
                    <a:pt x="4378452" y="113283"/>
                  </a:lnTo>
                  <a:lnTo>
                    <a:pt x="4369556" y="69169"/>
                  </a:lnTo>
                  <a:lnTo>
                    <a:pt x="4345289" y="33162"/>
                  </a:lnTo>
                  <a:lnTo>
                    <a:pt x="4309282" y="8895"/>
                  </a:lnTo>
                  <a:lnTo>
                    <a:pt x="426516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77027" y="3438144"/>
              <a:ext cx="4378960" cy="680085"/>
            </a:xfrm>
            <a:custGeom>
              <a:avLst/>
              <a:gdLst/>
              <a:ahLst/>
              <a:cxnLst/>
              <a:rect l="l" t="t" r="r" b="b"/>
              <a:pathLst>
                <a:path w="4378959" h="680085">
                  <a:moveTo>
                    <a:pt x="0" y="113283"/>
                  </a:moveTo>
                  <a:lnTo>
                    <a:pt x="8895" y="69169"/>
                  </a:lnTo>
                  <a:lnTo>
                    <a:pt x="33162" y="33162"/>
                  </a:lnTo>
                  <a:lnTo>
                    <a:pt x="69169" y="8895"/>
                  </a:lnTo>
                  <a:lnTo>
                    <a:pt x="113284" y="0"/>
                  </a:lnTo>
                  <a:lnTo>
                    <a:pt x="4265168" y="0"/>
                  </a:lnTo>
                  <a:lnTo>
                    <a:pt x="4309282" y="8895"/>
                  </a:lnTo>
                  <a:lnTo>
                    <a:pt x="4345289" y="33162"/>
                  </a:lnTo>
                  <a:lnTo>
                    <a:pt x="4369556" y="69169"/>
                  </a:lnTo>
                  <a:lnTo>
                    <a:pt x="4378452" y="113283"/>
                  </a:lnTo>
                  <a:lnTo>
                    <a:pt x="4378452" y="566419"/>
                  </a:lnTo>
                  <a:lnTo>
                    <a:pt x="4369556" y="610534"/>
                  </a:lnTo>
                  <a:lnTo>
                    <a:pt x="4345289" y="646541"/>
                  </a:lnTo>
                  <a:lnTo>
                    <a:pt x="4309282" y="670808"/>
                  </a:lnTo>
                  <a:lnTo>
                    <a:pt x="4265168" y="679703"/>
                  </a:lnTo>
                  <a:lnTo>
                    <a:pt x="113284" y="679703"/>
                  </a:lnTo>
                  <a:lnTo>
                    <a:pt x="69169" y="670808"/>
                  </a:lnTo>
                  <a:lnTo>
                    <a:pt x="33162" y="646541"/>
                  </a:lnTo>
                  <a:lnTo>
                    <a:pt x="8895" y="610534"/>
                  </a:lnTo>
                  <a:lnTo>
                    <a:pt x="0" y="566419"/>
                  </a:lnTo>
                  <a:lnTo>
                    <a:pt x="0" y="11328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363717" y="3555619"/>
            <a:ext cx="390842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Classless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Classful</a:t>
            </a:r>
            <a:r>
              <a:rPr sz="23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Addressing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9184" y="321563"/>
            <a:ext cx="7056120" cy="4102735"/>
            <a:chOff x="329184" y="321563"/>
            <a:chExt cx="7056120" cy="4102735"/>
          </a:xfrm>
        </p:grpSpPr>
        <p:sp>
          <p:nvSpPr>
            <p:cNvPr id="3" name="object 3"/>
            <p:cNvSpPr/>
            <p:nvPr/>
          </p:nvSpPr>
          <p:spPr>
            <a:xfrm>
              <a:off x="329184" y="321563"/>
              <a:ext cx="7056120" cy="4102735"/>
            </a:xfrm>
            <a:custGeom>
              <a:avLst/>
              <a:gdLst/>
              <a:ahLst/>
              <a:cxnLst/>
              <a:rect l="l" t="t" r="r" b="b"/>
              <a:pathLst>
                <a:path w="7056120" h="4102735">
                  <a:moveTo>
                    <a:pt x="7056120" y="0"/>
                  </a:moveTo>
                  <a:lnTo>
                    <a:pt x="0" y="0"/>
                  </a:lnTo>
                  <a:lnTo>
                    <a:pt x="0" y="4102608"/>
                  </a:lnTo>
                  <a:lnTo>
                    <a:pt x="7056120" y="4102608"/>
                  </a:lnTo>
                  <a:lnTo>
                    <a:pt x="7056120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139" y="550163"/>
              <a:ext cx="6234684" cy="3646932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27659" y="4570476"/>
            <a:ext cx="7058025" cy="1964689"/>
          </a:xfrm>
          <a:prstGeom prst="rect">
            <a:avLst/>
          </a:prstGeom>
          <a:solidFill>
            <a:srgbClr val="3E585F"/>
          </a:solidFill>
        </p:spPr>
        <p:txBody>
          <a:bodyPr vert="horz" wrap="square" lIns="0" tIns="604520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4760"/>
              </a:spcBef>
            </a:pPr>
            <a:r>
              <a:rPr sz="4400" spc="-20" dirty="0">
                <a:solidFill>
                  <a:srgbClr val="FFFFFF"/>
                </a:solidFill>
                <a:latin typeface="Calibri Light"/>
                <a:cs typeface="Calibri Light"/>
              </a:rPr>
              <a:t>IPv4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534656" y="321563"/>
            <a:ext cx="4335780" cy="6215380"/>
          </a:xfrm>
          <a:custGeom>
            <a:avLst/>
            <a:gdLst/>
            <a:ahLst/>
            <a:cxnLst/>
            <a:rect l="l" t="t" r="r" b="b"/>
            <a:pathLst>
              <a:path w="4335780" h="6215380">
                <a:moveTo>
                  <a:pt x="4335780" y="0"/>
                </a:moveTo>
                <a:lnTo>
                  <a:pt x="0" y="0"/>
                </a:lnTo>
                <a:lnTo>
                  <a:pt x="0" y="6214872"/>
                </a:lnTo>
                <a:lnTo>
                  <a:pt x="4335780" y="6214872"/>
                </a:lnTo>
                <a:lnTo>
                  <a:pt x="433578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23250" y="1524126"/>
            <a:ext cx="31546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0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IPv4</a:t>
            </a:r>
            <a:r>
              <a:rPr sz="20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sz="200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32-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bit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566531" y="1798142"/>
            <a:ext cx="28111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sz="2000" b="1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b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uniquely</a:t>
            </a:r>
            <a:r>
              <a:rPr sz="2000" b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9231" y="2073020"/>
            <a:ext cx="279654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R="5080">
              <a:lnSpc>
                <a:spcPts val="2160"/>
              </a:lnSpc>
              <a:spcBef>
                <a:spcPts val="375"/>
              </a:spcBef>
              <a:tabLst>
                <a:tab pos="1368425" algn="l"/>
                <a:tab pos="1400175" algn="l"/>
                <a:tab pos="1781175" algn="l"/>
                <a:tab pos="2102485" algn="l"/>
                <a:tab pos="2432050" algn="l"/>
              </a:tabLst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universally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		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defines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connection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device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35950" y="2621661"/>
            <a:ext cx="3141980" cy="15049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2900" marR="5715" algn="just">
              <a:lnSpc>
                <a:spcPct val="90100"/>
              </a:lnSpc>
              <a:spcBef>
                <a:spcPts val="34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(for</a:t>
            </a:r>
            <a:r>
              <a:rPr sz="2000" b="1" spc="2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example,</a:t>
            </a:r>
            <a:r>
              <a:rPr sz="2000" b="1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b="1" spc="2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computer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b="1" spc="265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b="1" spc="265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router)</a:t>
            </a:r>
            <a:r>
              <a:rPr sz="2000" b="1" spc="265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b="1" spc="270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Internet.</a:t>
            </a:r>
            <a:endParaRPr sz="2000">
              <a:latin typeface="Calibri"/>
              <a:cs typeface="Calibri"/>
            </a:endParaRPr>
          </a:p>
          <a:p>
            <a:pPr marL="342900" indent="-342900" algn="just">
              <a:lnSpc>
                <a:spcPts val="2280"/>
              </a:lnSpc>
              <a:spcBef>
                <a:spcPts val="360"/>
              </a:spcBef>
              <a:buFont typeface="Wingdings"/>
              <a:buChar char=""/>
              <a:tabLst>
                <a:tab pos="342900" algn="l"/>
              </a:tabLst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sz="200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space</a:t>
            </a:r>
            <a:r>
              <a:rPr sz="2000" b="1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IPv4</a:t>
            </a:r>
            <a:endParaRPr sz="2000">
              <a:latin typeface="Calibri"/>
              <a:cs typeface="Calibri"/>
            </a:endParaRPr>
          </a:p>
          <a:p>
            <a:pPr marL="327025" algn="ctr">
              <a:lnSpc>
                <a:spcPts val="2280"/>
              </a:lnSpc>
            </a:pP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53831" y="3993641"/>
            <a:ext cx="3638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000" b="1" spc="-37" baseline="-16666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32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93758" y="4069841"/>
            <a:ext cx="19081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b="1" spc="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4,294,967,296.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5214" y="280669"/>
            <a:ext cx="11566525" cy="1972310"/>
          </a:xfrm>
          <a:custGeom>
            <a:avLst/>
            <a:gdLst/>
            <a:ahLst/>
            <a:cxnLst/>
            <a:rect l="l" t="t" r="r" b="b"/>
            <a:pathLst>
              <a:path w="11566525" h="1972310">
                <a:moveTo>
                  <a:pt x="11515344" y="1845310"/>
                </a:moveTo>
                <a:lnTo>
                  <a:pt x="11502644" y="1845310"/>
                </a:lnTo>
                <a:lnTo>
                  <a:pt x="11502644" y="62992"/>
                </a:lnTo>
                <a:lnTo>
                  <a:pt x="63500" y="62992"/>
                </a:lnTo>
                <a:lnTo>
                  <a:pt x="63500" y="1845310"/>
                </a:lnTo>
                <a:lnTo>
                  <a:pt x="50800" y="1845310"/>
                </a:lnTo>
                <a:lnTo>
                  <a:pt x="50800" y="1921510"/>
                </a:lnTo>
                <a:lnTo>
                  <a:pt x="11515344" y="1921510"/>
                </a:lnTo>
                <a:lnTo>
                  <a:pt x="11515344" y="1845310"/>
                </a:lnTo>
                <a:close/>
              </a:path>
              <a:path w="11566525" h="1972310">
                <a:moveTo>
                  <a:pt x="11566144" y="0"/>
                </a:moveTo>
                <a:lnTo>
                  <a:pt x="0" y="0"/>
                </a:lnTo>
                <a:lnTo>
                  <a:pt x="0" y="25400"/>
                </a:lnTo>
                <a:lnTo>
                  <a:pt x="0" y="1946910"/>
                </a:lnTo>
                <a:lnTo>
                  <a:pt x="0" y="1972310"/>
                </a:lnTo>
                <a:lnTo>
                  <a:pt x="11566144" y="1972310"/>
                </a:lnTo>
                <a:lnTo>
                  <a:pt x="11566144" y="1946910"/>
                </a:lnTo>
                <a:lnTo>
                  <a:pt x="25400" y="1946910"/>
                </a:lnTo>
                <a:lnTo>
                  <a:pt x="25400" y="25400"/>
                </a:lnTo>
                <a:lnTo>
                  <a:pt x="11540744" y="25400"/>
                </a:lnTo>
                <a:lnTo>
                  <a:pt x="11540744" y="1946656"/>
                </a:lnTo>
                <a:lnTo>
                  <a:pt x="11566144" y="1946656"/>
                </a:lnTo>
                <a:lnTo>
                  <a:pt x="11566144" y="25400"/>
                </a:lnTo>
                <a:lnTo>
                  <a:pt x="11566144" y="24892"/>
                </a:lnTo>
                <a:lnTo>
                  <a:pt x="1156614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1604" rIns="0" bIns="0" rtlCol="0">
            <a:spAutoFit/>
          </a:bodyPr>
          <a:lstStyle/>
          <a:p>
            <a:pPr marL="538480">
              <a:lnSpc>
                <a:spcPct val="100000"/>
              </a:lnSpc>
              <a:spcBef>
                <a:spcPts val="95"/>
              </a:spcBef>
            </a:pPr>
            <a:r>
              <a:rPr sz="4600" spc="-70" dirty="0">
                <a:solidFill>
                  <a:srgbClr val="FFFFFF"/>
                </a:solidFill>
              </a:rPr>
              <a:t>Dotted-</a:t>
            </a:r>
            <a:r>
              <a:rPr sz="4600" spc="-25" dirty="0">
                <a:solidFill>
                  <a:srgbClr val="FFFFFF"/>
                </a:solidFill>
              </a:rPr>
              <a:t>Decimal</a:t>
            </a:r>
            <a:r>
              <a:rPr sz="4600" spc="-175" dirty="0">
                <a:solidFill>
                  <a:srgbClr val="FFFFFF"/>
                </a:solidFill>
              </a:rPr>
              <a:t> </a:t>
            </a:r>
            <a:r>
              <a:rPr sz="4600" spc="-35" dirty="0">
                <a:solidFill>
                  <a:srgbClr val="FFFFFF"/>
                </a:solidFill>
              </a:rPr>
              <a:t>notation</a:t>
            </a:r>
            <a:r>
              <a:rPr sz="4600" spc="-195" dirty="0">
                <a:solidFill>
                  <a:srgbClr val="FFFFFF"/>
                </a:solidFill>
              </a:rPr>
              <a:t> </a:t>
            </a:r>
            <a:r>
              <a:rPr sz="4600" dirty="0">
                <a:solidFill>
                  <a:srgbClr val="FFFFFF"/>
                </a:solidFill>
              </a:rPr>
              <a:t>and</a:t>
            </a:r>
            <a:r>
              <a:rPr sz="4600" spc="-170" dirty="0">
                <a:solidFill>
                  <a:srgbClr val="FFFFFF"/>
                </a:solidFill>
              </a:rPr>
              <a:t> </a:t>
            </a:r>
            <a:r>
              <a:rPr sz="4600" dirty="0">
                <a:solidFill>
                  <a:srgbClr val="FFFFFF"/>
                </a:solidFill>
              </a:rPr>
              <a:t>Binary</a:t>
            </a:r>
            <a:r>
              <a:rPr sz="4600" spc="-180" dirty="0">
                <a:solidFill>
                  <a:srgbClr val="FFFFFF"/>
                </a:solidFill>
              </a:rPr>
              <a:t> </a:t>
            </a:r>
            <a:r>
              <a:rPr sz="4600" spc="-10" dirty="0">
                <a:solidFill>
                  <a:srgbClr val="FFFFFF"/>
                </a:solidFill>
              </a:rPr>
              <a:t>Notation</a:t>
            </a:r>
            <a:endParaRPr sz="4600"/>
          </a:p>
        </p:txBody>
      </p:sp>
      <p:sp>
        <p:nvSpPr>
          <p:cNvPr id="4" name="object 4"/>
          <p:cNvSpPr/>
          <p:nvPr/>
        </p:nvSpPr>
        <p:spPr>
          <a:xfrm>
            <a:off x="2210561" y="1450086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222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3172967"/>
            <a:ext cx="11497056" cy="26715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0454" y="290829"/>
            <a:ext cx="11566525" cy="1971039"/>
          </a:xfrm>
          <a:custGeom>
            <a:avLst/>
            <a:gdLst/>
            <a:ahLst/>
            <a:cxnLst/>
            <a:rect l="l" t="t" r="r" b="b"/>
            <a:pathLst>
              <a:path w="11566525" h="1971039">
                <a:moveTo>
                  <a:pt x="11515344" y="50800"/>
                </a:moveTo>
                <a:lnTo>
                  <a:pt x="50800" y="50800"/>
                </a:lnTo>
                <a:lnTo>
                  <a:pt x="50800" y="127000"/>
                </a:lnTo>
                <a:lnTo>
                  <a:pt x="63500" y="127000"/>
                </a:lnTo>
                <a:lnTo>
                  <a:pt x="63500" y="1907540"/>
                </a:lnTo>
                <a:lnTo>
                  <a:pt x="11502644" y="1907540"/>
                </a:lnTo>
                <a:lnTo>
                  <a:pt x="11502644" y="127000"/>
                </a:lnTo>
                <a:lnTo>
                  <a:pt x="11515344" y="127000"/>
                </a:lnTo>
                <a:lnTo>
                  <a:pt x="11515344" y="50800"/>
                </a:lnTo>
                <a:close/>
              </a:path>
              <a:path w="11566525" h="1971039">
                <a:moveTo>
                  <a:pt x="11566144" y="0"/>
                </a:moveTo>
                <a:lnTo>
                  <a:pt x="11540744" y="0"/>
                </a:lnTo>
                <a:lnTo>
                  <a:pt x="11540744" y="25400"/>
                </a:lnTo>
                <a:lnTo>
                  <a:pt x="11540744" y="1945640"/>
                </a:lnTo>
                <a:lnTo>
                  <a:pt x="25400" y="1945640"/>
                </a:lnTo>
                <a:lnTo>
                  <a:pt x="25400" y="25400"/>
                </a:lnTo>
                <a:lnTo>
                  <a:pt x="11540744" y="25400"/>
                </a:lnTo>
                <a:lnTo>
                  <a:pt x="11540744" y="0"/>
                </a:lnTo>
                <a:lnTo>
                  <a:pt x="0" y="0"/>
                </a:lnTo>
                <a:lnTo>
                  <a:pt x="0" y="25400"/>
                </a:lnTo>
                <a:lnTo>
                  <a:pt x="0" y="1945640"/>
                </a:lnTo>
                <a:lnTo>
                  <a:pt x="0" y="1971040"/>
                </a:lnTo>
                <a:lnTo>
                  <a:pt x="11566144" y="1971040"/>
                </a:lnTo>
                <a:lnTo>
                  <a:pt x="11566144" y="1945640"/>
                </a:lnTo>
                <a:lnTo>
                  <a:pt x="11566144" y="25400"/>
                </a:lnTo>
                <a:lnTo>
                  <a:pt x="1156614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4844" y="571881"/>
            <a:ext cx="3691890" cy="1007744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indent="629285" algn="r">
              <a:lnSpc>
                <a:spcPts val="2480"/>
              </a:lnSpc>
              <a:spcBef>
                <a:spcPts val="420"/>
              </a:spcBef>
            </a:pPr>
            <a:r>
              <a:rPr sz="2300" dirty="0">
                <a:solidFill>
                  <a:srgbClr val="FFFFFF"/>
                </a:solidFill>
              </a:rPr>
              <a:t>Change</a:t>
            </a:r>
            <a:r>
              <a:rPr sz="2300" spc="-75" dirty="0">
                <a:solidFill>
                  <a:srgbClr val="FFFFFF"/>
                </a:solidFill>
              </a:rPr>
              <a:t> </a:t>
            </a:r>
            <a:r>
              <a:rPr sz="2300" dirty="0">
                <a:solidFill>
                  <a:srgbClr val="FFFFFF"/>
                </a:solidFill>
              </a:rPr>
              <a:t>the</a:t>
            </a:r>
            <a:r>
              <a:rPr sz="2300" spc="-60" dirty="0">
                <a:solidFill>
                  <a:srgbClr val="FFFFFF"/>
                </a:solidFill>
              </a:rPr>
              <a:t> </a:t>
            </a:r>
            <a:r>
              <a:rPr sz="2300" dirty="0">
                <a:solidFill>
                  <a:srgbClr val="FFFFFF"/>
                </a:solidFill>
              </a:rPr>
              <a:t>following</a:t>
            </a:r>
            <a:r>
              <a:rPr sz="2300" spc="-20" dirty="0">
                <a:solidFill>
                  <a:srgbClr val="FFFFFF"/>
                </a:solidFill>
              </a:rPr>
              <a:t> IPv4 </a:t>
            </a:r>
            <a:r>
              <a:rPr sz="2300" dirty="0">
                <a:solidFill>
                  <a:srgbClr val="FFFFFF"/>
                </a:solidFill>
              </a:rPr>
              <a:t>addresses</a:t>
            </a:r>
            <a:r>
              <a:rPr sz="2300" spc="-80" dirty="0">
                <a:solidFill>
                  <a:srgbClr val="FFFFFF"/>
                </a:solidFill>
              </a:rPr>
              <a:t> </a:t>
            </a:r>
            <a:r>
              <a:rPr sz="2300" dirty="0">
                <a:solidFill>
                  <a:srgbClr val="FFFFFF"/>
                </a:solidFill>
              </a:rPr>
              <a:t>from</a:t>
            </a:r>
            <a:r>
              <a:rPr sz="2300" spc="-70" dirty="0">
                <a:solidFill>
                  <a:srgbClr val="FFFFFF"/>
                </a:solidFill>
              </a:rPr>
              <a:t> </a:t>
            </a:r>
            <a:r>
              <a:rPr sz="2300" dirty="0">
                <a:solidFill>
                  <a:srgbClr val="FFFFFF"/>
                </a:solidFill>
              </a:rPr>
              <a:t>binary</a:t>
            </a:r>
            <a:r>
              <a:rPr sz="2300" spc="-70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notation </a:t>
            </a:r>
            <a:r>
              <a:rPr sz="2300" dirty="0">
                <a:solidFill>
                  <a:srgbClr val="FFFFFF"/>
                </a:solidFill>
              </a:rPr>
              <a:t>to</a:t>
            </a:r>
            <a:r>
              <a:rPr sz="2300" spc="-25" dirty="0">
                <a:solidFill>
                  <a:srgbClr val="FFFFFF"/>
                </a:solidFill>
              </a:rPr>
              <a:t> </a:t>
            </a:r>
            <a:r>
              <a:rPr sz="2300" spc="-20" dirty="0">
                <a:solidFill>
                  <a:srgbClr val="FFFFFF"/>
                </a:solidFill>
              </a:rPr>
              <a:t>dotted-</a:t>
            </a:r>
            <a:r>
              <a:rPr sz="2300" dirty="0">
                <a:solidFill>
                  <a:srgbClr val="FFFFFF"/>
                </a:solidFill>
              </a:rPr>
              <a:t>decimal</a:t>
            </a:r>
            <a:r>
              <a:rPr sz="2300" spc="-20" dirty="0">
                <a:solidFill>
                  <a:srgbClr val="FFFFFF"/>
                </a:solidFill>
              </a:rPr>
              <a:t> </a:t>
            </a:r>
            <a:r>
              <a:rPr sz="2300" spc="-10" dirty="0">
                <a:solidFill>
                  <a:srgbClr val="FFFFFF"/>
                </a:solidFill>
              </a:rPr>
              <a:t>notation.</a:t>
            </a:r>
            <a:endParaRPr sz="2300"/>
          </a:p>
        </p:txBody>
      </p:sp>
      <p:sp>
        <p:nvSpPr>
          <p:cNvPr id="4" name="object 4"/>
          <p:cNvSpPr/>
          <p:nvPr/>
        </p:nvSpPr>
        <p:spPr>
          <a:xfrm>
            <a:off x="4740402" y="581405"/>
            <a:ext cx="0" cy="1371600"/>
          </a:xfrm>
          <a:custGeom>
            <a:avLst/>
            <a:gdLst/>
            <a:ahLst/>
            <a:cxnLst/>
            <a:rect l="l" t="t" r="r" b="b"/>
            <a:pathLst>
              <a:path h="1371600">
                <a:moveTo>
                  <a:pt x="0" y="13716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24754" y="673379"/>
            <a:ext cx="5755005" cy="10833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Wingdings"/>
              <a:buChar char=""/>
              <a:tabLst>
                <a:tab pos="354965" algn="l"/>
              </a:tabLst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10"/>
              </a:lnSpc>
              <a:spcBef>
                <a:spcPts val="335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replace</a:t>
            </a:r>
            <a:r>
              <a:rPr sz="2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bits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equivalent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510"/>
              </a:lnSpc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decimal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dots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separation.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197" y="4053554"/>
            <a:ext cx="5217020" cy="58907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7554" y="3576828"/>
            <a:ext cx="5052059" cy="14634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9676" y="450850"/>
            <a:ext cx="2673985" cy="141541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755"/>
              </a:spcBef>
            </a:pPr>
            <a:r>
              <a:rPr sz="4800" spc="-10" dirty="0"/>
              <a:t>Classful </a:t>
            </a:r>
            <a:r>
              <a:rPr sz="4800" spc="-50" dirty="0"/>
              <a:t>Addressing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4306525" y="436689"/>
            <a:ext cx="76835" cy="1597025"/>
            <a:chOff x="4306525" y="436689"/>
            <a:chExt cx="76835" cy="1597025"/>
          </a:xfrm>
        </p:grpSpPr>
        <p:sp>
          <p:nvSpPr>
            <p:cNvPr id="4" name="object 4"/>
            <p:cNvSpPr/>
            <p:nvPr/>
          </p:nvSpPr>
          <p:spPr>
            <a:xfrm>
              <a:off x="4328165" y="457326"/>
              <a:ext cx="41910" cy="1556385"/>
            </a:xfrm>
            <a:custGeom>
              <a:avLst/>
              <a:gdLst/>
              <a:ahLst/>
              <a:cxnLst/>
              <a:rect l="l" t="t" r="r" b="b"/>
              <a:pathLst>
                <a:path w="41910" h="1556385">
                  <a:moveTo>
                    <a:pt x="14984" y="341191"/>
                  </a:moveTo>
                  <a:lnTo>
                    <a:pt x="14021" y="374112"/>
                  </a:lnTo>
                  <a:lnTo>
                    <a:pt x="11080" y="442334"/>
                  </a:lnTo>
                  <a:lnTo>
                    <a:pt x="6852" y="518795"/>
                  </a:lnTo>
                  <a:lnTo>
                    <a:pt x="3194" y="586917"/>
                  </a:lnTo>
                  <a:lnTo>
                    <a:pt x="994" y="645468"/>
                  </a:lnTo>
                  <a:lnTo>
                    <a:pt x="10" y="696425"/>
                  </a:lnTo>
                  <a:lnTo>
                    <a:pt x="0" y="741766"/>
                  </a:lnTo>
                  <a:lnTo>
                    <a:pt x="721" y="783470"/>
                  </a:lnTo>
                  <a:lnTo>
                    <a:pt x="1932" y="823514"/>
                  </a:lnTo>
                  <a:lnTo>
                    <a:pt x="3390" y="863877"/>
                  </a:lnTo>
                  <a:lnTo>
                    <a:pt x="4853" y="906536"/>
                  </a:lnTo>
                  <a:lnTo>
                    <a:pt x="6079" y="953469"/>
                  </a:lnTo>
                  <a:lnTo>
                    <a:pt x="6827" y="1006654"/>
                  </a:lnTo>
                  <a:lnTo>
                    <a:pt x="6742" y="1103783"/>
                  </a:lnTo>
                  <a:lnTo>
                    <a:pt x="6695" y="1147928"/>
                  </a:lnTo>
                  <a:lnTo>
                    <a:pt x="6852" y="1190899"/>
                  </a:lnTo>
                  <a:lnTo>
                    <a:pt x="7332" y="1238959"/>
                  </a:lnTo>
                  <a:lnTo>
                    <a:pt x="7950" y="1281389"/>
                  </a:lnTo>
                  <a:lnTo>
                    <a:pt x="8567" y="1320641"/>
                  </a:lnTo>
                  <a:lnTo>
                    <a:pt x="9047" y="1359169"/>
                  </a:lnTo>
                  <a:lnTo>
                    <a:pt x="9253" y="1399426"/>
                  </a:lnTo>
                  <a:lnTo>
                    <a:pt x="9047" y="1443868"/>
                  </a:lnTo>
                  <a:lnTo>
                    <a:pt x="8293" y="1494946"/>
                  </a:lnTo>
                  <a:lnTo>
                    <a:pt x="6852" y="1555114"/>
                  </a:lnTo>
                  <a:lnTo>
                    <a:pt x="11805" y="1556003"/>
                  </a:lnTo>
                  <a:lnTo>
                    <a:pt x="17901" y="1555496"/>
                  </a:lnTo>
                  <a:lnTo>
                    <a:pt x="25140" y="1555114"/>
                  </a:lnTo>
                  <a:lnTo>
                    <a:pt x="23248" y="1480809"/>
                  </a:lnTo>
                  <a:lnTo>
                    <a:pt x="21163" y="1413219"/>
                  </a:lnTo>
                  <a:lnTo>
                    <a:pt x="17173" y="1294980"/>
                  </a:lnTo>
                  <a:lnTo>
                    <a:pt x="15651" y="1242724"/>
                  </a:lnTo>
                  <a:lnTo>
                    <a:pt x="14698" y="1193975"/>
                  </a:lnTo>
                  <a:lnTo>
                    <a:pt x="14504" y="1147928"/>
                  </a:lnTo>
                  <a:lnTo>
                    <a:pt x="15261" y="1103783"/>
                  </a:lnTo>
                  <a:lnTo>
                    <a:pt x="17159" y="1060736"/>
                  </a:lnTo>
                  <a:lnTo>
                    <a:pt x="20389" y="1017984"/>
                  </a:lnTo>
                  <a:lnTo>
                    <a:pt x="25140" y="974725"/>
                  </a:lnTo>
                  <a:lnTo>
                    <a:pt x="31299" y="920765"/>
                  </a:lnTo>
                  <a:lnTo>
                    <a:pt x="36094" y="866127"/>
                  </a:lnTo>
                  <a:lnTo>
                    <a:pt x="39449" y="811271"/>
                  </a:lnTo>
                  <a:lnTo>
                    <a:pt x="41290" y="756656"/>
                  </a:lnTo>
                  <a:lnTo>
                    <a:pt x="41541" y="702742"/>
                  </a:lnTo>
                  <a:lnTo>
                    <a:pt x="40126" y="649990"/>
                  </a:lnTo>
                  <a:lnTo>
                    <a:pt x="36972" y="598859"/>
                  </a:lnTo>
                  <a:lnTo>
                    <a:pt x="32001" y="549809"/>
                  </a:lnTo>
                  <a:lnTo>
                    <a:pt x="25140" y="503300"/>
                  </a:lnTo>
                  <a:lnTo>
                    <a:pt x="19431" y="463076"/>
                  </a:lnTo>
                  <a:lnTo>
                    <a:pt x="16118" y="423030"/>
                  </a:lnTo>
                  <a:lnTo>
                    <a:pt x="14779" y="382259"/>
                  </a:lnTo>
                  <a:lnTo>
                    <a:pt x="14984" y="341191"/>
                  </a:lnTo>
                  <a:close/>
                </a:path>
                <a:path w="41910" h="1556385">
                  <a:moveTo>
                    <a:pt x="15742" y="0"/>
                  </a:moveTo>
                  <a:lnTo>
                    <a:pt x="6852" y="635"/>
                  </a:lnTo>
                  <a:lnTo>
                    <a:pt x="9517" y="40233"/>
                  </a:lnTo>
                  <a:lnTo>
                    <a:pt x="11936" y="79785"/>
                  </a:lnTo>
                  <a:lnTo>
                    <a:pt x="13981" y="120326"/>
                  </a:lnTo>
                  <a:lnTo>
                    <a:pt x="15521" y="162892"/>
                  </a:lnTo>
                  <a:lnTo>
                    <a:pt x="16425" y="208518"/>
                  </a:lnTo>
                  <a:lnTo>
                    <a:pt x="16563" y="258239"/>
                  </a:lnTo>
                  <a:lnTo>
                    <a:pt x="15820" y="312016"/>
                  </a:lnTo>
                  <a:lnTo>
                    <a:pt x="16330" y="294925"/>
                  </a:lnTo>
                  <a:lnTo>
                    <a:pt x="18374" y="246555"/>
                  </a:lnTo>
                  <a:lnTo>
                    <a:pt x="20700" y="193845"/>
                  </a:lnTo>
                  <a:lnTo>
                    <a:pt x="22885" y="135891"/>
                  </a:lnTo>
                  <a:lnTo>
                    <a:pt x="24506" y="71788"/>
                  </a:lnTo>
                  <a:lnTo>
                    <a:pt x="25140" y="635"/>
                  </a:lnTo>
                  <a:lnTo>
                    <a:pt x="18028" y="253"/>
                  </a:lnTo>
                  <a:lnTo>
                    <a:pt x="157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7163" y="457326"/>
              <a:ext cx="35560" cy="1555750"/>
            </a:xfrm>
            <a:custGeom>
              <a:avLst/>
              <a:gdLst/>
              <a:ahLst/>
              <a:cxnLst/>
              <a:rect l="l" t="t" r="r" b="b"/>
              <a:pathLst>
                <a:path w="35560" h="1555750">
                  <a:moveTo>
                    <a:pt x="26142" y="635"/>
                  </a:moveTo>
                  <a:lnTo>
                    <a:pt x="30645" y="34559"/>
                  </a:lnTo>
                  <a:lnTo>
                    <a:pt x="33510" y="73624"/>
                  </a:lnTo>
                  <a:lnTo>
                    <a:pt x="34984" y="117184"/>
                  </a:lnTo>
                  <a:lnTo>
                    <a:pt x="35311" y="164592"/>
                  </a:lnTo>
                  <a:lnTo>
                    <a:pt x="34738" y="215202"/>
                  </a:lnTo>
                  <a:lnTo>
                    <a:pt x="33510" y="268368"/>
                  </a:lnTo>
                  <a:lnTo>
                    <a:pt x="31873" y="323443"/>
                  </a:lnTo>
                  <a:lnTo>
                    <a:pt x="30072" y="379781"/>
                  </a:lnTo>
                  <a:lnTo>
                    <a:pt x="28353" y="436736"/>
                  </a:lnTo>
                  <a:lnTo>
                    <a:pt x="26961" y="493661"/>
                  </a:lnTo>
                  <a:lnTo>
                    <a:pt x="26142" y="549910"/>
                  </a:lnTo>
                  <a:lnTo>
                    <a:pt x="25899" y="603396"/>
                  </a:lnTo>
                  <a:lnTo>
                    <a:pt x="26003" y="653086"/>
                  </a:lnTo>
                  <a:lnTo>
                    <a:pt x="26355" y="699915"/>
                  </a:lnTo>
                  <a:lnTo>
                    <a:pt x="26856" y="744815"/>
                  </a:lnTo>
                  <a:lnTo>
                    <a:pt x="27405" y="788721"/>
                  </a:lnTo>
                  <a:lnTo>
                    <a:pt x="27903" y="832566"/>
                  </a:lnTo>
                  <a:lnTo>
                    <a:pt x="28250" y="877285"/>
                  </a:lnTo>
                  <a:lnTo>
                    <a:pt x="28348" y="923810"/>
                  </a:lnTo>
                  <a:lnTo>
                    <a:pt x="28095" y="973075"/>
                  </a:lnTo>
                  <a:lnTo>
                    <a:pt x="27393" y="1026015"/>
                  </a:lnTo>
                  <a:lnTo>
                    <a:pt x="26142" y="1083564"/>
                  </a:lnTo>
                  <a:lnTo>
                    <a:pt x="24487" y="1151580"/>
                  </a:lnTo>
                  <a:lnTo>
                    <a:pt x="23311" y="1210081"/>
                  </a:lnTo>
                  <a:lnTo>
                    <a:pt x="22586" y="1261472"/>
                  </a:lnTo>
                  <a:lnTo>
                    <a:pt x="22285" y="1308155"/>
                  </a:lnTo>
                  <a:lnTo>
                    <a:pt x="22379" y="1352536"/>
                  </a:lnTo>
                  <a:lnTo>
                    <a:pt x="22840" y="1397018"/>
                  </a:lnTo>
                  <a:lnTo>
                    <a:pt x="23640" y="1444006"/>
                  </a:lnTo>
                  <a:lnTo>
                    <a:pt x="24750" y="1495903"/>
                  </a:lnTo>
                  <a:lnTo>
                    <a:pt x="26142" y="1555114"/>
                  </a:lnTo>
                  <a:lnTo>
                    <a:pt x="18903" y="1555623"/>
                  </a:lnTo>
                  <a:lnTo>
                    <a:pt x="12426" y="1554607"/>
                  </a:lnTo>
                  <a:lnTo>
                    <a:pt x="7854" y="1555114"/>
                  </a:lnTo>
                  <a:lnTo>
                    <a:pt x="10289" y="1493060"/>
                  </a:lnTo>
                  <a:lnTo>
                    <a:pt x="10658" y="1435821"/>
                  </a:lnTo>
                  <a:lnTo>
                    <a:pt x="9534" y="1382704"/>
                  </a:lnTo>
                  <a:lnTo>
                    <a:pt x="7488" y="1333017"/>
                  </a:lnTo>
                  <a:lnTo>
                    <a:pt x="5092" y="1286065"/>
                  </a:lnTo>
                  <a:lnTo>
                    <a:pt x="2916" y="1241155"/>
                  </a:lnTo>
                  <a:lnTo>
                    <a:pt x="1533" y="1197594"/>
                  </a:lnTo>
                  <a:lnTo>
                    <a:pt x="1514" y="1154689"/>
                  </a:lnTo>
                  <a:lnTo>
                    <a:pt x="3431" y="1111745"/>
                  </a:lnTo>
                  <a:lnTo>
                    <a:pt x="7854" y="1068070"/>
                  </a:lnTo>
                  <a:lnTo>
                    <a:pt x="13018" y="1024452"/>
                  </a:lnTo>
                  <a:lnTo>
                    <a:pt x="16828" y="981579"/>
                  </a:lnTo>
                  <a:lnTo>
                    <a:pt x="19360" y="938489"/>
                  </a:lnTo>
                  <a:lnTo>
                    <a:pt x="20692" y="894218"/>
                  </a:lnTo>
                  <a:lnTo>
                    <a:pt x="20903" y="847804"/>
                  </a:lnTo>
                  <a:lnTo>
                    <a:pt x="20071" y="798285"/>
                  </a:lnTo>
                  <a:lnTo>
                    <a:pt x="18272" y="744698"/>
                  </a:lnTo>
                  <a:lnTo>
                    <a:pt x="15584" y="686082"/>
                  </a:lnTo>
                  <a:lnTo>
                    <a:pt x="12086" y="621473"/>
                  </a:lnTo>
                  <a:lnTo>
                    <a:pt x="7854" y="549910"/>
                  </a:lnTo>
                  <a:lnTo>
                    <a:pt x="4319" y="484077"/>
                  </a:lnTo>
                  <a:lnTo>
                    <a:pt x="1929" y="423205"/>
                  </a:lnTo>
                  <a:lnTo>
                    <a:pt x="538" y="366701"/>
                  </a:lnTo>
                  <a:lnTo>
                    <a:pt x="0" y="313969"/>
                  </a:lnTo>
                  <a:lnTo>
                    <a:pt x="168" y="264418"/>
                  </a:lnTo>
                  <a:lnTo>
                    <a:pt x="898" y="217452"/>
                  </a:lnTo>
                  <a:lnTo>
                    <a:pt x="2043" y="172479"/>
                  </a:lnTo>
                  <a:lnTo>
                    <a:pt x="3457" y="128904"/>
                  </a:lnTo>
                  <a:lnTo>
                    <a:pt x="4995" y="86134"/>
                  </a:lnTo>
                  <a:lnTo>
                    <a:pt x="6509" y="43575"/>
                  </a:lnTo>
                  <a:lnTo>
                    <a:pt x="7854" y="635"/>
                  </a:lnTo>
                  <a:lnTo>
                    <a:pt x="12934" y="0"/>
                  </a:lnTo>
                  <a:lnTo>
                    <a:pt x="21443" y="1397"/>
                  </a:lnTo>
                  <a:lnTo>
                    <a:pt x="26142" y="6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05883" y="680973"/>
            <a:ext cx="6446520" cy="10401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080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classful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addressing,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divided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into </a:t>
            </a:r>
            <a:r>
              <a:rPr sz="2200" dirty="0">
                <a:latin typeface="Calibri"/>
                <a:cs typeface="Calibri"/>
              </a:rPr>
              <a:t>five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classes:</a:t>
            </a:r>
            <a:endParaRPr sz="2200">
              <a:latin typeface="Calibri"/>
              <a:cs typeface="Calibri"/>
            </a:endParaRPr>
          </a:p>
          <a:p>
            <a:pPr marL="220979">
              <a:lnSpc>
                <a:spcPct val="100000"/>
              </a:lnSpc>
              <a:spcBef>
                <a:spcPts val="295"/>
              </a:spcBef>
            </a:pPr>
            <a:r>
              <a:rPr sz="2200" dirty="0">
                <a:latin typeface="Calibri"/>
                <a:cs typeface="Calibri"/>
              </a:rPr>
              <a:t>A,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E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936" y="2372867"/>
            <a:ext cx="10917935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09276" y="0"/>
            <a:ext cx="1134110" cy="478790"/>
          </a:xfrm>
          <a:custGeom>
            <a:avLst/>
            <a:gdLst/>
            <a:ahLst/>
            <a:cxnLst/>
            <a:rect l="l" t="t" r="r" b="b"/>
            <a:pathLst>
              <a:path w="1134109" h="478790">
                <a:moveTo>
                  <a:pt x="1133855" y="0"/>
                </a:moveTo>
                <a:lnTo>
                  <a:pt x="0" y="0"/>
                </a:lnTo>
                <a:lnTo>
                  <a:pt x="1650" y="16891"/>
                </a:lnTo>
                <a:lnTo>
                  <a:pt x="12982" y="62669"/>
                </a:lnTo>
                <a:lnTo>
                  <a:pt x="27864" y="106933"/>
                </a:lnTo>
                <a:lnTo>
                  <a:pt x="46135" y="149518"/>
                </a:lnTo>
                <a:lnTo>
                  <a:pt x="67632" y="190264"/>
                </a:lnTo>
                <a:lnTo>
                  <a:pt x="92192" y="229006"/>
                </a:lnTo>
                <a:lnTo>
                  <a:pt x="119655" y="265584"/>
                </a:lnTo>
                <a:lnTo>
                  <a:pt x="149858" y="299833"/>
                </a:lnTo>
                <a:lnTo>
                  <a:pt x="182639" y="331592"/>
                </a:lnTo>
                <a:lnTo>
                  <a:pt x="217835" y="360699"/>
                </a:lnTo>
                <a:lnTo>
                  <a:pt x="255286" y="386989"/>
                </a:lnTo>
                <a:lnTo>
                  <a:pt x="294827" y="410302"/>
                </a:lnTo>
                <a:lnTo>
                  <a:pt x="336299" y="430474"/>
                </a:lnTo>
                <a:lnTo>
                  <a:pt x="379538" y="447342"/>
                </a:lnTo>
                <a:lnTo>
                  <a:pt x="424382" y="460746"/>
                </a:lnTo>
                <a:lnTo>
                  <a:pt x="470670" y="470521"/>
                </a:lnTo>
                <a:lnTo>
                  <a:pt x="518239" y="476505"/>
                </a:lnTo>
                <a:lnTo>
                  <a:pt x="566927" y="478536"/>
                </a:lnTo>
                <a:lnTo>
                  <a:pt x="615616" y="476505"/>
                </a:lnTo>
                <a:lnTo>
                  <a:pt x="663185" y="470521"/>
                </a:lnTo>
                <a:lnTo>
                  <a:pt x="709473" y="460746"/>
                </a:lnTo>
                <a:lnTo>
                  <a:pt x="754317" y="447342"/>
                </a:lnTo>
                <a:lnTo>
                  <a:pt x="797556" y="430474"/>
                </a:lnTo>
                <a:lnTo>
                  <a:pt x="839028" y="410302"/>
                </a:lnTo>
                <a:lnTo>
                  <a:pt x="878569" y="386989"/>
                </a:lnTo>
                <a:lnTo>
                  <a:pt x="916020" y="360699"/>
                </a:lnTo>
                <a:lnTo>
                  <a:pt x="951216" y="331592"/>
                </a:lnTo>
                <a:lnTo>
                  <a:pt x="983997" y="299833"/>
                </a:lnTo>
                <a:lnTo>
                  <a:pt x="1014200" y="265584"/>
                </a:lnTo>
                <a:lnTo>
                  <a:pt x="1041663" y="229006"/>
                </a:lnTo>
                <a:lnTo>
                  <a:pt x="1066223" y="190264"/>
                </a:lnTo>
                <a:lnTo>
                  <a:pt x="1087720" y="149518"/>
                </a:lnTo>
                <a:lnTo>
                  <a:pt x="1105991" y="106933"/>
                </a:lnTo>
                <a:lnTo>
                  <a:pt x="1120873" y="62669"/>
                </a:lnTo>
                <a:lnTo>
                  <a:pt x="1132204" y="16891"/>
                </a:lnTo>
                <a:lnTo>
                  <a:pt x="113385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1637" rIns="0" bIns="0" rtlCol="0">
            <a:spAutoFit/>
          </a:bodyPr>
          <a:lstStyle/>
          <a:p>
            <a:pPr marL="593725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Example</a:t>
            </a:r>
          </a:p>
        </p:txBody>
      </p:sp>
      <p:sp>
        <p:nvSpPr>
          <p:cNvPr id="4" name="object 4"/>
          <p:cNvSpPr/>
          <p:nvPr/>
        </p:nvSpPr>
        <p:spPr>
          <a:xfrm>
            <a:off x="557022" y="4226052"/>
            <a:ext cx="2041525" cy="2041525"/>
          </a:xfrm>
          <a:custGeom>
            <a:avLst/>
            <a:gdLst/>
            <a:ahLst/>
            <a:cxnLst/>
            <a:rect l="l" t="t" r="r" b="b"/>
            <a:pathLst>
              <a:path w="2041525" h="2041525">
                <a:moveTo>
                  <a:pt x="0" y="0"/>
                </a:moveTo>
                <a:lnTo>
                  <a:pt x="557" y="48183"/>
                </a:lnTo>
                <a:lnTo>
                  <a:pt x="2222" y="96093"/>
                </a:lnTo>
                <a:lnTo>
                  <a:pt x="4981" y="143717"/>
                </a:lnTo>
                <a:lnTo>
                  <a:pt x="8822" y="191044"/>
                </a:lnTo>
                <a:lnTo>
                  <a:pt x="13734" y="238060"/>
                </a:lnTo>
                <a:lnTo>
                  <a:pt x="19704" y="284753"/>
                </a:lnTo>
                <a:lnTo>
                  <a:pt x="26719" y="331112"/>
                </a:lnTo>
                <a:lnTo>
                  <a:pt x="34768" y="377123"/>
                </a:lnTo>
                <a:lnTo>
                  <a:pt x="43838" y="422776"/>
                </a:lnTo>
                <a:lnTo>
                  <a:pt x="53917" y="468056"/>
                </a:lnTo>
                <a:lnTo>
                  <a:pt x="64993" y="512953"/>
                </a:lnTo>
                <a:lnTo>
                  <a:pt x="77053" y="557454"/>
                </a:lnTo>
                <a:lnTo>
                  <a:pt x="90085" y="601547"/>
                </a:lnTo>
                <a:lnTo>
                  <a:pt x="104077" y="645218"/>
                </a:lnTo>
                <a:lnTo>
                  <a:pt x="119016" y="688457"/>
                </a:lnTo>
                <a:lnTo>
                  <a:pt x="134891" y="731251"/>
                </a:lnTo>
                <a:lnTo>
                  <a:pt x="151689" y="773588"/>
                </a:lnTo>
                <a:lnTo>
                  <a:pt x="169398" y="815455"/>
                </a:lnTo>
                <a:lnTo>
                  <a:pt x="188005" y="856840"/>
                </a:lnTo>
                <a:lnTo>
                  <a:pt x="207499" y="897731"/>
                </a:lnTo>
                <a:lnTo>
                  <a:pt x="227867" y="938116"/>
                </a:lnTo>
                <a:lnTo>
                  <a:pt x="249097" y="977982"/>
                </a:lnTo>
                <a:lnTo>
                  <a:pt x="271176" y="1017317"/>
                </a:lnTo>
                <a:lnTo>
                  <a:pt x="294092" y="1056108"/>
                </a:lnTo>
                <a:lnTo>
                  <a:pt x="317834" y="1094345"/>
                </a:lnTo>
                <a:lnTo>
                  <a:pt x="342388" y="1132014"/>
                </a:lnTo>
                <a:lnTo>
                  <a:pt x="367743" y="1169103"/>
                </a:lnTo>
                <a:lnTo>
                  <a:pt x="393886" y="1205599"/>
                </a:lnTo>
                <a:lnTo>
                  <a:pt x="420806" y="1241492"/>
                </a:lnTo>
                <a:lnTo>
                  <a:pt x="448489" y="1276767"/>
                </a:lnTo>
                <a:lnTo>
                  <a:pt x="476923" y="1311414"/>
                </a:lnTo>
                <a:lnTo>
                  <a:pt x="506097" y="1345419"/>
                </a:lnTo>
                <a:lnTo>
                  <a:pt x="535998" y="1378771"/>
                </a:lnTo>
                <a:lnTo>
                  <a:pt x="566613" y="1411457"/>
                </a:lnTo>
                <a:lnTo>
                  <a:pt x="597931" y="1443466"/>
                </a:lnTo>
                <a:lnTo>
                  <a:pt x="629940" y="1474784"/>
                </a:lnTo>
                <a:lnTo>
                  <a:pt x="662626" y="1505399"/>
                </a:lnTo>
                <a:lnTo>
                  <a:pt x="695978" y="1535300"/>
                </a:lnTo>
                <a:lnTo>
                  <a:pt x="729983" y="1564474"/>
                </a:lnTo>
                <a:lnTo>
                  <a:pt x="764630" y="1592908"/>
                </a:lnTo>
                <a:lnTo>
                  <a:pt x="799905" y="1620591"/>
                </a:lnTo>
                <a:lnTo>
                  <a:pt x="835798" y="1647511"/>
                </a:lnTo>
                <a:lnTo>
                  <a:pt x="872294" y="1673654"/>
                </a:lnTo>
                <a:lnTo>
                  <a:pt x="909383" y="1699009"/>
                </a:lnTo>
                <a:lnTo>
                  <a:pt x="947052" y="1723563"/>
                </a:lnTo>
                <a:lnTo>
                  <a:pt x="985289" y="1747305"/>
                </a:lnTo>
                <a:lnTo>
                  <a:pt x="1024080" y="1770221"/>
                </a:lnTo>
                <a:lnTo>
                  <a:pt x="1063415" y="1792300"/>
                </a:lnTo>
                <a:lnTo>
                  <a:pt x="1103281" y="1813530"/>
                </a:lnTo>
                <a:lnTo>
                  <a:pt x="1143666" y="1833898"/>
                </a:lnTo>
                <a:lnTo>
                  <a:pt x="1184557" y="1853392"/>
                </a:lnTo>
                <a:lnTo>
                  <a:pt x="1225942" y="1871999"/>
                </a:lnTo>
                <a:lnTo>
                  <a:pt x="1267809" y="1889708"/>
                </a:lnTo>
                <a:lnTo>
                  <a:pt x="1310146" y="1906506"/>
                </a:lnTo>
                <a:lnTo>
                  <a:pt x="1352940" y="1922381"/>
                </a:lnTo>
                <a:lnTo>
                  <a:pt x="1396179" y="1937320"/>
                </a:lnTo>
                <a:lnTo>
                  <a:pt x="1439850" y="1951312"/>
                </a:lnTo>
                <a:lnTo>
                  <a:pt x="1483943" y="1964344"/>
                </a:lnTo>
                <a:lnTo>
                  <a:pt x="1528444" y="1976404"/>
                </a:lnTo>
                <a:lnTo>
                  <a:pt x="1573341" y="1987480"/>
                </a:lnTo>
                <a:lnTo>
                  <a:pt x="1618621" y="1997559"/>
                </a:lnTo>
                <a:lnTo>
                  <a:pt x="1664274" y="2006629"/>
                </a:lnTo>
                <a:lnTo>
                  <a:pt x="1710285" y="2014678"/>
                </a:lnTo>
                <a:lnTo>
                  <a:pt x="1756644" y="2021693"/>
                </a:lnTo>
                <a:lnTo>
                  <a:pt x="1803337" y="2027663"/>
                </a:lnTo>
                <a:lnTo>
                  <a:pt x="1850353" y="2032575"/>
                </a:lnTo>
                <a:lnTo>
                  <a:pt x="1897680" y="2036416"/>
                </a:lnTo>
                <a:lnTo>
                  <a:pt x="1945304" y="2039175"/>
                </a:lnTo>
                <a:lnTo>
                  <a:pt x="1993214" y="2040840"/>
                </a:lnTo>
                <a:lnTo>
                  <a:pt x="2041398" y="2041398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6939" y="1715388"/>
            <a:ext cx="5180965" cy="438912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292735" indent="-280035">
              <a:lnSpc>
                <a:spcPct val="100000"/>
              </a:lnSpc>
              <a:spcBef>
                <a:spcPts val="894"/>
              </a:spcBef>
              <a:buFont typeface="Wingdings"/>
              <a:buChar char=""/>
              <a:tabLst>
                <a:tab pos="292735" algn="l"/>
              </a:tabLst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address.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241300" algn="l"/>
                <a:tab pos="563880" algn="l"/>
              </a:tabLst>
            </a:pPr>
            <a:r>
              <a:rPr sz="1800" spc="-25" dirty="0">
                <a:latin typeface="Calibri"/>
                <a:cs typeface="Calibri"/>
              </a:rPr>
              <a:t>a.</a:t>
            </a:r>
            <a:r>
              <a:rPr sz="1800" dirty="0">
                <a:latin typeface="Calibri"/>
                <a:cs typeface="Calibri"/>
              </a:rPr>
              <a:t>	00000001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00001011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00001011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11101111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  <a:tab pos="575945" algn="l"/>
              </a:tabLst>
            </a:pPr>
            <a:r>
              <a:rPr sz="1800" spc="-25" dirty="0">
                <a:latin typeface="Calibri"/>
                <a:cs typeface="Calibri"/>
              </a:rPr>
              <a:t>b.</a:t>
            </a:r>
            <a:r>
              <a:rPr sz="1800" dirty="0">
                <a:latin typeface="Calibri"/>
                <a:cs typeface="Calibri"/>
              </a:rPr>
              <a:t>	11000001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10000011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00011011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11111111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  <a:tab pos="551815" algn="l"/>
              </a:tabLst>
            </a:pPr>
            <a:r>
              <a:rPr sz="1800" spc="-25" dirty="0">
                <a:latin typeface="Calibri"/>
                <a:cs typeface="Calibri"/>
              </a:rPr>
              <a:t>c.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14.23.120.8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41300" algn="l"/>
                <a:tab pos="576580" algn="l"/>
              </a:tabLst>
            </a:pPr>
            <a:r>
              <a:rPr sz="1800" spc="-25" dirty="0">
                <a:latin typeface="Calibri"/>
                <a:cs typeface="Calibri"/>
              </a:rPr>
              <a:t>d.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252.5.15.111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Solution</a:t>
            </a:r>
            <a:endParaRPr sz="1800">
              <a:latin typeface="Calibri"/>
              <a:cs typeface="Calibri"/>
            </a:endParaRPr>
          </a:p>
          <a:p>
            <a:pPr marL="230504" indent="-217804">
              <a:lnSpc>
                <a:spcPct val="100000"/>
              </a:lnSpc>
              <a:spcBef>
                <a:spcPts val="790"/>
              </a:spcBef>
              <a:buAutoNum type="alphaLcPeriod"/>
              <a:tabLst>
                <a:tab pos="230504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address.</a:t>
            </a:r>
            <a:endParaRPr sz="1800">
              <a:latin typeface="Calibri"/>
              <a:cs typeface="Calibri"/>
            </a:endParaRPr>
          </a:p>
          <a:p>
            <a:pPr marL="241300" marR="5080" indent="-229235">
              <a:lnSpc>
                <a:spcPts val="1939"/>
              </a:lnSpc>
              <a:spcBef>
                <a:spcPts val="1035"/>
              </a:spcBef>
              <a:buAutoNum type="alphaLcPeriod"/>
              <a:tabLst>
                <a:tab pos="27495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bits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third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C 	</a:t>
            </a:r>
            <a:r>
              <a:rPr sz="1800" spc="-10" dirty="0">
                <a:latin typeface="Calibri"/>
                <a:cs typeface="Calibri"/>
              </a:rPr>
              <a:t>address.</a:t>
            </a:r>
            <a:endParaRPr sz="1800">
              <a:latin typeface="Calibri"/>
              <a:cs typeface="Calibri"/>
            </a:endParaRPr>
          </a:p>
          <a:p>
            <a:pPr marL="217170" indent="-204470">
              <a:lnSpc>
                <a:spcPct val="100000"/>
              </a:lnSpc>
              <a:spcBef>
                <a:spcPts val="755"/>
              </a:spcBef>
              <a:buAutoNum type="alphaLcPeriod"/>
              <a:tabLst>
                <a:tab pos="21717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14;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0"/>
              </a:spcBef>
              <a:buAutoNum type="alphaLcPeriod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252;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5214" y="280669"/>
            <a:ext cx="11566525" cy="1972310"/>
          </a:xfrm>
          <a:custGeom>
            <a:avLst/>
            <a:gdLst/>
            <a:ahLst/>
            <a:cxnLst/>
            <a:rect l="l" t="t" r="r" b="b"/>
            <a:pathLst>
              <a:path w="11566525" h="1972310">
                <a:moveTo>
                  <a:pt x="11515344" y="1845310"/>
                </a:moveTo>
                <a:lnTo>
                  <a:pt x="11502644" y="1845310"/>
                </a:lnTo>
                <a:lnTo>
                  <a:pt x="11502644" y="62992"/>
                </a:lnTo>
                <a:lnTo>
                  <a:pt x="63500" y="62992"/>
                </a:lnTo>
                <a:lnTo>
                  <a:pt x="63500" y="1845310"/>
                </a:lnTo>
                <a:lnTo>
                  <a:pt x="50800" y="1845310"/>
                </a:lnTo>
                <a:lnTo>
                  <a:pt x="50800" y="1921510"/>
                </a:lnTo>
                <a:lnTo>
                  <a:pt x="11515344" y="1921510"/>
                </a:lnTo>
                <a:lnTo>
                  <a:pt x="11515344" y="1845310"/>
                </a:lnTo>
                <a:close/>
              </a:path>
              <a:path w="11566525" h="1972310">
                <a:moveTo>
                  <a:pt x="11566144" y="0"/>
                </a:moveTo>
                <a:lnTo>
                  <a:pt x="0" y="0"/>
                </a:lnTo>
                <a:lnTo>
                  <a:pt x="0" y="25400"/>
                </a:lnTo>
                <a:lnTo>
                  <a:pt x="0" y="1946910"/>
                </a:lnTo>
                <a:lnTo>
                  <a:pt x="0" y="1972310"/>
                </a:lnTo>
                <a:lnTo>
                  <a:pt x="11566144" y="1972310"/>
                </a:lnTo>
                <a:lnTo>
                  <a:pt x="11566144" y="1946910"/>
                </a:lnTo>
                <a:lnTo>
                  <a:pt x="25400" y="1946910"/>
                </a:lnTo>
                <a:lnTo>
                  <a:pt x="25400" y="25400"/>
                </a:lnTo>
                <a:lnTo>
                  <a:pt x="11540744" y="25400"/>
                </a:lnTo>
                <a:lnTo>
                  <a:pt x="11540744" y="1946656"/>
                </a:lnTo>
                <a:lnTo>
                  <a:pt x="11566144" y="1946656"/>
                </a:lnTo>
                <a:lnTo>
                  <a:pt x="11566144" y="25400"/>
                </a:lnTo>
                <a:lnTo>
                  <a:pt x="11566144" y="24892"/>
                </a:lnTo>
                <a:lnTo>
                  <a:pt x="1156614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100"/>
              </a:spcBef>
            </a:pPr>
            <a:r>
              <a:rPr sz="5400" spc="-20" dirty="0">
                <a:solidFill>
                  <a:srgbClr val="FFFFFF"/>
                </a:solidFill>
              </a:rPr>
              <a:t>Classful</a:t>
            </a:r>
            <a:r>
              <a:rPr sz="5400" spc="-245" dirty="0">
                <a:solidFill>
                  <a:srgbClr val="FFFFFF"/>
                </a:solidFill>
              </a:rPr>
              <a:t> </a:t>
            </a:r>
            <a:r>
              <a:rPr sz="5400" spc="-30" dirty="0">
                <a:solidFill>
                  <a:srgbClr val="FFFFFF"/>
                </a:solidFill>
              </a:rPr>
              <a:t>Address</a:t>
            </a:r>
            <a:r>
              <a:rPr sz="5400" spc="-260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Block</a:t>
            </a:r>
            <a:r>
              <a:rPr sz="5400" spc="-275" dirty="0">
                <a:solidFill>
                  <a:srgbClr val="FFFFFF"/>
                </a:solidFill>
              </a:rPr>
              <a:t> </a:t>
            </a:r>
            <a:r>
              <a:rPr sz="5400" spc="-20" dirty="0">
                <a:solidFill>
                  <a:srgbClr val="FFFFFF"/>
                </a:solidFill>
              </a:rPr>
              <a:t>Size</a:t>
            </a:r>
            <a:endParaRPr sz="5400"/>
          </a:p>
        </p:txBody>
      </p:sp>
      <p:sp>
        <p:nvSpPr>
          <p:cNvPr id="4" name="object 4"/>
          <p:cNvSpPr/>
          <p:nvPr/>
        </p:nvSpPr>
        <p:spPr>
          <a:xfrm>
            <a:off x="2210561" y="1450086"/>
            <a:ext cx="7772400" cy="0"/>
          </a:xfrm>
          <a:custGeom>
            <a:avLst/>
            <a:gdLst/>
            <a:ahLst/>
            <a:cxnLst/>
            <a:rect l="l" t="t" r="r" b="b"/>
            <a:pathLst>
              <a:path w="7772400">
                <a:moveTo>
                  <a:pt x="0" y="0"/>
                </a:moveTo>
                <a:lnTo>
                  <a:pt x="7772400" y="0"/>
                </a:lnTo>
              </a:path>
            </a:pathLst>
          </a:custGeom>
          <a:ln w="222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256" y="2927210"/>
            <a:ext cx="11165326" cy="31368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273558"/>
            <a:ext cx="12188825" cy="0"/>
          </a:xfrm>
          <a:custGeom>
            <a:avLst/>
            <a:gdLst/>
            <a:ahLst/>
            <a:cxnLst/>
            <a:rect l="l" t="t" r="r" b="b"/>
            <a:pathLst>
              <a:path w="12188825">
                <a:moveTo>
                  <a:pt x="0" y="0"/>
                </a:moveTo>
                <a:lnTo>
                  <a:pt x="12188825" y="0"/>
                </a:lnTo>
              </a:path>
            </a:pathLst>
          </a:custGeom>
          <a:ln w="508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68808"/>
            <a:ext cx="12192000" cy="1736089"/>
          </a:xfrm>
          <a:custGeom>
            <a:avLst/>
            <a:gdLst/>
            <a:ahLst/>
            <a:cxnLst/>
            <a:rect l="l" t="t" r="r" b="b"/>
            <a:pathLst>
              <a:path w="12192000" h="1736089">
                <a:moveTo>
                  <a:pt x="12192000" y="0"/>
                </a:moveTo>
                <a:lnTo>
                  <a:pt x="0" y="0"/>
                </a:lnTo>
                <a:lnTo>
                  <a:pt x="0" y="1735836"/>
                </a:lnTo>
                <a:lnTo>
                  <a:pt x="12192000" y="1735836"/>
                </a:lnTo>
                <a:lnTo>
                  <a:pt x="1219200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0875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</a:rPr>
              <a:t>Default</a:t>
            </a:r>
            <a:r>
              <a:rPr sz="5400" spc="-140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Masks</a:t>
            </a:r>
            <a:r>
              <a:rPr sz="5400" spc="-120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for</a:t>
            </a:r>
            <a:r>
              <a:rPr sz="5400" spc="-13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Classful</a:t>
            </a:r>
            <a:r>
              <a:rPr sz="5400" spc="-160" dirty="0">
                <a:solidFill>
                  <a:srgbClr val="FFFFFF"/>
                </a:solidFill>
              </a:rPr>
              <a:t> </a:t>
            </a:r>
            <a:r>
              <a:rPr sz="5400" spc="-10" dirty="0">
                <a:solidFill>
                  <a:srgbClr val="FFFFFF"/>
                </a:solidFill>
              </a:rPr>
              <a:t>Addressing</a:t>
            </a:r>
            <a:endParaRPr sz="5400"/>
          </a:p>
        </p:txBody>
      </p:sp>
      <p:sp>
        <p:nvSpPr>
          <p:cNvPr id="5" name="object 5"/>
          <p:cNvSpPr/>
          <p:nvPr/>
        </p:nvSpPr>
        <p:spPr>
          <a:xfrm>
            <a:off x="4725161" y="148056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199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2201417"/>
            <a:ext cx="12188825" cy="0"/>
          </a:xfrm>
          <a:custGeom>
            <a:avLst/>
            <a:gdLst/>
            <a:ahLst/>
            <a:cxnLst/>
            <a:rect l="l" t="t" r="r" b="b"/>
            <a:pathLst>
              <a:path w="12188825">
                <a:moveTo>
                  <a:pt x="0" y="0"/>
                </a:moveTo>
                <a:lnTo>
                  <a:pt x="12188825" y="0"/>
                </a:lnTo>
              </a:path>
            </a:pathLst>
          </a:custGeom>
          <a:ln w="508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845" y="3423545"/>
            <a:ext cx="11218083" cy="2022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9604" y="1415014"/>
            <a:ext cx="4043164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chemeClr val="tx1"/>
                </a:solidFill>
                <a:latin typeface="Calibri Light"/>
                <a:cs typeface="Calibri Light"/>
              </a:rPr>
              <a:t>CIDR</a:t>
            </a:r>
            <a:r>
              <a:rPr lang="en-US" sz="4000" dirty="0">
                <a:solidFill>
                  <a:schemeClr val="tx1"/>
                </a:solidFill>
                <a:latin typeface="Calibri Light"/>
                <a:cs typeface="Calibri Light"/>
              </a:rPr>
              <a:t> (Classless Inter-Domain Routing)</a:t>
            </a:r>
            <a:r>
              <a:rPr sz="4000" spc="-20" dirty="0">
                <a:solidFill>
                  <a:schemeClr val="tx1"/>
                </a:solidFill>
                <a:latin typeface="Calibri Light"/>
                <a:cs typeface="Calibri Light"/>
              </a:rPr>
              <a:t> </a:t>
            </a:r>
            <a:r>
              <a:rPr sz="4000" spc="-10" dirty="0">
                <a:solidFill>
                  <a:schemeClr val="tx1"/>
                </a:solidFill>
                <a:latin typeface="Calibri Light"/>
                <a:cs typeface="Calibri Light"/>
              </a:rPr>
              <a:t>Notation</a:t>
            </a:r>
            <a:endParaRPr sz="4000" dirty="0">
              <a:solidFill>
                <a:schemeClr val="tx1"/>
              </a:solidFill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52771" y="22860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4685" y="911098"/>
            <a:ext cx="5586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0209" indent="-397510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410209" algn="l"/>
                <a:tab pos="963930" algn="l"/>
                <a:tab pos="1858010" algn="l"/>
                <a:tab pos="3782060" algn="l"/>
                <a:tab pos="4231640" algn="l"/>
                <a:tab pos="5276850" algn="l"/>
              </a:tabLst>
            </a:pP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20" dirty="0">
                <a:solidFill>
                  <a:schemeClr val="tx1"/>
                </a:solidFill>
                <a:latin typeface="Calibri"/>
                <a:cs typeface="Calibri"/>
              </a:rPr>
              <a:t>IPv4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addressing,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5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block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63285" y="1294841"/>
            <a:ext cx="5359400" cy="16046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434"/>
              </a:spcBef>
            </a:pPr>
            <a:r>
              <a:rPr sz="2800" dirty="0">
                <a:latin typeface="Calibri"/>
                <a:cs typeface="Calibri"/>
              </a:rPr>
              <a:t>addresses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x.y.z.t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/n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x.y.z.t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defines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addresses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/n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defines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mask.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4685" y="2959988"/>
            <a:ext cx="5585460" cy="1731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 algn="just">
              <a:lnSpc>
                <a:spcPts val="3020"/>
              </a:lnSpc>
              <a:spcBef>
                <a:spcPts val="480"/>
              </a:spcBef>
              <a:buFont typeface="Wingdings"/>
              <a:buChar char=""/>
              <a:tabLst>
                <a:tab pos="241300" algn="l"/>
                <a:tab pos="410209" algn="l"/>
              </a:tabLst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The</a:t>
            </a:r>
            <a:r>
              <a:rPr sz="2800" spc="509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first</a:t>
            </a:r>
            <a:r>
              <a:rPr sz="2800" spc="5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address</a:t>
            </a:r>
            <a:r>
              <a:rPr sz="2800" spc="509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sz="2800" spc="5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spc="5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block</a:t>
            </a:r>
            <a:r>
              <a:rPr sz="2800" spc="5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can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be</a:t>
            </a:r>
            <a:r>
              <a:rPr sz="2800" spc="4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found</a:t>
            </a:r>
            <a:r>
              <a:rPr sz="2800" spc="5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by</a:t>
            </a:r>
            <a:r>
              <a:rPr sz="2800" spc="4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setting</a:t>
            </a:r>
            <a:r>
              <a:rPr sz="2800" spc="4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spc="45" dirty="0">
                <a:solidFill>
                  <a:schemeClr val="tx1"/>
                </a:solidFill>
                <a:latin typeface="Calibri"/>
                <a:cs typeface="Calibri"/>
              </a:rPr>
              <a:t>  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rightmost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32</a:t>
            </a:r>
            <a:r>
              <a:rPr sz="28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−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n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bits</a:t>
            </a:r>
            <a:r>
              <a:rPr sz="28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28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0s.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410209" indent="-397510" algn="just">
              <a:lnSpc>
                <a:spcPct val="100000"/>
              </a:lnSpc>
              <a:spcBef>
                <a:spcPts val="625"/>
              </a:spcBef>
              <a:buFont typeface="Wingdings"/>
              <a:buChar char=""/>
              <a:tabLst>
                <a:tab pos="410209" algn="l"/>
              </a:tabLst>
            </a:pP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last</a:t>
            </a:r>
            <a:r>
              <a:rPr sz="28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address in the</a:t>
            </a:r>
            <a:r>
              <a:rPr sz="28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block can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be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3285" y="4623053"/>
            <a:ext cx="535495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  <a:tabLst>
                <a:tab pos="1179830" algn="l"/>
                <a:tab pos="1842770" algn="l"/>
                <a:tab pos="3143250" algn="l"/>
                <a:tab pos="3943350" algn="l"/>
              </a:tabLst>
            </a:pP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found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by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chemeClr val="tx1"/>
                </a:solidFill>
                <a:latin typeface="Calibri"/>
                <a:cs typeface="Calibri"/>
              </a:rPr>
              <a:t>setting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	</a:t>
            </a:r>
            <a:r>
              <a:rPr sz="2800" spc="-20" dirty="0">
                <a:solidFill>
                  <a:schemeClr val="tx1"/>
                </a:solidFill>
                <a:latin typeface="Calibri"/>
                <a:cs typeface="Calibri"/>
              </a:rPr>
              <a:t>rightmost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32</a:t>
            </a:r>
            <a:r>
              <a:rPr sz="28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−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n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bits</a:t>
            </a:r>
            <a:r>
              <a:rPr sz="2800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chemeClr val="tx1"/>
                </a:solidFill>
                <a:latin typeface="Calibri"/>
                <a:cs typeface="Calibri"/>
              </a:rPr>
              <a:t>to</a:t>
            </a:r>
            <a:r>
              <a:rPr sz="2800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chemeClr val="tx1"/>
                </a:solidFill>
                <a:latin typeface="Calibri"/>
                <a:cs typeface="Calibri"/>
              </a:rPr>
              <a:t>1s.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04040" y="152400"/>
            <a:ext cx="4032250" cy="110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/>
              <a:t>Example</a:t>
            </a:r>
            <a:endParaRPr sz="5400" dirty="0"/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600" dirty="0"/>
              <a:t>*</a:t>
            </a:r>
            <a:r>
              <a:rPr sz="1600" spc="-25" dirty="0"/>
              <a:t> </a:t>
            </a:r>
            <a:r>
              <a:rPr sz="1600" dirty="0"/>
              <a:t>Same</a:t>
            </a:r>
            <a:r>
              <a:rPr sz="1600" spc="-35" dirty="0"/>
              <a:t> </a:t>
            </a:r>
            <a:r>
              <a:rPr sz="1600" spc="-10" dirty="0"/>
              <a:t>example</a:t>
            </a:r>
            <a:r>
              <a:rPr sz="1600" spc="-15" dirty="0"/>
              <a:t> </a:t>
            </a:r>
            <a:r>
              <a:rPr sz="1600" dirty="0"/>
              <a:t>is</a:t>
            </a:r>
            <a:r>
              <a:rPr sz="1600" spc="-35" dirty="0"/>
              <a:t> </a:t>
            </a:r>
            <a:r>
              <a:rPr sz="1600" spc="-10" dirty="0"/>
              <a:t>referenced</a:t>
            </a:r>
            <a:r>
              <a:rPr sz="1600" spc="-40" dirty="0"/>
              <a:t> </a:t>
            </a:r>
            <a:r>
              <a:rPr sz="1600" dirty="0"/>
              <a:t>in</a:t>
            </a:r>
            <a:r>
              <a:rPr sz="1600" spc="-30" dirty="0"/>
              <a:t> </a:t>
            </a:r>
            <a:r>
              <a:rPr sz="1600" dirty="0"/>
              <a:t>next</a:t>
            </a:r>
            <a:r>
              <a:rPr sz="1600" spc="-35" dirty="0"/>
              <a:t> </a:t>
            </a:r>
            <a:r>
              <a:rPr sz="1600" dirty="0"/>
              <a:t>three</a:t>
            </a:r>
            <a:r>
              <a:rPr sz="1600" spc="-25" dirty="0"/>
              <a:t> </a:t>
            </a:r>
            <a:r>
              <a:rPr sz="1600" spc="-10" dirty="0"/>
              <a:t>slides</a:t>
            </a:r>
            <a:endParaRPr sz="1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"/>
            <a:ext cx="4657289" cy="685787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389683" y="1447800"/>
            <a:ext cx="4290060" cy="90805"/>
            <a:chOff x="5275707" y="2332593"/>
            <a:chExt cx="4290060" cy="90805"/>
          </a:xfrm>
        </p:grpSpPr>
        <p:sp>
          <p:nvSpPr>
            <p:cNvPr id="5" name="object 5"/>
            <p:cNvSpPr/>
            <p:nvPr/>
          </p:nvSpPr>
          <p:spPr>
            <a:xfrm>
              <a:off x="5297678" y="2361349"/>
              <a:ext cx="4244975" cy="48895"/>
            </a:xfrm>
            <a:custGeom>
              <a:avLst/>
              <a:gdLst/>
              <a:ahLst/>
              <a:cxnLst/>
              <a:rect l="l" t="t" r="r" b="b"/>
              <a:pathLst>
                <a:path w="4244975" h="48894">
                  <a:moveTo>
                    <a:pt x="2874099" y="21932"/>
                  </a:moveTo>
                  <a:lnTo>
                    <a:pt x="2039949" y="21932"/>
                  </a:lnTo>
                  <a:lnTo>
                    <a:pt x="2085441" y="23184"/>
                  </a:lnTo>
                  <a:lnTo>
                    <a:pt x="2144340" y="26529"/>
                  </a:lnTo>
                  <a:lnTo>
                    <a:pt x="2143891" y="26529"/>
                  </a:lnTo>
                  <a:lnTo>
                    <a:pt x="2277352" y="37472"/>
                  </a:lnTo>
                  <a:lnTo>
                    <a:pt x="2334863" y="41695"/>
                  </a:lnTo>
                  <a:lnTo>
                    <a:pt x="2387150" y="44843"/>
                  </a:lnTo>
                  <a:lnTo>
                    <a:pt x="2435217" y="46998"/>
                  </a:lnTo>
                  <a:lnTo>
                    <a:pt x="2483260" y="48332"/>
                  </a:lnTo>
                  <a:lnTo>
                    <a:pt x="2522709" y="48660"/>
                  </a:lnTo>
                  <a:lnTo>
                    <a:pt x="2564145" y="48332"/>
                  </a:lnTo>
                  <a:lnTo>
                    <a:pt x="2605381" y="47340"/>
                  </a:lnTo>
                  <a:lnTo>
                    <a:pt x="2691272" y="43699"/>
                  </a:lnTo>
                  <a:lnTo>
                    <a:pt x="2966817" y="29332"/>
                  </a:lnTo>
                  <a:lnTo>
                    <a:pt x="3025011" y="27517"/>
                  </a:lnTo>
                  <a:lnTo>
                    <a:pt x="3079740" y="26529"/>
                  </a:lnTo>
                  <a:lnTo>
                    <a:pt x="3776364" y="26238"/>
                  </a:lnTo>
                  <a:lnTo>
                    <a:pt x="3792400" y="25615"/>
                  </a:lnTo>
                  <a:lnTo>
                    <a:pt x="3770415" y="25615"/>
                  </a:lnTo>
                  <a:lnTo>
                    <a:pt x="3692768" y="24829"/>
                  </a:lnTo>
                  <a:lnTo>
                    <a:pt x="3704849" y="24829"/>
                  </a:lnTo>
                  <a:lnTo>
                    <a:pt x="3661765" y="23820"/>
                  </a:lnTo>
                  <a:lnTo>
                    <a:pt x="3659893" y="23820"/>
                  </a:lnTo>
                  <a:lnTo>
                    <a:pt x="3621133" y="22367"/>
                  </a:lnTo>
                  <a:lnTo>
                    <a:pt x="2892276" y="22367"/>
                  </a:lnTo>
                  <a:lnTo>
                    <a:pt x="2874099" y="21932"/>
                  </a:lnTo>
                  <a:close/>
                </a:path>
                <a:path w="4244975" h="48894">
                  <a:moveTo>
                    <a:pt x="817278" y="1961"/>
                  </a:moveTo>
                  <a:lnTo>
                    <a:pt x="765365" y="1961"/>
                  </a:lnTo>
                  <a:lnTo>
                    <a:pt x="718076" y="3333"/>
                  </a:lnTo>
                  <a:lnTo>
                    <a:pt x="663745" y="5806"/>
                  </a:lnTo>
                  <a:lnTo>
                    <a:pt x="449343" y="17864"/>
                  </a:lnTo>
                  <a:lnTo>
                    <a:pt x="343184" y="22736"/>
                  </a:lnTo>
                  <a:lnTo>
                    <a:pt x="380626" y="24118"/>
                  </a:lnTo>
                  <a:lnTo>
                    <a:pt x="448184" y="27517"/>
                  </a:lnTo>
                  <a:lnTo>
                    <a:pt x="587183" y="36116"/>
                  </a:lnTo>
                  <a:lnTo>
                    <a:pt x="643944" y="38872"/>
                  </a:lnTo>
                  <a:lnTo>
                    <a:pt x="694139" y="40514"/>
                  </a:lnTo>
                  <a:lnTo>
                    <a:pt x="740836" y="41214"/>
                  </a:lnTo>
                  <a:lnTo>
                    <a:pt x="774796" y="41214"/>
                  </a:lnTo>
                  <a:lnTo>
                    <a:pt x="824208" y="40301"/>
                  </a:lnTo>
                  <a:lnTo>
                    <a:pt x="1342957" y="26529"/>
                  </a:lnTo>
                  <a:lnTo>
                    <a:pt x="1340645" y="26529"/>
                  </a:lnTo>
                  <a:lnTo>
                    <a:pt x="1389817" y="25900"/>
                  </a:lnTo>
                  <a:lnTo>
                    <a:pt x="1383971" y="25900"/>
                  </a:lnTo>
                  <a:lnTo>
                    <a:pt x="1705062" y="25615"/>
                  </a:lnTo>
                  <a:lnTo>
                    <a:pt x="1657808" y="24599"/>
                  </a:lnTo>
                  <a:lnTo>
                    <a:pt x="1656236" y="24599"/>
                  </a:lnTo>
                  <a:lnTo>
                    <a:pt x="1609452" y="22367"/>
                  </a:lnTo>
                  <a:lnTo>
                    <a:pt x="1565264" y="18851"/>
                  </a:lnTo>
                  <a:lnTo>
                    <a:pt x="1560136" y="18248"/>
                  </a:lnTo>
                  <a:lnTo>
                    <a:pt x="1111543" y="18248"/>
                  </a:lnTo>
                  <a:lnTo>
                    <a:pt x="1060523" y="17464"/>
                  </a:lnTo>
                  <a:lnTo>
                    <a:pt x="1057217" y="17464"/>
                  </a:lnTo>
                  <a:lnTo>
                    <a:pt x="1001013" y="13804"/>
                  </a:lnTo>
                  <a:lnTo>
                    <a:pt x="944004" y="8732"/>
                  </a:lnTo>
                  <a:lnTo>
                    <a:pt x="894930" y="5075"/>
                  </a:lnTo>
                  <a:lnTo>
                    <a:pt x="850796" y="2769"/>
                  </a:lnTo>
                  <a:lnTo>
                    <a:pt x="817278" y="1961"/>
                  </a:lnTo>
                  <a:close/>
                </a:path>
                <a:path w="4244975" h="48894">
                  <a:moveTo>
                    <a:pt x="2660689" y="1961"/>
                  </a:moveTo>
                  <a:lnTo>
                    <a:pt x="2454347" y="1961"/>
                  </a:lnTo>
                  <a:lnTo>
                    <a:pt x="1848508" y="23501"/>
                  </a:lnTo>
                  <a:lnTo>
                    <a:pt x="1847919" y="23501"/>
                  </a:lnTo>
                  <a:lnTo>
                    <a:pt x="1798723" y="24829"/>
                  </a:lnTo>
                  <a:lnTo>
                    <a:pt x="1747237" y="25615"/>
                  </a:lnTo>
                  <a:lnTo>
                    <a:pt x="1537845" y="25900"/>
                  </a:lnTo>
                  <a:lnTo>
                    <a:pt x="1536948" y="25900"/>
                  </a:lnTo>
                  <a:lnTo>
                    <a:pt x="1631955" y="27964"/>
                  </a:lnTo>
                  <a:lnTo>
                    <a:pt x="1786854" y="33959"/>
                  </a:lnTo>
                  <a:lnTo>
                    <a:pt x="1829026" y="34120"/>
                  </a:lnTo>
                  <a:lnTo>
                    <a:pt x="1863441" y="32985"/>
                  </a:lnTo>
                  <a:lnTo>
                    <a:pt x="1892459" y="30963"/>
                  </a:lnTo>
                  <a:lnTo>
                    <a:pt x="1943750" y="25900"/>
                  </a:lnTo>
                  <a:lnTo>
                    <a:pt x="1969039" y="23820"/>
                  </a:lnTo>
                  <a:lnTo>
                    <a:pt x="1967776" y="23820"/>
                  </a:lnTo>
                  <a:lnTo>
                    <a:pt x="1998534" y="22367"/>
                  </a:lnTo>
                  <a:lnTo>
                    <a:pt x="1982759" y="22367"/>
                  </a:lnTo>
                  <a:lnTo>
                    <a:pt x="2874099" y="21932"/>
                  </a:lnTo>
                  <a:lnTo>
                    <a:pt x="2847252" y="21288"/>
                  </a:lnTo>
                  <a:lnTo>
                    <a:pt x="2811606" y="18610"/>
                  </a:lnTo>
                  <a:lnTo>
                    <a:pt x="2739830" y="8214"/>
                  </a:lnTo>
                  <a:lnTo>
                    <a:pt x="2698980" y="4220"/>
                  </a:lnTo>
                  <a:lnTo>
                    <a:pt x="2660689" y="1961"/>
                  </a:lnTo>
                  <a:close/>
                </a:path>
                <a:path w="4244975" h="48894">
                  <a:moveTo>
                    <a:pt x="3749730" y="27266"/>
                  </a:moveTo>
                  <a:lnTo>
                    <a:pt x="3230596" y="27266"/>
                  </a:lnTo>
                  <a:lnTo>
                    <a:pt x="3278190" y="28294"/>
                  </a:lnTo>
                  <a:lnTo>
                    <a:pt x="3277411" y="28294"/>
                  </a:lnTo>
                  <a:lnTo>
                    <a:pt x="3498104" y="32845"/>
                  </a:lnTo>
                  <a:lnTo>
                    <a:pt x="3541967" y="32845"/>
                  </a:lnTo>
                  <a:lnTo>
                    <a:pt x="3596131" y="32092"/>
                  </a:lnTo>
                  <a:lnTo>
                    <a:pt x="3749730" y="27266"/>
                  </a:lnTo>
                  <a:close/>
                </a:path>
                <a:path w="4244975" h="48894">
                  <a:moveTo>
                    <a:pt x="508" y="13804"/>
                  </a:moveTo>
                  <a:lnTo>
                    <a:pt x="403" y="15480"/>
                  </a:lnTo>
                  <a:lnTo>
                    <a:pt x="305" y="17036"/>
                  </a:lnTo>
                  <a:lnTo>
                    <a:pt x="230" y="18248"/>
                  </a:lnTo>
                  <a:lnTo>
                    <a:pt x="119" y="20027"/>
                  </a:lnTo>
                  <a:lnTo>
                    <a:pt x="0" y="21932"/>
                  </a:lnTo>
                  <a:lnTo>
                    <a:pt x="1270" y="24599"/>
                  </a:lnTo>
                  <a:lnTo>
                    <a:pt x="1201" y="25270"/>
                  </a:lnTo>
                  <a:lnTo>
                    <a:pt x="1103" y="26238"/>
                  </a:lnTo>
                  <a:lnTo>
                    <a:pt x="998" y="27266"/>
                  </a:lnTo>
                  <a:lnTo>
                    <a:pt x="927" y="27964"/>
                  </a:lnTo>
                  <a:lnTo>
                    <a:pt x="821" y="29005"/>
                  </a:lnTo>
                  <a:lnTo>
                    <a:pt x="746" y="29748"/>
                  </a:lnTo>
                  <a:lnTo>
                    <a:pt x="622" y="30963"/>
                  </a:lnTo>
                  <a:lnTo>
                    <a:pt x="508" y="32092"/>
                  </a:lnTo>
                  <a:lnTo>
                    <a:pt x="36793" y="28294"/>
                  </a:lnTo>
                  <a:lnTo>
                    <a:pt x="36620" y="28294"/>
                  </a:lnTo>
                  <a:lnTo>
                    <a:pt x="73786" y="25270"/>
                  </a:lnTo>
                  <a:lnTo>
                    <a:pt x="72795" y="25270"/>
                  </a:lnTo>
                  <a:lnTo>
                    <a:pt x="111417" y="23027"/>
                  </a:lnTo>
                  <a:lnTo>
                    <a:pt x="85986" y="21646"/>
                  </a:lnTo>
                  <a:lnTo>
                    <a:pt x="43165" y="18248"/>
                  </a:lnTo>
                  <a:lnTo>
                    <a:pt x="508" y="13804"/>
                  </a:lnTo>
                  <a:close/>
                </a:path>
                <a:path w="4244975" h="48894">
                  <a:moveTo>
                    <a:pt x="4244848" y="13804"/>
                  </a:moveTo>
                  <a:lnTo>
                    <a:pt x="4199712" y="14646"/>
                  </a:lnTo>
                  <a:lnTo>
                    <a:pt x="4106844" y="17464"/>
                  </a:lnTo>
                  <a:lnTo>
                    <a:pt x="4107078" y="17464"/>
                  </a:lnTo>
                  <a:lnTo>
                    <a:pt x="4025307" y="20442"/>
                  </a:lnTo>
                  <a:lnTo>
                    <a:pt x="4045613" y="20442"/>
                  </a:lnTo>
                  <a:lnTo>
                    <a:pt x="4096102" y="21646"/>
                  </a:lnTo>
                  <a:lnTo>
                    <a:pt x="4095157" y="21646"/>
                  </a:lnTo>
                  <a:lnTo>
                    <a:pt x="4143290" y="23820"/>
                  </a:lnTo>
                  <a:lnTo>
                    <a:pt x="4193449" y="27266"/>
                  </a:lnTo>
                  <a:lnTo>
                    <a:pt x="4244848" y="32092"/>
                  </a:lnTo>
                  <a:lnTo>
                    <a:pt x="4244848" y="13804"/>
                  </a:lnTo>
                  <a:close/>
                </a:path>
                <a:path w="4244975" h="48894">
                  <a:moveTo>
                    <a:pt x="3776364" y="26238"/>
                  </a:moveTo>
                  <a:lnTo>
                    <a:pt x="3131321" y="26238"/>
                  </a:lnTo>
                  <a:lnTo>
                    <a:pt x="3184687" y="26529"/>
                  </a:lnTo>
                  <a:lnTo>
                    <a:pt x="3181998" y="26529"/>
                  </a:lnTo>
                  <a:lnTo>
                    <a:pt x="3232023" y="27266"/>
                  </a:lnTo>
                  <a:lnTo>
                    <a:pt x="3749912" y="27266"/>
                  </a:lnTo>
                  <a:lnTo>
                    <a:pt x="3776364" y="26238"/>
                  </a:lnTo>
                  <a:close/>
                </a:path>
                <a:path w="4244975" h="48894">
                  <a:moveTo>
                    <a:pt x="224924" y="20442"/>
                  </a:moveTo>
                  <a:lnTo>
                    <a:pt x="205498" y="20442"/>
                  </a:lnTo>
                  <a:lnTo>
                    <a:pt x="160369" y="21107"/>
                  </a:lnTo>
                  <a:lnTo>
                    <a:pt x="161342" y="21107"/>
                  </a:lnTo>
                  <a:lnTo>
                    <a:pt x="115678" y="22736"/>
                  </a:lnTo>
                  <a:lnTo>
                    <a:pt x="116429" y="22736"/>
                  </a:lnTo>
                  <a:lnTo>
                    <a:pt x="111417" y="23027"/>
                  </a:lnTo>
                  <a:lnTo>
                    <a:pt x="128393" y="23949"/>
                  </a:lnTo>
                  <a:lnTo>
                    <a:pt x="172797" y="25270"/>
                  </a:lnTo>
                  <a:lnTo>
                    <a:pt x="219614" y="25615"/>
                  </a:lnTo>
                  <a:lnTo>
                    <a:pt x="285242" y="24829"/>
                  </a:lnTo>
                  <a:lnTo>
                    <a:pt x="276424" y="24829"/>
                  </a:lnTo>
                  <a:lnTo>
                    <a:pt x="324155" y="23501"/>
                  </a:lnTo>
                  <a:lnTo>
                    <a:pt x="343184" y="22736"/>
                  </a:lnTo>
                  <a:lnTo>
                    <a:pt x="321398" y="21932"/>
                  </a:lnTo>
                  <a:lnTo>
                    <a:pt x="323256" y="21932"/>
                  </a:lnTo>
                  <a:lnTo>
                    <a:pt x="267204" y="20718"/>
                  </a:lnTo>
                  <a:lnTo>
                    <a:pt x="287164" y="20718"/>
                  </a:lnTo>
                  <a:lnTo>
                    <a:pt x="224924" y="20442"/>
                  </a:lnTo>
                  <a:close/>
                </a:path>
                <a:path w="4244975" h="48894">
                  <a:moveTo>
                    <a:pt x="3997554" y="20195"/>
                  </a:moveTo>
                  <a:lnTo>
                    <a:pt x="3947953" y="20718"/>
                  </a:lnTo>
                  <a:lnTo>
                    <a:pt x="3948872" y="20718"/>
                  </a:lnTo>
                  <a:lnTo>
                    <a:pt x="3895897" y="21932"/>
                  </a:lnTo>
                  <a:lnTo>
                    <a:pt x="3897500" y="21932"/>
                  </a:lnTo>
                  <a:lnTo>
                    <a:pt x="3858085" y="23184"/>
                  </a:lnTo>
                  <a:lnTo>
                    <a:pt x="3857394" y="23184"/>
                  </a:lnTo>
                  <a:lnTo>
                    <a:pt x="3801121" y="25270"/>
                  </a:lnTo>
                  <a:lnTo>
                    <a:pt x="3801263" y="25270"/>
                  </a:lnTo>
                  <a:lnTo>
                    <a:pt x="3792400" y="25615"/>
                  </a:lnTo>
                  <a:lnTo>
                    <a:pt x="3812268" y="25615"/>
                  </a:lnTo>
                  <a:lnTo>
                    <a:pt x="3918662" y="23820"/>
                  </a:lnTo>
                  <a:lnTo>
                    <a:pt x="3919606" y="23820"/>
                  </a:lnTo>
                  <a:lnTo>
                    <a:pt x="3969257" y="22367"/>
                  </a:lnTo>
                  <a:lnTo>
                    <a:pt x="4025307" y="20442"/>
                  </a:lnTo>
                  <a:lnTo>
                    <a:pt x="4045613" y="20442"/>
                  </a:lnTo>
                  <a:lnTo>
                    <a:pt x="3997554" y="20195"/>
                  </a:lnTo>
                  <a:close/>
                </a:path>
                <a:path w="4244975" h="48894">
                  <a:moveTo>
                    <a:pt x="3270646" y="6899"/>
                  </a:moveTo>
                  <a:lnTo>
                    <a:pt x="3212031" y="7750"/>
                  </a:lnTo>
                  <a:lnTo>
                    <a:pt x="3156786" y="9599"/>
                  </a:lnTo>
                  <a:lnTo>
                    <a:pt x="3102630" y="12197"/>
                  </a:lnTo>
                  <a:lnTo>
                    <a:pt x="3102960" y="12197"/>
                  </a:lnTo>
                  <a:lnTo>
                    <a:pt x="2965260" y="20027"/>
                  </a:lnTo>
                  <a:lnTo>
                    <a:pt x="2923952" y="21646"/>
                  </a:lnTo>
                  <a:lnTo>
                    <a:pt x="2871251" y="22367"/>
                  </a:lnTo>
                  <a:lnTo>
                    <a:pt x="3621133" y="22367"/>
                  </a:lnTo>
                  <a:lnTo>
                    <a:pt x="3596964" y="21461"/>
                  </a:lnTo>
                  <a:lnTo>
                    <a:pt x="3535274" y="18248"/>
                  </a:lnTo>
                  <a:lnTo>
                    <a:pt x="3535072" y="18248"/>
                  </a:lnTo>
                  <a:lnTo>
                    <a:pt x="3399141" y="9599"/>
                  </a:lnTo>
                  <a:lnTo>
                    <a:pt x="3399421" y="9599"/>
                  </a:lnTo>
                  <a:lnTo>
                    <a:pt x="3332834" y="7392"/>
                  </a:lnTo>
                  <a:lnTo>
                    <a:pt x="3270646" y="6899"/>
                  </a:lnTo>
                  <a:close/>
                </a:path>
                <a:path w="4244975" h="48894">
                  <a:moveTo>
                    <a:pt x="1473315" y="8732"/>
                  </a:moveTo>
                  <a:lnTo>
                    <a:pt x="1318114" y="8732"/>
                  </a:lnTo>
                  <a:lnTo>
                    <a:pt x="1214525" y="14646"/>
                  </a:lnTo>
                  <a:lnTo>
                    <a:pt x="1214149" y="14646"/>
                  </a:lnTo>
                  <a:lnTo>
                    <a:pt x="1163612" y="17036"/>
                  </a:lnTo>
                  <a:lnTo>
                    <a:pt x="1109536" y="18248"/>
                  </a:lnTo>
                  <a:lnTo>
                    <a:pt x="1560136" y="18248"/>
                  </a:lnTo>
                  <a:lnTo>
                    <a:pt x="1522349" y="13804"/>
                  </a:lnTo>
                  <a:lnTo>
                    <a:pt x="1473315" y="8732"/>
                  </a:lnTo>
                  <a:close/>
                </a:path>
                <a:path w="4244975" h="48894">
                  <a:moveTo>
                    <a:pt x="1421056" y="6452"/>
                  </a:moveTo>
                  <a:lnTo>
                    <a:pt x="1370311" y="6731"/>
                  </a:lnTo>
                  <a:lnTo>
                    <a:pt x="1317551" y="8732"/>
                  </a:lnTo>
                  <a:lnTo>
                    <a:pt x="1475716" y="8732"/>
                  </a:lnTo>
                  <a:lnTo>
                    <a:pt x="1421056" y="6452"/>
                  </a:lnTo>
                  <a:close/>
                </a:path>
                <a:path w="4244975" h="48894">
                  <a:moveTo>
                    <a:pt x="2560426" y="0"/>
                  </a:moveTo>
                  <a:lnTo>
                    <a:pt x="2509953" y="577"/>
                  </a:lnTo>
                  <a:lnTo>
                    <a:pt x="2453058" y="1961"/>
                  </a:lnTo>
                  <a:lnTo>
                    <a:pt x="2666278" y="1961"/>
                  </a:lnTo>
                  <a:lnTo>
                    <a:pt x="2608965" y="294"/>
                  </a:lnTo>
                  <a:lnTo>
                    <a:pt x="256042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97932" y="2354818"/>
              <a:ext cx="4245610" cy="46355"/>
            </a:xfrm>
            <a:custGeom>
              <a:avLst/>
              <a:gdLst/>
              <a:ahLst/>
              <a:cxnLst/>
              <a:rect l="l" t="t" r="r" b="b"/>
              <a:pathLst>
                <a:path w="4245609" h="46355">
                  <a:moveTo>
                    <a:pt x="253" y="20335"/>
                  </a:moveTo>
                  <a:lnTo>
                    <a:pt x="67260" y="14218"/>
                  </a:lnTo>
                  <a:lnTo>
                    <a:pt x="127036" y="9792"/>
                  </a:lnTo>
                  <a:lnTo>
                    <a:pt x="181205" y="6986"/>
                  </a:lnTo>
                  <a:lnTo>
                    <a:pt x="231388" y="5733"/>
                  </a:lnTo>
                  <a:lnTo>
                    <a:pt x="279208" y="5963"/>
                  </a:lnTo>
                  <a:lnTo>
                    <a:pt x="326286" y="7607"/>
                  </a:lnTo>
                  <a:lnTo>
                    <a:pt x="374246" y="10597"/>
                  </a:lnTo>
                  <a:lnTo>
                    <a:pt x="424709" y="14862"/>
                  </a:lnTo>
                  <a:lnTo>
                    <a:pt x="479297" y="20335"/>
                  </a:lnTo>
                  <a:lnTo>
                    <a:pt x="530947" y="24176"/>
                  </a:lnTo>
                  <a:lnTo>
                    <a:pt x="582774" y="25273"/>
                  </a:lnTo>
                  <a:lnTo>
                    <a:pt x="634398" y="24336"/>
                  </a:lnTo>
                  <a:lnTo>
                    <a:pt x="685440" y="22073"/>
                  </a:lnTo>
                  <a:lnTo>
                    <a:pt x="735520" y="19192"/>
                  </a:lnTo>
                  <a:lnTo>
                    <a:pt x="784259" y="16403"/>
                  </a:lnTo>
                  <a:lnTo>
                    <a:pt x="831277" y="14415"/>
                  </a:lnTo>
                  <a:lnTo>
                    <a:pt x="876196" y="13935"/>
                  </a:lnTo>
                  <a:lnTo>
                    <a:pt x="918635" y="15672"/>
                  </a:lnTo>
                  <a:lnTo>
                    <a:pt x="958214" y="20335"/>
                  </a:lnTo>
                  <a:lnTo>
                    <a:pt x="994986" y="25683"/>
                  </a:lnTo>
                  <a:lnTo>
                    <a:pt x="1035836" y="30120"/>
                  </a:lnTo>
                  <a:lnTo>
                    <a:pt x="1080370" y="33595"/>
                  </a:lnTo>
                  <a:lnTo>
                    <a:pt x="1128196" y="36053"/>
                  </a:lnTo>
                  <a:lnTo>
                    <a:pt x="1178920" y="37442"/>
                  </a:lnTo>
                  <a:lnTo>
                    <a:pt x="1232148" y="37708"/>
                  </a:lnTo>
                  <a:lnTo>
                    <a:pt x="1287488" y="36798"/>
                  </a:lnTo>
                  <a:lnTo>
                    <a:pt x="1344546" y="34659"/>
                  </a:lnTo>
                  <a:lnTo>
                    <a:pt x="1402928" y="31238"/>
                  </a:lnTo>
                  <a:lnTo>
                    <a:pt x="1462242" y="26481"/>
                  </a:lnTo>
                  <a:lnTo>
                    <a:pt x="1522094" y="20335"/>
                  </a:lnTo>
                  <a:lnTo>
                    <a:pt x="1569391" y="15276"/>
                  </a:lnTo>
                  <a:lnTo>
                    <a:pt x="1616963" y="10891"/>
                  </a:lnTo>
                  <a:lnTo>
                    <a:pt x="1664821" y="7208"/>
                  </a:lnTo>
                  <a:lnTo>
                    <a:pt x="1712977" y="4251"/>
                  </a:lnTo>
                  <a:lnTo>
                    <a:pt x="1761442" y="2047"/>
                  </a:lnTo>
                  <a:lnTo>
                    <a:pt x="1810227" y="621"/>
                  </a:lnTo>
                  <a:lnTo>
                    <a:pt x="1859343" y="0"/>
                  </a:lnTo>
                  <a:lnTo>
                    <a:pt x="1908801" y="208"/>
                  </a:lnTo>
                  <a:lnTo>
                    <a:pt x="1958612" y="1272"/>
                  </a:lnTo>
                  <a:lnTo>
                    <a:pt x="2008788" y="3218"/>
                  </a:lnTo>
                  <a:lnTo>
                    <a:pt x="2059339" y="6072"/>
                  </a:lnTo>
                  <a:lnTo>
                    <a:pt x="2110276" y="9858"/>
                  </a:lnTo>
                  <a:lnTo>
                    <a:pt x="2161612" y="14604"/>
                  </a:lnTo>
                  <a:lnTo>
                    <a:pt x="2213356" y="20335"/>
                  </a:lnTo>
                  <a:lnTo>
                    <a:pt x="2282169" y="27272"/>
                  </a:lnTo>
                  <a:lnTo>
                    <a:pt x="2343909" y="31040"/>
                  </a:lnTo>
                  <a:lnTo>
                    <a:pt x="2399841" y="32249"/>
                  </a:lnTo>
                  <a:lnTo>
                    <a:pt x="2451225" y="31509"/>
                  </a:lnTo>
                  <a:lnTo>
                    <a:pt x="2499328" y="29432"/>
                  </a:lnTo>
                  <a:lnTo>
                    <a:pt x="2545411" y="26626"/>
                  </a:lnTo>
                  <a:lnTo>
                    <a:pt x="2590738" y="23704"/>
                  </a:lnTo>
                  <a:lnTo>
                    <a:pt x="2636572" y="21274"/>
                  </a:lnTo>
                  <a:lnTo>
                    <a:pt x="2684178" y="19948"/>
                  </a:lnTo>
                  <a:lnTo>
                    <a:pt x="2734817" y="20335"/>
                  </a:lnTo>
                  <a:lnTo>
                    <a:pt x="2787734" y="21145"/>
                  </a:lnTo>
                  <a:lnTo>
                    <a:pt x="2841158" y="20896"/>
                  </a:lnTo>
                  <a:lnTo>
                    <a:pt x="2894835" y="19919"/>
                  </a:lnTo>
                  <a:lnTo>
                    <a:pt x="2948511" y="18543"/>
                  </a:lnTo>
                  <a:lnTo>
                    <a:pt x="3001930" y="17097"/>
                  </a:lnTo>
                  <a:lnTo>
                    <a:pt x="3054839" y="15910"/>
                  </a:lnTo>
                  <a:lnTo>
                    <a:pt x="3106983" y="15311"/>
                  </a:lnTo>
                  <a:lnTo>
                    <a:pt x="3158107" y="15629"/>
                  </a:lnTo>
                  <a:lnTo>
                    <a:pt x="3207958" y="17194"/>
                  </a:lnTo>
                  <a:lnTo>
                    <a:pt x="3256279" y="20335"/>
                  </a:lnTo>
                  <a:lnTo>
                    <a:pt x="3284553" y="22163"/>
                  </a:lnTo>
                  <a:lnTo>
                    <a:pt x="3318990" y="23436"/>
                  </a:lnTo>
                  <a:lnTo>
                    <a:pt x="3358966" y="24217"/>
                  </a:lnTo>
                  <a:lnTo>
                    <a:pt x="3403861" y="24568"/>
                  </a:lnTo>
                  <a:lnTo>
                    <a:pt x="3453052" y="24550"/>
                  </a:lnTo>
                  <a:lnTo>
                    <a:pt x="3505918" y="24226"/>
                  </a:lnTo>
                  <a:lnTo>
                    <a:pt x="3561837" y="23658"/>
                  </a:lnTo>
                  <a:lnTo>
                    <a:pt x="3620186" y="22907"/>
                  </a:lnTo>
                  <a:lnTo>
                    <a:pt x="3680345" y="22035"/>
                  </a:lnTo>
                  <a:lnTo>
                    <a:pt x="3741690" y="21105"/>
                  </a:lnTo>
                  <a:lnTo>
                    <a:pt x="3803600" y="20179"/>
                  </a:lnTo>
                  <a:lnTo>
                    <a:pt x="3865453" y="19318"/>
                  </a:lnTo>
                  <a:lnTo>
                    <a:pt x="3926628" y="18585"/>
                  </a:lnTo>
                  <a:lnTo>
                    <a:pt x="3986502" y="18041"/>
                  </a:lnTo>
                  <a:lnTo>
                    <a:pt x="4044453" y="17749"/>
                  </a:lnTo>
                  <a:lnTo>
                    <a:pt x="4099860" y="17770"/>
                  </a:lnTo>
                  <a:lnTo>
                    <a:pt x="4152100" y="18167"/>
                  </a:lnTo>
                  <a:lnTo>
                    <a:pt x="4200552" y="19002"/>
                  </a:lnTo>
                  <a:lnTo>
                    <a:pt x="4244594" y="20335"/>
                  </a:lnTo>
                  <a:lnTo>
                    <a:pt x="4245483" y="29352"/>
                  </a:lnTo>
                  <a:lnTo>
                    <a:pt x="4244086" y="29733"/>
                  </a:lnTo>
                  <a:lnTo>
                    <a:pt x="4244594" y="38623"/>
                  </a:lnTo>
                  <a:lnTo>
                    <a:pt x="4202503" y="40923"/>
                  </a:lnTo>
                  <a:lnTo>
                    <a:pt x="4161147" y="41996"/>
                  </a:lnTo>
                  <a:lnTo>
                    <a:pt x="4119970" y="42073"/>
                  </a:lnTo>
                  <a:lnTo>
                    <a:pt x="4078416" y="41383"/>
                  </a:lnTo>
                  <a:lnTo>
                    <a:pt x="4035931" y="40156"/>
                  </a:lnTo>
                  <a:lnTo>
                    <a:pt x="3991959" y="38623"/>
                  </a:lnTo>
                  <a:lnTo>
                    <a:pt x="3945945" y="37014"/>
                  </a:lnTo>
                  <a:lnTo>
                    <a:pt x="3897333" y="35557"/>
                  </a:lnTo>
                  <a:lnTo>
                    <a:pt x="3845568" y="34484"/>
                  </a:lnTo>
                  <a:lnTo>
                    <a:pt x="3790096" y="34024"/>
                  </a:lnTo>
                  <a:lnTo>
                    <a:pt x="3730360" y="34408"/>
                  </a:lnTo>
                  <a:lnTo>
                    <a:pt x="3665806" y="35864"/>
                  </a:lnTo>
                  <a:lnTo>
                    <a:pt x="3595877" y="38623"/>
                  </a:lnTo>
                  <a:lnTo>
                    <a:pt x="3524026" y="41374"/>
                  </a:lnTo>
                  <a:lnTo>
                    <a:pt x="3464779" y="42328"/>
                  </a:lnTo>
                  <a:lnTo>
                    <a:pt x="3415905" y="41874"/>
                  </a:lnTo>
                  <a:lnTo>
                    <a:pt x="3375170" y="40401"/>
                  </a:lnTo>
                  <a:lnTo>
                    <a:pt x="3340343" y="38299"/>
                  </a:lnTo>
                  <a:lnTo>
                    <a:pt x="3309191" y="35956"/>
                  </a:lnTo>
                  <a:lnTo>
                    <a:pt x="3279480" y="33762"/>
                  </a:lnTo>
                  <a:lnTo>
                    <a:pt x="3248979" y="32104"/>
                  </a:lnTo>
                  <a:lnTo>
                    <a:pt x="3215455" y="31372"/>
                  </a:lnTo>
                  <a:lnTo>
                    <a:pt x="3176675" y="31956"/>
                  </a:lnTo>
                  <a:lnTo>
                    <a:pt x="3130406" y="34243"/>
                  </a:lnTo>
                  <a:lnTo>
                    <a:pt x="3074416" y="38623"/>
                  </a:lnTo>
                  <a:lnTo>
                    <a:pt x="3011558" y="43264"/>
                  </a:lnTo>
                  <a:lnTo>
                    <a:pt x="2956416" y="45409"/>
                  </a:lnTo>
                  <a:lnTo>
                    <a:pt x="2907448" y="45583"/>
                  </a:lnTo>
                  <a:lnTo>
                    <a:pt x="2863112" y="44306"/>
                  </a:lnTo>
                  <a:lnTo>
                    <a:pt x="2821867" y="42101"/>
                  </a:lnTo>
                  <a:lnTo>
                    <a:pt x="2782170" y="39491"/>
                  </a:lnTo>
                  <a:lnTo>
                    <a:pt x="2742480" y="36996"/>
                  </a:lnTo>
                  <a:lnTo>
                    <a:pt x="2701255" y="35140"/>
                  </a:lnTo>
                  <a:lnTo>
                    <a:pt x="2656953" y="34445"/>
                  </a:lnTo>
                  <a:lnTo>
                    <a:pt x="2608034" y="35432"/>
                  </a:lnTo>
                  <a:lnTo>
                    <a:pt x="2552953" y="38623"/>
                  </a:lnTo>
                  <a:lnTo>
                    <a:pt x="2504260" y="41866"/>
                  </a:lnTo>
                  <a:lnTo>
                    <a:pt x="2457199" y="44113"/>
                  </a:lnTo>
                  <a:lnTo>
                    <a:pt x="2411269" y="45491"/>
                  </a:lnTo>
                  <a:lnTo>
                    <a:pt x="2365970" y="46121"/>
                  </a:lnTo>
                  <a:lnTo>
                    <a:pt x="2320803" y="46129"/>
                  </a:lnTo>
                  <a:lnTo>
                    <a:pt x="2275265" y="45637"/>
                  </a:lnTo>
                  <a:lnTo>
                    <a:pt x="2228858" y="44771"/>
                  </a:lnTo>
                  <a:lnTo>
                    <a:pt x="2181079" y="43653"/>
                  </a:lnTo>
                  <a:lnTo>
                    <a:pt x="2131430" y="42407"/>
                  </a:lnTo>
                  <a:lnTo>
                    <a:pt x="2079409" y="41157"/>
                  </a:lnTo>
                  <a:lnTo>
                    <a:pt x="2024516" y="40027"/>
                  </a:lnTo>
                  <a:lnTo>
                    <a:pt x="1966250" y="39142"/>
                  </a:lnTo>
                  <a:lnTo>
                    <a:pt x="1904111" y="38623"/>
                  </a:lnTo>
                  <a:lnTo>
                    <a:pt x="1847506" y="38472"/>
                  </a:lnTo>
                  <a:lnTo>
                    <a:pt x="1796286" y="38530"/>
                  </a:lnTo>
                  <a:lnTo>
                    <a:pt x="1749385" y="38752"/>
                  </a:lnTo>
                  <a:lnTo>
                    <a:pt x="1705733" y="39090"/>
                  </a:lnTo>
                  <a:lnTo>
                    <a:pt x="1664262" y="39498"/>
                  </a:lnTo>
                  <a:lnTo>
                    <a:pt x="1623906" y="39930"/>
                  </a:lnTo>
                  <a:lnTo>
                    <a:pt x="1583594" y="40338"/>
                  </a:lnTo>
                  <a:lnTo>
                    <a:pt x="1542260" y="40676"/>
                  </a:lnTo>
                  <a:lnTo>
                    <a:pt x="1498836" y="40898"/>
                  </a:lnTo>
                  <a:lnTo>
                    <a:pt x="1452253" y="40956"/>
                  </a:lnTo>
                  <a:lnTo>
                    <a:pt x="1401444" y="40804"/>
                  </a:lnTo>
                  <a:lnTo>
                    <a:pt x="1345340" y="40396"/>
                  </a:lnTo>
                  <a:lnTo>
                    <a:pt x="1282874" y="39685"/>
                  </a:lnTo>
                  <a:lnTo>
                    <a:pt x="1212976" y="38623"/>
                  </a:lnTo>
                  <a:lnTo>
                    <a:pt x="1119455" y="37132"/>
                  </a:lnTo>
                  <a:lnTo>
                    <a:pt x="1044077" y="36124"/>
                  </a:lnTo>
                  <a:lnTo>
                    <a:pt x="983839" y="35543"/>
                  </a:lnTo>
                  <a:lnTo>
                    <a:pt x="935741" y="35332"/>
                  </a:lnTo>
                  <a:lnTo>
                    <a:pt x="896778" y="35433"/>
                  </a:lnTo>
                  <a:lnTo>
                    <a:pt x="863950" y="35789"/>
                  </a:lnTo>
                  <a:lnTo>
                    <a:pt x="834254" y="36343"/>
                  </a:lnTo>
                  <a:lnTo>
                    <a:pt x="804687" y="37038"/>
                  </a:lnTo>
                  <a:lnTo>
                    <a:pt x="772247" y="37818"/>
                  </a:lnTo>
                  <a:lnTo>
                    <a:pt x="733932" y="38623"/>
                  </a:lnTo>
                  <a:lnTo>
                    <a:pt x="699823" y="39066"/>
                  </a:lnTo>
                  <a:lnTo>
                    <a:pt x="658575" y="39277"/>
                  </a:lnTo>
                  <a:lnTo>
                    <a:pt x="611270" y="39297"/>
                  </a:lnTo>
                  <a:lnTo>
                    <a:pt x="558989" y="39168"/>
                  </a:lnTo>
                  <a:lnTo>
                    <a:pt x="502812" y="38930"/>
                  </a:lnTo>
                  <a:lnTo>
                    <a:pt x="443820" y="38623"/>
                  </a:lnTo>
                  <a:lnTo>
                    <a:pt x="383095" y="38290"/>
                  </a:lnTo>
                  <a:lnTo>
                    <a:pt x="321716" y="37970"/>
                  </a:lnTo>
                  <a:lnTo>
                    <a:pt x="260765" y="37705"/>
                  </a:lnTo>
                  <a:lnTo>
                    <a:pt x="201323" y="37535"/>
                  </a:lnTo>
                  <a:lnTo>
                    <a:pt x="144470" y="37501"/>
                  </a:lnTo>
                  <a:lnTo>
                    <a:pt x="91287" y="37644"/>
                  </a:lnTo>
                  <a:lnTo>
                    <a:pt x="42854" y="38004"/>
                  </a:lnTo>
                  <a:lnTo>
                    <a:pt x="253" y="38623"/>
                  </a:lnTo>
                  <a:lnTo>
                    <a:pt x="0" y="34559"/>
                  </a:lnTo>
                  <a:lnTo>
                    <a:pt x="762" y="26177"/>
                  </a:lnTo>
                  <a:lnTo>
                    <a:pt x="253" y="20335"/>
                  </a:lnTo>
                  <a:close/>
                </a:path>
              </a:pathLst>
            </a:custGeom>
            <a:ln w="444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800600" y="1640733"/>
            <a:ext cx="6690359" cy="521719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1630"/>
              </a:lnSpc>
              <a:spcBef>
                <a:spcPts val="500"/>
              </a:spcBef>
            </a:pPr>
            <a:r>
              <a:rPr dirty="0"/>
              <a:t>A</a:t>
            </a:r>
            <a:r>
              <a:rPr spc="-25" dirty="0"/>
              <a:t> </a:t>
            </a:r>
            <a:r>
              <a:rPr dirty="0"/>
              <a:t>block</a:t>
            </a:r>
            <a:r>
              <a:rPr spc="-4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addresses</a:t>
            </a:r>
            <a:r>
              <a:rPr spc="-6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granted</a:t>
            </a:r>
            <a:r>
              <a:rPr spc="-2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small</a:t>
            </a:r>
            <a:r>
              <a:rPr spc="-45" dirty="0"/>
              <a:t> </a:t>
            </a:r>
            <a:r>
              <a:rPr spc="-10" dirty="0"/>
              <a:t>organization.</a:t>
            </a:r>
            <a:r>
              <a:rPr spc="-60" dirty="0"/>
              <a:t> </a:t>
            </a:r>
            <a:r>
              <a:rPr dirty="0"/>
              <a:t>We</a:t>
            </a:r>
            <a:r>
              <a:rPr spc="-30" dirty="0"/>
              <a:t> </a:t>
            </a:r>
            <a:r>
              <a:rPr dirty="0"/>
              <a:t>know</a:t>
            </a:r>
            <a:r>
              <a:rPr spc="-45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one</a:t>
            </a:r>
            <a:r>
              <a:rPr spc="-35" dirty="0"/>
              <a:t> </a:t>
            </a:r>
            <a:r>
              <a:rPr spc="-25" dirty="0"/>
              <a:t>of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addresses</a:t>
            </a:r>
            <a:r>
              <a:rPr spc="-50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spc="-10" dirty="0"/>
              <a:t>205.16.37.39/28.</a:t>
            </a:r>
            <a:r>
              <a:rPr spc="-45" dirty="0"/>
              <a:t> </a:t>
            </a: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first</a:t>
            </a:r>
            <a:r>
              <a:rPr spc="-2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last</a:t>
            </a:r>
            <a:r>
              <a:rPr spc="-35" dirty="0"/>
              <a:t> </a:t>
            </a:r>
            <a:r>
              <a:rPr dirty="0"/>
              <a:t>address</a:t>
            </a:r>
            <a:r>
              <a:rPr spc="-20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spc="-25" dirty="0"/>
              <a:t>the </a:t>
            </a:r>
            <a:r>
              <a:rPr spc="-10" dirty="0"/>
              <a:t>block?</a:t>
            </a: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pc="-10" dirty="0"/>
              <a:t>Solution:</a:t>
            </a:r>
            <a:br>
              <a:rPr lang="en-US" spc="-10" dirty="0"/>
            </a:br>
            <a:r>
              <a:rPr lang="en-US" spc="-10" dirty="0"/>
              <a:t>Step 1:  /28 prefix means:28 bits for network4 bits for </a:t>
            </a:r>
            <a:r>
              <a:rPr lang="en-US" spc="-10" dirty="0" err="1"/>
              <a:t>hostsTotal</a:t>
            </a:r>
            <a:r>
              <a:rPr lang="en-US" spc="-10" dirty="0"/>
              <a:t> addresses = 24=1624=16 addresses per </a:t>
            </a:r>
            <a:r>
              <a:rPr lang="en-US" spc="-10" dirty="0" err="1"/>
              <a:t>blockSo</a:t>
            </a:r>
            <a:r>
              <a:rPr lang="en-US" spc="-10" dirty="0"/>
              <a:t> the block size is 16 addresses.</a:t>
            </a:r>
            <a:br>
              <a:rPr lang="en-US" spc="-10" dirty="0"/>
            </a:br>
            <a:br>
              <a:rPr lang="en-US" spc="-10" dirty="0"/>
            </a:br>
            <a:r>
              <a:rPr lang="en-US" spc="-10" dirty="0"/>
              <a:t>Step 2: Find the network </a:t>
            </a:r>
            <a:r>
              <a:rPr lang="en-US" spc="-10" dirty="0" err="1"/>
              <a:t>blockBlocks</a:t>
            </a:r>
            <a:r>
              <a:rPr lang="en-US" spc="-10" dirty="0"/>
              <a:t> of 16 in the last octet increment by 16: 0–15 16–31 32–47 48–63...Since 39 falls between 32 and 47, the block is:205.16.37.32 – 205.16.37.47</a:t>
            </a:r>
            <a:endParaRPr spc="-10" dirty="0"/>
          </a:p>
          <a:p>
            <a:pPr marL="12700" marR="2404110">
              <a:lnSpc>
                <a:spcPct val="128800"/>
              </a:lnSpc>
              <a:spcBef>
                <a:spcPts val="15"/>
              </a:spcBef>
              <a:tabLst>
                <a:tab pos="1036319" algn="l"/>
                <a:tab pos="2059939" algn="l"/>
                <a:tab pos="3084195" algn="l"/>
              </a:tabLst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binary</a:t>
            </a:r>
            <a:r>
              <a:rPr spc="-45" dirty="0"/>
              <a:t> </a:t>
            </a:r>
            <a:r>
              <a:rPr spc="-10" dirty="0"/>
              <a:t>representation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given</a:t>
            </a:r>
            <a:r>
              <a:rPr spc="-50" dirty="0"/>
              <a:t> </a:t>
            </a:r>
            <a:r>
              <a:rPr dirty="0"/>
              <a:t>address</a:t>
            </a:r>
            <a:r>
              <a:rPr spc="-60" dirty="0"/>
              <a:t> </a:t>
            </a:r>
            <a:r>
              <a:rPr spc="-25" dirty="0"/>
              <a:t>is </a:t>
            </a:r>
            <a:r>
              <a:rPr spc="-10" dirty="0"/>
              <a:t>11001101</a:t>
            </a:r>
            <a:r>
              <a:rPr dirty="0"/>
              <a:t>	</a:t>
            </a:r>
            <a:r>
              <a:rPr spc="-10" dirty="0"/>
              <a:t>00010000</a:t>
            </a:r>
            <a:r>
              <a:rPr dirty="0"/>
              <a:t>	</a:t>
            </a:r>
            <a:r>
              <a:rPr spc="-10" dirty="0"/>
              <a:t>00100101</a:t>
            </a:r>
            <a:r>
              <a:rPr dirty="0"/>
              <a:t>	</a:t>
            </a:r>
            <a:r>
              <a:rPr spc="-10" dirty="0"/>
              <a:t>00100111</a:t>
            </a:r>
          </a:p>
          <a:p>
            <a:pPr marL="60960">
              <a:lnSpc>
                <a:spcPct val="100000"/>
              </a:lnSpc>
              <a:spcBef>
                <a:spcPts val="590"/>
              </a:spcBef>
            </a:pPr>
            <a:r>
              <a:rPr dirty="0"/>
              <a:t>If</a:t>
            </a:r>
            <a:r>
              <a:rPr spc="-15" dirty="0"/>
              <a:t> </a:t>
            </a:r>
            <a:r>
              <a:rPr dirty="0"/>
              <a:t>we</a:t>
            </a:r>
            <a:r>
              <a:rPr spc="-30" dirty="0"/>
              <a:t> </a:t>
            </a:r>
            <a:r>
              <a:rPr dirty="0"/>
              <a:t>set</a:t>
            </a:r>
            <a:r>
              <a:rPr spc="-30" dirty="0"/>
              <a:t> </a:t>
            </a:r>
            <a:r>
              <a:rPr dirty="0"/>
              <a:t>32−28</a:t>
            </a:r>
            <a:r>
              <a:rPr spc="-20" dirty="0"/>
              <a:t> </a:t>
            </a:r>
            <a:r>
              <a:rPr dirty="0"/>
              <a:t>rightmost</a:t>
            </a:r>
            <a:r>
              <a:rPr spc="-40" dirty="0"/>
              <a:t> </a:t>
            </a:r>
            <a:r>
              <a:rPr dirty="0"/>
              <a:t>bits</a:t>
            </a:r>
            <a:r>
              <a:rPr spc="-5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0,</a:t>
            </a:r>
            <a:r>
              <a:rPr spc="-15" dirty="0"/>
              <a:t> </a:t>
            </a:r>
            <a:r>
              <a:rPr dirty="0"/>
              <a:t>we</a:t>
            </a:r>
            <a:r>
              <a:rPr spc="-25" dirty="0"/>
              <a:t> get</a:t>
            </a:r>
          </a:p>
          <a:p>
            <a:pPr marL="60960">
              <a:lnSpc>
                <a:spcPct val="100000"/>
              </a:lnSpc>
              <a:spcBef>
                <a:spcPts val="600"/>
              </a:spcBef>
              <a:tabLst>
                <a:tab pos="1134745" algn="l"/>
                <a:tab pos="2208530" algn="l"/>
                <a:tab pos="3232150" algn="l"/>
              </a:tabLst>
            </a:pPr>
            <a:r>
              <a:rPr spc="-10" dirty="0"/>
              <a:t>11001101</a:t>
            </a:r>
            <a:r>
              <a:rPr dirty="0"/>
              <a:t>	</a:t>
            </a:r>
            <a:r>
              <a:rPr spc="-10" dirty="0"/>
              <a:t>00010000</a:t>
            </a:r>
            <a:r>
              <a:rPr dirty="0"/>
              <a:t>	</a:t>
            </a:r>
            <a:r>
              <a:rPr spc="-10" dirty="0"/>
              <a:t>00100101</a:t>
            </a:r>
            <a:r>
              <a:rPr dirty="0"/>
              <a:t>	0010000</a:t>
            </a:r>
            <a:r>
              <a:rPr spc="-25" dirty="0"/>
              <a:t> </a:t>
            </a:r>
            <a:r>
              <a:rPr dirty="0"/>
              <a:t>or</a:t>
            </a:r>
            <a:r>
              <a:rPr spc="-10" dirty="0"/>
              <a:t> 205.16.37.32.</a:t>
            </a:r>
          </a:p>
          <a:p>
            <a:pPr marL="12700">
              <a:lnSpc>
                <a:spcPct val="100000"/>
              </a:lnSpc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binary</a:t>
            </a:r>
            <a:r>
              <a:rPr spc="-45" dirty="0"/>
              <a:t> </a:t>
            </a:r>
            <a:r>
              <a:rPr spc="-10" dirty="0"/>
              <a:t>representation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given</a:t>
            </a:r>
            <a:r>
              <a:rPr spc="-50" dirty="0"/>
              <a:t> </a:t>
            </a:r>
            <a:r>
              <a:rPr dirty="0"/>
              <a:t>address</a:t>
            </a:r>
            <a:r>
              <a:rPr spc="-60" dirty="0"/>
              <a:t> </a:t>
            </a:r>
            <a:r>
              <a:rPr spc="-25" dirty="0"/>
              <a:t>is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1085215" algn="l"/>
                <a:tab pos="2157730" algn="l"/>
                <a:tab pos="3232150" algn="l"/>
              </a:tabLst>
            </a:pPr>
            <a:r>
              <a:rPr spc="-10" dirty="0"/>
              <a:t>11001101</a:t>
            </a:r>
            <a:r>
              <a:rPr dirty="0"/>
              <a:t>	</a:t>
            </a:r>
            <a:r>
              <a:rPr spc="-10" dirty="0"/>
              <a:t>00010000</a:t>
            </a:r>
            <a:r>
              <a:rPr dirty="0"/>
              <a:t>	</a:t>
            </a:r>
            <a:r>
              <a:rPr spc="-10" dirty="0"/>
              <a:t>00100101</a:t>
            </a:r>
            <a:r>
              <a:rPr dirty="0"/>
              <a:t>	</a:t>
            </a:r>
            <a:r>
              <a:rPr spc="-10" dirty="0"/>
              <a:t>00100111</a:t>
            </a: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/>
              <a:t>If</a:t>
            </a:r>
            <a:r>
              <a:rPr spc="-20" dirty="0"/>
              <a:t> </a:t>
            </a:r>
            <a:r>
              <a:rPr dirty="0"/>
              <a:t>we</a:t>
            </a:r>
            <a:r>
              <a:rPr spc="-25" dirty="0"/>
              <a:t> </a:t>
            </a:r>
            <a:r>
              <a:rPr dirty="0"/>
              <a:t>set</a:t>
            </a:r>
            <a:r>
              <a:rPr spc="-15" dirty="0"/>
              <a:t> </a:t>
            </a:r>
            <a:r>
              <a:rPr dirty="0"/>
              <a:t>32</a:t>
            </a:r>
            <a:r>
              <a:rPr spc="-15" dirty="0"/>
              <a:t> </a:t>
            </a:r>
            <a:r>
              <a:rPr dirty="0"/>
              <a:t>−</a:t>
            </a:r>
            <a:r>
              <a:rPr spc="-15" dirty="0"/>
              <a:t> </a:t>
            </a:r>
            <a:r>
              <a:rPr dirty="0"/>
              <a:t>28</a:t>
            </a:r>
            <a:r>
              <a:rPr spc="-15" dirty="0"/>
              <a:t> </a:t>
            </a:r>
            <a:r>
              <a:rPr dirty="0"/>
              <a:t>rightmost</a:t>
            </a:r>
            <a:r>
              <a:rPr spc="-50" dirty="0"/>
              <a:t> </a:t>
            </a:r>
            <a:r>
              <a:rPr dirty="0"/>
              <a:t>bits</a:t>
            </a:r>
            <a:r>
              <a:rPr spc="-4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1,</a:t>
            </a:r>
            <a:r>
              <a:rPr spc="-10" dirty="0"/>
              <a:t> </a:t>
            </a:r>
            <a:r>
              <a:rPr dirty="0"/>
              <a:t>we</a:t>
            </a:r>
            <a:r>
              <a:rPr spc="-25" dirty="0"/>
              <a:t> get</a:t>
            </a: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/>
              <a:t>11001101</a:t>
            </a:r>
            <a:r>
              <a:rPr spc="-25" dirty="0"/>
              <a:t> </a:t>
            </a:r>
            <a:r>
              <a:rPr dirty="0"/>
              <a:t>00010000 00100101</a:t>
            </a:r>
            <a:r>
              <a:rPr spc="-15" dirty="0"/>
              <a:t> </a:t>
            </a:r>
            <a:r>
              <a:rPr dirty="0"/>
              <a:t>00101111</a:t>
            </a:r>
            <a:r>
              <a:rPr spc="-15" dirty="0"/>
              <a:t> </a:t>
            </a:r>
            <a:r>
              <a:rPr dirty="0"/>
              <a:t>or</a:t>
            </a:r>
            <a:r>
              <a:rPr spc="-10" dirty="0"/>
              <a:t> 205.16.37.47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1637" rIns="0" bIns="0" rtlCol="0">
            <a:spAutoFit/>
          </a:bodyPr>
          <a:lstStyle/>
          <a:p>
            <a:pPr marL="593725">
              <a:lnSpc>
                <a:spcPct val="100000"/>
              </a:lnSpc>
              <a:spcBef>
                <a:spcPts val="105"/>
              </a:spcBef>
            </a:pPr>
            <a:r>
              <a:rPr dirty="0"/>
              <a:t>First</a:t>
            </a:r>
            <a:r>
              <a:rPr spc="-7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Last</a:t>
            </a:r>
            <a:r>
              <a:rPr spc="-75" dirty="0"/>
              <a:t> </a:t>
            </a:r>
            <a:r>
              <a:rPr dirty="0"/>
              <a:t>Address:</a:t>
            </a:r>
            <a:r>
              <a:rPr spc="-100" dirty="0"/>
              <a:t> </a:t>
            </a:r>
            <a:r>
              <a:rPr dirty="0"/>
              <a:t>AND/OR</a:t>
            </a:r>
            <a:r>
              <a:rPr spc="-5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2333"/>
            <a:ext cx="94399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mask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473451"/>
            <a:ext cx="8156448" cy="14386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6939" y="4060393"/>
            <a:ext cx="101250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complement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mask.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5047488"/>
            <a:ext cx="8822436" cy="14447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93725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Network</a:t>
            </a:r>
            <a:r>
              <a:rPr sz="3200" spc="-80" dirty="0"/>
              <a:t> </a:t>
            </a:r>
            <a:r>
              <a:rPr sz="3200" spc="-10" dirty="0"/>
              <a:t>configuration</a:t>
            </a:r>
            <a:r>
              <a:rPr sz="3200" spc="-60" dirty="0"/>
              <a:t> </a:t>
            </a:r>
            <a:r>
              <a:rPr sz="3200" dirty="0"/>
              <a:t>for</a:t>
            </a:r>
            <a:r>
              <a:rPr sz="3200" spc="-60" dirty="0"/>
              <a:t> </a:t>
            </a:r>
            <a:r>
              <a:rPr sz="3200" dirty="0"/>
              <a:t>the</a:t>
            </a:r>
            <a:r>
              <a:rPr sz="3200" spc="-70" dirty="0"/>
              <a:t> </a:t>
            </a:r>
            <a:r>
              <a:rPr sz="3200" dirty="0"/>
              <a:t>block</a:t>
            </a:r>
            <a:r>
              <a:rPr sz="3200" spc="-60" dirty="0"/>
              <a:t> </a:t>
            </a:r>
            <a:r>
              <a:rPr sz="3200" spc="-10" dirty="0"/>
              <a:t>205.16.37.32/28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488" y="2499360"/>
            <a:ext cx="7936992" cy="22433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118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Note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802333"/>
            <a:ext cx="100577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825" indent="-33972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37782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formula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2</a:t>
            </a:r>
            <a:r>
              <a:rPr sz="2400" spc="-15" baseline="24305" dirty="0">
                <a:latin typeface="Calibri"/>
                <a:cs typeface="Calibri"/>
              </a:rPr>
              <a:t>32−n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260219"/>
            <a:ext cx="8267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indent="-33909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351790" algn="l"/>
              </a:tabLst>
            </a:pP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3566" y="2260219"/>
            <a:ext cx="4354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4715" algn="l"/>
                <a:tab pos="1308100" algn="l"/>
                <a:tab pos="2626360" algn="l"/>
                <a:tab pos="3274060" algn="l"/>
              </a:tabLst>
            </a:pPr>
            <a:r>
              <a:rPr sz="2400" spc="-10" dirty="0">
                <a:latin typeface="Calibri"/>
                <a:cs typeface="Calibri"/>
              </a:rPr>
              <a:t>block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normally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not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assigned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5844" y="2589403"/>
            <a:ext cx="658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5930" algn="l"/>
              </a:tabLst>
            </a:pPr>
            <a:r>
              <a:rPr sz="2400" spc="-25" dirty="0">
                <a:latin typeface="Calibri"/>
                <a:cs typeface="Calibri"/>
              </a:rPr>
              <a:t>it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2845" y="2260219"/>
            <a:ext cx="252031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19380" marR="5080" indent="-106680">
              <a:lnSpc>
                <a:spcPts val="2590"/>
              </a:lnSpc>
              <a:spcBef>
                <a:spcPts val="425"/>
              </a:spcBef>
              <a:tabLst>
                <a:tab pos="720725" algn="l"/>
                <a:tab pos="981710" algn="l"/>
                <a:tab pos="1518285" algn="l"/>
                <a:tab pos="1905635" algn="l"/>
                <a:tab pos="2360930" algn="l"/>
              </a:tabLst>
            </a:pPr>
            <a:r>
              <a:rPr sz="2400" spc="-10" dirty="0">
                <a:latin typeface="Calibri"/>
                <a:cs typeface="Calibri"/>
              </a:rPr>
              <a:t>first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address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spc="-20" dirty="0">
                <a:latin typeface="Calibri"/>
                <a:cs typeface="Calibri"/>
              </a:rPr>
              <a:t>used</a:t>
            </a:r>
            <a:r>
              <a:rPr sz="2400" dirty="0">
                <a:latin typeface="Calibri"/>
                <a:cs typeface="Calibri"/>
              </a:rPr>
              <a:t>		</a:t>
            </a:r>
            <a:r>
              <a:rPr sz="2400" spc="-25" dirty="0">
                <a:latin typeface="Calibri"/>
                <a:cs typeface="Calibri"/>
              </a:rPr>
              <a:t>as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34739" y="2260219"/>
            <a:ext cx="713994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5084445">
              <a:lnSpc>
                <a:spcPts val="2590"/>
              </a:lnSpc>
              <a:spcBef>
                <a:spcPts val="425"/>
              </a:spcBef>
              <a:tabLst>
                <a:tab pos="1316990" algn="l"/>
                <a:tab pos="2545715" algn="l"/>
                <a:tab pos="3325495" algn="l"/>
                <a:tab pos="4917440" algn="l"/>
                <a:tab pos="5581650" algn="l"/>
                <a:tab pos="6245860" algn="l"/>
              </a:tabLst>
            </a:pPr>
            <a:r>
              <a:rPr sz="2400" spc="-25" dirty="0">
                <a:latin typeface="Calibri"/>
                <a:cs typeface="Calibri"/>
              </a:rPr>
              <a:t>to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any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device; network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address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that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25406" y="2589403"/>
            <a:ext cx="155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organization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2828416"/>
            <a:ext cx="10360025" cy="159575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810"/>
              </a:spcBef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world.</a:t>
            </a:r>
            <a:endParaRPr sz="2400">
              <a:latin typeface="Calibri"/>
              <a:cs typeface="Calibri"/>
            </a:endParaRPr>
          </a:p>
          <a:p>
            <a:pPr marL="241300" marR="5080" indent="-229235" algn="just">
              <a:lnSpc>
                <a:spcPts val="2590"/>
              </a:lnSpc>
              <a:spcBef>
                <a:spcPts val="1035"/>
              </a:spcBef>
              <a:buFont typeface="Wingdings"/>
              <a:buChar char=""/>
              <a:tabLst>
                <a:tab pos="241300" algn="l"/>
                <a:tab pos="351155" algn="l"/>
              </a:tabLst>
            </a:pPr>
            <a:r>
              <a:rPr sz="2400" dirty="0">
                <a:latin typeface="Calibri"/>
                <a:cs typeface="Calibri"/>
              </a:rPr>
              <a:t>	Each</a:t>
            </a:r>
            <a:r>
              <a:rPr sz="2400" spc="35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355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55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55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block</a:t>
            </a:r>
            <a:r>
              <a:rPr sz="2400" spc="35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36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35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considered</a:t>
            </a:r>
            <a:r>
              <a:rPr sz="2400" spc="36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35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55" dirty="0">
                <a:latin typeface="Calibri"/>
                <a:cs typeface="Calibri"/>
              </a:rPr>
              <a:t>   </a:t>
            </a:r>
            <a:r>
              <a:rPr sz="2400" spc="-20" dirty="0">
                <a:latin typeface="Calibri"/>
                <a:cs typeface="Calibri"/>
              </a:rPr>
              <a:t>two-</a:t>
            </a:r>
            <a:r>
              <a:rPr sz="2400" spc="-10" dirty="0">
                <a:latin typeface="Calibri"/>
                <a:cs typeface="Calibri"/>
              </a:rPr>
              <a:t>level </a:t>
            </a:r>
            <a:r>
              <a:rPr sz="2400" dirty="0">
                <a:latin typeface="Calibri"/>
                <a:cs typeface="Calibri"/>
              </a:rPr>
              <a:t>hierarchical</a:t>
            </a:r>
            <a:r>
              <a:rPr sz="2400" spc="114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structure: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leftmost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114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(prefix)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network;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rightmost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32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host.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4432" y="4599432"/>
            <a:ext cx="6797039" cy="19202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1637" rIns="0" bIns="0" rtlCol="0">
            <a:spAutoFit/>
          </a:bodyPr>
          <a:lstStyle/>
          <a:p>
            <a:pPr marL="593725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75" dirty="0"/>
              <a:t> </a:t>
            </a:r>
            <a:r>
              <a:rPr dirty="0"/>
              <a:t>Do</a:t>
            </a:r>
            <a:r>
              <a:rPr spc="-90" dirty="0"/>
              <a:t> </a:t>
            </a:r>
            <a:r>
              <a:rPr spc="-45" dirty="0"/>
              <a:t>You</a:t>
            </a:r>
            <a:r>
              <a:rPr spc="-75" dirty="0"/>
              <a:t> </a:t>
            </a:r>
            <a:r>
              <a:rPr dirty="0"/>
              <a:t>Get</a:t>
            </a:r>
            <a:r>
              <a:rPr spc="-75" dirty="0"/>
              <a:t> </a:t>
            </a:r>
            <a:r>
              <a:rPr spc="-20" dirty="0"/>
              <a:t>IPs?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5551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IP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ranges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controlled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IANA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2920" y="2243327"/>
            <a:ext cx="3566160" cy="13533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6939" y="4014342"/>
            <a:ext cx="6979284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5724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Internet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Assigned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Number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Authority </a:t>
            </a:r>
            <a:r>
              <a:rPr sz="1800" dirty="0">
                <a:latin typeface="Calibri"/>
                <a:cs typeface="Calibri"/>
              </a:rPr>
              <a:t>Roots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back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1972,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ARPANET,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UCLA </a:t>
            </a:r>
            <a:r>
              <a:rPr sz="1800" spc="-60" dirty="0">
                <a:latin typeface="Calibri"/>
                <a:cs typeface="Calibri"/>
              </a:rPr>
              <a:t>Today,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ICANN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1800" b="1" dirty="0">
                <a:latin typeface="Calibri"/>
                <a:cs typeface="Calibri"/>
              </a:rPr>
              <a:t>IANA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grants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IPs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regional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authorities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ARIN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(American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Internet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Numbers)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range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IPs </a:t>
            </a:r>
            <a:r>
              <a:rPr sz="1800" spc="-40" dirty="0">
                <a:latin typeface="Calibri"/>
                <a:cs typeface="Calibri"/>
              </a:rPr>
              <a:t>You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advertise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routes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range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now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secondary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markets,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auctions,</a:t>
            </a:r>
            <a:r>
              <a:rPr sz="1800" spc="-50" dirty="0">
                <a:latin typeface="Calibri"/>
                <a:cs typeface="Calibri"/>
              </a:rPr>
              <a:t> …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1637" rIns="0" bIns="0" rtlCol="0">
            <a:spAutoFit/>
          </a:bodyPr>
          <a:lstStyle/>
          <a:p>
            <a:pPr marL="593725">
              <a:lnSpc>
                <a:spcPct val="100000"/>
              </a:lnSpc>
              <a:spcBef>
                <a:spcPts val="105"/>
              </a:spcBef>
            </a:pPr>
            <a:r>
              <a:rPr dirty="0"/>
              <a:t>Classless</a:t>
            </a:r>
            <a:r>
              <a:rPr spc="-95" dirty="0"/>
              <a:t> </a:t>
            </a:r>
            <a:r>
              <a:rPr dirty="0"/>
              <a:t>Addressing:</a:t>
            </a:r>
            <a:r>
              <a:rPr spc="-125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spc="-20" dirty="0"/>
              <a:t>Two</a:t>
            </a:r>
            <a:r>
              <a:rPr spc="-75" dirty="0"/>
              <a:t> </a:t>
            </a:r>
            <a:r>
              <a:rPr dirty="0"/>
              <a:t>Level</a:t>
            </a:r>
            <a:r>
              <a:rPr spc="-80" dirty="0"/>
              <a:t> </a:t>
            </a:r>
            <a:r>
              <a:rPr spc="-10" dirty="0"/>
              <a:t>Hierarchy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8127" y="1171955"/>
            <a:ext cx="7095744" cy="53202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1637" rIns="0" bIns="0" rtlCol="0">
            <a:spAutoFit/>
          </a:bodyPr>
          <a:lstStyle/>
          <a:p>
            <a:pPr marL="593725">
              <a:lnSpc>
                <a:spcPct val="100000"/>
              </a:lnSpc>
              <a:spcBef>
                <a:spcPts val="105"/>
              </a:spcBef>
            </a:pPr>
            <a:r>
              <a:rPr dirty="0"/>
              <a:t>Classless</a:t>
            </a:r>
            <a:r>
              <a:rPr spc="-45" dirty="0"/>
              <a:t> </a:t>
            </a:r>
            <a:r>
              <a:rPr dirty="0"/>
              <a:t>Addressing:</a:t>
            </a:r>
            <a:r>
              <a:rPr spc="-80" dirty="0"/>
              <a:t> </a:t>
            </a:r>
            <a:r>
              <a:rPr dirty="0"/>
              <a:t>Class</a:t>
            </a:r>
            <a:r>
              <a:rPr spc="-45" dirty="0"/>
              <a:t> </a:t>
            </a:r>
            <a:r>
              <a:rPr dirty="0"/>
              <a:t>Sizes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Issues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7944" y="2351877"/>
            <a:ext cx="8516112" cy="35584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659" y="4570476"/>
            <a:ext cx="7058025" cy="1964689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79095" rIns="0" bIns="0" rtlCol="0">
            <a:spAutoFit/>
          </a:bodyPr>
          <a:lstStyle/>
          <a:p>
            <a:pPr marL="287655" marR="2069464">
              <a:lnSpc>
                <a:spcPts val="4750"/>
              </a:lnSpc>
              <a:spcBef>
                <a:spcPts val="2985"/>
              </a:spcBef>
            </a:pP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Classless </a:t>
            </a:r>
            <a:r>
              <a:rPr sz="4400" spc="-10" dirty="0">
                <a:solidFill>
                  <a:srgbClr val="FFFFFF"/>
                </a:solidFill>
                <a:latin typeface="Calibri Light"/>
                <a:cs typeface="Calibri Light"/>
              </a:rPr>
              <a:t>Addressing: Subnets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4656" y="321563"/>
            <a:ext cx="4335780" cy="6215380"/>
          </a:xfrm>
          <a:prstGeom prst="rect">
            <a:avLst/>
          </a:prstGeom>
          <a:solidFill>
            <a:srgbClr val="585858"/>
          </a:solidFill>
        </p:spPr>
        <p:txBody>
          <a:bodyPr vert="horz" wrap="square" lIns="0" tIns="209550" rIns="0" bIns="0" rtlCol="0">
            <a:spAutoFit/>
          </a:bodyPr>
          <a:lstStyle/>
          <a:p>
            <a:pPr marL="871219" indent="-284480">
              <a:lnSpc>
                <a:spcPts val="2280"/>
              </a:lnSpc>
              <a:spcBef>
                <a:spcPts val="1650"/>
              </a:spcBef>
              <a:buFont typeface="Wingdings"/>
              <a:buChar char=""/>
              <a:tabLst>
                <a:tab pos="871219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Problem: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break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endParaRPr sz="2000">
              <a:latin typeface="Calibri"/>
              <a:cs typeface="Calibri"/>
            </a:endParaRPr>
          </a:p>
          <a:p>
            <a:pPr marL="815340">
              <a:lnSpc>
                <a:spcPts val="228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large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classes</a:t>
            </a:r>
            <a:endParaRPr sz="2000">
              <a:latin typeface="Calibri"/>
              <a:cs typeface="Calibri"/>
            </a:endParaRPr>
          </a:p>
          <a:p>
            <a:pPr marL="815340" marR="641350" indent="-228600">
              <a:lnSpc>
                <a:spcPts val="2160"/>
              </a:lnSpc>
              <a:spcBef>
                <a:spcPts val="1025"/>
              </a:spcBef>
              <a:buFont typeface="Wingdings"/>
              <a:buChar char=""/>
              <a:tabLst>
                <a:tab pos="815340" algn="l"/>
                <a:tab pos="871219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Solution: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layer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hierarchy</a:t>
            </a:r>
            <a:endParaRPr sz="2000">
              <a:latin typeface="Calibri"/>
              <a:cs typeface="Calibri"/>
            </a:endParaRPr>
          </a:p>
          <a:p>
            <a:pPr marL="815340" marR="736600" indent="-228600">
              <a:lnSpc>
                <a:spcPts val="2160"/>
              </a:lnSpc>
              <a:spcBef>
                <a:spcPts val="1010"/>
              </a:spcBef>
              <a:buFont typeface="Wingdings"/>
              <a:buChar char=""/>
              <a:tabLst>
                <a:tab pos="815340" algn="l"/>
                <a:tab pos="871219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From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outside,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appears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endParaRPr sz="2000">
              <a:latin typeface="Calibri"/>
              <a:cs typeface="Calibri"/>
            </a:endParaRPr>
          </a:p>
          <a:p>
            <a:pPr marL="815340" marR="1073785" indent="-228600">
              <a:lnSpc>
                <a:spcPts val="2160"/>
              </a:lnSpc>
              <a:spcBef>
                <a:spcPts val="994"/>
              </a:spcBef>
              <a:buFont typeface="Wingdings"/>
              <a:buChar char=""/>
              <a:tabLst>
                <a:tab pos="815340" algn="l"/>
                <a:tab pos="92964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entry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routing tables</a:t>
            </a:r>
            <a:endParaRPr sz="2000">
              <a:latin typeface="Calibri"/>
              <a:cs typeface="Calibri"/>
            </a:endParaRPr>
          </a:p>
          <a:p>
            <a:pPr marL="815340" marR="628015" indent="-228600">
              <a:lnSpc>
                <a:spcPts val="2160"/>
              </a:lnSpc>
              <a:spcBef>
                <a:spcPts val="1000"/>
              </a:spcBef>
              <a:buFont typeface="Wingdings"/>
              <a:buChar char=""/>
              <a:tabLst>
                <a:tab pos="815340" algn="l"/>
                <a:tab pos="871219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Internally,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multiple subnetworks</a:t>
            </a:r>
            <a:endParaRPr sz="2000">
              <a:latin typeface="Calibri"/>
              <a:cs typeface="Calibri"/>
            </a:endParaRPr>
          </a:p>
          <a:p>
            <a:pPr marL="814705" indent="-227965">
              <a:lnSpc>
                <a:spcPts val="2280"/>
              </a:lnSpc>
              <a:spcBef>
                <a:spcPts val="735"/>
              </a:spcBef>
              <a:buFont typeface="Wingdings"/>
              <a:buChar char=""/>
              <a:tabLst>
                <a:tab pos="81470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Split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range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endParaRPr sz="2000">
              <a:latin typeface="Calibri"/>
              <a:cs typeface="Calibri"/>
            </a:endParaRPr>
          </a:p>
          <a:p>
            <a:pPr marL="815340">
              <a:lnSpc>
                <a:spcPts val="228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subnet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mask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804" y="1574291"/>
            <a:ext cx="3499485" cy="3333115"/>
          </a:xfrm>
          <a:custGeom>
            <a:avLst/>
            <a:gdLst/>
            <a:ahLst/>
            <a:cxnLst/>
            <a:rect l="l" t="t" r="r" b="b"/>
            <a:pathLst>
              <a:path w="3499485" h="3333115">
                <a:moveTo>
                  <a:pt x="2972943" y="0"/>
                </a:moveTo>
                <a:lnTo>
                  <a:pt x="0" y="0"/>
                </a:lnTo>
                <a:lnTo>
                  <a:pt x="0" y="3332988"/>
                </a:lnTo>
                <a:lnTo>
                  <a:pt x="2972943" y="3332988"/>
                </a:lnTo>
                <a:lnTo>
                  <a:pt x="3499104" y="1666494"/>
                </a:lnTo>
                <a:lnTo>
                  <a:pt x="2972943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0644" y="2019122"/>
            <a:ext cx="1985645" cy="23399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065" marR="5080" indent="1905" algn="ctr">
              <a:lnSpc>
                <a:spcPct val="90000"/>
              </a:lnSpc>
              <a:spcBef>
                <a:spcPts val="495"/>
              </a:spcBef>
            </a:pPr>
            <a:r>
              <a:rPr sz="3300" spc="-10" dirty="0">
                <a:solidFill>
                  <a:srgbClr val="FFFFFF"/>
                </a:solidFill>
              </a:rPr>
              <a:t>Classless Addressing: N-Level Subnet Hierarchy</a:t>
            </a:r>
            <a:endParaRPr sz="33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6908" y="1125565"/>
            <a:ext cx="7341108" cy="480875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1637" rIns="0" bIns="0" rtlCol="0">
            <a:spAutoFit/>
          </a:bodyPr>
          <a:lstStyle/>
          <a:p>
            <a:pPr marL="593725">
              <a:lnSpc>
                <a:spcPct val="100000"/>
              </a:lnSpc>
              <a:spcBef>
                <a:spcPts val="105"/>
              </a:spcBef>
            </a:pPr>
            <a:r>
              <a:rPr dirty="0"/>
              <a:t>Classless</a:t>
            </a:r>
            <a:r>
              <a:rPr spc="-70" dirty="0"/>
              <a:t> </a:t>
            </a:r>
            <a:r>
              <a:rPr dirty="0"/>
              <a:t>Addressing:</a:t>
            </a:r>
            <a:r>
              <a:rPr spc="-100" dirty="0"/>
              <a:t> </a:t>
            </a:r>
            <a:r>
              <a:rPr dirty="0"/>
              <a:t>Subnetting</a:t>
            </a:r>
            <a:r>
              <a:rPr spc="-65" dirty="0"/>
              <a:t> </a:t>
            </a:r>
            <a:r>
              <a:rPr spc="-10" dirty="0"/>
              <a:t>Examples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77952"/>
            <a:ext cx="5649595" cy="5422265"/>
            <a:chOff x="0" y="377952"/>
            <a:chExt cx="5649595" cy="54222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43674"/>
              <a:ext cx="5649277" cy="53564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77952"/>
              <a:ext cx="1862455" cy="277495"/>
            </a:xfrm>
            <a:custGeom>
              <a:avLst/>
              <a:gdLst/>
              <a:ahLst/>
              <a:cxnLst/>
              <a:rect l="l" t="t" r="r" b="b"/>
              <a:pathLst>
                <a:path w="1862455" h="277495">
                  <a:moveTo>
                    <a:pt x="1613662" y="0"/>
                  </a:moveTo>
                  <a:lnTo>
                    <a:pt x="1374902" y="238378"/>
                  </a:lnTo>
                  <a:lnTo>
                    <a:pt x="1136040" y="0"/>
                  </a:lnTo>
                  <a:lnTo>
                    <a:pt x="896975" y="238378"/>
                  </a:lnTo>
                  <a:lnTo>
                    <a:pt x="658152" y="0"/>
                  </a:lnTo>
                  <a:lnTo>
                    <a:pt x="419328" y="238378"/>
                  </a:lnTo>
                  <a:lnTo>
                    <a:pt x="180505" y="0"/>
                  </a:lnTo>
                  <a:lnTo>
                    <a:pt x="0" y="180212"/>
                  </a:lnTo>
                  <a:lnTo>
                    <a:pt x="0" y="218948"/>
                  </a:lnTo>
                  <a:lnTo>
                    <a:pt x="180505" y="38988"/>
                  </a:lnTo>
                  <a:lnTo>
                    <a:pt x="419328" y="277368"/>
                  </a:lnTo>
                  <a:lnTo>
                    <a:pt x="658152" y="38988"/>
                  </a:lnTo>
                  <a:lnTo>
                    <a:pt x="896975" y="277368"/>
                  </a:lnTo>
                  <a:lnTo>
                    <a:pt x="1136040" y="38988"/>
                  </a:lnTo>
                  <a:lnTo>
                    <a:pt x="1374902" y="277368"/>
                  </a:lnTo>
                  <a:lnTo>
                    <a:pt x="1613662" y="38988"/>
                  </a:lnTo>
                  <a:lnTo>
                    <a:pt x="1842897" y="267588"/>
                  </a:lnTo>
                  <a:lnTo>
                    <a:pt x="1862327" y="248158"/>
                  </a:lnTo>
                  <a:lnTo>
                    <a:pt x="16136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314313" y="1098245"/>
            <a:ext cx="1508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Thank</a:t>
            </a:r>
            <a:r>
              <a:rPr sz="2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11512" y="6140196"/>
            <a:ext cx="1054735" cy="469900"/>
          </a:xfrm>
          <a:custGeom>
            <a:avLst/>
            <a:gdLst/>
            <a:ahLst/>
            <a:cxnLst/>
            <a:rect l="l" t="t" r="r" b="b"/>
            <a:pathLst>
              <a:path w="1054734" h="469900">
                <a:moveTo>
                  <a:pt x="356616" y="0"/>
                </a:moveTo>
                <a:lnTo>
                  <a:pt x="320167" y="0"/>
                </a:lnTo>
                <a:lnTo>
                  <a:pt x="0" y="469392"/>
                </a:lnTo>
                <a:lnTo>
                  <a:pt x="36449" y="469392"/>
                </a:lnTo>
                <a:lnTo>
                  <a:pt x="356616" y="0"/>
                </a:lnTo>
                <a:close/>
              </a:path>
              <a:path w="1054734" h="469900">
                <a:moveTo>
                  <a:pt x="530352" y="0"/>
                </a:moveTo>
                <a:lnTo>
                  <a:pt x="494030" y="0"/>
                </a:lnTo>
                <a:lnTo>
                  <a:pt x="175260" y="469392"/>
                </a:lnTo>
                <a:lnTo>
                  <a:pt x="211582" y="469392"/>
                </a:lnTo>
                <a:lnTo>
                  <a:pt x="530352" y="0"/>
                </a:lnTo>
                <a:close/>
              </a:path>
              <a:path w="1054734" h="469900">
                <a:moveTo>
                  <a:pt x="705612" y="0"/>
                </a:moveTo>
                <a:lnTo>
                  <a:pt x="669290" y="0"/>
                </a:lnTo>
                <a:lnTo>
                  <a:pt x="350520" y="469392"/>
                </a:lnTo>
                <a:lnTo>
                  <a:pt x="386715" y="469392"/>
                </a:lnTo>
                <a:lnTo>
                  <a:pt x="705612" y="0"/>
                </a:lnTo>
                <a:close/>
              </a:path>
              <a:path w="1054734" h="469900">
                <a:moveTo>
                  <a:pt x="880872" y="0"/>
                </a:moveTo>
                <a:lnTo>
                  <a:pt x="844550" y="0"/>
                </a:lnTo>
                <a:lnTo>
                  <a:pt x="525780" y="469392"/>
                </a:lnTo>
                <a:lnTo>
                  <a:pt x="561975" y="469392"/>
                </a:lnTo>
                <a:lnTo>
                  <a:pt x="880872" y="0"/>
                </a:lnTo>
                <a:close/>
              </a:path>
              <a:path w="1054734" h="469900">
                <a:moveTo>
                  <a:pt x="1054608" y="0"/>
                </a:moveTo>
                <a:lnTo>
                  <a:pt x="1018286" y="0"/>
                </a:lnTo>
                <a:lnTo>
                  <a:pt x="699516" y="469392"/>
                </a:lnTo>
                <a:lnTo>
                  <a:pt x="735711" y="469392"/>
                </a:lnTo>
                <a:lnTo>
                  <a:pt x="10546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818</Words>
  <Application>Microsoft Office PowerPoint</Application>
  <PresentationFormat>Widescreen</PresentationFormat>
  <Paragraphs>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 MT</vt:lpstr>
      <vt:lpstr>Calibri</vt:lpstr>
      <vt:lpstr>Calibri Light</vt:lpstr>
      <vt:lpstr>Times New Roman</vt:lpstr>
      <vt:lpstr>Wingdings</vt:lpstr>
      <vt:lpstr>Office Theme</vt:lpstr>
      <vt:lpstr>Network Layer: Addressing</vt:lpstr>
      <vt:lpstr>IPv4 Address Space</vt:lpstr>
      <vt:lpstr>address that uniquely and</vt:lpstr>
      <vt:lpstr>Dotted-Decimal notation and Binary Notation</vt:lpstr>
      <vt:lpstr>Change the following IPv4 addresses from binary notation to dotted-decimal notation.</vt:lpstr>
      <vt:lpstr>Classful Addressing</vt:lpstr>
      <vt:lpstr>Example</vt:lpstr>
      <vt:lpstr>Classful Address Block Size</vt:lpstr>
      <vt:lpstr>Default Masks for Classful Addressing</vt:lpstr>
      <vt:lpstr>addresses can be defined as x.y.z.t /n in which x.y.z.t defines one of the addresses  and  the  /n  defines  the mask.</vt:lpstr>
      <vt:lpstr>Example * Same example is referenced in next three slides</vt:lpstr>
      <vt:lpstr>First and Last Address: AND/OR Operations</vt:lpstr>
      <vt:lpstr>Network configuration for the block 205.16.37.32/28</vt:lpstr>
      <vt:lpstr>Note</vt:lpstr>
      <vt:lpstr>How Do You Get IPs?</vt:lpstr>
      <vt:lpstr>Classless Addressing: The Two Level Hierarchy</vt:lpstr>
      <vt:lpstr>Classless Addressing: Class Sizes and Issues</vt:lpstr>
      <vt:lpstr>PowerPoint Presentation</vt:lpstr>
      <vt:lpstr>Classless Addressing: N-Level Subnet Hierarchy</vt:lpstr>
      <vt:lpstr>Classless Addressing: Subnetting Examples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SUCHI KUMARI</dc:creator>
  <cp:lastModifiedBy>Gulshan Shrivastava</cp:lastModifiedBy>
  <cp:revision>1</cp:revision>
  <dcterms:created xsi:type="dcterms:W3CDTF">2026-02-16T06:59:20Z</dcterms:created>
  <dcterms:modified xsi:type="dcterms:W3CDTF">2026-02-24T08:17:32Z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2026-02-16T00:00:00Z</vt:filetime>
  </property>
  <property fmtid="{D5CDD505-2E9C-101B-9397-08002B2CF9AE}" pid="5" name="Producer">
    <vt:lpwstr>Microsoft® PowerPoint® for Microsoft 365</vt:lpwstr>
  </property>
</Properties>
</file>
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sldIdLst>
    <p:sldId id="256" r:id="rId3"/>
    <p:sldId id="257" r:id="rId4"/>
    <p:sldId id="276" r:id="rId5"/>
    <p:sldId id="277" r:id="rId6"/>
    <p:sldId id="278" r:id="rId7"/>
    <p:sldId id="279" r:id="rId8"/>
    <p:sldId id="281" r:id="rId9"/>
    <p:sldId id="282" r:id="rId10"/>
    <p:sldId id="283" r:id="rId11"/>
    <p:sldId id="284" r:id="rId12"/>
    <p:sldId id="285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301" r:id="rId28"/>
    <p:sldId id="302" r:id="rId29"/>
    <p:sldId id="303" r:id="rId30"/>
    <p:sldId id="304" r:id="rId31"/>
    <p:sldId id="305" r:id="rId32"/>
    <p:sldId id="306" r:id="rId33"/>
    <p:sldId id="307" r:id="rId34"/>
    <p:sldId id="308" r:id="rId35"/>
    <p:sldId id="309" r:id="rId36"/>
    <p:sldId id="258" r:id="rId37"/>
    <p:sldId id="259" r:id="rId38"/>
    <p:sldId id="260" r:id="rId39"/>
    <p:sldId id="261" r:id="rId40"/>
    <p:sldId id="262" r:id="rId41"/>
    <p:sldId id="263" r:id="rId42"/>
    <p:sldId id="264" r:id="rId43"/>
    <p:sldId id="265" r:id="rId44"/>
    <p:sldId id="266" r:id="rId45"/>
    <p:sldId id="267" r:id="rId46"/>
    <p:sldId id="268" r:id="rId47"/>
    <p:sldId id="269" r:id="rId48"/>
    <p:sldId id="270" r:id="rId49"/>
    <p:sldId id="271" r:id="rId50"/>
    <p:sldId id="272" r:id="rId51"/>
    <p:sldId id="273" r:id="rId52"/>
    <p:sldId id="274" r:id="rId53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4D6180-9885-4C4B-9E3A-6F4BF6555AB8}" v="2" dt="2026-01-08T11:18:33.747"/>
    <p1510:client id="{C6B2DE05-BCC6-4946-933F-5DF5C106AB59}" v="60" dt="2026-01-08T08:16:23.92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88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microsoft.com/office/2015/10/relationships/revisionInfo" Target="revisionInfo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E11E8E-41FA-4E93-8496-F48CA6B2F31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50933F2-8159-4095-BD33-DDDEAE05BC5B}">
      <dgm:prSet/>
      <dgm:spPr>
        <a:solidFill>
          <a:schemeClr val="tx1"/>
        </a:solidFill>
      </dgm:spPr>
      <dgm:t>
        <a:bodyPr/>
        <a:lstStyle/>
        <a:p>
          <a:r>
            <a:rPr lang="en-US" b="1" i="0" baseline="0"/>
            <a:t>Elements:</a:t>
          </a:r>
          <a:endParaRPr lang="en-US"/>
        </a:p>
      </dgm:t>
    </dgm:pt>
    <dgm:pt modelId="{B211E279-368A-4502-BAAF-AFCD22413589}" type="parTrans" cxnId="{CC00ECD7-05D4-4E9A-A4B2-48C3DEE897FB}">
      <dgm:prSet/>
      <dgm:spPr/>
      <dgm:t>
        <a:bodyPr/>
        <a:lstStyle/>
        <a:p>
          <a:endParaRPr lang="en-US"/>
        </a:p>
      </dgm:t>
    </dgm:pt>
    <dgm:pt modelId="{3B2A6C4E-6FFD-46BF-97CB-58A4A6D61F32}" type="sibTrans" cxnId="{CC00ECD7-05D4-4E9A-A4B2-48C3DEE897FB}">
      <dgm:prSet/>
      <dgm:spPr/>
      <dgm:t>
        <a:bodyPr/>
        <a:lstStyle/>
        <a:p>
          <a:endParaRPr lang="en-US"/>
        </a:p>
      </dgm:t>
    </dgm:pt>
    <dgm:pt modelId="{1A7D4E0D-18FC-4302-9A87-2C6BBD71AEA3}">
      <dgm:prSet/>
      <dgm:spPr/>
      <dgm:t>
        <a:bodyPr/>
        <a:lstStyle/>
        <a:p>
          <a:r>
            <a:rPr lang="en-US" b="1" i="0" baseline="0"/>
            <a:t>Service: </a:t>
          </a:r>
          <a:r>
            <a:rPr lang="en-US" b="0" i="0" baseline="0"/>
            <a:t>It is a set of actions that a layer provides to the higher layer.</a:t>
          </a:r>
          <a:endParaRPr lang="en-US"/>
        </a:p>
      </dgm:t>
    </dgm:pt>
    <dgm:pt modelId="{7E4386C8-13E2-4D4A-BDAB-2FFAA54A4BCF}" type="parTrans" cxnId="{DD936AF4-9616-4A74-BFB8-1DF4555853E8}">
      <dgm:prSet/>
      <dgm:spPr/>
      <dgm:t>
        <a:bodyPr/>
        <a:lstStyle/>
        <a:p>
          <a:endParaRPr lang="en-US"/>
        </a:p>
      </dgm:t>
    </dgm:pt>
    <dgm:pt modelId="{7BB23E3F-4E14-4F97-927A-0F0ED2C464BE}" type="sibTrans" cxnId="{DD936AF4-9616-4A74-BFB8-1DF4555853E8}">
      <dgm:prSet/>
      <dgm:spPr/>
      <dgm:t>
        <a:bodyPr/>
        <a:lstStyle/>
        <a:p>
          <a:endParaRPr lang="en-US"/>
        </a:p>
      </dgm:t>
    </dgm:pt>
    <dgm:pt modelId="{04B22706-3B87-402C-B455-AA3819165AFC}">
      <dgm:prSet/>
      <dgm:spPr/>
      <dgm:t>
        <a:bodyPr/>
        <a:lstStyle/>
        <a:p>
          <a:r>
            <a:rPr lang="en-US" b="1" i="0" baseline="0"/>
            <a:t>Protocol: </a:t>
          </a:r>
          <a:r>
            <a:rPr lang="en-US" b="0" i="0" baseline="0"/>
            <a:t>It defines a set of rules that a layer uses to exchange the information with peer entity.</a:t>
          </a:r>
          <a:endParaRPr lang="en-US"/>
        </a:p>
      </dgm:t>
    </dgm:pt>
    <dgm:pt modelId="{60213A4E-CCDA-4A62-B03E-0AC5D894FFE2}" type="parTrans" cxnId="{49508A4E-C78E-4B29-B7F4-05E68FBF4476}">
      <dgm:prSet/>
      <dgm:spPr/>
      <dgm:t>
        <a:bodyPr/>
        <a:lstStyle/>
        <a:p>
          <a:endParaRPr lang="en-US"/>
        </a:p>
      </dgm:t>
    </dgm:pt>
    <dgm:pt modelId="{B6E3007B-E6AB-4F6D-A796-22A51E623506}" type="sibTrans" cxnId="{49508A4E-C78E-4B29-B7F4-05E68FBF4476}">
      <dgm:prSet/>
      <dgm:spPr/>
      <dgm:t>
        <a:bodyPr/>
        <a:lstStyle/>
        <a:p>
          <a:endParaRPr lang="en-US"/>
        </a:p>
      </dgm:t>
    </dgm:pt>
    <dgm:pt modelId="{7C55DDE4-F97B-4383-835A-8ABFF28D2277}">
      <dgm:prSet/>
      <dgm:spPr/>
      <dgm:t>
        <a:bodyPr/>
        <a:lstStyle/>
        <a:p>
          <a:r>
            <a:rPr lang="en-US" b="1" i="0" baseline="0"/>
            <a:t>Interface: </a:t>
          </a:r>
          <a:r>
            <a:rPr lang="en-US" b="0" i="0" baseline="0"/>
            <a:t>It is a way through which the message is transferred from one layer to another layer.</a:t>
          </a:r>
          <a:endParaRPr lang="en-US"/>
        </a:p>
      </dgm:t>
    </dgm:pt>
    <dgm:pt modelId="{FFF47F63-BA97-40CB-BB2D-25F22B8CC56F}" type="parTrans" cxnId="{97F0AB84-FA97-448B-9995-4746B5499D2C}">
      <dgm:prSet/>
      <dgm:spPr/>
      <dgm:t>
        <a:bodyPr/>
        <a:lstStyle/>
        <a:p>
          <a:endParaRPr lang="en-US"/>
        </a:p>
      </dgm:t>
    </dgm:pt>
    <dgm:pt modelId="{7586196F-E2CF-4F3C-82A3-9A25FD14A992}" type="sibTrans" cxnId="{97F0AB84-FA97-448B-9995-4746B5499D2C}">
      <dgm:prSet/>
      <dgm:spPr/>
      <dgm:t>
        <a:bodyPr/>
        <a:lstStyle/>
        <a:p>
          <a:endParaRPr lang="en-US"/>
        </a:p>
      </dgm:t>
    </dgm:pt>
    <dgm:pt modelId="{BD9ADAB7-344A-4E80-B6D4-F3FB1FEDB916}">
      <dgm:prSet/>
      <dgm:spPr>
        <a:solidFill>
          <a:schemeClr val="tx1"/>
        </a:solidFill>
      </dgm:spPr>
      <dgm:t>
        <a:bodyPr/>
        <a:lstStyle/>
        <a:p>
          <a:r>
            <a:rPr lang="en-US" b="0" i="0" baseline="0"/>
            <a:t>There are 2 predominant models available based on layered approach.</a:t>
          </a:r>
          <a:endParaRPr lang="en-US"/>
        </a:p>
      </dgm:t>
    </dgm:pt>
    <dgm:pt modelId="{DF3BEC40-628B-40CC-87CE-0E11AE464846}" type="parTrans" cxnId="{F796A97D-66E8-4F5C-9E19-46A52256ABFB}">
      <dgm:prSet/>
      <dgm:spPr/>
      <dgm:t>
        <a:bodyPr/>
        <a:lstStyle/>
        <a:p>
          <a:endParaRPr lang="en-US"/>
        </a:p>
      </dgm:t>
    </dgm:pt>
    <dgm:pt modelId="{A69F77DC-655C-44D4-B1CD-80D4A15E2713}" type="sibTrans" cxnId="{F796A97D-66E8-4F5C-9E19-46A52256ABFB}">
      <dgm:prSet/>
      <dgm:spPr/>
      <dgm:t>
        <a:bodyPr/>
        <a:lstStyle/>
        <a:p>
          <a:endParaRPr lang="en-US"/>
        </a:p>
      </dgm:t>
    </dgm:pt>
    <dgm:pt modelId="{86660CC0-816E-4CAD-B831-7C983F190F1D}">
      <dgm:prSet/>
      <dgm:spPr/>
      <dgm:t>
        <a:bodyPr/>
        <a:lstStyle/>
        <a:p>
          <a:r>
            <a:rPr lang="en-US" b="0" i="0" baseline="0"/>
            <a:t>Open Systems Interconnection (OSI) Model</a:t>
          </a:r>
          <a:endParaRPr lang="en-US"/>
        </a:p>
      </dgm:t>
    </dgm:pt>
    <dgm:pt modelId="{08B44B46-5B83-4412-AC45-D8134AA7D337}" type="parTrans" cxnId="{9C04C679-5FDF-4B90-8F98-0F53C0052AD8}">
      <dgm:prSet/>
      <dgm:spPr/>
      <dgm:t>
        <a:bodyPr/>
        <a:lstStyle/>
        <a:p>
          <a:endParaRPr lang="en-US"/>
        </a:p>
      </dgm:t>
    </dgm:pt>
    <dgm:pt modelId="{38B5694C-C237-4182-9D19-521279F7EF4D}" type="sibTrans" cxnId="{9C04C679-5FDF-4B90-8F98-0F53C0052AD8}">
      <dgm:prSet/>
      <dgm:spPr/>
      <dgm:t>
        <a:bodyPr/>
        <a:lstStyle/>
        <a:p>
          <a:endParaRPr lang="en-US"/>
        </a:p>
      </dgm:t>
    </dgm:pt>
    <dgm:pt modelId="{FF654F16-7B61-4408-9CB2-C9A4A1DB7DFF}">
      <dgm:prSet/>
      <dgm:spPr/>
      <dgm:t>
        <a:bodyPr/>
        <a:lstStyle/>
        <a:p>
          <a:r>
            <a:rPr lang="en-US" b="0" i="0" baseline="0"/>
            <a:t>Transmission Control Protocol/Internet Protocol (TCP/IP) Model</a:t>
          </a:r>
          <a:endParaRPr lang="en-US"/>
        </a:p>
      </dgm:t>
    </dgm:pt>
    <dgm:pt modelId="{19767C29-4036-48A7-9652-F01560AF14FC}" type="parTrans" cxnId="{C9AB5F19-5EDD-41A3-BD62-2BDE2E7D50FF}">
      <dgm:prSet/>
      <dgm:spPr/>
      <dgm:t>
        <a:bodyPr/>
        <a:lstStyle/>
        <a:p>
          <a:endParaRPr lang="en-US"/>
        </a:p>
      </dgm:t>
    </dgm:pt>
    <dgm:pt modelId="{DE07D222-7181-4A94-8AF9-F88E135EBD8F}" type="sibTrans" cxnId="{C9AB5F19-5EDD-41A3-BD62-2BDE2E7D50FF}">
      <dgm:prSet/>
      <dgm:spPr/>
      <dgm:t>
        <a:bodyPr/>
        <a:lstStyle/>
        <a:p>
          <a:endParaRPr lang="en-US"/>
        </a:p>
      </dgm:t>
    </dgm:pt>
    <dgm:pt modelId="{543845C2-8DFA-43D7-8D09-C92036C6AA9B}" type="pres">
      <dgm:prSet presAssocID="{CCE11E8E-41FA-4E93-8496-F48CA6B2F31E}" presName="linear" presStyleCnt="0">
        <dgm:presLayoutVars>
          <dgm:animLvl val="lvl"/>
          <dgm:resizeHandles val="exact"/>
        </dgm:presLayoutVars>
      </dgm:prSet>
      <dgm:spPr/>
    </dgm:pt>
    <dgm:pt modelId="{99BCE205-F6EB-4DAA-AF4A-E21E849F2A7D}" type="pres">
      <dgm:prSet presAssocID="{250933F2-8159-4095-BD33-DDDEAE05BC5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C7B41C8-681D-4A22-A467-7F6C8F8640C0}" type="pres">
      <dgm:prSet presAssocID="{250933F2-8159-4095-BD33-DDDEAE05BC5B}" presName="childText" presStyleLbl="revTx" presStyleIdx="0" presStyleCnt="2">
        <dgm:presLayoutVars>
          <dgm:bulletEnabled val="1"/>
        </dgm:presLayoutVars>
      </dgm:prSet>
      <dgm:spPr/>
    </dgm:pt>
    <dgm:pt modelId="{32BC6B61-7E99-4C95-8D1D-C2148F540D04}" type="pres">
      <dgm:prSet presAssocID="{BD9ADAB7-344A-4E80-B6D4-F3FB1FEDB91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137CD45-C152-443D-9F51-A1958E8804B4}" type="pres">
      <dgm:prSet presAssocID="{BD9ADAB7-344A-4E80-B6D4-F3FB1FEDB916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C9AB5F19-5EDD-41A3-BD62-2BDE2E7D50FF}" srcId="{BD9ADAB7-344A-4E80-B6D4-F3FB1FEDB916}" destId="{FF654F16-7B61-4408-9CB2-C9A4A1DB7DFF}" srcOrd="1" destOrd="0" parTransId="{19767C29-4036-48A7-9652-F01560AF14FC}" sibTransId="{DE07D222-7181-4A94-8AF9-F88E135EBD8F}"/>
    <dgm:cxn modelId="{70D3B62B-F327-479B-AC45-D71DC5952917}" type="presOf" srcId="{7C55DDE4-F97B-4383-835A-8ABFF28D2277}" destId="{5C7B41C8-681D-4A22-A467-7F6C8F8640C0}" srcOrd="0" destOrd="2" presId="urn:microsoft.com/office/officeart/2005/8/layout/vList2"/>
    <dgm:cxn modelId="{67AAED38-682D-4A7E-96E3-B737CDF57A88}" type="presOf" srcId="{250933F2-8159-4095-BD33-DDDEAE05BC5B}" destId="{99BCE205-F6EB-4DAA-AF4A-E21E849F2A7D}" srcOrd="0" destOrd="0" presId="urn:microsoft.com/office/officeart/2005/8/layout/vList2"/>
    <dgm:cxn modelId="{C7737E3D-C0A8-4637-ACB5-3F816AE179DF}" type="presOf" srcId="{04B22706-3B87-402C-B455-AA3819165AFC}" destId="{5C7B41C8-681D-4A22-A467-7F6C8F8640C0}" srcOrd="0" destOrd="1" presId="urn:microsoft.com/office/officeart/2005/8/layout/vList2"/>
    <dgm:cxn modelId="{49508A4E-C78E-4B29-B7F4-05E68FBF4476}" srcId="{250933F2-8159-4095-BD33-DDDEAE05BC5B}" destId="{04B22706-3B87-402C-B455-AA3819165AFC}" srcOrd="1" destOrd="0" parTransId="{60213A4E-CCDA-4A62-B03E-0AC5D894FFE2}" sibTransId="{B6E3007B-E6AB-4F6D-A796-22A51E623506}"/>
    <dgm:cxn modelId="{909DDB53-678F-467A-BDD0-FA6B4974B7E4}" type="presOf" srcId="{1A7D4E0D-18FC-4302-9A87-2C6BBD71AEA3}" destId="{5C7B41C8-681D-4A22-A467-7F6C8F8640C0}" srcOrd="0" destOrd="0" presId="urn:microsoft.com/office/officeart/2005/8/layout/vList2"/>
    <dgm:cxn modelId="{9C04C679-5FDF-4B90-8F98-0F53C0052AD8}" srcId="{BD9ADAB7-344A-4E80-B6D4-F3FB1FEDB916}" destId="{86660CC0-816E-4CAD-B831-7C983F190F1D}" srcOrd="0" destOrd="0" parTransId="{08B44B46-5B83-4412-AC45-D8134AA7D337}" sibTransId="{38B5694C-C237-4182-9D19-521279F7EF4D}"/>
    <dgm:cxn modelId="{F796A97D-66E8-4F5C-9E19-46A52256ABFB}" srcId="{CCE11E8E-41FA-4E93-8496-F48CA6B2F31E}" destId="{BD9ADAB7-344A-4E80-B6D4-F3FB1FEDB916}" srcOrd="1" destOrd="0" parTransId="{DF3BEC40-628B-40CC-87CE-0E11AE464846}" sibTransId="{A69F77DC-655C-44D4-B1CD-80D4A15E2713}"/>
    <dgm:cxn modelId="{97F0AB84-FA97-448B-9995-4746B5499D2C}" srcId="{250933F2-8159-4095-BD33-DDDEAE05BC5B}" destId="{7C55DDE4-F97B-4383-835A-8ABFF28D2277}" srcOrd="2" destOrd="0" parTransId="{FFF47F63-BA97-40CB-BB2D-25F22B8CC56F}" sibTransId="{7586196F-E2CF-4F3C-82A3-9A25FD14A992}"/>
    <dgm:cxn modelId="{48886286-6317-495B-A38A-C18712A605EB}" type="presOf" srcId="{86660CC0-816E-4CAD-B831-7C983F190F1D}" destId="{4137CD45-C152-443D-9F51-A1958E8804B4}" srcOrd="0" destOrd="0" presId="urn:microsoft.com/office/officeart/2005/8/layout/vList2"/>
    <dgm:cxn modelId="{D2427886-BA6F-4DAE-A9AB-34C1A73D5AD5}" type="presOf" srcId="{FF654F16-7B61-4408-9CB2-C9A4A1DB7DFF}" destId="{4137CD45-C152-443D-9F51-A1958E8804B4}" srcOrd="0" destOrd="1" presId="urn:microsoft.com/office/officeart/2005/8/layout/vList2"/>
    <dgm:cxn modelId="{212AD1B2-EFAE-44A3-9565-54F8DEB8BA14}" type="presOf" srcId="{BD9ADAB7-344A-4E80-B6D4-F3FB1FEDB916}" destId="{32BC6B61-7E99-4C95-8D1D-C2148F540D04}" srcOrd="0" destOrd="0" presId="urn:microsoft.com/office/officeart/2005/8/layout/vList2"/>
    <dgm:cxn modelId="{9A012EC7-316A-4518-B55E-C40D209519F1}" type="presOf" srcId="{CCE11E8E-41FA-4E93-8496-F48CA6B2F31E}" destId="{543845C2-8DFA-43D7-8D09-C92036C6AA9B}" srcOrd="0" destOrd="0" presId="urn:microsoft.com/office/officeart/2005/8/layout/vList2"/>
    <dgm:cxn modelId="{CC00ECD7-05D4-4E9A-A4B2-48C3DEE897FB}" srcId="{CCE11E8E-41FA-4E93-8496-F48CA6B2F31E}" destId="{250933F2-8159-4095-BD33-DDDEAE05BC5B}" srcOrd="0" destOrd="0" parTransId="{B211E279-368A-4502-BAAF-AFCD22413589}" sibTransId="{3B2A6C4E-6FFD-46BF-97CB-58A4A6D61F32}"/>
    <dgm:cxn modelId="{DD936AF4-9616-4A74-BFB8-1DF4555853E8}" srcId="{250933F2-8159-4095-BD33-DDDEAE05BC5B}" destId="{1A7D4E0D-18FC-4302-9A87-2C6BBD71AEA3}" srcOrd="0" destOrd="0" parTransId="{7E4386C8-13E2-4D4A-BDAB-2FFAA54A4BCF}" sibTransId="{7BB23E3F-4E14-4F97-927A-0F0ED2C464BE}"/>
    <dgm:cxn modelId="{67D8BF67-6664-4339-9661-FF971F7EA61B}" type="presParOf" srcId="{543845C2-8DFA-43D7-8D09-C92036C6AA9B}" destId="{99BCE205-F6EB-4DAA-AF4A-E21E849F2A7D}" srcOrd="0" destOrd="0" presId="urn:microsoft.com/office/officeart/2005/8/layout/vList2"/>
    <dgm:cxn modelId="{5FA7A767-D4F6-47F2-AA1B-BD239837C244}" type="presParOf" srcId="{543845C2-8DFA-43D7-8D09-C92036C6AA9B}" destId="{5C7B41C8-681D-4A22-A467-7F6C8F8640C0}" srcOrd="1" destOrd="0" presId="urn:microsoft.com/office/officeart/2005/8/layout/vList2"/>
    <dgm:cxn modelId="{FF43D045-9B6F-43F9-A2EB-3641371C242D}" type="presParOf" srcId="{543845C2-8DFA-43D7-8D09-C92036C6AA9B}" destId="{32BC6B61-7E99-4C95-8D1D-C2148F540D04}" srcOrd="2" destOrd="0" presId="urn:microsoft.com/office/officeart/2005/8/layout/vList2"/>
    <dgm:cxn modelId="{086FB2A9-7887-4790-A42F-3CC32F008E97}" type="presParOf" srcId="{543845C2-8DFA-43D7-8D09-C92036C6AA9B}" destId="{4137CD45-C152-443D-9F51-A1958E8804B4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F1A583C-A91E-4FB9-B716-202EB284C7A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A150622-FE90-4EE9-B298-4F48ECBBF646}">
      <dgm:prSet/>
      <dgm:spPr>
        <a:solidFill>
          <a:schemeClr val="tx1"/>
        </a:solidFill>
      </dgm:spPr>
      <dgm:t>
        <a:bodyPr/>
        <a:lstStyle/>
        <a:p>
          <a:r>
            <a:rPr lang="en-US" b="0" i="0" baseline="0"/>
            <a:t>OSI is a reference model that describes how information from a software application in one computer moves through a physical medium to the software application in another computer.</a:t>
          </a:r>
          <a:endParaRPr lang="en-US"/>
        </a:p>
      </dgm:t>
    </dgm:pt>
    <dgm:pt modelId="{0CE200B9-0DCF-4823-8005-D60D322CD3BE}" type="parTrans" cxnId="{B67621ED-37FA-46D5-A1E7-E3DF02606594}">
      <dgm:prSet/>
      <dgm:spPr/>
      <dgm:t>
        <a:bodyPr/>
        <a:lstStyle/>
        <a:p>
          <a:endParaRPr lang="en-US"/>
        </a:p>
      </dgm:t>
    </dgm:pt>
    <dgm:pt modelId="{08444393-A02D-4AEE-A669-567E67C0AF81}" type="sibTrans" cxnId="{B67621ED-37FA-46D5-A1E7-E3DF02606594}">
      <dgm:prSet/>
      <dgm:spPr/>
      <dgm:t>
        <a:bodyPr/>
        <a:lstStyle/>
        <a:p>
          <a:endParaRPr lang="en-US"/>
        </a:p>
      </dgm:t>
    </dgm:pt>
    <dgm:pt modelId="{C8C2DB5E-3475-455B-9AF6-FB1966E81623}">
      <dgm:prSet/>
      <dgm:spPr/>
      <dgm:t>
        <a:bodyPr/>
        <a:lstStyle/>
        <a:p>
          <a:r>
            <a:rPr lang="en-US" b="0" i="0" baseline="0"/>
            <a:t>It was developed by the International Organization for Standardization (ISO) in 1984.</a:t>
          </a:r>
          <a:endParaRPr lang="en-US"/>
        </a:p>
      </dgm:t>
    </dgm:pt>
    <dgm:pt modelId="{48E68420-B439-4D31-BACC-5B06D7757B41}" type="parTrans" cxnId="{306F259E-7012-492A-B437-28E069D03991}">
      <dgm:prSet/>
      <dgm:spPr/>
      <dgm:t>
        <a:bodyPr/>
        <a:lstStyle/>
        <a:p>
          <a:endParaRPr lang="en-US"/>
        </a:p>
      </dgm:t>
    </dgm:pt>
    <dgm:pt modelId="{A4A1C750-1CF0-4A55-A5A4-D3F16FBEFAD0}" type="sibTrans" cxnId="{306F259E-7012-492A-B437-28E069D03991}">
      <dgm:prSet/>
      <dgm:spPr/>
      <dgm:t>
        <a:bodyPr/>
        <a:lstStyle/>
        <a:p>
          <a:endParaRPr lang="en-US"/>
        </a:p>
      </dgm:t>
    </dgm:pt>
    <dgm:pt modelId="{2C2AE5A7-D195-4988-87E0-960C2D2A92CA}">
      <dgm:prSet/>
      <dgm:spPr/>
      <dgm:t>
        <a:bodyPr/>
        <a:lstStyle/>
        <a:p>
          <a:r>
            <a:rPr lang="en-US" b="0" i="0" baseline="0"/>
            <a:t>It divides the whole task into seven smaller and manageable tasks.</a:t>
          </a:r>
          <a:endParaRPr lang="en-US"/>
        </a:p>
      </dgm:t>
    </dgm:pt>
    <dgm:pt modelId="{1DDDE30F-81BE-4276-85FD-DE8BD7A5F78A}" type="parTrans" cxnId="{89715A7B-C514-41BD-A76E-EAB99A68A032}">
      <dgm:prSet/>
      <dgm:spPr/>
      <dgm:t>
        <a:bodyPr/>
        <a:lstStyle/>
        <a:p>
          <a:endParaRPr lang="en-US"/>
        </a:p>
      </dgm:t>
    </dgm:pt>
    <dgm:pt modelId="{F801E3E9-236B-4674-BFA6-868C80AFEA9A}" type="sibTrans" cxnId="{89715A7B-C514-41BD-A76E-EAB99A68A032}">
      <dgm:prSet/>
      <dgm:spPr/>
      <dgm:t>
        <a:bodyPr/>
        <a:lstStyle/>
        <a:p>
          <a:endParaRPr lang="en-US"/>
        </a:p>
      </dgm:t>
    </dgm:pt>
    <dgm:pt modelId="{51BD7D59-71EF-42D7-9FDE-B1644BD21B36}">
      <dgm:prSet/>
      <dgm:spPr/>
      <dgm:t>
        <a:bodyPr/>
        <a:lstStyle/>
        <a:p>
          <a:r>
            <a:rPr lang="en-US" b="0" i="0" baseline="0"/>
            <a:t>Each layer is self-contained, and task assigned to the layer can be performed independently.</a:t>
          </a:r>
          <a:endParaRPr lang="en-US"/>
        </a:p>
      </dgm:t>
    </dgm:pt>
    <dgm:pt modelId="{F8BA7954-CBAB-4AC6-8974-DC6F317A91F4}" type="parTrans" cxnId="{46BFC295-1FC2-41EF-A48B-8D385C5A5DD9}">
      <dgm:prSet/>
      <dgm:spPr/>
      <dgm:t>
        <a:bodyPr/>
        <a:lstStyle/>
        <a:p>
          <a:endParaRPr lang="en-US"/>
        </a:p>
      </dgm:t>
    </dgm:pt>
    <dgm:pt modelId="{9B88DE2E-0CD9-4D51-8849-1ADCB3D52554}" type="sibTrans" cxnId="{46BFC295-1FC2-41EF-A48B-8D385C5A5DD9}">
      <dgm:prSet/>
      <dgm:spPr/>
      <dgm:t>
        <a:bodyPr/>
        <a:lstStyle/>
        <a:p>
          <a:endParaRPr lang="en-US"/>
        </a:p>
      </dgm:t>
    </dgm:pt>
    <dgm:pt modelId="{F0C99C1A-0913-4F29-BB2F-D3D64291A39E}" type="pres">
      <dgm:prSet presAssocID="{2F1A583C-A91E-4FB9-B716-202EB284C7A5}" presName="linear" presStyleCnt="0">
        <dgm:presLayoutVars>
          <dgm:animLvl val="lvl"/>
          <dgm:resizeHandles val="exact"/>
        </dgm:presLayoutVars>
      </dgm:prSet>
      <dgm:spPr/>
    </dgm:pt>
    <dgm:pt modelId="{E4184407-804C-489D-A054-DA1FC7A7F439}" type="pres">
      <dgm:prSet presAssocID="{7A150622-FE90-4EE9-B298-4F48ECBBF646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8DF5C84E-A33B-4B9B-921A-F1BDEFA194A7}" type="pres">
      <dgm:prSet presAssocID="{7A150622-FE90-4EE9-B298-4F48ECBBF646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2235F82C-F66A-4C94-B276-6B41AFBAD0BD}" type="presOf" srcId="{C8C2DB5E-3475-455B-9AF6-FB1966E81623}" destId="{8DF5C84E-A33B-4B9B-921A-F1BDEFA194A7}" srcOrd="0" destOrd="0" presId="urn:microsoft.com/office/officeart/2005/8/layout/vList2"/>
    <dgm:cxn modelId="{23F8346E-D7BE-46FC-9B59-0B5FA76022F1}" type="presOf" srcId="{2F1A583C-A91E-4FB9-B716-202EB284C7A5}" destId="{F0C99C1A-0913-4F29-BB2F-D3D64291A39E}" srcOrd="0" destOrd="0" presId="urn:microsoft.com/office/officeart/2005/8/layout/vList2"/>
    <dgm:cxn modelId="{89715A7B-C514-41BD-A76E-EAB99A68A032}" srcId="{7A150622-FE90-4EE9-B298-4F48ECBBF646}" destId="{2C2AE5A7-D195-4988-87E0-960C2D2A92CA}" srcOrd="1" destOrd="0" parTransId="{1DDDE30F-81BE-4276-85FD-DE8BD7A5F78A}" sibTransId="{F801E3E9-236B-4674-BFA6-868C80AFEA9A}"/>
    <dgm:cxn modelId="{46BFC295-1FC2-41EF-A48B-8D385C5A5DD9}" srcId="{7A150622-FE90-4EE9-B298-4F48ECBBF646}" destId="{51BD7D59-71EF-42D7-9FDE-B1644BD21B36}" srcOrd="2" destOrd="0" parTransId="{F8BA7954-CBAB-4AC6-8974-DC6F317A91F4}" sibTransId="{9B88DE2E-0CD9-4D51-8849-1ADCB3D52554}"/>
    <dgm:cxn modelId="{306F259E-7012-492A-B437-28E069D03991}" srcId="{7A150622-FE90-4EE9-B298-4F48ECBBF646}" destId="{C8C2DB5E-3475-455B-9AF6-FB1966E81623}" srcOrd="0" destOrd="0" parTransId="{48E68420-B439-4D31-BACC-5B06D7757B41}" sibTransId="{A4A1C750-1CF0-4A55-A5A4-D3F16FBEFAD0}"/>
    <dgm:cxn modelId="{D82DAFD0-EE41-4A3F-B270-E352786AA129}" type="presOf" srcId="{51BD7D59-71EF-42D7-9FDE-B1644BD21B36}" destId="{8DF5C84E-A33B-4B9B-921A-F1BDEFA194A7}" srcOrd="0" destOrd="2" presId="urn:microsoft.com/office/officeart/2005/8/layout/vList2"/>
    <dgm:cxn modelId="{DE907FEA-63AE-4179-B0DB-A7D0E2685BC4}" type="presOf" srcId="{7A150622-FE90-4EE9-B298-4F48ECBBF646}" destId="{E4184407-804C-489D-A054-DA1FC7A7F439}" srcOrd="0" destOrd="0" presId="urn:microsoft.com/office/officeart/2005/8/layout/vList2"/>
    <dgm:cxn modelId="{B67621ED-37FA-46D5-A1E7-E3DF02606594}" srcId="{2F1A583C-A91E-4FB9-B716-202EB284C7A5}" destId="{7A150622-FE90-4EE9-B298-4F48ECBBF646}" srcOrd="0" destOrd="0" parTransId="{0CE200B9-0DCF-4823-8005-D60D322CD3BE}" sibTransId="{08444393-A02D-4AEE-A669-567E67C0AF81}"/>
    <dgm:cxn modelId="{AEE9E3FF-4EE9-4210-A15E-DCA3B6550FC0}" type="presOf" srcId="{2C2AE5A7-D195-4988-87E0-960C2D2A92CA}" destId="{8DF5C84E-A33B-4B9B-921A-F1BDEFA194A7}" srcOrd="0" destOrd="1" presId="urn:microsoft.com/office/officeart/2005/8/layout/vList2"/>
    <dgm:cxn modelId="{F460E81A-80E7-4F7F-B410-8646BFF00F10}" type="presParOf" srcId="{F0C99C1A-0913-4F29-BB2F-D3D64291A39E}" destId="{E4184407-804C-489D-A054-DA1FC7A7F439}" srcOrd="0" destOrd="0" presId="urn:microsoft.com/office/officeart/2005/8/layout/vList2"/>
    <dgm:cxn modelId="{A98771AD-EF33-4E19-A4F5-DAC7054CC477}" type="presParOf" srcId="{F0C99C1A-0913-4F29-BB2F-D3D64291A39E}" destId="{8DF5C84E-A33B-4B9B-921A-F1BDEFA194A7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1F49AA4-0DA8-49C9-9870-2ADCCD0B8B7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41434CE-8352-483D-8374-C174861011D4}">
      <dgm:prSet/>
      <dgm:spPr/>
      <dgm:t>
        <a:bodyPr/>
        <a:lstStyle/>
        <a:p>
          <a:r>
            <a:rPr lang="en-US" b="0" i="0" baseline="0"/>
            <a:t>Physical layer transmits the individual bits from one node to another node.</a:t>
          </a:r>
          <a:endParaRPr lang="en-US"/>
        </a:p>
      </dgm:t>
    </dgm:pt>
    <dgm:pt modelId="{D3E6B31C-E751-4CEA-90BC-F6CD5A75F097}" type="parTrans" cxnId="{15C86601-C99B-4FAF-9AB3-0FAD2B41E9F8}">
      <dgm:prSet/>
      <dgm:spPr/>
      <dgm:t>
        <a:bodyPr/>
        <a:lstStyle/>
        <a:p>
          <a:endParaRPr lang="en-US"/>
        </a:p>
      </dgm:t>
    </dgm:pt>
    <dgm:pt modelId="{8116A11D-43A9-4DD7-A1B5-801A9B0257BE}" type="sibTrans" cxnId="{15C86601-C99B-4FAF-9AB3-0FAD2B41E9F8}">
      <dgm:prSet/>
      <dgm:spPr/>
      <dgm:t>
        <a:bodyPr/>
        <a:lstStyle/>
        <a:p>
          <a:endParaRPr lang="en-US"/>
        </a:p>
      </dgm:t>
    </dgm:pt>
    <dgm:pt modelId="{DED6269D-0385-4ADB-9C8B-FE208AF0F070}">
      <dgm:prSet/>
      <dgm:spPr/>
      <dgm:t>
        <a:bodyPr/>
        <a:lstStyle/>
        <a:p>
          <a:r>
            <a:rPr lang="en-US" b="0" i="0" baseline="0"/>
            <a:t>It is the lowest layer of the OSI model.</a:t>
          </a:r>
          <a:endParaRPr lang="en-US"/>
        </a:p>
      </dgm:t>
    </dgm:pt>
    <dgm:pt modelId="{EED1DBEF-5552-4A43-ACC4-89F8B99EDD26}" type="parTrans" cxnId="{B843CA90-B64C-4702-A673-1631B65AD1F4}">
      <dgm:prSet/>
      <dgm:spPr/>
      <dgm:t>
        <a:bodyPr/>
        <a:lstStyle/>
        <a:p>
          <a:endParaRPr lang="en-US"/>
        </a:p>
      </dgm:t>
    </dgm:pt>
    <dgm:pt modelId="{3845BFFE-24D2-4D3E-9A7B-81D9FA53481D}" type="sibTrans" cxnId="{B843CA90-B64C-4702-A673-1631B65AD1F4}">
      <dgm:prSet/>
      <dgm:spPr/>
      <dgm:t>
        <a:bodyPr/>
        <a:lstStyle/>
        <a:p>
          <a:endParaRPr lang="en-US"/>
        </a:p>
      </dgm:t>
    </dgm:pt>
    <dgm:pt modelId="{1C1A294A-D32F-4491-A626-C07DFCEF0CFD}">
      <dgm:prSet/>
      <dgm:spPr/>
      <dgm:t>
        <a:bodyPr/>
        <a:lstStyle/>
        <a:p>
          <a:r>
            <a:rPr lang="en-US" b="0" i="0" baseline="0"/>
            <a:t>It establishes, maintains and deactivates the physical connection.</a:t>
          </a:r>
          <a:endParaRPr lang="en-US"/>
        </a:p>
      </dgm:t>
    </dgm:pt>
    <dgm:pt modelId="{DE77DA09-A15C-4DA6-9A73-89AB40DD464F}" type="parTrans" cxnId="{6C6C8828-8CF6-4ACB-89FB-09F26C049754}">
      <dgm:prSet/>
      <dgm:spPr/>
      <dgm:t>
        <a:bodyPr/>
        <a:lstStyle/>
        <a:p>
          <a:endParaRPr lang="en-US"/>
        </a:p>
      </dgm:t>
    </dgm:pt>
    <dgm:pt modelId="{7EC7926C-76ED-4D45-B613-231788254577}" type="sibTrans" cxnId="{6C6C8828-8CF6-4ACB-89FB-09F26C049754}">
      <dgm:prSet/>
      <dgm:spPr/>
      <dgm:t>
        <a:bodyPr/>
        <a:lstStyle/>
        <a:p>
          <a:endParaRPr lang="en-US"/>
        </a:p>
      </dgm:t>
    </dgm:pt>
    <dgm:pt modelId="{087D52CC-4F15-42F4-BED5-5AAE979ADBB1}">
      <dgm:prSet/>
      <dgm:spPr/>
      <dgm:t>
        <a:bodyPr/>
        <a:lstStyle/>
        <a:p>
          <a:r>
            <a:rPr lang="en-US" b="0" i="0" baseline="0"/>
            <a:t>Hub, Repeater, Modem, Cables are Physical Layer devices.</a:t>
          </a:r>
          <a:endParaRPr lang="en-US"/>
        </a:p>
      </dgm:t>
    </dgm:pt>
    <dgm:pt modelId="{BD932FC3-23E9-430F-8E37-5BB3B826B0F7}" type="parTrans" cxnId="{C97F936E-84B9-40A3-A637-F98AD7A3123C}">
      <dgm:prSet/>
      <dgm:spPr/>
      <dgm:t>
        <a:bodyPr/>
        <a:lstStyle/>
        <a:p>
          <a:endParaRPr lang="en-US"/>
        </a:p>
      </dgm:t>
    </dgm:pt>
    <dgm:pt modelId="{01C41322-663B-45BF-B525-62E332C9483D}" type="sibTrans" cxnId="{C97F936E-84B9-40A3-A637-F98AD7A3123C}">
      <dgm:prSet/>
      <dgm:spPr/>
      <dgm:t>
        <a:bodyPr/>
        <a:lstStyle/>
        <a:p>
          <a:endParaRPr lang="en-US"/>
        </a:p>
      </dgm:t>
    </dgm:pt>
    <dgm:pt modelId="{73266EC4-BF36-4A6F-86AE-6FA143AAA000}">
      <dgm:prSet/>
      <dgm:spPr/>
      <dgm:t>
        <a:bodyPr/>
        <a:lstStyle/>
        <a:p>
          <a:r>
            <a:rPr lang="en-US" b="1" i="0" baseline="0"/>
            <a:t>Functions:</a:t>
          </a:r>
          <a:endParaRPr lang="en-US"/>
        </a:p>
      </dgm:t>
    </dgm:pt>
    <dgm:pt modelId="{FF2DD55F-9FA9-4597-A2EF-22E053710A52}" type="parTrans" cxnId="{55395742-C5F6-44A4-8EAF-5391410EB19E}">
      <dgm:prSet/>
      <dgm:spPr/>
      <dgm:t>
        <a:bodyPr/>
        <a:lstStyle/>
        <a:p>
          <a:endParaRPr lang="en-US"/>
        </a:p>
      </dgm:t>
    </dgm:pt>
    <dgm:pt modelId="{09CD02FD-2A53-4569-AEC2-ABEF6493A3E8}" type="sibTrans" cxnId="{55395742-C5F6-44A4-8EAF-5391410EB19E}">
      <dgm:prSet/>
      <dgm:spPr/>
      <dgm:t>
        <a:bodyPr/>
        <a:lstStyle/>
        <a:p>
          <a:endParaRPr lang="en-US"/>
        </a:p>
      </dgm:t>
    </dgm:pt>
    <dgm:pt modelId="{F2958DE0-586D-4FF6-B9AF-FBAEC0406928}">
      <dgm:prSet/>
      <dgm:spPr/>
      <dgm:t>
        <a:bodyPr/>
        <a:lstStyle/>
        <a:p>
          <a:r>
            <a:rPr lang="en-US" b="1" i="0" baseline="0"/>
            <a:t>Line Configuration: </a:t>
          </a:r>
          <a:r>
            <a:rPr lang="en-US" b="0" i="0" baseline="0"/>
            <a:t>It defines the way how two or more devices can be connected physically.</a:t>
          </a:r>
          <a:endParaRPr lang="en-US"/>
        </a:p>
      </dgm:t>
    </dgm:pt>
    <dgm:pt modelId="{60F58671-F72C-4459-9664-8799F1F297F1}" type="parTrans" cxnId="{0C9F19B3-D3B8-4D2F-A127-8561A9B72A42}">
      <dgm:prSet/>
      <dgm:spPr/>
      <dgm:t>
        <a:bodyPr/>
        <a:lstStyle/>
        <a:p>
          <a:endParaRPr lang="en-US"/>
        </a:p>
      </dgm:t>
    </dgm:pt>
    <dgm:pt modelId="{43124EDC-3F1A-4147-B9D1-2B20CEFE67F9}" type="sibTrans" cxnId="{0C9F19B3-D3B8-4D2F-A127-8561A9B72A42}">
      <dgm:prSet/>
      <dgm:spPr/>
      <dgm:t>
        <a:bodyPr/>
        <a:lstStyle/>
        <a:p>
          <a:endParaRPr lang="en-US"/>
        </a:p>
      </dgm:t>
    </dgm:pt>
    <dgm:pt modelId="{78900B87-C1B8-445A-80A0-C36BBD491646}">
      <dgm:prSet/>
      <dgm:spPr/>
      <dgm:t>
        <a:bodyPr/>
        <a:lstStyle/>
        <a:p>
          <a:r>
            <a:rPr lang="en-US" b="1" i="0" baseline="0"/>
            <a:t>Data Transmission: </a:t>
          </a:r>
          <a:r>
            <a:rPr lang="en-US" b="0" i="0" baseline="0"/>
            <a:t>It defines the transmission mode between two devices on the network.</a:t>
          </a:r>
          <a:endParaRPr lang="en-US"/>
        </a:p>
      </dgm:t>
    </dgm:pt>
    <dgm:pt modelId="{2FF1FB9C-4853-4BF5-823C-7A1B0C3BA736}" type="parTrans" cxnId="{749EC7F1-256D-4BA6-AE00-44AEEB40436C}">
      <dgm:prSet/>
      <dgm:spPr/>
      <dgm:t>
        <a:bodyPr/>
        <a:lstStyle/>
        <a:p>
          <a:endParaRPr lang="en-US"/>
        </a:p>
      </dgm:t>
    </dgm:pt>
    <dgm:pt modelId="{B725120F-17FD-4FB3-B210-7DD4FF0F4134}" type="sibTrans" cxnId="{749EC7F1-256D-4BA6-AE00-44AEEB40436C}">
      <dgm:prSet/>
      <dgm:spPr/>
      <dgm:t>
        <a:bodyPr/>
        <a:lstStyle/>
        <a:p>
          <a:endParaRPr lang="en-US"/>
        </a:p>
      </dgm:t>
    </dgm:pt>
    <dgm:pt modelId="{268E6649-F294-4191-BAF0-6120CDFE2C9E}">
      <dgm:prSet/>
      <dgm:spPr/>
      <dgm:t>
        <a:bodyPr/>
        <a:lstStyle/>
        <a:p>
          <a:r>
            <a:rPr lang="en-US" b="1" i="0" baseline="0"/>
            <a:t>Topology: </a:t>
          </a:r>
          <a:r>
            <a:rPr lang="en-US" b="0" i="0" baseline="0"/>
            <a:t>It defines the way how network devices are arranged.</a:t>
          </a:r>
          <a:endParaRPr lang="en-US"/>
        </a:p>
      </dgm:t>
    </dgm:pt>
    <dgm:pt modelId="{E35C6ED6-25E5-4FD8-91EE-43D22D0B43F6}" type="parTrans" cxnId="{5E6761B5-0C4C-482B-B1A8-C0968C4CACAE}">
      <dgm:prSet/>
      <dgm:spPr/>
      <dgm:t>
        <a:bodyPr/>
        <a:lstStyle/>
        <a:p>
          <a:endParaRPr lang="en-US"/>
        </a:p>
      </dgm:t>
    </dgm:pt>
    <dgm:pt modelId="{6E9AAECE-6483-49F0-A1AE-B5B403503E7E}" type="sibTrans" cxnId="{5E6761B5-0C4C-482B-B1A8-C0968C4CACAE}">
      <dgm:prSet/>
      <dgm:spPr/>
      <dgm:t>
        <a:bodyPr/>
        <a:lstStyle/>
        <a:p>
          <a:endParaRPr lang="en-US"/>
        </a:p>
      </dgm:t>
    </dgm:pt>
    <dgm:pt modelId="{8891AE7D-12D1-4E57-9E63-1E4F519B8AAD}">
      <dgm:prSet/>
      <dgm:spPr/>
      <dgm:t>
        <a:bodyPr/>
        <a:lstStyle/>
        <a:p>
          <a:r>
            <a:rPr lang="en-US" b="1" i="0" baseline="0"/>
            <a:t>Signals: </a:t>
          </a:r>
          <a:r>
            <a:rPr lang="en-US" b="0" i="0" baseline="0"/>
            <a:t>It determines the type of the signal used for transmitting the information.</a:t>
          </a:r>
          <a:endParaRPr lang="en-US"/>
        </a:p>
      </dgm:t>
    </dgm:pt>
    <dgm:pt modelId="{F2B1B944-0DC4-4E5A-8916-AD356958AAC7}" type="parTrans" cxnId="{F6596501-9C19-4001-BAEF-4975C7B65E2E}">
      <dgm:prSet/>
      <dgm:spPr/>
      <dgm:t>
        <a:bodyPr/>
        <a:lstStyle/>
        <a:p>
          <a:endParaRPr lang="en-US"/>
        </a:p>
      </dgm:t>
    </dgm:pt>
    <dgm:pt modelId="{71CD0B7A-657E-4DBE-9C88-F11A48ECD442}" type="sibTrans" cxnId="{F6596501-9C19-4001-BAEF-4975C7B65E2E}">
      <dgm:prSet/>
      <dgm:spPr/>
      <dgm:t>
        <a:bodyPr/>
        <a:lstStyle/>
        <a:p>
          <a:endParaRPr lang="en-US"/>
        </a:p>
      </dgm:t>
    </dgm:pt>
    <dgm:pt modelId="{A47ECB44-968E-46E8-B4EB-9A5E21E8C9FA}" type="pres">
      <dgm:prSet presAssocID="{81F49AA4-0DA8-49C9-9870-2ADCCD0B8B73}" presName="linear" presStyleCnt="0">
        <dgm:presLayoutVars>
          <dgm:animLvl val="lvl"/>
          <dgm:resizeHandles val="exact"/>
        </dgm:presLayoutVars>
      </dgm:prSet>
      <dgm:spPr/>
    </dgm:pt>
    <dgm:pt modelId="{9EBDF285-A818-4AE0-981E-5BCBE9B9FFEB}" type="pres">
      <dgm:prSet presAssocID="{441434CE-8352-483D-8374-C174861011D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5BC406C-DCD0-4AC8-B649-D389459595AD}" type="pres">
      <dgm:prSet presAssocID="{8116A11D-43A9-4DD7-A1B5-801A9B0257BE}" presName="spacer" presStyleCnt="0"/>
      <dgm:spPr/>
    </dgm:pt>
    <dgm:pt modelId="{5E3974B4-44A6-4CD7-B483-D70476AC51CC}" type="pres">
      <dgm:prSet presAssocID="{DED6269D-0385-4ADB-9C8B-FE208AF0F07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B037DD8-EFAB-4DEE-B451-7B3E262F4CE4}" type="pres">
      <dgm:prSet presAssocID="{3845BFFE-24D2-4D3E-9A7B-81D9FA53481D}" presName="spacer" presStyleCnt="0"/>
      <dgm:spPr/>
    </dgm:pt>
    <dgm:pt modelId="{944E12AE-3F1B-4905-91EE-D76FAA149D40}" type="pres">
      <dgm:prSet presAssocID="{1C1A294A-D32F-4491-A626-C07DFCEF0CF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E6CDDD6-3E02-4419-A198-4355E0C1E19E}" type="pres">
      <dgm:prSet presAssocID="{7EC7926C-76ED-4D45-B613-231788254577}" presName="spacer" presStyleCnt="0"/>
      <dgm:spPr/>
    </dgm:pt>
    <dgm:pt modelId="{BD883EA0-48D4-417D-930D-058CE8436913}" type="pres">
      <dgm:prSet presAssocID="{087D52CC-4F15-42F4-BED5-5AAE979ADBB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3F1D68D-6E3B-4A4E-88E6-BD0951DBC676}" type="pres">
      <dgm:prSet presAssocID="{01C41322-663B-45BF-B525-62E332C9483D}" presName="spacer" presStyleCnt="0"/>
      <dgm:spPr/>
    </dgm:pt>
    <dgm:pt modelId="{C22341ED-7359-40A3-B9E2-A58F4DA0D314}" type="pres">
      <dgm:prSet presAssocID="{73266EC4-BF36-4A6F-86AE-6FA143AAA000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CC7638E3-65C5-4DBD-9481-36E2D76E2D0D}" type="pres">
      <dgm:prSet presAssocID="{73266EC4-BF36-4A6F-86AE-6FA143AAA000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F6596501-9C19-4001-BAEF-4975C7B65E2E}" srcId="{73266EC4-BF36-4A6F-86AE-6FA143AAA000}" destId="{8891AE7D-12D1-4E57-9E63-1E4F519B8AAD}" srcOrd="3" destOrd="0" parTransId="{F2B1B944-0DC4-4E5A-8916-AD356958AAC7}" sibTransId="{71CD0B7A-657E-4DBE-9C88-F11A48ECD442}"/>
    <dgm:cxn modelId="{15C86601-C99B-4FAF-9AB3-0FAD2B41E9F8}" srcId="{81F49AA4-0DA8-49C9-9870-2ADCCD0B8B73}" destId="{441434CE-8352-483D-8374-C174861011D4}" srcOrd="0" destOrd="0" parTransId="{D3E6B31C-E751-4CEA-90BC-F6CD5A75F097}" sibTransId="{8116A11D-43A9-4DD7-A1B5-801A9B0257BE}"/>
    <dgm:cxn modelId="{1F50AA12-0F0C-48AF-8312-6C8206E1FEC2}" type="presOf" srcId="{087D52CC-4F15-42F4-BED5-5AAE979ADBB1}" destId="{BD883EA0-48D4-417D-930D-058CE8436913}" srcOrd="0" destOrd="0" presId="urn:microsoft.com/office/officeart/2005/8/layout/vList2"/>
    <dgm:cxn modelId="{12C1871A-3EAD-40D9-BA12-04ABA9F5F795}" type="presOf" srcId="{81F49AA4-0DA8-49C9-9870-2ADCCD0B8B73}" destId="{A47ECB44-968E-46E8-B4EB-9A5E21E8C9FA}" srcOrd="0" destOrd="0" presId="urn:microsoft.com/office/officeart/2005/8/layout/vList2"/>
    <dgm:cxn modelId="{6C6C8828-8CF6-4ACB-89FB-09F26C049754}" srcId="{81F49AA4-0DA8-49C9-9870-2ADCCD0B8B73}" destId="{1C1A294A-D32F-4491-A626-C07DFCEF0CFD}" srcOrd="2" destOrd="0" parTransId="{DE77DA09-A15C-4DA6-9A73-89AB40DD464F}" sibTransId="{7EC7926C-76ED-4D45-B613-231788254577}"/>
    <dgm:cxn modelId="{0B20D23B-1B51-4F20-B91D-322C0BB6F55E}" type="presOf" srcId="{F2958DE0-586D-4FF6-B9AF-FBAEC0406928}" destId="{CC7638E3-65C5-4DBD-9481-36E2D76E2D0D}" srcOrd="0" destOrd="0" presId="urn:microsoft.com/office/officeart/2005/8/layout/vList2"/>
    <dgm:cxn modelId="{55395742-C5F6-44A4-8EAF-5391410EB19E}" srcId="{81F49AA4-0DA8-49C9-9870-2ADCCD0B8B73}" destId="{73266EC4-BF36-4A6F-86AE-6FA143AAA000}" srcOrd="4" destOrd="0" parTransId="{FF2DD55F-9FA9-4597-A2EF-22E053710A52}" sibTransId="{09CD02FD-2A53-4569-AEC2-ABEF6493A3E8}"/>
    <dgm:cxn modelId="{484FB668-076C-4C03-A51F-111D6ECD9587}" type="presOf" srcId="{268E6649-F294-4191-BAF0-6120CDFE2C9E}" destId="{CC7638E3-65C5-4DBD-9481-36E2D76E2D0D}" srcOrd="0" destOrd="2" presId="urn:microsoft.com/office/officeart/2005/8/layout/vList2"/>
    <dgm:cxn modelId="{C97F936E-84B9-40A3-A637-F98AD7A3123C}" srcId="{81F49AA4-0DA8-49C9-9870-2ADCCD0B8B73}" destId="{087D52CC-4F15-42F4-BED5-5AAE979ADBB1}" srcOrd="3" destOrd="0" parTransId="{BD932FC3-23E9-430F-8E37-5BB3B826B0F7}" sibTransId="{01C41322-663B-45BF-B525-62E332C9483D}"/>
    <dgm:cxn modelId="{1D50CD73-184D-4916-9A59-7A6E0A015762}" type="presOf" srcId="{73266EC4-BF36-4A6F-86AE-6FA143AAA000}" destId="{C22341ED-7359-40A3-B9E2-A58F4DA0D314}" srcOrd="0" destOrd="0" presId="urn:microsoft.com/office/officeart/2005/8/layout/vList2"/>
    <dgm:cxn modelId="{B843CA90-B64C-4702-A673-1631B65AD1F4}" srcId="{81F49AA4-0DA8-49C9-9870-2ADCCD0B8B73}" destId="{DED6269D-0385-4ADB-9C8B-FE208AF0F070}" srcOrd="1" destOrd="0" parTransId="{EED1DBEF-5552-4A43-ACC4-89F8B99EDD26}" sibTransId="{3845BFFE-24D2-4D3E-9A7B-81D9FA53481D}"/>
    <dgm:cxn modelId="{D86B85A7-BE5C-4A9A-AE8D-1CD9CD6ED4EE}" type="presOf" srcId="{78900B87-C1B8-445A-80A0-C36BBD491646}" destId="{CC7638E3-65C5-4DBD-9481-36E2D76E2D0D}" srcOrd="0" destOrd="1" presId="urn:microsoft.com/office/officeart/2005/8/layout/vList2"/>
    <dgm:cxn modelId="{0AF27BA9-BD23-460C-B9BC-1E416145791C}" type="presOf" srcId="{DED6269D-0385-4ADB-9C8B-FE208AF0F070}" destId="{5E3974B4-44A6-4CD7-B483-D70476AC51CC}" srcOrd="0" destOrd="0" presId="urn:microsoft.com/office/officeart/2005/8/layout/vList2"/>
    <dgm:cxn modelId="{0C9F19B3-D3B8-4D2F-A127-8561A9B72A42}" srcId="{73266EC4-BF36-4A6F-86AE-6FA143AAA000}" destId="{F2958DE0-586D-4FF6-B9AF-FBAEC0406928}" srcOrd="0" destOrd="0" parTransId="{60F58671-F72C-4459-9664-8799F1F297F1}" sibTransId="{43124EDC-3F1A-4147-B9D1-2B20CEFE67F9}"/>
    <dgm:cxn modelId="{5E6761B5-0C4C-482B-B1A8-C0968C4CACAE}" srcId="{73266EC4-BF36-4A6F-86AE-6FA143AAA000}" destId="{268E6649-F294-4191-BAF0-6120CDFE2C9E}" srcOrd="2" destOrd="0" parTransId="{E35C6ED6-25E5-4FD8-91EE-43D22D0B43F6}" sibTransId="{6E9AAECE-6483-49F0-A1AE-B5B403503E7E}"/>
    <dgm:cxn modelId="{E39605C5-6992-4531-B876-FE1CA29F083C}" type="presOf" srcId="{8891AE7D-12D1-4E57-9E63-1E4F519B8AAD}" destId="{CC7638E3-65C5-4DBD-9481-36E2D76E2D0D}" srcOrd="0" destOrd="3" presId="urn:microsoft.com/office/officeart/2005/8/layout/vList2"/>
    <dgm:cxn modelId="{56E850D7-0617-477A-BB28-36F355B222E5}" type="presOf" srcId="{1C1A294A-D32F-4491-A626-C07DFCEF0CFD}" destId="{944E12AE-3F1B-4905-91EE-D76FAA149D40}" srcOrd="0" destOrd="0" presId="urn:microsoft.com/office/officeart/2005/8/layout/vList2"/>
    <dgm:cxn modelId="{9692FDDD-B04F-49AA-BC75-2B4664ACE5ED}" type="presOf" srcId="{441434CE-8352-483D-8374-C174861011D4}" destId="{9EBDF285-A818-4AE0-981E-5BCBE9B9FFEB}" srcOrd="0" destOrd="0" presId="urn:microsoft.com/office/officeart/2005/8/layout/vList2"/>
    <dgm:cxn modelId="{749EC7F1-256D-4BA6-AE00-44AEEB40436C}" srcId="{73266EC4-BF36-4A6F-86AE-6FA143AAA000}" destId="{78900B87-C1B8-445A-80A0-C36BBD491646}" srcOrd="1" destOrd="0" parTransId="{2FF1FB9C-4853-4BF5-823C-7A1B0C3BA736}" sibTransId="{B725120F-17FD-4FB3-B210-7DD4FF0F4134}"/>
    <dgm:cxn modelId="{C0CC53DD-B4B9-4A5B-BCF7-8FE3C187976D}" type="presParOf" srcId="{A47ECB44-968E-46E8-B4EB-9A5E21E8C9FA}" destId="{9EBDF285-A818-4AE0-981E-5BCBE9B9FFEB}" srcOrd="0" destOrd="0" presId="urn:microsoft.com/office/officeart/2005/8/layout/vList2"/>
    <dgm:cxn modelId="{B0A18567-C8E2-4A58-B8B0-6382DBEA0FAA}" type="presParOf" srcId="{A47ECB44-968E-46E8-B4EB-9A5E21E8C9FA}" destId="{75BC406C-DCD0-4AC8-B649-D389459595AD}" srcOrd="1" destOrd="0" presId="urn:microsoft.com/office/officeart/2005/8/layout/vList2"/>
    <dgm:cxn modelId="{E997267C-A8D9-4AA2-B014-3AC963D478FE}" type="presParOf" srcId="{A47ECB44-968E-46E8-B4EB-9A5E21E8C9FA}" destId="{5E3974B4-44A6-4CD7-B483-D70476AC51CC}" srcOrd="2" destOrd="0" presId="urn:microsoft.com/office/officeart/2005/8/layout/vList2"/>
    <dgm:cxn modelId="{BE3492FA-29FF-411F-A494-5166EAD8C255}" type="presParOf" srcId="{A47ECB44-968E-46E8-B4EB-9A5E21E8C9FA}" destId="{5B037DD8-EFAB-4DEE-B451-7B3E262F4CE4}" srcOrd="3" destOrd="0" presId="urn:microsoft.com/office/officeart/2005/8/layout/vList2"/>
    <dgm:cxn modelId="{F3D8FE16-27B6-4F01-B834-DCAED2020B8F}" type="presParOf" srcId="{A47ECB44-968E-46E8-B4EB-9A5E21E8C9FA}" destId="{944E12AE-3F1B-4905-91EE-D76FAA149D40}" srcOrd="4" destOrd="0" presId="urn:microsoft.com/office/officeart/2005/8/layout/vList2"/>
    <dgm:cxn modelId="{85A265AD-3DEC-444A-908F-990C031FA076}" type="presParOf" srcId="{A47ECB44-968E-46E8-B4EB-9A5E21E8C9FA}" destId="{7E6CDDD6-3E02-4419-A198-4355E0C1E19E}" srcOrd="5" destOrd="0" presId="urn:microsoft.com/office/officeart/2005/8/layout/vList2"/>
    <dgm:cxn modelId="{21D65D18-954F-4CC8-94CA-02761444B69F}" type="presParOf" srcId="{A47ECB44-968E-46E8-B4EB-9A5E21E8C9FA}" destId="{BD883EA0-48D4-417D-930D-058CE8436913}" srcOrd="6" destOrd="0" presId="urn:microsoft.com/office/officeart/2005/8/layout/vList2"/>
    <dgm:cxn modelId="{9892571C-80E7-4DA2-B0AA-85D454C45643}" type="presParOf" srcId="{A47ECB44-968E-46E8-B4EB-9A5E21E8C9FA}" destId="{13F1D68D-6E3B-4A4E-88E6-BD0951DBC676}" srcOrd="7" destOrd="0" presId="urn:microsoft.com/office/officeart/2005/8/layout/vList2"/>
    <dgm:cxn modelId="{3B1B056D-96C9-4AFF-9906-35F9F0C1C09E}" type="presParOf" srcId="{A47ECB44-968E-46E8-B4EB-9A5E21E8C9FA}" destId="{C22341ED-7359-40A3-B9E2-A58F4DA0D314}" srcOrd="8" destOrd="0" presId="urn:microsoft.com/office/officeart/2005/8/layout/vList2"/>
    <dgm:cxn modelId="{F4517792-5598-4AB9-A2F8-ACC2A3031764}" type="presParOf" srcId="{A47ECB44-968E-46E8-B4EB-9A5E21E8C9FA}" destId="{CC7638E3-65C5-4DBD-9481-36E2D76E2D0D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34884E5-FD4F-4411-9DC2-2AF91D5B751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63D343A-A85E-4F74-8DA7-E777AB86B9FF}">
      <dgm:prSet/>
      <dgm:spPr/>
      <dgm:t>
        <a:bodyPr/>
        <a:lstStyle/>
        <a:p>
          <a:r>
            <a:rPr lang="en-US" b="0" i="0" baseline="0"/>
            <a:t>Packet in Data Link layer is referred to as Frame.</a:t>
          </a:r>
          <a:endParaRPr lang="en-US"/>
        </a:p>
      </dgm:t>
    </dgm:pt>
    <dgm:pt modelId="{CCE211F9-3BC6-4467-B9BD-15733BD5F4F9}" type="parTrans" cxnId="{5B312833-C20F-4E0D-A54D-3606D11ADAD7}">
      <dgm:prSet/>
      <dgm:spPr/>
      <dgm:t>
        <a:bodyPr/>
        <a:lstStyle/>
        <a:p>
          <a:endParaRPr lang="en-US"/>
        </a:p>
      </dgm:t>
    </dgm:pt>
    <dgm:pt modelId="{6C0B5E5C-9360-4324-9857-1CB061C3C48E}" type="sibTrans" cxnId="{5B312833-C20F-4E0D-A54D-3606D11ADAD7}">
      <dgm:prSet/>
      <dgm:spPr/>
      <dgm:t>
        <a:bodyPr/>
        <a:lstStyle/>
        <a:p>
          <a:endParaRPr lang="en-US"/>
        </a:p>
      </dgm:t>
    </dgm:pt>
    <dgm:pt modelId="{8C4E8A64-A20C-4EEF-8C75-F9B348C77FFD}">
      <dgm:prSet/>
      <dgm:spPr/>
      <dgm:t>
        <a:bodyPr/>
        <a:lstStyle/>
        <a:p>
          <a:r>
            <a:rPr lang="en-US" b="0" i="0" baseline="0"/>
            <a:t>Responsible for the error-free transfer of data frames.</a:t>
          </a:r>
          <a:endParaRPr lang="en-US"/>
        </a:p>
      </dgm:t>
    </dgm:pt>
    <dgm:pt modelId="{EF844391-B118-4D38-8CC3-E16E897D1647}" type="parTrans" cxnId="{D22E14F6-1630-480A-93BC-041EC7EFACE4}">
      <dgm:prSet/>
      <dgm:spPr/>
      <dgm:t>
        <a:bodyPr/>
        <a:lstStyle/>
        <a:p>
          <a:endParaRPr lang="en-US"/>
        </a:p>
      </dgm:t>
    </dgm:pt>
    <dgm:pt modelId="{C1046AB7-CF27-4789-B360-BA9FFFF6F88D}" type="sibTrans" cxnId="{D22E14F6-1630-480A-93BC-041EC7EFACE4}">
      <dgm:prSet/>
      <dgm:spPr/>
      <dgm:t>
        <a:bodyPr/>
        <a:lstStyle/>
        <a:p>
          <a:endParaRPr lang="en-US"/>
        </a:p>
      </dgm:t>
    </dgm:pt>
    <dgm:pt modelId="{A1C8389F-AB5A-4172-B47C-D3285013B099}">
      <dgm:prSet/>
      <dgm:spPr/>
      <dgm:t>
        <a:bodyPr/>
        <a:lstStyle/>
        <a:p>
          <a:r>
            <a:rPr lang="en-US" b="0" i="0" baseline="0"/>
            <a:t>It provides a reliable and efficient communication between two or more devices.</a:t>
          </a:r>
          <a:endParaRPr lang="en-US"/>
        </a:p>
      </dgm:t>
    </dgm:pt>
    <dgm:pt modelId="{1A6C048F-7EF6-4193-858E-D5D84132C5F7}" type="parTrans" cxnId="{607EA592-B654-467C-953C-D54FD2A66B90}">
      <dgm:prSet/>
      <dgm:spPr/>
      <dgm:t>
        <a:bodyPr/>
        <a:lstStyle/>
        <a:p>
          <a:endParaRPr lang="en-US"/>
        </a:p>
      </dgm:t>
    </dgm:pt>
    <dgm:pt modelId="{08451673-332E-49D9-83A4-E8977D32ED5F}" type="sibTrans" cxnId="{607EA592-B654-467C-953C-D54FD2A66B90}">
      <dgm:prSet/>
      <dgm:spPr/>
      <dgm:t>
        <a:bodyPr/>
        <a:lstStyle/>
        <a:p>
          <a:endParaRPr lang="en-US"/>
        </a:p>
      </dgm:t>
    </dgm:pt>
    <dgm:pt modelId="{F8592936-D67A-49AF-8E29-A4EEA66318A0}">
      <dgm:prSet/>
      <dgm:spPr/>
      <dgm:t>
        <a:bodyPr/>
        <a:lstStyle/>
        <a:p>
          <a:r>
            <a:rPr lang="en-US" b="0" i="0" baseline="0"/>
            <a:t>Provides unique identification of each device that resides on a local network.</a:t>
          </a:r>
          <a:endParaRPr lang="en-US"/>
        </a:p>
      </dgm:t>
    </dgm:pt>
    <dgm:pt modelId="{A0F9AE53-32A0-449A-8566-26D22A0415B2}" type="parTrans" cxnId="{D22CCDB4-6B26-4875-ABE0-0F08D8A098EE}">
      <dgm:prSet/>
      <dgm:spPr/>
      <dgm:t>
        <a:bodyPr/>
        <a:lstStyle/>
        <a:p>
          <a:endParaRPr lang="en-US"/>
        </a:p>
      </dgm:t>
    </dgm:pt>
    <dgm:pt modelId="{3D6625B5-CCE7-4235-ABEE-5F073C245608}" type="sibTrans" cxnId="{D22CCDB4-6B26-4875-ABE0-0F08D8A098EE}">
      <dgm:prSet/>
      <dgm:spPr/>
      <dgm:t>
        <a:bodyPr/>
        <a:lstStyle/>
        <a:p>
          <a:endParaRPr lang="en-US"/>
        </a:p>
      </dgm:t>
    </dgm:pt>
    <dgm:pt modelId="{837FEF72-1482-4E1A-98BF-CCA80327F0EF}">
      <dgm:prSet/>
      <dgm:spPr/>
      <dgm:t>
        <a:bodyPr/>
        <a:lstStyle/>
        <a:p>
          <a:r>
            <a:rPr lang="en-US" b="0" i="0" baseline="0"/>
            <a:t>Data Link layer is handled by the NIC (Network Interface Card) and device drivers of host machines.</a:t>
          </a:r>
          <a:endParaRPr lang="en-US"/>
        </a:p>
      </dgm:t>
    </dgm:pt>
    <dgm:pt modelId="{E2018C82-0BC0-475C-B583-CC906106446B}" type="parTrans" cxnId="{B41A959E-EAC4-415E-A392-E130807C1428}">
      <dgm:prSet/>
      <dgm:spPr/>
      <dgm:t>
        <a:bodyPr/>
        <a:lstStyle/>
        <a:p>
          <a:endParaRPr lang="en-US"/>
        </a:p>
      </dgm:t>
    </dgm:pt>
    <dgm:pt modelId="{FE462F8A-9BAC-49C0-AC75-B543934F660C}" type="sibTrans" cxnId="{B41A959E-EAC4-415E-A392-E130807C1428}">
      <dgm:prSet/>
      <dgm:spPr/>
      <dgm:t>
        <a:bodyPr/>
        <a:lstStyle/>
        <a:p>
          <a:endParaRPr lang="en-US"/>
        </a:p>
      </dgm:t>
    </dgm:pt>
    <dgm:pt modelId="{62965910-A6F5-40F2-993B-75BC00A8F6C7}">
      <dgm:prSet/>
      <dgm:spPr/>
      <dgm:t>
        <a:bodyPr/>
        <a:lstStyle/>
        <a:p>
          <a:r>
            <a:rPr lang="en-US" b="0" i="0" baseline="0"/>
            <a:t>Switch &amp; Bridge are Data Link Layer devices.</a:t>
          </a:r>
          <a:endParaRPr lang="en-US"/>
        </a:p>
      </dgm:t>
    </dgm:pt>
    <dgm:pt modelId="{3D1726C1-EC68-49FD-A7B7-016245D08471}" type="parTrans" cxnId="{45B10491-0319-41ED-9F18-D1B4AF4D01A9}">
      <dgm:prSet/>
      <dgm:spPr/>
      <dgm:t>
        <a:bodyPr/>
        <a:lstStyle/>
        <a:p>
          <a:endParaRPr lang="en-US"/>
        </a:p>
      </dgm:t>
    </dgm:pt>
    <dgm:pt modelId="{CBA06B28-B234-424D-A065-23A11B082AC1}" type="sibTrans" cxnId="{45B10491-0319-41ED-9F18-D1B4AF4D01A9}">
      <dgm:prSet/>
      <dgm:spPr/>
      <dgm:t>
        <a:bodyPr/>
        <a:lstStyle/>
        <a:p>
          <a:endParaRPr lang="en-US"/>
        </a:p>
      </dgm:t>
    </dgm:pt>
    <dgm:pt modelId="{108610C6-BDE9-462F-BCD0-33434F47102D}">
      <dgm:prSet/>
      <dgm:spPr/>
      <dgm:t>
        <a:bodyPr/>
        <a:lstStyle/>
        <a:p>
          <a:r>
            <a:rPr lang="en-US" b="0" i="0" baseline="0"/>
            <a:t>It contains two sub-layers:</a:t>
          </a:r>
          <a:endParaRPr lang="en-US"/>
        </a:p>
      </dgm:t>
    </dgm:pt>
    <dgm:pt modelId="{8FA65940-8FB0-40EF-8572-ACB262C7938C}" type="parTrans" cxnId="{F8D754E1-3047-42A3-B2A2-525DCAEA9478}">
      <dgm:prSet/>
      <dgm:spPr/>
      <dgm:t>
        <a:bodyPr/>
        <a:lstStyle/>
        <a:p>
          <a:endParaRPr lang="en-US"/>
        </a:p>
      </dgm:t>
    </dgm:pt>
    <dgm:pt modelId="{0078A66A-A48C-4647-8AC8-0654C50B2264}" type="sibTrans" cxnId="{F8D754E1-3047-42A3-B2A2-525DCAEA9478}">
      <dgm:prSet/>
      <dgm:spPr/>
      <dgm:t>
        <a:bodyPr/>
        <a:lstStyle/>
        <a:p>
          <a:endParaRPr lang="en-US"/>
        </a:p>
      </dgm:t>
    </dgm:pt>
    <dgm:pt modelId="{4EF10F29-27C1-45A9-B68B-67CDF844109E}">
      <dgm:prSet/>
      <dgm:spPr/>
      <dgm:t>
        <a:bodyPr/>
        <a:lstStyle/>
        <a:p>
          <a:r>
            <a:rPr lang="en-US" b="1" i="0" baseline="0"/>
            <a:t>Logical Link Control Layer: </a:t>
          </a:r>
          <a:r>
            <a:rPr lang="en-US" b="0" i="0" baseline="0"/>
            <a:t>Transfer the packets to the Network layer and provides flow control.</a:t>
          </a:r>
          <a:endParaRPr lang="en-US"/>
        </a:p>
      </dgm:t>
    </dgm:pt>
    <dgm:pt modelId="{802B3EDF-90FF-40FD-A5E9-8BA57E1014DE}" type="parTrans" cxnId="{E205D935-FF6B-43CE-9DCD-054C599F7DDA}">
      <dgm:prSet/>
      <dgm:spPr/>
      <dgm:t>
        <a:bodyPr/>
        <a:lstStyle/>
        <a:p>
          <a:endParaRPr lang="en-US"/>
        </a:p>
      </dgm:t>
    </dgm:pt>
    <dgm:pt modelId="{7A133490-4C1D-4250-8A3E-CE3196241C62}" type="sibTrans" cxnId="{E205D935-FF6B-43CE-9DCD-054C599F7DDA}">
      <dgm:prSet/>
      <dgm:spPr/>
      <dgm:t>
        <a:bodyPr/>
        <a:lstStyle/>
        <a:p>
          <a:endParaRPr lang="en-US"/>
        </a:p>
      </dgm:t>
    </dgm:pt>
    <dgm:pt modelId="{915E861C-C38F-4A37-AD79-BAF4EFE9C3DE}">
      <dgm:prSet/>
      <dgm:spPr/>
      <dgm:t>
        <a:bodyPr/>
        <a:lstStyle/>
        <a:p>
          <a:r>
            <a:rPr lang="en-US" b="1" i="0" baseline="0"/>
            <a:t>Media Access Control Layer: </a:t>
          </a:r>
          <a:r>
            <a:rPr lang="en-US" b="0" i="0" baseline="0"/>
            <a:t>Provides link between the Logical Link Control layer and the network's</a:t>
          </a:r>
          <a:endParaRPr lang="en-US"/>
        </a:p>
      </dgm:t>
    </dgm:pt>
    <dgm:pt modelId="{929E26FF-DB67-4C90-89B2-3B0E038CB04D}" type="parTrans" cxnId="{7B806913-4234-4323-B03F-3DED86FE1D06}">
      <dgm:prSet/>
      <dgm:spPr/>
      <dgm:t>
        <a:bodyPr/>
        <a:lstStyle/>
        <a:p>
          <a:endParaRPr lang="en-US"/>
        </a:p>
      </dgm:t>
    </dgm:pt>
    <dgm:pt modelId="{33BDBDA9-15C9-4289-BFCD-4BE00E1BEC0B}" type="sibTrans" cxnId="{7B806913-4234-4323-B03F-3DED86FE1D06}">
      <dgm:prSet/>
      <dgm:spPr/>
      <dgm:t>
        <a:bodyPr/>
        <a:lstStyle/>
        <a:p>
          <a:endParaRPr lang="en-US"/>
        </a:p>
      </dgm:t>
    </dgm:pt>
    <dgm:pt modelId="{ECE95602-C576-48EF-94A2-E23CE83A9ED0}">
      <dgm:prSet/>
      <dgm:spPr/>
      <dgm:t>
        <a:bodyPr/>
        <a:lstStyle/>
        <a:p>
          <a:r>
            <a:rPr lang="en-US" b="0" i="0" baseline="0"/>
            <a:t>physical layer and is used for transferring the packets over the network.</a:t>
          </a:r>
          <a:endParaRPr lang="en-US"/>
        </a:p>
      </dgm:t>
    </dgm:pt>
    <dgm:pt modelId="{E333B6A7-FFAA-4E10-888A-9D97C5C8D659}" type="parTrans" cxnId="{37C2FC07-AA01-4400-A70A-46C9792066D9}">
      <dgm:prSet/>
      <dgm:spPr/>
      <dgm:t>
        <a:bodyPr/>
        <a:lstStyle/>
        <a:p>
          <a:endParaRPr lang="en-US"/>
        </a:p>
      </dgm:t>
    </dgm:pt>
    <dgm:pt modelId="{354F9C59-188E-4BF3-A60C-C60BF871C89C}" type="sibTrans" cxnId="{37C2FC07-AA01-4400-A70A-46C9792066D9}">
      <dgm:prSet/>
      <dgm:spPr/>
      <dgm:t>
        <a:bodyPr/>
        <a:lstStyle/>
        <a:p>
          <a:endParaRPr lang="en-US"/>
        </a:p>
      </dgm:t>
    </dgm:pt>
    <dgm:pt modelId="{AC8223F2-7D82-41E2-B9B2-3F17109F2A40}" type="pres">
      <dgm:prSet presAssocID="{634884E5-FD4F-4411-9DC2-2AF91D5B7519}" presName="linear" presStyleCnt="0">
        <dgm:presLayoutVars>
          <dgm:animLvl val="lvl"/>
          <dgm:resizeHandles val="exact"/>
        </dgm:presLayoutVars>
      </dgm:prSet>
      <dgm:spPr/>
    </dgm:pt>
    <dgm:pt modelId="{653EF2A6-49DE-41D7-A9B0-2A79F3E4B151}" type="pres">
      <dgm:prSet presAssocID="{B63D343A-A85E-4F74-8DA7-E777AB86B9FF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9DF77A72-003F-4712-A014-88BA100967D7}" type="pres">
      <dgm:prSet presAssocID="{6C0B5E5C-9360-4324-9857-1CB061C3C48E}" presName="spacer" presStyleCnt="0"/>
      <dgm:spPr/>
    </dgm:pt>
    <dgm:pt modelId="{A337BA18-888D-472F-B213-E64E3C2E7803}" type="pres">
      <dgm:prSet presAssocID="{8C4E8A64-A20C-4EEF-8C75-F9B348C77FFD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E4404680-E37B-4096-9CE5-EAEC691D1B61}" type="pres">
      <dgm:prSet presAssocID="{C1046AB7-CF27-4789-B360-BA9FFFF6F88D}" presName="spacer" presStyleCnt="0"/>
      <dgm:spPr/>
    </dgm:pt>
    <dgm:pt modelId="{72A71F49-5138-46DB-81FE-63211B246713}" type="pres">
      <dgm:prSet presAssocID="{A1C8389F-AB5A-4172-B47C-D3285013B099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519A930B-EF94-44D2-90CF-BC480609CF6B}" type="pres">
      <dgm:prSet presAssocID="{08451673-332E-49D9-83A4-E8977D32ED5F}" presName="spacer" presStyleCnt="0"/>
      <dgm:spPr/>
    </dgm:pt>
    <dgm:pt modelId="{D0C02F3C-5D7A-43EC-B1E6-A7B34936E44C}" type="pres">
      <dgm:prSet presAssocID="{F8592936-D67A-49AF-8E29-A4EEA66318A0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5436BA6F-1692-462A-A5B7-5A52E94E3C30}" type="pres">
      <dgm:prSet presAssocID="{3D6625B5-CCE7-4235-ABEE-5F073C245608}" presName="spacer" presStyleCnt="0"/>
      <dgm:spPr/>
    </dgm:pt>
    <dgm:pt modelId="{8873EBD7-DCDA-41DD-B170-716493FB77BB}" type="pres">
      <dgm:prSet presAssocID="{837FEF72-1482-4E1A-98BF-CCA80327F0EF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1FD27DCE-C23C-4F57-8A3A-18E44DB997F9}" type="pres">
      <dgm:prSet presAssocID="{FE462F8A-9BAC-49C0-AC75-B543934F660C}" presName="spacer" presStyleCnt="0"/>
      <dgm:spPr/>
    </dgm:pt>
    <dgm:pt modelId="{9B8BC4B5-407F-418B-AA78-22F60A6D686D}" type="pres">
      <dgm:prSet presAssocID="{62965910-A6F5-40F2-993B-75BC00A8F6C7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1543D811-25C4-4997-AE76-E540E03CE972}" type="pres">
      <dgm:prSet presAssocID="{CBA06B28-B234-424D-A065-23A11B082AC1}" presName="spacer" presStyleCnt="0"/>
      <dgm:spPr/>
    </dgm:pt>
    <dgm:pt modelId="{C0009633-937A-42E1-A531-1073621FC157}" type="pres">
      <dgm:prSet presAssocID="{108610C6-BDE9-462F-BCD0-33434F47102D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ACA076F6-468F-40E9-9EB3-B920E15E9A37}" type="pres">
      <dgm:prSet presAssocID="{108610C6-BDE9-462F-BCD0-33434F47102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37C2FC07-AA01-4400-A70A-46C9792066D9}" srcId="{108610C6-BDE9-462F-BCD0-33434F47102D}" destId="{ECE95602-C576-48EF-94A2-E23CE83A9ED0}" srcOrd="2" destOrd="0" parTransId="{E333B6A7-FFAA-4E10-888A-9D97C5C8D659}" sibTransId="{354F9C59-188E-4BF3-A60C-C60BF871C89C}"/>
    <dgm:cxn modelId="{9D834A11-0578-4951-85CF-5849749A706B}" type="presOf" srcId="{4EF10F29-27C1-45A9-B68B-67CDF844109E}" destId="{ACA076F6-468F-40E9-9EB3-B920E15E9A37}" srcOrd="0" destOrd="0" presId="urn:microsoft.com/office/officeart/2005/8/layout/vList2"/>
    <dgm:cxn modelId="{7B806913-4234-4323-B03F-3DED86FE1D06}" srcId="{108610C6-BDE9-462F-BCD0-33434F47102D}" destId="{915E861C-C38F-4A37-AD79-BAF4EFE9C3DE}" srcOrd="1" destOrd="0" parTransId="{929E26FF-DB67-4C90-89B2-3B0E038CB04D}" sibTransId="{33BDBDA9-15C9-4289-BFCD-4BE00E1BEC0B}"/>
    <dgm:cxn modelId="{87A1CC27-7077-43D6-8FF6-B4790321A184}" type="presOf" srcId="{634884E5-FD4F-4411-9DC2-2AF91D5B7519}" destId="{AC8223F2-7D82-41E2-B9B2-3F17109F2A40}" srcOrd="0" destOrd="0" presId="urn:microsoft.com/office/officeart/2005/8/layout/vList2"/>
    <dgm:cxn modelId="{5B312833-C20F-4E0D-A54D-3606D11ADAD7}" srcId="{634884E5-FD4F-4411-9DC2-2AF91D5B7519}" destId="{B63D343A-A85E-4F74-8DA7-E777AB86B9FF}" srcOrd="0" destOrd="0" parTransId="{CCE211F9-3BC6-4467-B9BD-15733BD5F4F9}" sibTransId="{6C0B5E5C-9360-4324-9857-1CB061C3C48E}"/>
    <dgm:cxn modelId="{E205D935-FF6B-43CE-9DCD-054C599F7DDA}" srcId="{108610C6-BDE9-462F-BCD0-33434F47102D}" destId="{4EF10F29-27C1-45A9-B68B-67CDF844109E}" srcOrd="0" destOrd="0" parTransId="{802B3EDF-90FF-40FD-A5E9-8BA57E1014DE}" sibTransId="{7A133490-4C1D-4250-8A3E-CE3196241C62}"/>
    <dgm:cxn modelId="{EC6E8E40-ED9B-4EC7-95C3-0D501485CCF1}" type="presOf" srcId="{837FEF72-1482-4E1A-98BF-CCA80327F0EF}" destId="{8873EBD7-DCDA-41DD-B170-716493FB77BB}" srcOrd="0" destOrd="0" presId="urn:microsoft.com/office/officeart/2005/8/layout/vList2"/>
    <dgm:cxn modelId="{865A5E47-9EB2-4B5D-9599-20301A3D2E92}" type="presOf" srcId="{62965910-A6F5-40F2-993B-75BC00A8F6C7}" destId="{9B8BC4B5-407F-418B-AA78-22F60A6D686D}" srcOrd="0" destOrd="0" presId="urn:microsoft.com/office/officeart/2005/8/layout/vList2"/>
    <dgm:cxn modelId="{3E351451-B63F-4FFA-AF44-AC3BB0ABF9DF}" type="presOf" srcId="{8C4E8A64-A20C-4EEF-8C75-F9B348C77FFD}" destId="{A337BA18-888D-472F-B213-E64E3C2E7803}" srcOrd="0" destOrd="0" presId="urn:microsoft.com/office/officeart/2005/8/layout/vList2"/>
    <dgm:cxn modelId="{987A5C88-A5D6-483E-9488-A940B7B65EDF}" type="presOf" srcId="{ECE95602-C576-48EF-94A2-E23CE83A9ED0}" destId="{ACA076F6-468F-40E9-9EB3-B920E15E9A37}" srcOrd="0" destOrd="2" presId="urn:microsoft.com/office/officeart/2005/8/layout/vList2"/>
    <dgm:cxn modelId="{B8AE068E-95A4-4D24-80B3-CAF438147DCF}" type="presOf" srcId="{108610C6-BDE9-462F-BCD0-33434F47102D}" destId="{C0009633-937A-42E1-A531-1073621FC157}" srcOrd="0" destOrd="0" presId="urn:microsoft.com/office/officeart/2005/8/layout/vList2"/>
    <dgm:cxn modelId="{45B10491-0319-41ED-9F18-D1B4AF4D01A9}" srcId="{634884E5-FD4F-4411-9DC2-2AF91D5B7519}" destId="{62965910-A6F5-40F2-993B-75BC00A8F6C7}" srcOrd="5" destOrd="0" parTransId="{3D1726C1-EC68-49FD-A7B7-016245D08471}" sibTransId="{CBA06B28-B234-424D-A065-23A11B082AC1}"/>
    <dgm:cxn modelId="{607EA592-B654-467C-953C-D54FD2A66B90}" srcId="{634884E5-FD4F-4411-9DC2-2AF91D5B7519}" destId="{A1C8389F-AB5A-4172-B47C-D3285013B099}" srcOrd="2" destOrd="0" parTransId="{1A6C048F-7EF6-4193-858E-D5D84132C5F7}" sibTransId="{08451673-332E-49D9-83A4-E8977D32ED5F}"/>
    <dgm:cxn modelId="{8DA59295-B892-4C91-93DB-712FB657E877}" type="presOf" srcId="{B63D343A-A85E-4F74-8DA7-E777AB86B9FF}" destId="{653EF2A6-49DE-41D7-A9B0-2A79F3E4B151}" srcOrd="0" destOrd="0" presId="urn:microsoft.com/office/officeart/2005/8/layout/vList2"/>
    <dgm:cxn modelId="{B41A959E-EAC4-415E-A392-E130807C1428}" srcId="{634884E5-FD4F-4411-9DC2-2AF91D5B7519}" destId="{837FEF72-1482-4E1A-98BF-CCA80327F0EF}" srcOrd="4" destOrd="0" parTransId="{E2018C82-0BC0-475C-B583-CC906106446B}" sibTransId="{FE462F8A-9BAC-49C0-AC75-B543934F660C}"/>
    <dgm:cxn modelId="{373113A2-F8EB-46A4-9FC7-ED4FC26E0690}" type="presOf" srcId="{915E861C-C38F-4A37-AD79-BAF4EFE9C3DE}" destId="{ACA076F6-468F-40E9-9EB3-B920E15E9A37}" srcOrd="0" destOrd="1" presId="urn:microsoft.com/office/officeart/2005/8/layout/vList2"/>
    <dgm:cxn modelId="{D22CCDB4-6B26-4875-ABE0-0F08D8A098EE}" srcId="{634884E5-FD4F-4411-9DC2-2AF91D5B7519}" destId="{F8592936-D67A-49AF-8E29-A4EEA66318A0}" srcOrd="3" destOrd="0" parTransId="{A0F9AE53-32A0-449A-8566-26D22A0415B2}" sibTransId="{3D6625B5-CCE7-4235-ABEE-5F073C245608}"/>
    <dgm:cxn modelId="{12891BD2-8509-45E8-89EC-EF1FE560A82E}" type="presOf" srcId="{A1C8389F-AB5A-4172-B47C-D3285013B099}" destId="{72A71F49-5138-46DB-81FE-63211B246713}" srcOrd="0" destOrd="0" presId="urn:microsoft.com/office/officeart/2005/8/layout/vList2"/>
    <dgm:cxn modelId="{26B5F8D7-3F7C-470C-A922-C9BC232F36D3}" type="presOf" srcId="{F8592936-D67A-49AF-8E29-A4EEA66318A0}" destId="{D0C02F3C-5D7A-43EC-B1E6-A7B34936E44C}" srcOrd="0" destOrd="0" presId="urn:microsoft.com/office/officeart/2005/8/layout/vList2"/>
    <dgm:cxn modelId="{F8D754E1-3047-42A3-B2A2-525DCAEA9478}" srcId="{634884E5-FD4F-4411-9DC2-2AF91D5B7519}" destId="{108610C6-BDE9-462F-BCD0-33434F47102D}" srcOrd="6" destOrd="0" parTransId="{8FA65940-8FB0-40EF-8572-ACB262C7938C}" sibTransId="{0078A66A-A48C-4647-8AC8-0654C50B2264}"/>
    <dgm:cxn modelId="{D22E14F6-1630-480A-93BC-041EC7EFACE4}" srcId="{634884E5-FD4F-4411-9DC2-2AF91D5B7519}" destId="{8C4E8A64-A20C-4EEF-8C75-F9B348C77FFD}" srcOrd="1" destOrd="0" parTransId="{EF844391-B118-4D38-8CC3-E16E897D1647}" sibTransId="{C1046AB7-CF27-4789-B360-BA9FFFF6F88D}"/>
    <dgm:cxn modelId="{1C3FB529-5E0E-4B2D-8F27-27E95DD2368E}" type="presParOf" srcId="{AC8223F2-7D82-41E2-B9B2-3F17109F2A40}" destId="{653EF2A6-49DE-41D7-A9B0-2A79F3E4B151}" srcOrd="0" destOrd="0" presId="urn:microsoft.com/office/officeart/2005/8/layout/vList2"/>
    <dgm:cxn modelId="{F7D06363-A10A-4AF9-A0C9-2CD30FE0DA4F}" type="presParOf" srcId="{AC8223F2-7D82-41E2-B9B2-3F17109F2A40}" destId="{9DF77A72-003F-4712-A014-88BA100967D7}" srcOrd="1" destOrd="0" presId="urn:microsoft.com/office/officeart/2005/8/layout/vList2"/>
    <dgm:cxn modelId="{10B0654F-D2EA-4957-87A3-8D42F7DEFF23}" type="presParOf" srcId="{AC8223F2-7D82-41E2-B9B2-3F17109F2A40}" destId="{A337BA18-888D-472F-B213-E64E3C2E7803}" srcOrd="2" destOrd="0" presId="urn:microsoft.com/office/officeart/2005/8/layout/vList2"/>
    <dgm:cxn modelId="{BBC3D09B-8EA7-4C22-9187-571720289B6B}" type="presParOf" srcId="{AC8223F2-7D82-41E2-B9B2-3F17109F2A40}" destId="{E4404680-E37B-4096-9CE5-EAEC691D1B61}" srcOrd="3" destOrd="0" presId="urn:microsoft.com/office/officeart/2005/8/layout/vList2"/>
    <dgm:cxn modelId="{0D03B431-075F-4D45-98FD-E521B4D4FBCB}" type="presParOf" srcId="{AC8223F2-7D82-41E2-B9B2-3F17109F2A40}" destId="{72A71F49-5138-46DB-81FE-63211B246713}" srcOrd="4" destOrd="0" presId="urn:microsoft.com/office/officeart/2005/8/layout/vList2"/>
    <dgm:cxn modelId="{EC5F8D38-018F-49EB-8B8C-101AE6F1B64A}" type="presParOf" srcId="{AC8223F2-7D82-41E2-B9B2-3F17109F2A40}" destId="{519A930B-EF94-44D2-90CF-BC480609CF6B}" srcOrd="5" destOrd="0" presId="urn:microsoft.com/office/officeart/2005/8/layout/vList2"/>
    <dgm:cxn modelId="{9F6480E2-5AF6-4929-B4B6-9AE187434E9E}" type="presParOf" srcId="{AC8223F2-7D82-41E2-B9B2-3F17109F2A40}" destId="{D0C02F3C-5D7A-43EC-B1E6-A7B34936E44C}" srcOrd="6" destOrd="0" presId="urn:microsoft.com/office/officeart/2005/8/layout/vList2"/>
    <dgm:cxn modelId="{4BC13DFD-366F-4AF6-B261-2087B9792D7D}" type="presParOf" srcId="{AC8223F2-7D82-41E2-B9B2-3F17109F2A40}" destId="{5436BA6F-1692-462A-A5B7-5A52E94E3C30}" srcOrd="7" destOrd="0" presId="urn:microsoft.com/office/officeart/2005/8/layout/vList2"/>
    <dgm:cxn modelId="{92421932-87E4-4356-B901-B2CADCBEF86C}" type="presParOf" srcId="{AC8223F2-7D82-41E2-B9B2-3F17109F2A40}" destId="{8873EBD7-DCDA-41DD-B170-716493FB77BB}" srcOrd="8" destOrd="0" presId="urn:microsoft.com/office/officeart/2005/8/layout/vList2"/>
    <dgm:cxn modelId="{A9F8C2CC-AE23-4062-8521-BF274462862C}" type="presParOf" srcId="{AC8223F2-7D82-41E2-B9B2-3F17109F2A40}" destId="{1FD27DCE-C23C-4F57-8A3A-18E44DB997F9}" srcOrd="9" destOrd="0" presId="urn:microsoft.com/office/officeart/2005/8/layout/vList2"/>
    <dgm:cxn modelId="{08F0F841-198D-45C2-B334-BA411588C8B7}" type="presParOf" srcId="{AC8223F2-7D82-41E2-B9B2-3F17109F2A40}" destId="{9B8BC4B5-407F-418B-AA78-22F60A6D686D}" srcOrd="10" destOrd="0" presId="urn:microsoft.com/office/officeart/2005/8/layout/vList2"/>
    <dgm:cxn modelId="{2CF66AF5-FCCE-479D-A4A3-CD1BEDF8D080}" type="presParOf" srcId="{AC8223F2-7D82-41E2-B9B2-3F17109F2A40}" destId="{1543D811-25C4-4997-AE76-E540E03CE972}" srcOrd="11" destOrd="0" presId="urn:microsoft.com/office/officeart/2005/8/layout/vList2"/>
    <dgm:cxn modelId="{62FD9DE3-0E13-4975-9A58-F5AB89E9177B}" type="presParOf" srcId="{AC8223F2-7D82-41E2-B9B2-3F17109F2A40}" destId="{C0009633-937A-42E1-A531-1073621FC157}" srcOrd="12" destOrd="0" presId="urn:microsoft.com/office/officeart/2005/8/layout/vList2"/>
    <dgm:cxn modelId="{5C8BDD49-9559-41EC-972C-269E636139DA}" type="presParOf" srcId="{AC8223F2-7D82-41E2-B9B2-3F17109F2A40}" destId="{ACA076F6-468F-40E9-9EB3-B920E15E9A37}" srcOrd="1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2405A20-677B-4508-8C9E-6E7B5E660B3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8E76F69-C4A8-42C7-AE68-CE1B8C367332}">
      <dgm:prSet/>
      <dgm:spPr/>
      <dgm:t>
        <a:bodyPr/>
        <a:lstStyle/>
        <a:p>
          <a:r>
            <a:rPr lang="en-US" b="1" i="0" baseline="0"/>
            <a:t>Functions:</a:t>
          </a:r>
          <a:endParaRPr lang="en-US"/>
        </a:p>
      </dgm:t>
    </dgm:pt>
    <dgm:pt modelId="{46C0ECE7-408A-423A-9A71-E7D83F935CD5}" type="parTrans" cxnId="{87A17DAA-5FD2-4CCC-B4C2-78B75F2C83F1}">
      <dgm:prSet/>
      <dgm:spPr/>
      <dgm:t>
        <a:bodyPr/>
        <a:lstStyle/>
        <a:p>
          <a:endParaRPr lang="en-US"/>
        </a:p>
      </dgm:t>
    </dgm:pt>
    <dgm:pt modelId="{2B5199C8-86F2-4CBE-802B-BE74C778D66E}" type="sibTrans" cxnId="{87A17DAA-5FD2-4CCC-B4C2-78B75F2C83F1}">
      <dgm:prSet/>
      <dgm:spPr/>
      <dgm:t>
        <a:bodyPr/>
        <a:lstStyle/>
        <a:p>
          <a:endParaRPr lang="en-US"/>
        </a:p>
      </dgm:t>
    </dgm:pt>
    <dgm:pt modelId="{A51AC3FB-931F-44B7-8FA1-04EB8B82CC45}">
      <dgm:prSet/>
      <dgm:spPr/>
      <dgm:t>
        <a:bodyPr/>
        <a:lstStyle/>
        <a:p>
          <a:r>
            <a:rPr lang="en-US" b="0" i="0" baseline="0"/>
            <a:t>Framing: Conversion from raw bit stream into packets. Frame contains header, packets and trailer</a:t>
          </a:r>
          <a:endParaRPr lang="en-US"/>
        </a:p>
      </dgm:t>
    </dgm:pt>
    <dgm:pt modelId="{D4047D70-5308-41C8-9D70-7164D1E5D6E9}" type="parTrans" cxnId="{FCB97FB1-A7FE-4EAD-8CEA-5DD08A156F6D}">
      <dgm:prSet/>
      <dgm:spPr/>
      <dgm:t>
        <a:bodyPr/>
        <a:lstStyle/>
        <a:p>
          <a:endParaRPr lang="en-US"/>
        </a:p>
      </dgm:t>
    </dgm:pt>
    <dgm:pt modelId="{B5D4AD3B-EF7F-4447-92FA-AFD508E04851}" type="sibTrans" cxnId="{FCB97FB1-A7FE-4EAD-8CEA-5DD08A156F6D}">
      <dgm:prSet/>
      <dgm:spPr/>
      <dgm:t>
        <a:bodyPr/>
        <a:lstStyle/>
        <a:p>
          <a:endParaRPr lang="en-US"/>
        </a:p>
      </dgm:t>
    </dgm:pt>
    <dgm:pt modelId="{C45507F2-8513-49F7-A414-E4190170CC99}">
      <dgm:prSet/>
      <dgm:spPr/>
      <dgm:t>
        <a:bodyPr/>
        <a:lstStyle/>
        <a:p>
          <a:r>
            <a:rPr lang="en-US" b="0" i="0" baseline="0"/>
            <a:t>Physical Addressing: Providing address to source and destination device.</a:t>
          </a:r>
          <a:endParaRPr lang="en-US"/>
        </a:p>
      </dgm:t>
    </dgm:pt>
    <dgm:pt modelId="{9955C8E2-A9EC-49CA-AC0C-41AC15D45FC2}" type="parTrans" cxnId="{C0911514-3643-45C3-90EA-2A5D96B61737}">
      <dgm:prSet/>
      <dgm:spPr/>
      <dgm:t>
        <a:bodyPr/>
        <a:lstStyle/>
        <a:p>
          <a:endParaRPr lang="en-US"/>
        </a:p>
      </dgm:t>
    </dgm:pt>
    <dgm:pt modelId="{4C8D26A2-3E78-41A0-A296-FB7D77834EF2}" type="sibTrans" cxnId="{C0911514-3643-45C3-90EA-2A5D96B61737}">
      <dgm:prSet/>
      <dgm:spPr/>
      <dgm:t>
        <a:bodyPr/>
        <a:lstStyle/>
        <a:p>
          <a:endParaRPr lang="en-US"/>
        </a:p>
      </dgm:t>
    </dgm:pt>
    <dgm:pt modelId="{95C58F12-ADBD-4D1B-9557-F9B698A1E838}">
      <dgm:prSet/>
      <dgm:spPr/>
      <dgm:t>
        <a:bodyPr/>
        <a:lstStyle/>
        <a:p>
          <a:r>
            <a:rPr lang="en-US" b="0" i="0" baseline="0"/>
            <a:t>Flow Control: Technique through which the constant data rate is maintained on both the sides so that</a:t>
          </a:r>
          <a:endParaRPr lang="en-US"/>
        </a:p>
      </dgm:t>
    </dgm:pt>
    <dgm:pt modelId="{A1C08274-5423-48ED-8763-82474A847095}" type="parTrans" cxnId="{5C684891-D44A-4913-BCF8-1386C024415C}">
      <dgm:prSet/>
      <dgm:spPr/>
      <dgm:t>
        <a:bodyPr/>
        <a:lstStyle/>
        <a:p>
          <a:endParaRPr lang="en-US"/>
        </a:p>
      </dgm:t>
    </dgm:pt>
    <dgm:pt modelId="{CC70139E-D2B9-42B6-B905-41E94F6CBE8E}" type="sibTrans" cxnId="{5C684891-D44A-4913-BCF8-1386C024415C}">
      <dgm:prSet/>
      <dgm:spPr/>
      <dgm:t>
        <a:bodyPr/>
        <a:lstStyle/>
        <a:p>
          <a:endParaRPr lang="en-US"/>
        </a:p>
      </dgm:t>
    </dgm:pt>
    <dgm:pt modelId="{9B6ACA18-1F8A-44E2-B985-EC4E2887DDFB}">
      <dgm:prSet/>
      <dgm:spPr/>
      <dgm:t>
        <a:bodyPr/>
        <a:lstStyle/>
        <a:p>
          <a:r>
            <a:rPr lang="en-US" b="0" i="0" baseline="0"/>
            <a:t>no data get corrupted.</a:t>
          </a:r>
          <a:endParaRPr lang="en-US"/>
        </a:p>
      </dgm:t>
    </dgm:pt>
    <dgm:pt modelId="{B9E8DB17-6006-4FDA-8B9D-84ABE835EE8F}" type="parTrans" cxnId="{77CD072E-DD02-4334-9CFC-73F0C744960E}">
      <dgm:prSet/>
      <dgm:spPr/>
      <dgm:t>
        <a:bodyPr/>
        <a:lstStyle/>
        <a:p>
          <a:endParaRPr lang="en-US"/>
        </a:p>
      </dgm:t>
    </dgm:pt>
    <dgm:pt modelId="{6E091802-DBE9-48CC-BF4D-6C5355AC234A}" type="sibTrans" cxnId="{77CD072E-DD02-4334-9CFC-73F0C744960E}">
      <dgm:prSet/>
      <dgm:spPr/>
      <dgm:t>
        <a:bodyPr/>
        <a:lstStyle/>
        <a:p>
          <a:endParaRPr lang="en-US"/>
        </a:p>
      </dgm:t>
    </dgm:pt>
    <dgm:pt modelId="{EAF3B863-BB62-4320-B85A-EA6BD5A7C108}">
      <dgm:prSet/>
      <dgm:spPr/>
      <dgm:t>
        <a:bodyPr/>
        <a:lstStyle/>
        <a:p>
          <a:r>
            <a:rPr lang="en-US" b="0" i="0" baseline="0"/>
            <a:t>Error Control: Error control is achieved by adding a calculated value CRC (Cyclic Redundancy Check)</a:t>
          </a:r>
          <a:endParaRPr lang="en-US"/>
        </a:p>
      </dgm:t>
    </dgm:pt>
    <dgm:pt modelId="{82CC2A26-8BB4-4283-A51C-91692B9244D5}" type="parTrans" cxnId="{3B8C53EE-36B0-4A9D-B6EE-2FBCA5AC89E6}">
      <dgm:prSet/>
      <dgm:spPr/>
      <dgm:t>
        <a:bodyPr/>
        <a:lstStyle/>
        <a:p>
          <a:endParaRPr lang="en-US"/>
        </a:p>
      </dgm:t>
    </dgm:pt>
    <dgm:pt modelId="{C6EF10AC-8C5C-434B-AC39-7AEEA41D6806}" type="sibTrans" cxnId="{3B8C53EE-36B0-4A9D-B6EE-2FBCA5AC89E6}">
      <dgm:prSet/>
      <dgm:spPr/>
      <dgm:t>
        <a:bodyPr/>
        <a:lstStyle/>
        <a:p>
          <a:endParaRPr lang="en-US"/>
        </a:p>
      </dgm:t>
    </dgm:pt>
    <dgm:pt modelId="{259AD615-EFE9-4D80-87DB-93C6A3623B6D}">
      <dgm:prSet/>
      <dgm:spPr/>
      <dgm:t>
        <a:bodyPr/>
        <a:lstStyle/>
        <a:p>
          <a:r>
            <a:rPr lang="en-US" b="0" i="0" baseline="0"/>
            <a:t>Access Control: Used to determine which device has control over the shared link at a given time.</a:t>
          </a:r>
          <a:endParaRPr lang="en-US"/>
        </a:p>
      </dgm:t>
    </dgm:pt>
    <dgm:pt modelId="{B435BD20-F175-4E96-88F3-D47188383BB6}" type="parTrans" cxnId="{8C596E3D-D7B5-415D-9D14-AD74B58CFF62}">
      <dgm:prSet/>
      <dgm:spPr/>
      <dgm:t>
        <a:bodyPr/>
        <a:lstStyle/>
        <a:p>
          <a:endParaRPr lang="en-US"/>
        </a:p>
      </dgm:t>
    </dgm:pt>
    <dgm:pt modelId="{4058B556-EC50-45CC-A3F1-0D40441887CD}" type="sibTrans" cxnId="{8C596E3D-D7B5-415D-9D14-AD74B58CFF62}">
      <dgm:prSet/>
      <dgm:spPr/>
      <dgm:t>
        <a:bodyPr/>
        <a:lstStyle/>
        <a:p>
          <a:endParaRPr lang="en-US"/>
        </a:p>
      </dgm:t>
    </dgm:pt>
    <dgm:pt modelId="{E3D4CB7A-A3F7-402D-BFF1-08BC1F85B9A6}" type="pres">
      <dgm:prSet presAssocID="{22405A20-677B-4508-8C9E-6E7B5E660B37}" presName="linear" presStyleCnt="0">
        <dgm:presLayoutVars>
          <dgm:animLvl val="lvl"/>
          <dgm:resizeHandles val="exact"/>
        </dgm:presLayoutVars>
      </dgm:prSet>
      <dgm:spPr/>
    </dgm:pt>
    <dgm:pt modelId="{A99C085C-BCEC-4757-899D-0A3369EA602E}" type="pres">
      <dgm:prSet presAssocID="{78E76F69-C4A8-42C7-AE68-CE1B8C367332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4FB0615-C81B-417E-8E0C-CE77AEC35DB8}" type="pres">
      <dgm:prSet presAssocID="{78E76F69-C4A8-42C7-AE68-CE1B8C367332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E322D111-43F9-439B-AA14-387C67C1099D}" type="presOf" srcId="{78E76F69-C4A8-42C7-AE68-CE1B8C367332}" destId="{A99C085C-BCEC-4757-899D-0A3369EA602E}" srcOrd="0" destOrd="0" presId="urn:microsoft.com/office/officeart/2005/8/layout/vList2"/>
    <dgm:cxn modelId="{C0911514-3643-45C3-90EA-2A5D96B61737}" srcId="{78E76F69-C4A8-42C7-AE68-CE1B8C367332}" destId="{C45507F2-8513-49F7-A414-E4190170CC99}" srcOrd="1" destOrd="0" parTransId="{9955C8E2-A9EC-49CA-AC0C-41AC15D45FC2}" sibTransId="{4C8D26A2-3E78-41A0-A296-FB7D77834EF2}"/>
    <dgm:cxn modelId="{77CD072E-DD02-4334-9CFC-73F0C744960E}" srcId="{78E76F69-C4A8-42C7-AE68-CE1B8C367332}" destId="{9B6ACA18-1F8A-44E2-B985-EC4E2887DDFB}" srcOrd="3" destOrd="0" parTransId="{B9E8DB17-6006-4FDA-8B9D-84ABE835EE8F}" sibTransId="{6E091802-DBE9-48CC-BF4D-6C5355AC234A}"/>
    <dgm:cxn modelId="{8C596E3D-D7B5-415D-9D14-AD74B58CFF62}" srcId="{78E76F69-C4A8-42C7-AE68-CE1B8C367332}" destId="{259AD615-EFE9-4D80-87DB-93C6A3623B6D}" srcOrd="5" destOrd="0" parTransId="{B435BD20-F175-4E96-88F3-D47188383BB6}" sibTransId="{4058B556-EC50-45CC-A3F1-0D40441887CD}"/>
    <dgm:cxn modelId="{86234E49-B8A7-4AAB-A592-04EB6FCC2F30}" type="presOf" srcId="{EAF3B863-BB62-4320-B85A-EA6BD5A7C108}" destId="{D4FB0615-C81B-417E-8E0C-CE77AEC35DB8}" srcOrd="0" destOrd="4" presId="urn:microsoft.com/office/officeart/2005/8/layout/vList2"/>
    <dgm:cxn modelId="{07536E4A-FC81-43AC-8795-AFE80D3014EC}" type="presOf" srcId="{A51AC3FB-931F-44B7-8FA1-04EB8B82CC45}" destId="{D4FB0615-C81B-417E-8E0C-CE77AEC35DB8}" srcOrd="0" destOrd="0" presId="urn:microsoft.com/office/officeart/2005/8/layout/vList2"/>
    <dgm:cxn modelId="{C904C773-89E6-4671-89E0-C8769F0C0B6D}" type="presOf" srcId="{C45507F2-8513-49F7-A414-E4190170CC99}" destId="{D4FB0615-C81B-417E-8E0C-CE77AEC35DB8}" srcOrd="0" destOrd="1" presId="urn:microsoft.com/office/officeart/2005/8/layout/vList2"/>
    <dgm:cxn modelId="{1B28127D-36BA-4361-887A-BF495BB7866D}" type="presOf" srcId="{22405A20-677B-4508-8C9E-6E7B5E660B37}" destId="{E3D4CB7A-A3F7-402D-BFF1-08BC1F85B9A6}" srcOrd="0" destOrd="0" presId="urn:microsoft.com/office/officeart/2005/8/layout/vList2"/>
    <dgm:cxn modelId="{A7CA6B86-0ED3-4E05-9AAB-8CDB07383969}" type="presOf" srcId="{95C58F12-ADBD-4D1B-9557-F9B698A1E838}" destId="{D4FB0615-C81B-417E-8E0C-CE77AEC35DB8}" srcOrd="0" destOrd="2" presId="urn:microsoft.com/office/officeart/2005/8/layout/vList2"/>
    <dgm:cxn modelId="{5C684891-D44A-4913-BCF8-1386C024415C}" srcId="{78E76F69-C4A8-42C7-AE68-CE1B8C367332}" destId="{95C58F12-ADBD-4D1B-9557-F9B698A1E838}" srcOrd="2" destOrd="0" parTransId="{A1C08274-5423-48ED-8763-82474A847095}" sibTransId="{CC70139E-D2B9-42B6-B905-41E94F6CBE8E}"/>
    <dgm:cxn modelId="{87A17DAA-5FD2-4CCC-B4C2-78B75F2C83F1}" srcId="{22405A20-677B-4508-8C9E-6E7B5E660B37}" destId="{78E76F69-C4A8-42C7-AE68-CE1B8C367332}" srcOrd="0" destOrd="0" parTransId="{46C0ECE7-408A-423A-9A71-E7D83F935CD5}" sibTransId="{2B5199C8-86F2-4CBE-802B-BE74C778D66E}"/>
    <dgm:cxn modelId="{FCB97FB1-A7FE-4EAD-8CEA-5DD08A156F6D}" srcId="{78E76F69-C4A8-42C7-AE68-CE1B8C367332}" destId="{A51AC3FB-931F-44B7-8FA1-04EB8B82CC45}" srcOrd="0" destOrd="0" parTransId="{D4047D70-5308-41C8-9D70-7164D1E5D6E9}" sibTransId="{B5D4AD3B-EF7F-4447-92FA-AFD508E04851}"/>
    <dgm:cxn modelId="{BBEFB5C7-DB38-4935-A5BA-ACBB892A3B89}" type="presOf" srcId="{259AD615-EFE9-4D80-87DB-93C6A3623B6D}" destId="{D4FB0615-C81B-417E-8E0C-CE77AEC35DB8}" srcOrd="0" destOrd="5" presId="urn:microsoft.com/office/officeart/2005/8/layout/vList2"/>
    <dgm:cxn modelId="{BF582FCB-2176-4F80-BD8C-49153F5B88F9}" type="presOf" srcId="{9B6ACA18-1F8A-44E2-B985-EC4E2887DDFB}" destId="{D4FB0615-C81B-417E-8E0C-CE77AEC35DB8}" srcOrd="0" destOrd="3" presId="urn:microsoft.com/office/officeart/2005/8/layout/vList2"/>
    <dgm:cxn modelId="{3B8C53EE-36B0-4A9D-B6EE-2FBCA5AC89E6}" srcId="{78E76F69-C4A8-42C7-AE68-CE1B8C367332}" destId="{EAF3B863-BB62-4320-B85A-EA6BD5A7C108}" srcOrd="4" destOrd="0" parTransId="{82CC2A26-8BB4-4283-A51C-91692B9244D5}" sibTransId="{C6EF10AC-8C5C-434B-AC39-7AEEA41D6806}"/>
    <dgm:cxn modelId="{B2D081FF-7FD4-40EE-B25A-D6EF20A7A5FD}" type="presParOf" srcId="{E3D4CB7A-A3F7-402D-BFF1-08BC1F85B9A6}" destId="{A99C085C-BCEC-4757-899D-0A3369EA602E}" srcOrd="0" destOrd="0" presId="urn:microsoft.com/office/officeart/2005/8/layout/vList2"/>
    <dgm:cxn modelId="{C16C73AD-7C48-40F3-91EB-CDF7CF56EE16}" type="presParOf" srcId="{E3D4CB7A-A3F7-402D-BFF1-08BC1F85B9A6}" destId="{D4FB0615-C81B-417E-8E0C-CE77AEC35DB8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5F1CD03-BCF2-4C9D-AAA3-005EE4C2AE1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8DDC0A6-A947-4403-956E-4B79D3F9004E}">
      <dgm:prSet/>
      <dgm:spPr/>
      <dgm:t>
        <a:bodyPr/>
        <a:lstStyle/>
        <a:p>
          <a:r>
            <a:rPr lang="en-US" b="0" i="0" baseline="0"/>
            <a:t>It manages device addressing, tracks the location of devices on the network.</a:t>
          </a:r>
          <a:endParaRPr lang="en-US"/>
        </a:p>
      </dgm:t>
    </dgm:pt>
    <dgm:pt modelId="{494F23EC-EF3C-481D-A53C-0C47066779D1}" type="parTrans" cxnId="{6088A2C5-A9AF-4780-A585-AFF60B2E7DED}">
      <dgm:prSet/>
      <dgm:spPr/>
      <dgm:t>
        <a:bodyPr/>
        <a:lstStyle/>
        <a:p>
          <a:endParaRPr lang="en-US"/>
        </a:p>
      </dgm:t>
    </dgm:pt>
    <dgm:pt modelId="{4F3F45C5-BEFC-4DF1-AAE5-28E7C9157D5F}" type="sibTrans" cxnId="{6088A2C5-A9AF-4780-A585-AFF60B2E7DED}">
      <dgm:prSet/>
      <dgm:spPr/>
      <dgm:t>
        <a:bodyPr/>
        <a:lstStyle/>
        <a:p>
          <a:endParaRPr lang="en-US"/>
        </a:p>
      </dgm:t>
    </dgm:pt>
    <dgm:pt modelId="{5CD15476-3456-46FE-A982-C46FEC7E1865}">
      <dgm:prSet/>
      <dgm:spPr/>
      <dgm:t>
        <a:bodyPr/>
        <a:lstStyle/>
        <a:p>
          <a:r>
            <a:rPr lang="en-US" b="0" i="0" baseline="0"/>
            <a:t>It determines the best path to move data from source to the destination based on the network</a:t>
          </a:r>
          <a:endParaRPr lang="en-US"/>
        </a:p>
      </dgm:t>
    </dgm:pt>
    <dgm:pt modelId="{BBF3DF3C-7E47-4725-B6EB-765047B15F7A}" type="parTrans" cxnId="{DBA91685-1B1E-4284-8B1C-7BB7D2562211}">
      <dgm:prSet/>
      <dgm:spPr/>
      <dgm:t>
        <a:bodyPr/>
        <a:lstStyle/>
        <a:p>
          <a:endParaRPr lang="en-US"/>
        </a:p>
      </dgm:t>
    </dgm:pt>
    <dgm:pt modelId="{99C213A3-CA3E-4351-A518-BD882A842C50}" type="sibTrans" cxnId="{DBA91685-1B1E-4284-8B1C-7BB7D2562211}">
      <dgm:prSet/>
      <dgm:spPr/>
      <dgm:t>
        <a:bodyPr/>
        <a:lstStyle/>
        <a:p>
          <a:endParaRPr lang="en-US"/>
        </a:p>
      </dgm:t>
    </dgm:pt>
    <dgm:pt modelId="{5F31BAA8-8D53-4C19-8ADC-E9F3DC679053}">
      <dgm:prSet/>
      <dgm:spPr/>
      <dgm:t>
        <a:bodyPr/>
        <a:lstStyle/>
        <a:p>
          <a:r>
            <a:rPr lang="en-US" b="0" i="0" baseline="0"/>
            <a:t>conditions, the priority of service, and other factors.</a:t>
          </a:r>
          <a:endParaRPr lang="en-US"/>
        </a:p>
      </dgm:t>
    </dgm:pt>
    <dgm:pt modelId="{476A348C-366F-4171-90AF-3C5047DAC441}" type="parTrans" cxnId="{9592AFE1-F042-4882-AA51-C190FE5E078F}">
      <dgm:prSet/>
      <dgm:spPr/>
      <dgm:t>
        <a:bodyPr/>
        <a:lstStyle/>
        <a:p>
          <a:endParaRPr lang="en-US"/>
        </a:p>
      </dgm:t>
    </dgm:pt>
    <dgm:pt modelId="{84973051-92CB-49C1-AA40-99D6D25A5DDC}" type="sibTrans" cxnId="{9592AFE1-F042-4882-AA51-C190FE5E078F}">
      <dgm:prSet/>
      <dgm:spPr/>
      <dgm:t>
        <a:bodyPr/>
        <a:lstStyle/>
        <a:p>
          <a:endParaRPr lang="en-US"/>
        </a:p>
      </dgm:t>
    </dgm:pt>
    <dgm:pt modelId="{AC0E64EA-B649-4734-BACC-B0147FD9A90C}">
      <dgm:prSet/>
      <dgm:spPr/>
      <dgm:t>
        <a:bodyPr/>
        <a:lstStyle/>
        <a:p>
          <a:r>
            <a:rPr lang="en-US" b="0" i="0" baseline="0"/>
            <a:t>Routers are used to provide the routing services within an internetwork.</a:t>
          </a:r>
          <a:endParaRPr lang="en-US"/>
        </a:p>
      </dgm:t>
    </dgm:pt>
    <dgm:pt modelId="{4BED855A-B1AA-4773-8611-E33679DAA0BE}" type="parTrans" cxnId="{23AC3915-0938-4110-8DFB-520651FD2A5E}">
      <dgm:prSet/>
      <dgm:spPr/>
      <dgm:t>
        <a:bodyPr/>
        <a:lstStyle/>
        <a:p>
          <a:endParaRPr lang="en-US"/>
        </a:p>
      </dgm:t>
    </dgm:pt>
    <dgm:pt modelId="{58B394DC-4B8B-4315-A3FC-2DD07841D01A}" type="sibTrans" cxnId="{23AC3915-0938-4110-8DFB-520651FD2A5E}">
      <dgm:prSet/>
      <dgm:spPr/>
      <dgm:t>
        <a:bodyPr/>
        <a:lstStyle/>
        <a:p>
          <a:endParaRPr lang="en-US"/>
        </a:p>
      </dgm:t>
    </dgm:pt>
    <dgm:pt modelId="{B8EF2A7D-D602-4951-B14B-434CE3D48DAA}">
      <dgm:prSet/>
      <dgm:spPr/>
      <dgm:t>
        <a:bodyPr/>
        <a:lstStyle/>
        <a:p>
          <a:r>
            <a:rPr lang="en-US" b="0" i="0" baseline="0"/>
            <a:t>The protocols used to route the network traffic are IPv4 and Ipv6.</a:t>
          </a:r>
          <a:endParaRPr lang="en-US"/>
        </a:p>
      </dgm:t>
    </dgm:pt>
    <dgm:pt modelId="{AF044C1B-FAA8-4668-93D6-35B6801FEEDA}" type="parTrans" cxnId="{ED120DF5-0B52-49CA-8B6A-D96A006AF0C7}">
      <dgm:prSet/>
      <dgm:spPr/>
      <dgm:t>
        <a:bodyPr/>
        <a:lstStyle/>
        <a:p>
          <a:endParaRPr lang="en-US"/>
        </a:p>
      </dgm:t>
    </dgm:pt>
    <dgm:pt modelId="{0F3548F4-AC78-4D26-A3A2-DE32A7916AD3}" type="sibTrans" cxnId="{ED120DF5-0B52-49CA-8B6A-D96A006AF0C7}">
      <dgm:prSet/>
      <dgm:spPr/>
      <dgm:t>
        <a:bodyPr/>
        <a:lstStyle/>
        <a:p>
          <a:endParaRPr lang="en-US"/>
        </a:p>
      </dgm:t>
    </dgm:pt>
    <dgm:pt modelId="{E76CE40E-F86A-4775-976F-B2105C3060AC}" type="pres">
      <dgm:prSet presAssocID="{65F1CD03-BCF2-4C9D-AAA3-005EE4C2AE17}" presName="vert0" presStyleCnt="0">
        <dgm:presLayoutVars>
          <dgm:dir/>
          <dgm:animOne val="branch"/>
          <dgm:animLvl val="lvl"/>
        </dgm:presLayoutVars>
      </dgm:prSet>
      <dgm:spPr/>
    </dgm:pt>
    <dgm:pt modelId="{5857D409-FBD9-4A4D-AEB4-C18808438B58}" type="pres">
      <dgm:prSet presAssocID="{28DDC0A6-A947-4403-956E-4B79D3F9004E}" presName="thickLine" presStyleLbl="alignNode1" presStyleIdx="0" presStyleCnt="5"/>
      <dgm:spPr/>
    </dgm:pt>
    <dgm:pt modelId="{915BE647-EC6A-4DC5-8A44-BF392857815B}" type="pres">
      <dgm:prSet presAssocID="{28DDC0A6-A947-4403-956E-4B79D3F9004E}" presName="horz1" presStyleCnt="0"/>
      <dgm:spPr/>
    </dgm:pt>
    <dgm:pt modelId="{69ABA6E8-FD78-4215-B75D-C0B51B99EA5E}" type="pres">
      <dgm:prSet presAssocID="{28DDC0A6-A947-4403-956E-4B79D3F9004E}" presName="tx1" presStyleLbl="revTx" presStyleIdx="0" presStyleCnt="5"/>
      <dgm:spPr/>
    </dgm:pt>
    <dgm:pt modelId="{3EC8DD8F-BD52-4CAB-8F2F-D08D4A618C2E}" type="pres">
      <dgm:prSet presAssocID="{28DDC0A6-A947-4403-956E-4B79D3F9004E}" presName="vert1" presStyleCnt="0"/>
      <dgm:spPr/>
    </dgm:pt>
    <dgm:pt modelId="{45E70427-4F77-4054-A931-0BA9F3CFE8C6}" type="pres">
      <dgm:prSet presAssocID="{5CD15476-3456-46FE-A982-C46FEC7E1865}" presName="thickLine" presStyleLbl="alignNode1" presStyleIdx="1" presStyleCnt="5"/>
      <dgm:spPr/>
    </dgm:pt>
    <dgm:pt modelId="{A58CF933-D41C-4C6E-B039-32A927C4BB21}" type="pres">
      <dgm:prSet presAssocID="{5CD15476-3456-46FE-A982-C46FEC7E1865}" presName="horz1" presStyleCnt="0"/>
      <dgm:spPr/>
    </dgm:pt>
    <dgm:pt modelId="{FD770D49-1D09-4F1B-927C-ABB9379A1B30}" type="pres">
      <dgm:prSet presAssocID="{5CD15476-3456-46FE-A982-C46FEC7E1865}" presName="tx1" presStyleLbl="revTx" presStyleIdx="1" presStyleCnt="5"/>
      <dgm:spPr/>
    </dgm:pt>
    <dgm:pt modelId="{FAAB3E76-DEF0-4DAD-960C-504889DB567B}" type="pres">
      <dgm:prSet presAssocID="{5CD15476-3456-46FE-A982-C46FEC7E1865}" presName="vert1" presStyleCnt="0"/>
      <dgm:spPr/>
    </dgm:pt>
    <dgm:pt modelId="{0575DAC6-6FC2-4B68-B6E9-4B1472826DFD}" type="pres">
      <dgm:prSet presAssocID="{5F31BAA8-8D53-4C19-8ADC-E9F3DC679053}" presName="thickLine" presStyleLbl="alignNode1" presStyleIdx="2" presStyleCnt="5"/>
      <dgm:spPr/>
    </dgm:pt>
    <dgm:pt modelId="{CE9E238D-F81A-4790-8866-6F58146917BE}" type="pres">
      <dgm:prSet presAssocID="{5F31BAA8-8D53-4C19-8ADC-E9F3DC679053}" presName="horz1" presStyleCnt="0"/>
      <dgm:spPr/>
    </dgm:pt>
    <dgm:pt modelId="{A3AB552E-0702-4357-BA49-174C3E5E837C}" type="pres">
      <dgm:prSet presAssocID="{5F31BAA8-8D53-4C19-8ADC-E9F3DC679053}" presName="tx1" presStyleLbl="revTx" presStyleIdx="2" presStyleCnt="5"/>
      <dgm:spPr/>
    </dgm:pt>
    <dgm:pt modelId="{053A7566-FC99-4BE4-A86C-D379FC2C8C2B}" type="pres">
      <dgm:prSet presAssocID="{5F31BAA8-8D53-4C19-8ADC-E9F3DC679053}" presName="vert1" presStyleCnt="0"/>
      <dgm:spPr/>
    </dgm:pt>
    <dgm:pt modelId="{E45CBF56-8BBF-4481-B446-30232E61D1EA}" type="pres">
      <dgm:prSet presAssocID="{AC0E64EA-B649-4734-BACC-B0147FD9A90C}" presName="thickLine" presStyleLbl="alignNode1" presStyleIdx="3" presStyleCnt="5"/>
      <dgm:spPr/>
    </dgm:pt>
    <dgm:pt modelId="{6C3254E6-1EE3-47F9-B292-3ACE23BF1BEE}" type="pres">
      <dgm:prSet presAssocID="{AC0E64EA-B649-4734-BACC-B0147FD9A90C}" presName="horz1" presStyleCnt="0"/>
      <dgm:spPr/>
    </dgm:pt>
    <dgm:pt modelId="{2D1453C8-A27E-4FCC-A90C-83F47C267C80}" type="pres">
      <dgm:prSet presAssocID="{AC0E64EA-B649-4734-BACC-B0147FD9A90C}" presName="tx1" presStyleLbl="revTx" presStyleIdx="3" presStyleCnt="5"/>
      <dgm:spPr/>
    </dgm:pt>
    <dgm:pt modelId="{3F91680C-EBB8-469D-B9E2-487DDCB1A50A}" type="pres">
      <dgm:prSet presAssocID="{AC0E64EA-B649-4734-BACC-B0147FD9A90C}" presName="vert1" presStyleCnt="0"/>
      <dgm:spPr/>
    </dgm:pt>
    <dgm:pt modelId="{F65D70B2-4E90-4C2F-8417-27829AB2CFB9}" type="pres">
      <dgm:prSet presAssocID="{B8EF2A7D-D602-4951-B14B-434CE3D48DAA}" presName="thickLine" presStyleLbl="alignNode1" presStyleIdx="4" presStyleCnt="5"/>
      <dgm:spPr/>
    </dgm:pt>
    <dgm:pt modelId="{C2C2019F-0597-473D-BD8E-F86149DF128F}" type="pres">
      <dgm:prSet presAssocID="{B8EF2A7D-D602-4951-B14B-434CE3D48DAA}" presName="horz1" presStyleCnt="0"/>
      <dgm:spPr/>
    </dgm:pt>
    <dgm:pt modelId="{1C874DED-A4B0-4732-9926-E0660F093EF8}" type="pres">
      <dgm:prSet presAssocID="{B8EF2A7D-D602-4951-B14B-434CE3D48DAA}" presName="tx1" presStyleLbl="revTx" presStyleIdx="4" presStyleCnt="5"/>
      <dgm:spPr/>
    </dgm:pt>
    <dgm:pt modelId="{9D4CFF06-4013-4353-927A-79124510E72D}" type="pres">
      <dgm:prSet presAssocID="{B8EF2A7D-D602-4951-B14B-434CE3D48DAA}" presName="vert1" presStyleCnt="0"/>
      <dgm:spPr/>
    </dgm:pt>
  </dgm:ptLst>
  <dgm:cxnLst>
    <dgm:cxn modelId="{23AC3915-0938-4110-8DFB-520651FD2A5E}" srcId="{65F1CD03-BCF2-4C9D-AAA3-005EE4C2AE17}" destId="{AC0E64EA-B649-4734-BACC-B0147FD9A90C}" srcOrd="3" destOrd="0" parTransId="{4BED855A-B1AA-4773-8611-E33679DAA0BE}" sibTransId="{58B394DC-4B8B-4315-A3FC-2DD07841D01A}"/>
    <dgm:cxn modelId="{B4C3AF2F-6A9A-4947-ABEA-915C8F6636A2}" type="presOf" srcId="{B8EF2A7D-D602-4951-B14B-434CE3D48DAA}" destId="{1C874DED-A4B0-4732-9926-E0660F093EF8}" srcOrd="0" destOrd="0" presId="urn:microsoft.com/office/officeart/2008/layout/LinedList"/>
    <dgm:cxn modelId="{8F437B34-72A3-481A-8543-74F7279EA0FC}" type="presOf" srcId="{65F1CD03-BCF2-4C9D-AAA3-005EE4C2AE17}" destId="{E76CE40E-F86A-4775-976F-B2105C3060AC}" srcOrd="0" destOrd="0" presId="urn:microsoft.com/office/officeart/2008/layout/LinedList"/>
    <dgm:cxn modelId="{DBA91685-1B1E-4284-8B1C-7BB7D2562211}" srcId="{65F1CD03-BCF2-4C9D-AAA3-005EE4C2AE17}" destId="{5CD15476-3456-46FE-A982-C46FEC7E1865}" srcOrd="1" destOrd="0" parTransId="{BBF3DF3C-7E47-4725-B6EB-765047B15F7A}" sibTransId="{99C213A3-CA3E-4351-A518-BD882A842C50}"/>
    <dgm:cxn modelId="{7B55B59D-1BC8-495A-BBF8-913091DDC25F}" type="presOf" srcId="{5F31BAA8-8D53-4C19-8ADC-E9F3DC679053}" destId="{A3AB552E-0702-4357-BA49-174C3E5E837C}" srcOrd="0" destOrd="0" presId="urn:microsoft.com/office/officeart/2008/layout/LinedList"/>
    <dgm:cxn modelId="{9158A3A6-65A1-4D79-838B-B78F1F8DFBD9}" type="presOf" srcId="{5CD15476-3456-46FE-A982-C46FEC7E1865}" destId="{FD770D49-1D09-4F1B-927C-ABB9379A1B30}" srcOrd="0" destOrd="0" presId="urn:microsoft.com/office/officeart/2008/layout/LinedList"/>
    <dgm:cxn modelId="{E17AC2B1-890B-4454-887B-EB98284D32E4}" type="presOf" srcId="{28DDC0A6-A947-4403-956E-4B79D3F9004E}" destId="{69ABA6E8-FD78-4215-B75D-C0B51B99EA5E}" srcOrd="0" destOrd="0" presId="urn:microsoft.com/office/officeart/2008/layout/LinedList"/>
    <dgm:cxn modelId="{6088A2C5-A9AF-4780-A585-AFF60B2E7DED}" srcId="{65F1CD03-BCF2-4C9D-AAA3-005EE4C2AE17}" destId="{28DDC0A6-A947-4403-956E-4B79D3F9004E}" srcOrd="0" destOrd="0" parTransId="{494F23EC-EF3C-481D-A53C-0C47066779D1}" sibTransId="{4F3F45C5-BEFC-4DF1-AAE5-28E7C9157D5F}"/>
    <dgm:cxn modelId="{9592AFE1-F042-4882-AA51-C190FE5E078F}" srcId="{65F1CD03-BCF2-4C9D-AAA3-005EE4C2AE17}" destId="{5F31BAA8-8D53-4C19-8ADC-E9F3DC679053}" srcOrd="2" destOrd="0" parTransId="{476A348C-366F-4171-90AF-3C5047DAC441}" sibTransId="{84973051-92CB-49C1-AA40-99D6D25A5DDC}"/>
    <dgm:cxn modelId="{ED120DF5-0B52-49CA-8B6A-D96A006AF0C7}" srcId="{65F1CD03-BCF2-4C9D-AAA3-005EE4C2AE17}" destId="{B8EF2A7D-D602-4951-B14B-434CE3D48DAA}" srcOrd="4" destOrd="0" parTransId="{AF044C1B-FAA8-4668-93D6-35B6801FEEDA}" sibTransId="{0F3548F4-AC78-4D26-A3A2-DE32A7916AD3}"/>
    <dgm:cxn modelId="{89CE44FB-9C8C-42D5-9FD1-0FE621ED8A5E}" type="presOf" srcId="{AC0E64EA-B649-4734-BACC-B0147FD9A90C}" destId="{2D1453C8-A27E-4FCC-A90C-83F47C267C80}" srcOrd="0" destOrd="0" presId="urn:microsoft.com/office/officeart/2008/layout/LinedList"/>
    <dgm:cxn modelId="{1517B419-ADD9-4281-94F8-11C4D9ECDA26}" type="presParOf" srcId="{E76CE40E-F86A-4775-976F-B2105C3060AC}" destId="{5857D409-FBD9-4A4D-AEB4-C18808438B58}" srcOrd="0" destOrd="0" presId="urn:microsoft.com/office/officeart/2008/layout/LinedList"/>
    <dgm:cxn modelId="{25D8B379-91A8-4474-AEE5-43F1AE8D02D0}" type="presParOf" srcId="{E76CE40E-F86A-4775-976F-B2105C3060AC}" destId="{915BE647-EC6A-4DC5-8A44-BF392857815B}" srcOrd="1" destOrd="0" presId="urn:microsoft.com/office/officeart/2008/layout/LinedList"/>
    <dgm:cxn modelId="{D2563CEA-C352-4076-AE69-D248F172EBC1}" type="presParOf" srcId="{915BE647-EC6A-4DC5-8A44-BF392857815B}" destId="{69ABA6E8-FD78-4215-B75D-C0B51B99EA5E}" srcOrd="0" destOrd="0" presId="urn:microsoft.com/office/officeart/2008/layout/LinedList"/>
    <dgm:cxn modelId="{49985153-4710-440B-B86A-65760CD81460}" type="presParOf" srcId="{915BE647-EC6A-4DC5-8A44-BF392857815B}" destId="{3EC8DD8F-BD52-4CAB-8F2F-D08D4A618C2E}" srcOrd="1" destOrd="0" presId="urn:microsoft.com/office/officeart/2008/layout/LinedList"/>
    <dgm:cxn modelId="{A2A52F48-1460-4C8B-AD6A-53D39E370F59}" type="presParOf" srcId="{E76CE40E-F86A-4775-976F-B2105C3060AC}" destId="{45E70427-4F77-4054-A931-0BA9F3CFE8C6}" srcOrd="2" destOrd="0" presId="urn:microsoft.com/office/officeart/2008/layout/LinedList"/>
    <dgm:cxn modelId="{CA23A662-AEA1-48BB-A55B-334D36B318BF}" type="presParOf" srcId="{E76CE40E-F86A-4775-976F-B2105C3060AC}" destId="{A58CF933-D41C-4C6E-B039-32A927C4BB21}" srcOrd="3" destOrd="0" presId="urn:microsoft.com/office/officeart/2008/layout/LinedList"/>
    <dgm:cxn modelId="{224116CC-3417-44DB-B40E-4B5F31747C61}" type="presParOf" srcId="{A58CF933-D41C-4C6E-B039-32A927C4BB21}" destId="{FD770D49-1D09-4F1B-927C-ABB9379A1B30}" srcOrd="0" destOrd="0" presId="urn:microsoft.com/office/officeart/2008/layout/LinedList"/>
    <dgm:cxn modelId="{0B54EBE9-389D-4E42-B3CC-546EE36F9EC4}" type="presParOf" srcId="{A58CF933-D41C-4C6E-B039-32A927C4BB21}" destId="{FAAB3E76-DEF0-4DAD-960C-504889DB567B}" srcOrd="1" destOrd="0" presId="urn:microsoft.com/office/officeart/2008/layout/LinedList"/>
    <dgm:cxn modelId="{E9AAF2ED-E8E3-4DE0-AC52-E7DE9ED8267C}" type="presParOf" srcId="{E76CE40E-F86A-4775-976F-B2105C3060AC}" destId="{0575DAC6-6FC2-4B68-B6E9-4B1472826DFD}" srcOrd="4" destOrd="0" presId="urn:microsoft.com/office/officeart/2008/layout/LinedList"/>
    <dgm:cxn modelId="{5127B5D6-4708-419A-AA86-FE91E22D102A}" type="presParOf" srcId="{E76CE40E-F86A-4775-976F-B2105C3060AC}" destId="{CE9E238D-F81A-4790-8866-6F58146917BE}" srcOrd="5" destOrd="0" presId="urn:microsoft.com/office/officeart/2008/layout/LinedList"/>
    <dgm:cxn modelId="{64CB3219-AC4F-4068-928F-3BA5B68BD4E2}" type="presParOf" srcId="{CE9E238D-F81A-4790-8866-6F58146917BE}" destId="{A3AB552E-0702-4357-BA49-174C3E5E837C}" srcOrd="0" destOrd="0" presId="urn:microsoft.com/office/officeart/2008/layout/LinedList"/>
    <dgm:cxn modelId="{7C3EBDE9-D501-42E4-AD54-162D2FF0286F}" type="presParOf" srcId="{CE9E238D-F81A-4790-8866-6F58146917BE}" destId="{053A7566-FC99-4BE4-A86C-D379FC2C8C2B}" srcOrd="1" destOrd="0" presId="urn:microsoft.com/office/officeart/2008/layout/LinedList"/>
    <dgm:cxn modelId="{74911FC4-4474-4500-8084-B1946758EB09}" type="presParOf" srcId="{E76CE40E-F86A-4775-976F-B2105C3060AC}" destId="{E45CBF56-8BBF-4481-B446-30232E61D1EA}" srcOrd="6" destOrd="0" presId="urn:microsoft.com/office/officeart/2008/layout/LinedList"/>
    <dgm:cxn modelId="{0980F08C-275A-4854-BB3F-3E57A887F66D}" type="presParOf" srcId="{E76CE40E-F86A-4775-976F-B2105C3060AC}" destId="{6C3254E6-1EE3-47F9-B292-3ACE23BF1BEE}" srcOrd="7" destOrd="0" presId="urn:microsoft.com/office/officeart/2008/layout/LinedList"/>
    <dgm:cxn modelId="{0F5AB49F-B523-4A11-AB87-E419C0C242C3}" type="presParOf" srcId="{6C3254E6-1EE3-47F9-B292-3ACE23BF1BEE}" destId="{2D1453C8-A27E-4FCC-A90C-83F47C267C80}" srcOrd="0" destOrd="0" presId="urn:microsoft.com/office/officeart/2008/layout/LinedList"/>
    <dgm:cxn modelId="{F4817A83-5E58-4A89-BF47-392C499A4A23}" type="presParOf" srcId="{6C3254E6-1EE3-47F9-B292-3ACE23BF1BEE}" destId="{3F91680C-EBB8-469D-B9E2-487DDCB1A50A}" srcOrd="1" destOrd="0" presId="urn:microsoft.com/office/officeart/2008/layout/LinedList"/>
    <dgm:cxn modelId="{C6B8E437-7BA1-4D9E-8934-B86FD931D16E}" type="presParOf" srcId="{E76CE40E-F86A-4775-976F-B2105C3060AC}" destId="{F65D70B2-4E90-4C2F-8417-27829AB2CFB9}" srcOrd="8" destOrd="0" presId="urn:microsoft.com/office/officeart/2008/layout/LinedList"/>
    <dgm:cxn modelId="{F241AF72-13B6-4033-BAEC-1F8C5B3B742F}" type="presParOf" srcId="{E76CE40E-F86A-4775-976F-B2105C3060AC}" destId="{C2C2019F-0597-473D-BD8E-F86149DF128F}" srcOrd="9" destOrd="0" presId="urn:microsoft.com/office/officeart/2008/layout/LinedList"/>
    <dgm:cxn modelId="{484146AE-BB69-4F38-A42B-FE4947CB6FC1}" type="presParOf" srcId="{C2C2019F-0597-473D-BD8E-F86149DF128F}" destId="{1C874DED-A4B0-4732-9926-E0660F093EF8}" srcOrd="0" destOrd="0" presId="urn:microsoft.com/office/officeart/2008/layout/LinedList"/>
    <dgm:cxn modelId="{AB85CCCC-DDCE-475B-A20C-BA57F1BAD65E}" type="presParOf" srcId="{C2C2019F-0597-473D-BD8E-F86149DF128F}" destId="{9D4CFF06-4013-4353-927A-79124510E72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0DB969E-1AF5-4862-9291-12596AC1003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2FE7247-8FB0-4D7C-8697-FD60235F249C}">
      <dgm:prSet/>
      <dgm:spPr/>
      <dgm:t>
        <a:bodyPr/>
        <a:lstStyle/>
        <a:p>
          <a:r>
            <a:rPr lang="en-US" b="1" i="0" baseline="0"/>
            <a:t>Functions:</a:t>
          </a:r>
          <a:endParaRPr lang="en-US"/>
        </a:p>
      </dgm:t>
    </dgm:pt>
    <dgm:pt modelId="{A4AC3BBA-55AD-4DDC-A264-DC3EAA79C044}" type="parTrans" cxnId="{29D657F3-92B0-4BE4-BC57-EC3E5963889E}">
      <dgm:prSet/>
      <dgm:spPr/>
      <dgm:t>
        <a:bodyPr/>
        <a:lstStyle/>
        <a:p>
          <a:endParaRPr lang="en-US"/>
        </a:p>
      </dgm:t>
    </dgm:pt>
    <dgm:pt modelId="{2BBE161A-D958-4B59-8D68-910F4C02D14A}" type="sibTrans" cxnId="{29D657F3-92B0-4BE4-BC57-EC3E5963889E}">
      <dgm:prSet/>
      <dgm:spPr/>
      <dgm:t>
        <a:bodyPr/>
        <a:lstStyle/>
        <a:p>
          <a:endParaRPr lang="en-US"/>
        </a:p>
      </dgm:t>
    </dgm:pt>
    <dgm:pt modelId="{C8F2540C-CA46-4900-9BB1-DF611B73F26C}">
      <dgm:prSet/>
      <dgm:spPr/>
      <dgm:t>
        <a:bodyPr/>
        <a:lstStyle/>
        <a:p>
          <a:r>
            <a:rPr lang="en-US" b="0" i="0" baseline="0"/>
            <a:t>Internetworking: Provides a logical connection between different devices.</a:t>
          </a:r>
          <a:endParaRPr lang="en-US"/>
        </a:p>
      </dgm:t>
    </dgm:pt>
    <dgm:pt modelId="{35E71980-D5CB-484D-8A8D-2C4E3B05D476}" type="parTrans" cxnId="{5BE83167-9E83-45EE-B081-05564511F1B5}">
      <dgm:prSet/>
      <dgm:spPr/>
      <dgm:t>
        <a:bodyPr/>
        <a:lstStyle/>
        <a:p>
          <a:endParaRPr lang="en-US"/>
        </a:p>
      </dgm:t>
    </dgm:pt>
    <dgm:pt modelId="{1523E6B8-D2F0-49F6-A997-006BFA3AA7F5}" type="sibTrans" cxnId="{5BE83167-9E83-45EE-B081-05564511F1B5}">
      <dgm:prSet/>
      <dgm:spPr/>
      <dgm:t>
        <a:bodyPr/>
        <a:lstStyle/>
        <a:p>
          <a:endParaRPr lang="en-US"/>
        </a:p>
      </dgm:t>
    </dgm:pt>
    <dgm:pt modelId="{1DE8D824-84AA-4E2E-874B-B9684DCBE420}">
      <dgm:prSet/>
      <dgm:spPr/>
      <dgm:t>
        <a:bodyPr/>
        <a:lstStyle/>
        <a:p>
          <a:r>
            <a:rPr lang="en-US" b="0" i="0" baseline="0"/>
            <a:t>Addressing: Source and destination address are added to the header of the frame to identify the device on the internet.</a:t>
          </a:r>
          <a:endParaRPr lang="en-US"/>
        </a:p>
      </dgm:t>
    </dgm:pt>
    <dgm:pt modelId="{B81F81B1-E5F1-4BFF-9843-C6BDB1EEEE13}" type="parTrans" cxnId="{00195ABC-818E-4320-BBFF-B42EA9317D7B}">
      <dgm:prSet/>
      <dgm:spPr/>
      <dgm:t>
        <a:bodyPr/>
        <a:lstStyle/>
        <a:p>
          <a:endParaRPr lang="en-US"/>
        </a:p>
      </dgm:t>
    </dgm:pt>
    <dgm:pt modelId="{00E88FC8-3CC9-4F68-99F9-14F26FC24134}" type="sibTrans" cxnId="{00195ABC-818E-4320-BBFF-B42EA9317D7B}">
      <dgm:prSet/>
      <dgm:spPr/>
      <dgm:t>
        <a:bodyPr/>
        <a:lstStyle/>
        <a:p>
          <a:endParaRPr lang="en-US"/>
        </a:p>
      </dgm:t>
    </dgm:pt>
    <dgm:pt modelId="{69914DC7-462A-4FC0-B779-CDC84A896881}">
      <dgm:prSet/>
      <dgm:spPr/>
      <dgm:t>
        <a:bodyPr/>
        <a:lstStyle/>
        <a:p>
          <a:r>
            <a:rPr lang="en-US" b="0" i="0" baseline="0"/>
            <a:t>Routing: It determines the best optimal path out of the multiple paths from source to the destination.</a:t>
          </a:r>
          <a:endParaRPr lang="en-US"/>
        </a:p>
      </dgm:t>
    </dgm:pt>
    <dgm:pt modelId="{E985CA2F-317F-4C7F-9B24-4E5C6442C07E}" type="parTrans" cxnId="{C8007F8D-A915-45E4-A7F6-D877CA9EFD67}">
      <dgm:prSet/>
      <dgm:spPr/>
      <dgm:t>
        <a:bodyPr/>
        <a:lstStyle/>
        <a:p>
          <a:endParaRPr lang="en-US"/>
        </a:p>
      </dgm:t>
    </dgm:pt>
    <dgm:pt modelId="{50D80787-CE50-496D-9798-BF22519BD67E}" type="sibTrans" cxnId="{C8007F8D-A915-45E4-A7F6-D877CA9EFD67}">
      <dgm:prSet/>
      <dgm:spPr/>
      <dgm:t>
        <a:bodyPr/>
        <a:lstStyle/>
        <a:p>
          <a:endParaRPr lang="en-US"/>
        </a:p>
      </dgm:t>
    </dgm:pt>
    <dgm:pt modelId="{708E70CA-4854-4D1E-B09F-BFB73AAEB739}">
      <dgm:prSet/>
      <dgm:spPr/>
      <dgm:t>
        <a:bodyPr/>
        <a:lstStyle/>
        <a:p>
          <a:r>
            <a:rPr lang="en-US" b="0" i="0" baseline="0"/>
            <a:t>Packetizing: Process of converting the upper layer data into packets using Internet protocol (IP).</a:t>
          </a:r>
          <a:endParaRPr lang="en-US"/>
        </a:p>
      </dgm:t>
    </dgm:pt>
    <dgm:pt modelId="{E3EBD112-DB44-42E2-A6D6-F0471E55185B}" type="parTrans" cxnId="{BBEF3816-2448-4E32-9B33-48A875818B44}">
      <dgm:prSet/>
      <dgm:spPr/>
      <dgm:t>
        <a:bodyPr/>
        <a:lstStyle/>
        <a:p>
          <a:endParaRPr lang="en-US"/>
        </a:p>
      </dgm:t>
    </dgm:pt>
    <dgm:pt modelId="{9EB20A0E-9EAF-44F2-A6B9-F216C1698707}" type="sibTrans" cxnId="{BBEF3816-2448-4E32-9B33-48A875818B44}">
      <dgm:prSet/>
      <dgm:spPr/>
      <dgm:t>
        <a:bodyPr/>
        <a:lstStyle/>
        <a:p>
          <a:endParaRPr lang="en-US"/>
        </a:p>
      </dgm:t>
    </dgm:pt>
    <dgm:pt modelId="{38A486C0-EC1F-43CB-95C8-D9E765181DC1}">
      <dgm:prSet/>
      <dgm:spPr/>
      <dgm:t>
        <a:bodyPr/>
        <a:lstStyle/>
        <a:p>
          <a:r>
            <a:rPr lang="en-US" b="0" i="0" baseline="0"/>
            <a:t>Congestion control</a:t>
          </a:r>
          <a:endParaRPr lang="en-US"/>
        </a:p>
      </dgm:t>
    </dgm:pt>
    <dgm:pt modelId="{475B3EAE-5522-4415-AC42-65CDD86B3B21}" type="parTrans" cxnId="{B6F52338-BA95-495D-91FC-723C8C74455E}">
      <dgm:prSet/>
      <dgm:spPr/>
      <dgm:t>
        <a:bodyPr/>
        <a:lstStyle/>
        <a:p>
          <a:endParaRPr lang="en-US"/>
        </a:p>
      </dgm:t>
    </dgm:pt>
    <dgm:pt modelId="{B69D0A4F-2CF3-4470-A500-5C39CE462CCE}" type="sibTrans" cxnId="{B6F52338-BA95-495D-91FC-723C8C74455E}">
      <dgm:prSet/>
      <dgm:spPr/>
      <dgm:t>
        <a:bodyPr/>
        <a:lstStyle/>
        <a:p>
          <a:endParaRPr lang="en-US"/>
        </a:p>
      </dgm:t>
    </dgm:pt>
    <dgm:pt modelId="{09608777-542B-4D06-8287-28CEEC340534}" type="pres">
      <dgm:prSet presAssocID="{80DB969E-1AF5-4862-9291-12596AC10037}" presName="linear" presStyleCnt="0">
        <dgm:presLayoutVars>
          <dgm:animLvl val="lvl"/>
          <dgm:resizeHandles val="exact"/>
        </dgm:presLayoutVars>
      </dgm:prSet>
      <dgm:spPr/>
    </dgm:pt>
    <dgm:pt modelId="{E1BB5C6A-D564-4258-A1DB-552B26BE098C}" type="pres">
      <dgm:prSet presAssocID="{92FE7247-8FB0-4D7C-8697-FD60235F249C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4304A106-2A6D-4A81-9054-2C38316BDC7C}" type="pres">
      <dgm:prSet presAssocID="{92FE7247-8FB0-4D7C-8697-FD60235F249C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BBEF3816-2448-4E32-9B33-48A875818B44}" srcId="{92FE7247-8FB0-4D7C-8697-FD60235F249C}" destId="{708E70CA-4854-4D1E-B09F-BFB73AAEB739}" srcOrd="3" destOrd="0" parTransId="{E3EBD112-DB44-42E2-A6D6-F0471E55185B}" sibTransId="{9EB20A0E-9EAF-44F2-A6B9-F216C1698707}"/>
    <dgm:cxn modelId="{B6F52338-BA95-495D-91FC-723C8C74455E}" srcId="{92FE7247-8FB0-4D7C-8697-FD60235F249C}" destId="{38A486C0-EC1F-43CB-95C8-D9E765181DC1}" srcOrd="4" destOrd="0" parTransId="{475B3EAE-5522-4415-AC42-65CDD86B3B21}" sibTransId="{B69D0A4F-2CF3-4470-A500-5C39CE462CCE}"/>
    <dgm:cxn modelId="{5BE83167-9E83-45EE-B081-05564511F1B5}" srcId="{92FE7247-8FB0-4D7C-8697-FD60235F249C}" destId="{C8F2540C-CA46-4900-9BB1-DF611B73F26C}" srcOrd="0" destOrd="0" parTransId="{35E71980-D5CB-484D-8A8D-2C4E3B05D476}" sibTransId="{1523E6B8-D2F0-49F6-A997-006BFA3AA7F5}"/>
    <dgm:cxn modelId="{ADE9EC7C-E031-4C15-AE00-81E67CD83C00}" type="presOf" srcId="{92FE7247-8FB0-4D7C-8697-FD60235F249C}" destId="{E1BB5C6A-D564-4258-A1DB-552B26BE098C}" srcOrd="0" destOrd="0" presId="urn:microsoft.com/office/officeart/2005/8/layout/vList2"/>
    <dgm:cxn modelId="{4B51F580-EE20-4F0D-BEF4-FDF87AB343E0}" type="presOf" srcId="{80DB969E-1AF5-4862-9291-12596AC10037}" destId="{09608777-542B-4D06-8287-28CEEC340534}" srcOrd="0" destOrd="0" presId="urn:microsoft.com/office/officeart/2005/8/layout/vList2"/>
    <dgm:cxn modelId="{C8007F8D-A915-45E4-A7F6-D877CA9EFD67}" srcId="{92FE7247-8FB0-4D7C-8697-FD60235F249C}" destId="{69914DC7-462A-4FC0-B779-CDC84A896881}" srcOrd="2" destOrd="0" parTransId="{E985CA2F-317F-4C7F-9B24-4E5C6442C07E}" sibTransId="{50D80787-CE50-496D-9798-BF22519BD67E}"/>
    <dgm:cxn modelId="{00195ABC-818E-4320-BBFF-B42EA9317D7B}" srcId="{92FE7247-8FB0-4D7C-8697-FD60235F249C}" destId="{1DE8D824-84AA-4E2E-874B-B9684DCBE420}" srcOrd="1" destOrd="0" parTransId="{B81F81B1-E5F1-4BFF-9843-C6BDB1EEEE13}" sibTransId="{00E88FC8-3CC9-4F68-99F9-14F26FC24134}"/>
    <dgm:cxn modelId="{8AFB46E9-96BF-4F75-BFD4-2C042615003F}" type="presOf" srcId="{69914DC7-462A-4FC0-B779-CDC84A896881}" destId="{4304A106-2A6D-4A81-9054-2C38316BDC7C}" srcOrd="0" destOrd="2" presId="urn:microsoft.com/office/officeart/2005/8/layout/vList2"/>
    <dgm:cxn modelId="{29D657F3-92B0-4BE4-BC57-EC3E5963889E}" srcId="{80DB969E-1AF5-4862-9291-12596AC10037}" destId="{92FE7247-8FB0-4D7C-8697-FD60235F249C}" srcOrd="0" destOrd="0" parTransId="{A4AC3BBA-55AD-4DDC-A264-DC3EAA79C044}" sibTransId="{2BBE161A-D958-4B59-8D68-910F4C02D14A}"/>
    <dgm:cxn modelId="{B577EFF6-EDC0-4F91-AD83-BA9670DD5964}" type="presOf" srcId="{1DE8D824-84AA-4E2E-874B-B9684DCBE420}" destId="{4304A106-2A6D-4A81-9054-2C38316BDC7C}" srcOrd="0" destOrd="1" presId="urn:microsoft.com/office/officeart/2005/8/layout/vList2"/>
    <dgm:cxn modelId="{1CF921F9-471D-4655-85FA-36667023E1C2}" type="presOf" srcId="{708E70CA-4854-4D1E-B09F-BFB73AAEB739}" destId="{4304A106-2A6D-4A81-9054-2C38316BDC7C}" srcOrd="0" destOrd="3" presId="urn:microsoft.com/office/officeart/2005/8/layout/vList2"/>
    <dgm:cxn modelId="{8DF7A7FB-A940-45DD-8A9F-C66F1B9E865E}" type="presOf" srcId="{38A486C0-EC1F-43CB-95C8-D9E765181DC1}" destId="{4304A106-2A6D-4A81-9054-2C38316BDC7C}" srcOrd="0" destOrd="4" presId="urn:microsoft.com/office/officeart/2005/8/layout/vList2"/>
    <dgm:cxn modelId="{3FCBA3FC-4825-41D5-940D-35957D2DDF0A}" type="presOf" srcId="{C8F2540C-CA46-4900-9BB1-DF611B73F26C}" destId="{4304A106-2A6D-4A81-9054-2C38316BDC7C}" srcOrd="0" destOrd="0" presId="urn:microsoft.com/office/officeart/2005/8/layout/vList2"/>
    <dgm:cxn modelId="{53A1FDEE-58E3-42AB-AF20-7243DCA0554C}" type="presParOf" srcId="{09608777-542B-4D06-8287-28CEEC340534}" destId="{E1BB5C6A-D564-4258-A1DB-552B26BE098C}" srcOrd="0" destOrd="0" presId="urn:microsoft.com/office/officeart/2005/8/layout/vList2"/>
    <dgm:cxn modelId="{9112B4D5-9583-41AD-A24D-6A536F255177}" type="presParOf" srcId="{09608777-542B-4D06-8287-28CEEC340534}" destId="{4304A106-2A6D-4A81-9054-2C38316BDC7C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151B509-27DF-48E1-A209-7DE79BD93F23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5657F92-F5DF-4823-8696-A3106AED9357}">
      <dgm:prSet/>
      <dgm:spPr/>
      <dgm:t>
        <a:bodyPr/>
        <a:lstStyle/>
        <a:p>
          <a:r>
            <a:rPr lang="en-US" b="1" i="0" baseline="0"/>
            <a:t>Example:</a:t>
          </a:r>
          <a:endParaRPr lang="en-US"/>
        </a:p>
      </dgm:t>
    </dgm:pt>
    <dgm:pt modelId="{44FE7660-505F-479D-B7BC-6FDC0793F5C5}" type="parTrans" cxnId="{09805F7C-9198-4B95-82DA-6939516B9429}">
      <dgm:prSet/>
      <dgm:spPr/>
      <dgm:t>
        <a:bodyPr/>
        <a:lstStyle/>
        <a:p>
          <a:endParaRPr lang="en-US"/>
        </a:p>
      </dgm:t>
    </dgm:pt>
    <dgm:pt modelId="{861A7634-BBE8-480D-B783-B8BF65FFFF87}" type="sibTrans" cxnId="{09805F7C-9198-4B95-82DA-6939516B9429}">
      <dgm:prSet/>
      <dgm:spPr/>
      <dgm:t>
        <a:bodyPr/>
        <a:lstStyle/>
        <a:p>
          <a:endParaRPr lang="en-US"/>
        </a:p>
      </dgm:t>
    </dgm:pt>
    <dgm:pt modelId="{CA1AD13F-358E-4180-882F-54D51B13796C}">
      <dgm:prSet/>
      <dgm:spPr/>
      <dgm:t>
        <a:bodyPr/>
        <a:lstStyle/>
        <a:p>
          <a:r>
            <a:rPr lang="en-US" b="0" i="0" baseline="0"/>
            <a:t>We want to send data from a node with network address A and physical address 10, located on one LAN, to a node with a network address P and physical address 95, located on another LAN. Because the two devices are located on different networks, we cannot use physical addresses only; the physical addresses only have local</a:t>
          </a:r>
          <a:endParaRPr lang="en-US"/>
        </a:p>
      </dgm:t>
    </dgm:pt>
    <dgm:pt modelId="{E293C596-3D68-46FA-8256-5F126D3074AE}" type="parTrans" cxnId="{7D6622F2-FD15-48B9-8ACA-73EB15F7D18B}">
      <dgm:prSet/>
      <dgm:spPr/>
      <dgm:t>
        <a:bodyPr/>
        <a:lstStyle/>
        <a:p>
          <a:endParaRPr lang="en-US"/>
        </a:p>
      </dgm:t>
    </dgm:pt>
    <dgm:pt modelId="{1F867D05-79C1-4E1B-9142-14830D4D9006}" type="sibTrans" cxnId="{7D6622F2-FD15-48B9-8ACA-73EB15F7D18B}">
      <dgm:prSet/>
      <dgm:spPr/>
      <dgm:t>
        <a:bodyPr/>
        <a:lstStyle/>
        <a:p>
          <a:endParaRPr lang="en-US"/>
        </a:p>
      </dgm:t>
    </dgm:pt>
    <dgm:pt modelId="{354030C3-29E3-4375-AB8B-E7D6D106940D}" type="pres">
      <dgm:prSet presAssocID="{4151B509-27DF-48E1-A209-7DE79BD93F23}" presName="Name0" presStyleCnt="0">
        <dgm:presLayoutVars>
          <dgm:dir/>
          <dgm:animLvl val="lvl"/>
          <dgm:resizeHandles val="exact"/>
        </dgm:presLayoutVars>
      </dgm:prSet>
      <dgm:spPr/>
    </dgm:pt>
    <dgm:pt modelId="{204CDB88-86DD-42C7-A1A0-43EF5E2E00E5}" type="pres">
      <dgm:prSet presAssocID="{55657F92-F5DF-4823-8696-A3106AED9357}" presName="composite" presStyleCnt="0"/>
      <dgm:spPr/>
    </dgm:pt>
    <dgm:pt modelId="{BD9AC120-912B-4CC6-9BC2-16A4CCF7F187}" type="pres">
      <dgm:prSet presAssocID="{55657F92-F5DF-4823-8696-A3106AED9357}" presName="parTx" presStyleLbl="node1" presStyleIdx="0" presStyleCnt="1">
        <dgm:presLayoutVars>
          <dgm:chMax val="0"/>
          <dgm:chPref val="0"/>
          <dgm:bulletEnabled val="1"/>
        </dgm:presLayoutVars>
      </dgm:prSet>
      <dgm:spPr/>
    </dgm:pt>
    <dgm:pt modelId="{438E4A30-12BF-4FC9-B524-F0A7E3D62E07}" type="pres">
      <dgm:prSet presAssocID="{55657F92-F5DF-4823-8696-A3106AED9357}" presName="desTx" presStyleLbl="revTx" presStyleIdx="0" presStyleCnt="1">
        <dgm:presLayoutVars>
          <dgm:bulletEnabled val="1"/>
        </dgm:presLayoutVars>
      </dgm:prSet>
      <dgm:spPr/>
    </dgm:pt>
  </dgm:ptLst>
  <dgm:cxnLst>
    <dgm:cxn modelId="{BC8EB102-E434-4A78-B13B-744272D7A8F7}" type="presOf" srcId="{4151B509-27DF-48E1-A209-7DE79BD93F23}" destId="{354030C3-29E3-4375-AB8B-E7D6D106940D}" srcOrd="0" destOrd="0" presId="urn:microsoft.com/office/officeart/2005/8/layout/chevron1"/>
    <dgm:cxn modelId="{8CBD287C-E7D8-4C7A-AC6E-C25F9D0D7270}" type="presOf" srcId="{CA1AD13F-358E-4180-882F-54D51B13796C}" destId="{438E4A30-12BF-4FC9-B524-F0A7E3D62E07}" srcOrd="0" destOrd="0" presId="urn:microsoft.com/office/officeart/2005/8/layout/chevron1"/>
    <dgm:cxn modelId="{09805F7C-9198-4B95-82DA-6939516B9429}" srcId="{4151B509-27DF-48E1-A209-7DE79BD93F23}" destId="{55657F92-F5DF-4823-8696-A3106AED9357}" srcOrd="0" destOrd="0" parTransId="{44FE7660-505F-479D-B7BC-6FDC0793F5C5}" sibTransId="{861A7634-BBE8-480D-B783-B8BF65FFFF87}"/>
    <dgm:cxn modelId="{A137F2AE-BCF6-4312-BE30-EFC7221D2C3F}" type="presOf" srcId="{55657F92-F5DF-4823-8696-A3106AED9357}" destId="{BD9AC120-912B-4CC6-9BC2-16A4CCF7F187}" srcOrd="0" destOrd="0" presId="urn:microsoft.com/office/officeart/2005/8/layout/chevron1"/>
    <dgm:cxn modelId="{7D6622F2-FD15-48B9-8ACA-73EB15F7D18B}" srcId="{55657F92-F5DF-4823-8696-A3106AED9357}" destId="{CA1AD13F-358E-4180-882F-54D51B13796C}" srcOrd="0" destOrd="0" parTransId="{E293C596-3D68-46FA-8256-5F126D3074AE}" sibTransId="{1F867D05-79C1-4E1B-9142-14830D4D9006}"/>
    <dgm:cxn modelId="{5A49622A-5822-497E-86C4-EA31F94E414B}" type="presParOf" srcId="{354030C3-29E3-4375-AB8B-E7D6D106940D}" destId="{204CDB88-86DD-42C7-A1A0-43EF5E2E00E5}" srcOrd="0" destOrd="0" presId="urn:microsoft.com/office/officeart/2005/8/layout/chevron1"/>
    <dgm:cxn modelId="{C6EBF9A0-F19E-4B02-A9A0-A206CF231D65}" type="presParOf" srcId="{204CDB88-86DD-42C7-A1A0-43EF5E2E00E5}" destId="{BD9AC120-912B-4CC6-9BC2-16A4CCF7F187}" srcOrd="0" destOrd="0" presId="urn:microsoft.com/office/officeart/2005/8/layout/chevron1"/>
    <dgm:cxn modelId="{1DF9E2F7-C700-4447-B4C3-E176C0C14DD6}" type="presParOf" srcId="{204CDB88-86DD-42C7-A1A0-43EF5E2E00E5}" destId="{438E4A30-12BF-4FC9-B524-F0A7E3D62E07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FE1322A-604B-4BF3-A28D-28AA6AA408C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D818DA7-3482-47F4-A255-E4AAB9306946}">
      <dgm:prSet/>
      <dgm:spPr/>
      <dgm:t>
        <a:bodyPr/>
        <a:lstStyle/>
        <a:p>
          <a:r>
            <a:rPr lang="en-US" b="1" i="0" baseline="0"/>
            <a:t>Function:</a:t>
          </a:r>
          <a:endParaRPr lang="en-US"/>
        </a:p>
      </dgm:t>
    </dgm:pt>
    <dgm:pt modelId="{4FBDD0B7-B15C-4E4C-B5B5-239F9A5B9AC8}" type="parTrans" cxnId="{D39EAE8B-6F25-4542-B3C0-18783CC7DF81}">
      <dgm:prSet/>
      <dgm:spPr/>
      <dgm:t>
        <a:bodyPr/>
        <a:lstStyle/>
        <a:p>
          <a:endParaRPr lang="en-US"/>
        </a:p>
      </dgm:t>
    </dgm:pt>
    <dgm:pt modelId="{836CA19F-76E4-4A0B-A8A8-C5F1E7E7EA96}" type="sibTrans" cxnId="{D39EAE8B-6F25-4542-B3C0-18783CC7DF81}">
      <dgm:prSet/>
      <dgm:spPr/>
      <dgm:t>
        <a:bodyPr/>
        <a:lstStyle/>
        <a:p>
          <a:endParaRPr lang="en-US"/>
        </a:p>
      </dgm:t>
    </dgm:pt>
    <dgm:pt modelId="{F72F3818-EF9C-4B64-9548-394A8730466C}">
      <dgm:prSet/>
      <dgm:spPr/>
      <dgm:t>
        <a:bodyPr/>
        <a:lstStyle/>
        <a:p>
          <a:r>
            <a:rPr lang="en-US" b="1" i="0" baseline="0"/>
            <a:t>Service-point addressing: </a:t>
          </a:r>
          <a:r>
            <a:rPr lang="en-US" b="0" i="0" baseline="0"/>
            <a:t>The header that contains the address known as a service-point address or port address to transmit the message to the correct process.</a:t>
          </a:r>
          <a:endParaRPr lang="en-US"/>
        </a:p>
      </dgm:t>
    </dgm:pt>
    <dgm:pt modelId="{96C9F4D5-7427-477D-BC70-C9CDA6AE2947}" type="parTrans" cxnId="{AF447AAD-A684-46AF-B477-30ADA326AD83}">
      <dgm:prSet/>
      <dgm:spPr/>
      <dgm:t>
        <a:bodyPr/>
        <a:lstStyle/>
        <a:p>
          <a:endParaRPr lang="en-US"/>
        </a:p>
      </dgm:t>
    </dgm:pt>
    <dgm:pt modelId="{19AF0C33-1AB2-4A30-904D-D890ECBF4685}" type="sibTrans" cxnId="{AF447AAD-A684-46AF-B477-30ADA326AD83}">
      <dgm:prSet/>
      <dgm:spPr/>
      <dgm:t>
        <a:bodyPr/>
        <a:lstStyle/>
        <a:p>
          <a:endParaRPr lang="en-US"/>
        </a:p>
      </dgm:t>
    </dgm:pt>
    <dgm:pt modelId="{7E1C5227-64C4-4958-82FA-642CD9AA2930}">
      <dgm:prSet/>
      <dgm:spPr/>
      <dgm:t>
        <a:bodyPr/>
        <a:lstStyle/>
        <a:p>
          <a:r>
            <a:rPr lang="en-US" b="1" i="0" baseline="0"/>
            <a:t>Segmentation and reassembly: </a:t>
          </a:r>
          <a:r>
            <a:rPr lang="en-US" b="0" i="0" baseline="0"/>
            <a:t>Message is divided into multiple segments with a unique segment number at sender side and reassembled at the destination side based on their sequence numbers.</a:t>
          </a:r>
          <a:endParaRPr lang="en-US"/>
        </a:p>
      </dgm:t>
    </dgm:pt>
    <dgm:pt modelId="{F6DEB3E9-958D-434A-BE3B-D37029B6499B}" type="parTrans" cxnId="{3F1BB2AD-2D5F-47D4-B0B7-67EB12479C25}">
      <dgm:prSet/>
      <dgm:spPr/>
      <dgm:t>
        <a:bodyPr/>
        <a:lstStyle/>
        <a:p>
          <a:endParaRPr lang="en-US"/>
        </a:p>
      </dgm:t>
    </dgm:pt>
    <dgm:pt modelId="{4309265F-383A-4962-943D-CD6095241C50}" type="sibTrans" cxnId="{3F1BB2AD-2D5F-47D4-B0B7-67EB12479C25}">
      <dgm:prSet/>
      <dgm:spPr/>
      <dgm:t>
        <a:bodyPr/>
        <a:lstStyle/>
        <a:p>
          <a:endParaRPr lang="en-US"/>
        </a:p>
      </dgm:t>
    </dgm:pt>
    <dgm:pt modelId="{D86F8606-4876-435B-8B54-050AFECCA759}">
      <dgm:prSet/>
      <dgm:spPr/>
      <dgm:t>
        <a:bodyPr/>
        <a:lstStyle/>
        <a:p>
          <a:r>
            <a:rPr lang="en-US" b="1" i="0" baseline="0"/>
            <a:t>Connection control: </a:t>
          </a:r>
          <a:r>
            <a:rPr lang="en-US" b="0" i="0" baseline="0"/>
            <a:t>Provide Connection-oriented service and connectionless service.</a:t>
          </a:r>
          <a:endParaRPr lang="en-US"/>
        </a:p>
      </dgm:t>
    </dgm:pt>
    <dgm:pt modelId="{A2CBC0F2-EC95-4892-9D96-CEE1C864CA8D}" type="parTrans" cxnId="{606A4BA1-9685-4131-8B51-333246A70D6B}">
      <dgm:prSet/>
      <dgm:spPr/>
      <dgm:t>
        <a:bodyPr/>
        <a:lstStyle/>
        <a:p>
          <a:endParaRPr lang="en-US"/>
        </a:p>
      </dgm:t>
    </dgm:pt>
    <dgm:pt modelId="{32778986-1F44-4D57-9F42-300BD481A43D}" type="sibTrans" cxnId="{606A4BA1-9685-4131-8B51-333246A70D6B}">
      <dgm:prSet/>
      <dgm:spPr/>
      <dgm:t>
        <a:bodyPr/>
        <a:lstStyle/>
        <a:p>
          <a:endParaRPr lang="en-US"/>
        </a:p>
      </dgm:t>
    </dgm:pt>
    <dgm:pt modelId="{6338D59B-43AC-46A5-A009-43EE36E0D6F5}">
      <dgm:prSet/>
      <dgm:spPr/>
      <dgm:t>
        <a:bodyPr/>
        <a:lstStyle/>
        <a:p>
          <a:r>
            <a:rPr lang="en-US" b="1" i="0" baseline="0"/>
            <a:t>Flow control: </a:t>
          </a:r>
          <a:r>
            <a:rPr lang="en-US" b="0" i="0" baseline="0"/>
            <a:t>Performed end-to-end rather than across a single link.</a:t>
          </a:r>
          <a:endParaRPr lang="en-US"/>
        </a:p>
      </dgm:t>
    </dgm:pt>
    <dgm:pt modelId="{72833780-3C17-4777-B183-EF38F2C5F8A4}" type="parTrans" cxnId="{B06D3B5C-70EE-4DD3-95CB-B4DA7CC6C9A1}">
      <dgm:prSet/>
      <dgm:spPr/>
      <dgm:t>
        <a:bodyPr/>
        <a:lstStyle/>
        <a:p>
          <a:endParaRPr lang="en-US"/>
        </a:p>
      </dgm:t>
    </dgm:pt>
    <dgm:pt modelId="{93E37156-57F4-4233-A27C-CFA6E73C50D9}" type="sibTrans" cxnId="{B06D3B5C-70EE-4DD3-95CB-B4DA7CC6C9A1}">
      <dgm:prSet/>
      <dgm:spPr/>
      <dgm:t>
        <a:bodyPr/>
        <a:lstStyle/>
        <a:p>
          <a:endParaRPr lang="en-US"/>
        </a:p>
      </dgm:t>
    </dgm:pt>
    <dgm:pt modelId="{A7728DE4-F698-498F-9B53-26FA45C4475C}">
      <dgm:prSet/>
      <dgm:spPr/>
      <dgm:t>
        <a:bodyPr/>
        <a:lstStyle/>
        <a:p>
          <a:r>
            <a:rPr lang="en-US" b="1" i="0" baseline="0"/>
            <a:t>Error control: </a:t>
          </a:r>
          <a:r>
            <a:rPr lang="en-US" b="0" i="0" baseline="0"/>
            <a:t>The sender transport layer ensures that message reach at the destination without</a:t>
          </a:r>
          <a:endParaRPr lang="en-US"/>
        </a:p>
      </dgm:t>
    </dgm:pt>
    <dgm:pt modelId="{30636745-6A06-4493-8ADB-DD253F4F40EE}" type="parTrans" cxnId="{1C591065-90B5-4DEE-8F28-4EA22C21DE1F}">
      <dgm:prSet/>
      <dgm:spPr/>
      <dgm:t>
        <a:bodyPr/>
        <a:lstStyle/>
        <a:p>
          <a:endParaRPr lang="en-US"/>
        </a:p>
      </dgm:t>
    </dgm:pt>
    <dgm:pt modelId="{38A1A7B7-CD89-47A3-BC99-95D72C131808}" type="sibTrans" cxnId="{1C591065-90B5-4DEE-8F28-4EA22C21DE1F}">
      <dgm:prSet/>
      <dgm:spPr/>
      <dgm:t>
        <a:bodyPr/>
        <a:lstStyle/>
        <a:p>
          <a:endParaRPr lang="en-US"/>
        </a:p>
      </dgm:t>
    </dgm:pt>
    <dgm:pt modelId="{001136FD-980D-4B95-9EF5-BC2783863D24}">
      <dgm:prSet/>
      <dgm:spPr/>
      <dgm:t>
        <a:bodyPr/>
        <a:lstStyle/>
        <a:p>
          <a:r>
            <a:rPr lang="en-US" b="0" i="0" baseline="0"/>
            <a:t>error.</a:t>
          </a:r>
          <a:endParaRPr lang="en-US"/>
        </a:p>
      </dgm:t>
    </dgm:pt>
    <dgm:pt modelId="{2B130F90-2469-4B08-8A54-A7B086BCD3D3}" type="parTrans" cxnId="{E7193AD2-4AD2-4F55-85DA-384C861864C0}">
      <dgm:prSet/>
      <dgm:spPr/>
      <dgm:t>
        <a:bodyPr/>
        <a:lstStyle/>
        <a:p>
          <a:endParaRPr lang="en-US"/>
        </a:p>
      </dgm:t>
    </dgm:pt>
    <dgm:pt modelId="{638EBFA0-DCE9-4BA3-A552-15B7669C7754}" type="sibTrans" cxnId="{E7193AD2-4AD2-4F55-85DA-384C861864C0}">
      <dgm:prSet/>
      <dgm:spPr/>
      <dgm:t>
        <a:bodyPr/>
        <a:lstStyle/>
        <a:p>
          <a:endParaRPr lang="en-US"/>
        </a:p>
      </dgm:t>
    </dgm:pt>
    <dgm:pt modelId="{E081E75C-B08A-4BD6-9532-2406020C7C8B}" type="pres">
      <dgm:prSet presAssocID="{6FE1322A-604B-4BF3-A28D-28AA6AA408C7}" presName="linear" presStyleCnt="0">
        <dgm:presLayoutVars>
          <dgm:animLvl val="lvl"/>
          <dgm:resizeHandles val="exact"/>
        </dgm:presLayoutVars>
      </dgm:prSet>
      <dgm:spPr/>
    </dgm:pt>
    <dgm:pt modelId="{ED74A8CE-11B0-457B-9673-70608AADC52D}" type="pres">
      <dgm:prSet presAssocID="{4D818DA7-3482-47F4-A255-E4AAB9306946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C0A477B3-0B1A-4B45-AD06-3C98F26D2BE5}" type="pres">
      <dgm:prSet presAssocID="{4D818DA7-3482-47F4-A255-E4AAB9306946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A51A840D-160F-458C-9435-EC17309AA3FB}" type="presOf" srcId="{A7728DE4-F698-498F-9B53-26FA45C4475C}" destId="{C0A477B3-0B1A-4B45-AD06-3C98F26D2BE5}" srcOrd="0" destOrd="4" presId="urn:microsoft.com/office/officeart/2005/8/layout/vList2"/>
    <dgm:cxn modelId="{E93E2F29-195D-4189-804A-31347C1BA9F2}" type="presOf" srcId="{6FE1322A-604B-4BF3-A28D-28AA6AA408C7}" destId="{E081E75C-B08A-4BD6-9532-2406020C7C8B}" srcOrd="0" destOrd="0" presId="urn:microsoft.com/office/officeart/2005/8/layout/vList2"/>
    <dgm:cxn modelId="{B06D3B5C-70EE-4DD3-95CB-B4DA7CC6C9A1}" srcId="{4D818DA7-3482-47F4-A255-E4AAB9306946}" destId="{6338D59B-43AC-46A5-A009-43EE36E0D6F5}" srcOrd="3" destOrd="0" parTransId="{72833780-3C17-4777-B183-EF38F2C5F8A4}" sibTransId="{93E37156-57F4-4233-A27C-CFA6E73C50D9}"/>
    <dgm:cxn modelId="{1C591065-90B5-4DEE-8F28-4EA22C21DE1F}" srcId="{4D818DA7-3482-47F4-A255-E4AAB9306946}" destId="{A7728DE4-F698-498F-9B53-26FA45C4475C}" srcOrd="4" destOrd="0" parTransId="{30636745-6A06-4493-8ADB-DD253F4F40EE}" sibTransId="{38A1A7B7-CD89-47A3-BC99-95D72C131808}"/>
    <dgm:cxn modelId="{060FFE84-AEBC-484E-A7F4-F39D9FC856B1}" type="presOf" srcId="{4D818DA7-3482-47F4-A255-E4AAB9306946}" destId="{ED74A8CE-11B0-457B-9673-70608AADC52D}" srcOrd="0" destOrd="0" presId="urn:microsoft.com/office/officeart/2005/8/layout/vList2"/>
    <dgm:cxn modelId="{D39EAE8B-6F25-4542-B3C0-18783CC7DF81}" srcId="{6FE1322A-604B-4BF3-A28D-28AA6AA408C7}" destId="{4D818DA7-3482-47F4-A255-E4AAB9306946}" srcOrd="0" destOrd="0" parTransId="{4FBDD0B7-B15C-4E4C-B5B5-239F9A5B9AC8}" sibTransId="{836CA19F-76E4-4A0B-A8A8-C5F1E7E7EA96}"/>
    <dgm:cxn modelId="{2206C592-6D96-4A69-89BF-6FA73EF0F848}" type="presOf" srcId="{6338D59B-43AC-46A5-A009-43EE36E0D6F5}" destId="{C0A477B3-0B1A-4B45-AD06-3C98F26D2BE5}" srcOrd="0" destOrd="3" presId="urn:microsoft.com/office/officeart/2005/8/layout/vList2"/>
    <dgm:cxn modelId="{606A4BA1-9685-4131-8B51-333246A70D6B}" srcId="{4D818DA7-3482-47F4-A255-E4AAB9306946}" destId="{D86F8606-4876-435B-8B54-050AFECCA759}" srcOrd="2" destOrd="0" parTransId="{A2CBC0F2-EC95-4892-9D96-CEE1C864CA8D}" sibTransId="{32778986-1F44-4D57-9F42-300BD481A43D}"/>
    <dgm:cxn modelId="{AF447AAD-A684-46AF-B477-30ADA326AD83}" srcId="{4D818DA7-3482-47F4-A255-E4AAB9306946}" destId="{F72F3818-EF9C-4B64-9548-394A8730466C}" srcOrd="0" destOrd="0" parTransId="{96C9F4D5-7427-477D-BC70-C9CDA6AE2947}" sibTransId="{19AF0C33-1AB2-4A30-904D-D890ECBF4685}"/>
    <dgm:cxn modelId="{3F1BB2AD-2D5F-47D4-B0B7-67EB12479C25}" srcId="{4D818DA7-3482-47F4-A255-E4AAB9306946}" destId="{7E1C5227-64C4-4958-82FA-642CD9AA2930}" srcOrd="1" destOrd="0" parTransId="{F6DEB3E9-958D-434A-BE3B-D37029B6499B}" sibTransId="{4309265F-383A-4962-943D-CD6095241C50}"/>
    <dgm:cxn modelId="{B3FFB9B0-99F7-4E12-9A66-87ECAED44B0A}" type="presOf" srcId="{D86F8606-4876-435B-8B54-050AFECCA759}" destId="{C0A477B3-0B1A-4B45-AD06-3C98F26D2BE5}" srcOrd="0" destOrd="2" presId="urn:microsoft.com/office/officeart/2005/8/layout/vList2"/>
    <dgm:cxn modelId="{E7193AD2-4AD2-4F55-85DA-384C861864C0}" srcId="{4D818DA7-3482-47F4-A255-E4AAB9306946}" destId="{001136FD-980D-4B95-9EF5-BC2783863D24}" srcOrd="5" destOrd="0" parTransId="{2B130F90-2469-4B08-8A54-A7B086BCD3D3}" sibTransId="{638EBFA0-DCE9-4BA3-A552-15B7669C7754}"/>
    <dgm:cxn modelId="{9A60A3D4-69F5-4799-B13B-26367C646F86}" type="presOf" srcId="{001136FD-980D-4B95-9EF5-BC2783863D24}" destId="{C0A477B3-0B1A-4B45-AD06-3C98F26D2BE5}" srcOrd="0" destOrd="5" presId="urn:microsoft.com/office/officeart/2005/8/layout/vList2"/>
    <dgm:cxn modelId="{ED7446EE-CA50-419E-AD0C-ABEC77470135}" type="presOf" srcId="{F72F3818-EF9C-4B64-9548-394A8730466C}" destId="{C0A477B3-0B1A-4B45-AD06-3C98F26D2BE5}" srcOrd="0" destOrd="0" presId="urn:microsoft.com/office/officeart/2005/8/layout/vList2"/>
    <dgm:cxn modelId="{EA6756F7-B9C5-41C0-B976-1382C84A5DB9}" type="presOf" srcId="{7E1C5227-64C4-4958-82FA-642CD9AA2930}" destId="{C0A477B3-0B1A-4B45-AD06-3C98F26D2BE5}" srcOrd="0" destOrd="1" presId="urn:microsoft.com/office/officeart/2005/8/layout/vList2"/>
    <dgm:cxn modelId="{11E60EBC-198A-4A69-866C-440AEEEA035F}" type="presParOf" srcId="{E081E75C-B08A-4BD6-9532-2406020C7C8B}" destId="{ED74A8CE-11B0-457B-9673-70608AADC52D}" srcOrd="0" destOrd="0" presId="urn:microsoft.com/office/officeart/2005/8/layout/vList2"/>
    <dgm:cxn modelId="{AE9456A4-B297-4D50-A54A-93BB75035F87}" type="presParOf" srcId="{E081E75C-B08A-4BD6-9532-2406020C7C8B}" destId="{C0A477B3-0B1A-4B45-AD06-3C98F26D2BE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D138022-A7F9-40D3-9078-F3B1F1E0BF5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D5D75D7-6AC7-4A3B-8767-AC39CD368568}">
      <dgm:prSet/>
      <dgm:spPr/>
      <dgm:t>
        <a:bodyPr/>
        <a:lstStyle/>
        <a:p>
          <a:r>
            <a:rPr lang="en-US" b="0" i="0" baseline="0"/>
            <a:t>It is used to establish, maintain and synchronizes the interaction between communicating devices.</a:t>
          </a:r>
          <a:endParaRPr lang="en-US"/>
        </a:p>
      </dgm:t>
    </dgm:pt>
    <dgm:pt modelId="{31793F3C-D5E7-4D0D-B1B1-46A90B01E90F}" type="parTrans" cxnId="{EF19F576-F361-438A-AD1D-47C92EE181C6}">
      <dgm:prSet/>
      <dgm:spPr/>
      <dgm:t>
        <a:bodyPr/>
        <a:lstStyle/>
        <a:p>
          <a:endParaRPr lang="en-US"/>
        </a:p>
      </dgm:t>
    </dgm:pt>
    <dgm:pt modelId="{28BA6CE9-36E4-4F11-B373-E66EBEEE08C4}" type="sibTrans" cxnId="{EF19F576-F361-438A-AD1D-47C92EE181C6}">
      <dgm:prSet/>
      <dgm:spPr/>
      <dgm:t>
        <a:bodyPr/>
        <a:lstStyle/>
        <a:p>
          <a:endParaRPr lang="en-US"/>
        </a:p>
      </dgm:t>
    </dgm:pt>
    <dgm:pt modelId="{DE6172F9-5942-46B5-9502-DC8258C4676B}">
      <dgm:prSet/>
      <dgm:spPr/>
      <dgm:t>
        <a:bodyPr/>
        <a:lstStyle/>
        <a:p>
          <a:r>
            <a:rPr lang="en-US" b="1" i="0" baseline="0"/>
            <a:t>Functions:</a:t>
          </a:r>
          <a:endParaRPr lang="en-US"/>
        </a:p>
      </dgm:t>
    </dgm:pt>
    <dgm:pt modelId="{FACAA707-DD24-4329-8C2F-A614F41DAC01}" type="parTrans" cxnId="{8AA77B26-06E4-4119-8A5A-6E2E36EDA0D2}">
      <dgm:prSet/>
      <dgm:spPr/>
      <dgm:t>
        <a:bodyPr/>
        <a:lstStyle/>
        <a:p>
          <a:endParaRPr lang="en-US"/>
        </a:p>
      </dgm:t>
    </dgm:pt>
    <dgm:pt modelId="{AA76F7DF-8FAF-4989-92F3-AC183F6199AB}" type="sibTrans" cxnId="{8AA77B26-06E4-4119-8A5A-6E2E36EDA0D2}">
      <dgm:prSet/>
      <dgm:spPr/>
      <dgm:t>
        <a:bodyPr/>
        <a:lstStyle/>
        <a:p>
          <a:endParaRPr lang="en-US"/>
        </a:p>
      </dgm:t>
    </dgm:pt>
    <dgm:pt modelId="{2B06B260-ED32-4B0D-AF47-897007012FCC}">
      <dgm:prSet/>
      <dgm:spPr/>
      <dgm:t>
        <a:bodyPr/>
        <a:lstStyle/>
        <a:p>
          <a:r>
            <a:rPr lang="en-US" b="1" i="0" baseline="0"/>
            <a:t>Authentication: </a:t>
          </a:r>
          <a:r>
            <a:rPr lang="en-US" b="0" i="0" baseline="0"/>
            <a:t>Once a user logs in, he/she should remain logged in until he/she logs out.</a:t>
          </a:r>
          <a:endParaRPr lang="en-US"/>
        </a:p>
      </dgm:t>
    </dgm:pt>
    <dgm:pt modelId="{27D2F578-4B28-4EDF-AA75-FFC97B90C8DA}" type="parTrans" cxnId="{1DAED757-6C2F-44B4-B866-D709D43541E2}">
      <dgm:prSet/>
      <dgm:spPr/>
      <dgm:t>
        <a:bodyPr/>
        <a:lstStyle/>
        <a:p>
          <a:endParaRPr lang="en-US"/>
        </a:p>
      </dgm:t>
    </dgm:pt>
    <dgm:pt modelId="{39B47EFD-EA53-47A0-82C2-3A6E916D8A81}" type="sibTrans" cxnId="{1DAED757-6C2F-44B4-B866-D709D43541E2}">
      <dgm:prSet/>
      <dgm:spPr/>
      <dgm:t>
        <a:bodyPr/>
        <a:lstStyle/>
        <a:p>
          <a:endParaRPr lang="en-US"/>
        </a:p>
      </dgm:t>
    </dgm:pt>
    <dgm:pt modelId="{8EF084B3-24E7-45B7-8B51-F90B9E091FA9}">
      <dgm:prSet/>
      <dgm:spPr/>
      <dgm:t>
        <a:bodyPr/>
        <a:lstStyle/>
        <a:p>
          <a:r>
            <a:rPr lang="en-US" b="1" i="0" baseline="0"/>
            <a:t>Authorization: </a:t>
          </a:r>
          <a:r>
            <a:rPr lang="en-US" b="0" i="0" baseline="0"/>
            <a:t>Access rights to specific parts of a website are given to super-users and admins.</a:t>
          </a:r>
          <a:endParaRPr lang="en-US"/>
        </a:p>
      </dgm:t>
    </dgm:pt>
    <dgm:pt modelId="{D5818F6B-BCF1-4196-B13C-914EB797CBC5}" type="parTrans" cxnId="{29D6D1CF-CF22-4677-966F-CD3B284EC8B2}">
      <dgm:prSet/>
      <dgm:spPr/>
      <dgm:t>
        <a:bodyPr/>
        <a:lstStyle/>
        <a:p>
          <a:endParaRPr lang="en-US"/>
        </a:p>
      </dgm:t>
    </dgm:pt>
    <dgm:pt modelId="{E2D02A9F-6FD4-41C3-98CB-E9DCE5B40EC9}" type="sibTrans" cxnId="{29D6D1CF-CF22-4677-966F-CD3B284EC8B2}">
      <dgm:prSet/>
      <dgm:spPr/>
      <dgm:t>
        <a:bodyPr/>
        <a:lstStyle/>
        <a:p>
          <a:endParaRPr lang="en-US"/>
        </a:p>
      </dgm:t>
    </dgm:pt>
    <dgm:pt modelId="{754E0CCE-B2ED-491B-9601-CDB981EEFF9B}">
      <dgm:prSet/>
      <dgm:spPr/>
      <dgm:t>
        <a:bodyPr/>
        <a:lstStyle/>
        <a:p>
          <a:r>
            <a:rPr lang="en-US" b="1" i="0" baseline="0"/>
            <a:t>Dialog Control: </a:t>
          </a:r>
          <a:r>
            <a:rPr lang="en-US" b="0" i="0" baseline="0"/>
            <a:t>Allows various systems running applications like WebEx to communicate.</a:t>
          </a:r>
          <a:endParaRPr lang="en-US"/>
        </a:p>
      </dgm:t>
    </dgm:pt>
    <dgm:pt modelId="{F534B724-B9D3-4E6E-A41C-704320CD3C62}" type="parTrans" cxnId="{30540C4A-C13E-477D-B4BE-370827689390}">
      <dgm:prSet/>
      <dgm:spPr/>
      <dgm:t>
        <a:bodyPr/>
        <a:lstStyle/>
        <a:p>
          <a:endParaRPr lang="en-US"/>
        </a:p>
      </dgm:t>
    </dgm:pt>
    <dgm:pt modelId="{5F9D6CD6-65E7-42F2-B1A4-6B5E51125581}" type="sibTrans" cxnId="{30540C4A-C13E-477D-B4BE-370827689390}">
      <dgm:prSet/>
      <dgm:spPr/>
      <dgm:t>
        <a:bodyPr/>
        <a:lstStyle/>
        <a:p>
          <a:endParaRPr lang="en-US"/>
        </a:p>
      </dgm:t>
    </dgm:pt>
    <dgm:pt modelId="{FA3C17D2-3542-4DE3-8707-30B20F2B93EF}">
      <dgm:prSet/>
      <dgm:spPr/>
      <dgm:t>
        <a:bodyPr/>
        <a:lstStyle/>
        <a:p>
          <a:r>
            <a:rPr lang="en-US" b="1" i="0" baseline="0"/>
            <a:t>Synchronization: </a:t>
          </a:r>
          <a:r>
            <a:rPr lang="en-US" b="0" i="0" baseline="0"/>
            <a:t>It ensures the timestamps of the audio and video received are in the right order.</a:t>
          </a:r>
          <a:endParaRPr lang="en-US"/>
        </a:p>
      </dgm:t>
    </dgm:pt>
    <dgm:pt modelId="{497F65FB-009E-4D9C-9EB0-CA7B3864FA9F}" type="parTrans" cxnId="{5E25C85C-5E1E-4341-AA72-C93951C570D7}">
      <dgm:prSet/>
      <dgm:spPr/>
      <dgm:t>
        <a:bodyPr/>
        <a:lstStyle/>
        <a:p>
          <a:endParaRPr lang="en-US"/>
        </a:p>
      </dgm:t>
    </dgm:pt>
    <dgm:pt modelId="{2557F6C3-5ADE-4642-B93E-B327D52FC108}" type="sibTrans" cxnId="{5E25C85C-5E1E-4341-AA72-C93951C570D7}">
      <dgm:prSet/>
      <dgm:spPr/>
      <dgm:t>
        <a:bodyPr/>
        <a:lstStyle/>
        <a:p>
          <a:endParaRPr lang="en-US"/>
        </a:p>
      </dgm:t>
    </dgm:pt>
    <dgm:pt modelId="{985D2FB3-6D06-4C79-B2C0-9B82420BA4E1}" type="pres">
      <dgm:prSet presAssocID="{1D138022-A7F9-40D3-9078-F3B1F1E0BF5F}" presName="linear" presStyleCnt="0">
        <dgm:presLayoutVars>
          <dgm:animLvl val="lvl"/>
          <dgm:resizeHandles val="exact"/>
        </dgm:presLayoutVars>
      </dgm:prSet>
      <dgm:spPr/>
    </dgm:pt>
    <dgm:pt modelId="{C66DC2B7-0ABD-4F69-B548-F38AB189E41E}" type="pres">
      <dgm:prSet presAssocID="{BD5D75D7-6AC7-4A3B-8767-AC39CD36856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B8AA6CF-5C7E-465D-AD08-C186BA9D28FB}" type="pres">
      <dgm:prSet presAssocID="{28BA6CE9-36E4-4F11-B373-E66EBEEE08C4}" presName="spacer" presStyleCnt="0"/>
      <dgm:spPr/>
    </dgm:pt>
    <dgm:pt modelId="{0F1CE214-BF5D-40DF-8011-56036BAAFFE3}" type="pres">
      <dgm:prSet presAssocID="{DE6172F9-5942-46B5-9502-DC8258C4676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7CD5C69-CFFA-4DDD-8011-C301704CCCCF}" type="pres">
      <dgm:prSet presAssocID="{DE6172F9-5942-46B5-9502-DC8258C4676B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8AA77B26-06E4-4119-8A5A-6E2E36EDA0D2}" srcId="{1D138022-A7F9-40D3-9078-F3B1F1E0BF5F}" destId="{DE6172F9-5942-46B5-9502-DC8258C4676B}" srcOrd="1" destOrd="0" parTransId="{FACAA707-DD24-4329-8C2F-A614F41DAC01}" sibTransId="{AA76F7DF-8FAF-4989-92F3-AC183F6199AB}"/>
    <dgm:cxn modelId="{5E25C85C-5E1E-4341-AA72-C93951C570D7}" srcId="{DE6172F9-5942-46B5-9502-DC8258C4676B}" destId="{FA3C17D2-3542-4DE3-8707-30B20F2B93EF}" srcOrd="3" destOrd="0" parTransId="{497F65FB-009E-4D9C-9EB0-CA7B3864FA9F}" sibTransId="{2557F6C3-5ADE-4642-B93E-B327D52FC108}"/>
    <dgm:cxn modelId="{968C455E-5DD9-44FD-A6DB-2D038343AAB3}" type="presOf" srcId="{754E0CCE-B2ED-491B-9601-CDB981EEFF9B}" destId="{97CD5C69-CFFA-4DDD-8011-C301704CCCCF}" srcOrd="0" destOrd="2" presId="urn:microsoft.com/office/officeart/2005/8/layout/vList2"/>
    <dgm:cxn modelId="{5CC51144-9740-42FA-A57A-E304DC5FFBC3}" type="presOf" srcId="{1D138022-A7F9-40D3-9078-F3B1F1E0BF5F}" destId="{985D2FB3-6D06-4C79-B2C0-9B82420BA4E1}" srcOrd="0" destOrd="0" presId="urn:microsoft.com/office/officeart/2005/8/layout/vList2"/>
    <dgm:cxn modelId="{30540C4A-C13E-477D-B4BE-370827689390}" srcId="{DE6172F9-5942-46B5-9502-DC8258C4676B}" destId="{754E0CCE-B2ED-491B-9601-CDB981EEFF9B}" srcOrd="2" destOrd="0" parTransId="{F534B724-B9D3-4E6E-A41C-704320CD3C62}" sibTransId="{5F9D6CD6-65E7-42F2-B1A4-6B5E51125581}"/>
    <dgm:cxn modelId="{62F6EF4B-2E59-4D81-9B5C-D7BB0521F8A0}" type="presOf" srcId="{FA3C17D2-3542-4DE3-8707-30B20F2B93EF}" destId="{97CD5C69-CFFA-4DDD-8011-C301704CCCCF}" srcOrd="0" destOrd="3" presId="urn:microsoft.com/office/officeart/2005/8/layout/vList2"/>
    <dgm:cxn modelId="{728EA053-D23D-47D1-8072-F46279778761}" type="presOf" srcId="{DE6172F9-5942-46B5-9502-DC8258C4676B}" destId="{0F1CE214-BF5D-40DF-8011-56036BAAFFE3}" srcOrd="0" destOrd="0" presId="urn:microsoft.com/office/officeart/2005/8/layout/vList2"/>
    <dgm:cxn modelId="{EF19F576-F361-438A-AD1D-47C92EE181C6}" srcId="{1D138022-A7F9-40D3-9078-F3B1F1E0BF5F}" destId="{BD5D75D7-6AC7-4A3B-8767-AC39CD368568}" srcOrd="0" destOrd="0" parTransId="{31793F3C-D5E7-4D0D-B1B1-46A90B01E90F}" sibTransId="{28BA6CE9-36E4-4F11-B373-E66EBEEE08C4}"/>
    <dgm:cxn modelId="{1DAED757-6C2F-44B4-B866-D709D43541E2}" srcId="{DE6172F9-5942-46B5-9502-DC8258C4676B}" destId="{2B06B260-ED32-4B0D-AF47-897007012FCC}" srcOrd="0" destOrd="0" parTransId="{27D2F578-4B28-4EDF-AA75-FFC97B90C8DA}" sibTransId="{39B47EFD-EA53-47A0-82C2-3A6E916D8A81}"/>
    <dgm:cxn modelId="{F355207E-06C0-4FC4-A51A-4D5FB16B1035}" type="presOf" srcId="{2B06B260-ED32-4B0D-AF47-897007012FCC}" destId="{97CD5C69-CFFA-4DDD-8011-C301704CCCCF}" srcOrd="0" destOrd="0" presId="urn:microsoft.com/office/officeart/2005/8/layout/vList2"/>
    <dgm:cxn modelId="{29D6D1CF-CF22-4677-966F-CD3B284EC8B2}" srcId="{DE6172F9-5942-46B5-9502-DC8258C4676B}" destId="{8EF084B3-24E7-45B7-8B51-F90B9E091FA9}" srcOrd="1" destOrd="0" parTransId="{D5818F6B-BCF1-4196-B13C-914EB797CBC5}" sibTransId="{E2D02A9F-6FD4-41C3-98CB-E9DCE5B40EC9}"/>
    <dgm:cxn modelId="{B3840FD8-93E7-457E-B9AE-0D6EA4843131}" type="presOf" srcId="{8EF084B3-24E7-45B7-8B51-F90B9E091FA9}" destId="{97CD5C69-CFFA-4DDD-8011-C301704CCCCF}" srcOrd="0" destOrd="1" presId="urn:microsoft.com/office/officeart/2005/8/layout/vList2"/>
    <dgm:cxn modelId="{B4AE57E5-5A03-4B2D-9D1C-06A28A69972E}" type="presOf" srcId="{BD5D75D7-6AC7-4A3B-8767-AC39CD368568}" destId="{C66DC2B7-0ABD-4F69-B548-F38AB189E41E}" srcOrd="0" destOrd="0" presId="urn:microsoft.com/office/officeart/2005/8/layout/vList2"/>
    <dgm:cxn modelId="{C3ABA151-CB65-431D-A985-B687846F62E9}" type="presParOf" srcId="{985D2FB3-6D06-4C79-B2C0-9B82420BA4E1}" destId="{C66DC2B7-0ABD-4F69-B548-F38AB189E41E}" srcOrd="0" destOrd="0" presId="urn:microsoft.com/office/officeart/2005/8/layout/vList2"/>
    <dgm:cxn modelId="{60959F25-ECB5-4A40-8E90-E914D97A804E}" type="presParOf" srcId="{985D2FB3-6D06-4C79-B2C0-9B82420BA4E1}" destId="{8B8AA6CF-5C7E-465D-AD08-C186BA9D28FB}" srcOrd="1" destOrd="0" presId="urn:microsoft.com/office/officeart/2005/8/layout/vList2"/>
    <dgm:cxn modelId="{A0594FDF-28EB-4576-9098-BC53300C3FB3}" type="presParOf" srcId="{985D2FB3-6D06-4C79-B2C0-9B82420BA4E1}" destId="{0F1CE214-BF5D-40DF-8011-56036BAAFFE3}" srcOrd="2" destOrd="0" presId="urn:microsoft.com/office/officeart/2005/8/layout/vList2"/>
    <dgm:cxn modelId="{7984A3E0-A8A7-4300-B71B-4AED532B1EF4}" type="presParOf" srcId="{985D2FB3-6D06-4C79-B2C0-9B82420BA4E1}" destId="{97CD5C69-CFFA-4DDD-8011-C301704CCCCF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BF7A976-5687-4C69-B785-EEC209DB27E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E62B1D4-97EF-48D0-8AA3-424760F40E76}">
      <dgm:prSet/>
      <dgm:spPr/>
      <dgm:t>
        <a:bodyPr/>
        <a:lstStyle/>
        <a:p>
          <a:r>
            <a:rPr lang="en-US" b="0" i="0" baseline="0"/>
            <a:t>It serves as a window for users and application processes to access network service.</a:t>
          </a:r>
          <a:endParaRPr lang="en-US"/>
        </a:p>
      </dgm:t>
    </dgm:pt>
    <dgm:pt modelId="{7E6EDA59-0165-46E5-9816-BDFBC65547B9}" type="parTrans" cxnId="{DE6A7325-C055-4A3A-98DC-55E64DBE5FDF}">
      <dgm:prSet/>
      <dgm:spPr/>
      <dgm:t>
        <a:bodyPr/>
        <a:lstStyle/>
        <a:p>
          <a:endParaRPr lang="en-US"/>
        </a:p>
      </dgm:t>
    </dgm:pt>
    <dgm:pt modelId="{3E7FAD25-A3D0-4739-AF21-243D6F198EB4}" type="sibTrans" cxnId="{DE6A7325-C055-4A3A-98DC-55E64DBE5FDF}">
      <dgm:prSet/>
      <dgm:spPr/>
      <dgm:t>
        <a:bodyPr/>
        <a:lstStyle/>
        <a:p>
          <a:endParaRPr lang="en-US"/>
        </a:p>
      </dgm:t>
    </dgm:pt>
    <dgm:pt modelId="{7DAD79DE-998F-42EE-8E54-8A2F7EAD81F0}">
      <dgm:prSet/>
      <dgm:spPr/>
      <dgm:t>
        <a:bodyPr/>
        <a:lstStyle/>
        <a:p>
          <a:r>
            <a:rPr lang="en-US" b="0" i="0" baseline="0"/>
            <a:t>It handles issues such as network transparency, resource allocation, etc.</a:t>
          </a:r>
          <a:endParaRPr lang="en-US"/>
        </a:p>
      </dgm:t>
    </dgm:pt>
    <dgm:pt modelId="{113A5CAD-FB63-4BDF-BCAA-972FE6B83206}" type="parTrans" cxnId="{36558880-909B-4CD6-B3D6-AE9EBEED08CD}">
      <dgm:prSet/>
      <dgm:spPr/>
      <dgm:t>
        <a:bodyPr/>
        <a:lstStyle/>
        <a:p>
          <a:endParaRPr lang="en-US"/>
        </a:p>
      </dgm:t>
    </dgm:pt>
    <dgm:pt modelId="{0C735722-A405-4BC6-8868-2AF51A9A22F1}" type="sibTrans" cxnId="{36558880-909B-4CD6-B3D6-AE9EBEED08CD}">
      <dgm:prSet/>
      <dgm:spPr/>
      <dgm:t>
        <a:bodyPr/>
        <a:lstStyle/>
        <a:p>
          <a:endParaRPr lang="en-US"/>
        </a:p>
      </dgm:t>
    </dgm:pt>
    <dgm:pt modelId="{5928798D-0D10-404B-A8BF-DE5C66E62FB6}">
      <dgm:prSet/>
      <dgm:spPr/>
      <dgm:t>
        <a:bodyPr/>
        <a:lstStyle/>
        <a:p>
          <a:r>
            <a:rPr lang="en-US" b="0" i="0" baseline="0"/>
            <a:t>This layer provides the network services to the end-users.</a:t>
          </a:r>
          <a:endParaRPr lang="en-US"/>
        </a:p>
      </dgm:t>
    </dgm:pt>
    <dgm:pt modelId="{19B7D247-AF54-4BF4-BB34-469ED5B7DA9E}" type="parTrans" cxnId="{88332233-BE8A-465D-BF29-456311CBB95D}">
      <dgm:prSet/>
      <dgm:spPr/>
      <dgm:t>
        <a:bodyPr/>
        <a:lstStyle/>
        <a:p>
          <a:endParaRPr lang="en-US"/>
        </a:p>
      </dgm:t>
    </dgm:pt>
    <dgm:pt modelId="{E384E318-3D0C-41C3-AD77-B100E2DCE065}" type="sibTrans" cxnId="{88332233-BE8A-465D-BF29-456311CBB95D}">
      <dgm:prSet/>
      <dgm:spPr/>
      <dgm:t>
        <a:bodyPr/>
        <a:lstStyle/>
        <a:p>
          <a:endParaRPr lang="en-US"/>
        </a:p>
      </dgm:t>
    </dgm:pt>
    <dgm:pt modelId="{450BF890-DFD4-4F49-9B7C-6D9E81A70316}">
      <dgm:prSet/>
      <dgm:spPr/>
      <dgm:t>
        <a:bodyPr/>
        <a:lstStyle/>
        <a:p>
          <a:r>
            <a:rPr lang="en-US" b="0" i="0" baseline="0"/>
            <a:t>Application Layer is also called Desktop Layer.</a:t>
          </a:r>
          <a:endParaRPr lang="en-US"/>
        </a:p>
      </dgm:t>
    </dgm:pt>
    <dgm:pt modelId="{40A1DE21-3A22-4227-AAAD-2336F98EF6D9}" type="parTrans" cxnId="{FC1A8D33-4C6F-4957-A375-9299695834F6}">
      <dgm:prSet/>
      <dgm:spPr/>
      <dgm:t>
        <a:bodyPr/>
        <a:lstStyle/>
        <a:p>
          <a:endParaRPr lang="en-US"/>
        </a:p>
      </dgm:t>
    </dgm:pt>
    <dgm:pt modelId="{42E77E3A-08AA-4C18-B74B-07EC4D99DD65}" type="sibTrans" cxnId="{FC1A8D33-4C6F-4957-A375-9299695834F6}">
      <dgm:prSet/>
      <dgm:spPr/>
      <dgm:t>
        <a:bodyPr/>
        <a:lstStyle/>
        <a:p>
          <a:endParaRPr lang="en-US"/>
        </a:p>
      </dgm:t>
    </dgm:pt>
    <dgm:pt modelId="{18E53418-AFC0-43D4-A55E-6CF9EF8F8A4F}">
      <dgm:prSet/>
      <dgm:spPr/>
      <dgm:t>
        <a:bodyPr/>
        <a:lstStyle/>
        <a:p>
          <a:r>
            <a:rPr lang="en-US" b="0" i="0" baseline="0"/>
            <a:t>Functions of Application layer:</a:t>
          </a:r>
          <a:endParaRPr lang="en-US"/>
        </a:p>
      </dgm:t>
    </dgm:pt>
    <dgm:pt modelId="{DBB28964-E76B-44F1-8416-9D3E9CBF04BC}" type="parTrans" cxnId="{347F51FB-6DA8-4B3D-8458-559EFA451E16}">
      <dgm:prSet/>
      <dgm:spPr/>
      <dgm:t>
        <a:bodyPr/>
        <a:lstStyle/>
        <a:p>
          <a:endParaRPr lang="en-US"/>
        </a:p>
      </dgm:t>
    </dgm:pt>
    <dgm:pt modelId="{75A6F5AD-8DAE-4D83-A167-0FEA7C3E4C71}" type="sibTrans" cxnId="{347F51FB-6DA8-4B3D-8458-559EFA451E16}">
      <dgm:prSet/>
      <dgm:spPr/>
      <dgm:t>
        <a:bodyPr/>
        <a:lstStyle/>
        <a:p>
          <a:endParaRPr lang="en-US"/>
        </a:p>
      </dgm:t>
    </dgm:pt>
    <dgm:pt modelId="{839358EA-81A8-40C1-ABE5-10B829CAB00A}">
      <dgm:prSet/>
      <dgm:spPr/>
      <dgm:t>
        <a:bodyPr/>
        <a:lstStyle/>
        <a:p>
          <a:r>
            <a:rPr lang="en-US" b="0" i="0" baseline="0"/>
            <a:t>File transfer, access, and management (FTAM): Allows a user to manage files in a remote computer.</a:t>
          </a:r>
          <a:endParaRPr lang="en-US"/>
        </a:p>
      </dgm:t>
    </dgm:pt>
    <dgm:pt modelId="{F0556329-4DC3-40E6-94EC-C6A765AB2D1E}" type="parTrans" cxnId="{87B62A67-186E-4FCB-9B0B-61A3FA49FCF4}">
      <dgm:prSet/>
      <dgm:spPr/>
      <dgm:t>
        <a:bodyPr/>
        <a:lstStyle/>
        <a:p>
          <a:endParaRPr lang="en-US"/>
        </a:p>
      </dgm:t>
    </dgm:pt>
    <dgm:pt modelId="{214A7D53-7E7F-461A-A8EF-D195AD2FF59C}" type="sibTrans" cxnId="{87B62A67-186E-4FCB-9B0B-61A3FA49FCF4}">
      <dgm:prSet/>
      <dgm:spPr/>
      <dgm:t>
        <a:bodyPr/>
        <a:lstStyle/>
        <a:p>
          <a:endParaRPr lang="en-US"/>
        </a:p>
      </dgm:t>
    </dgm:pt>
    <dgm:pt modelId="{D1A7C7B0-0080-4F77-BC21-EACA4E06CBF4}">
      <dgm:prSet/>
      <dgm:spPr/>
      <dgm:t>
        <a:bodyPr/>
        <a:lstStyle/>
        <a:p>
          <a:r>
            <a:rPr lang="en-US" b="0" i="0" baseline="0"/>
            <a:t>Mail services: Provides the facility for email forwarding and storage.</a:t>
          </a:r>
          <a:endParaRPr lang="en-US"/>
        </a:p>
      </dgm:t>
    </dgm:pt>
    <dgm:pt modelId="{6FBBED70-9DD2-449F-A282-014EA7A3F474}" type="parTrans" cxnId="{1DF6979C-B832-4A83-8E6E-963B4D8A09B8}">
      <dgm:prSet/>
      <dgm:spPr/>
      <dgm:t>
        <a:bodyPr/>
        <a:lstStyle/>
        <a:p>
          <a:endParaRPr lang="en-US"/>
        </a:p>
      </dgm:t>
    </dgm:pt>
    <dgm:pt modelId="{A27FC127-257C-46BC-975F-DC2937F9FBB8}" type="sibTrans" cxnId="{1DF6979C-B832-4A83-8E6E-963B4D8A09B8}">
      <dgm:prSet/>
      <dgm:spPr/>
      <dgm:t>
        <a:bodyPr/>
        <a:lstStyle/>
        <a:p>
          <a:endParaRPr lang="en-US"/>
        </a:p>
      </dgm:t>
    </dgm:pt>
    <dgm:pt modelId="{1FDD673F-7DD2-4B2E-BF47-B94B948797CD}">
      <dgm:prSet/>
      <dgm:spPr/>
      <dgm:t>
        <a:bodyPr/>
        <a:lstStyle/>
        <a:p>
          <a:r>
            <a:rPr lang="en-US" b="0" i="0" baseline="0"/>
            <a:t>Directory services: An application provides the distributed database sources and is used to provide that global</a:t>
          </a:r>
          <a:endParaRPr lang="en-US"/>
        </a:p>
      </dgm:t>
    </dgm:pt>
    <dgm:pt modelId="{D182E33D-42E0-44BB-85EA-CA33686D84B6}" type="parTrans" cxnId="{6F0405D7-9D2C-4A5B-A5FD-8A4374D43FA9}">
      <dgm:prSet/>
      <dgm:spPr/>
      <dgm:t>
        <a:bodyPr/>
        <a:lstStyle/>
        <a:p>
          <a:endParaRPr lang="en-US"/>
        </a:p>
      </dgm:t>
    </dgm:pt>
    <dgm:pt modelId="{B5A2FE75-A473-4305-9A11-967EF97DF3B0}" type="sibTrans" cxnId="{6F0405D7-9D2C-4A5B-A5FD-8A4374D43FA9}">
      <dgm:prSet/>
      <dgm:spPr/>
      <dgm:t>
        <a:bodyPr/>
        <a:lstStyle/>
        <a:p>
          <a:endParaRPr lang="en-US"/>
        </a:p>
      </dgm:t>
    </dgm:pt>
    <dgm:pt modelId="{8EFA6D5E-4CE5-428F-A14E-B49E74E5FCFA}">
      <dgm:prSet/>
      <dgm:spPr/>
      <dgm:t>
        <a:bodyPr/>
        <a:lstStyle/>
        <a:p>
          <a:r>
            <a:rPr lang="en-US" b="0" i="0" baseline="0"/>
            <a:t>information about various objects.</a:t>
          </a:r>
          <a:endParaRPr lang="en-US"/>
        </a:p>
      </dgm:t>
    </dgm:pt>
    <dgm:pt modelId="{3E128B67-1772-4E2F-BF80-C21B425144B8}" type="parTrans" cxnId="{A58A47BB-863A-4A4B-815B-84A166E4BDD7}">
      <dgm:prSet/>
      <dgm:spPr/>
      <dgm:t>
        <a:bodyPr/>
        <a:lstStyle/>
        <a:p>
          <a:endParaRPr lang="en-US"/>
        </a:p>
      </dgm:t>
    </dgm:pt>
    <dgm:pt modelId="{6E1FF07B-673A-47AE-BB68-568CFA8AF1E4}" type="sibTrans" cxnId="{A58A47BB-863A-4A4B-815B-84A166E4BDD7}">
      <dgm:prSet/>
      <dgm:spPr/>
      <dgm:t>
        <a:bodyPr/>
        <a:lstStyle/>
        <a:p>
          <a:endParaRPr lang="en-US"/>
        </a:p>
      </dgm:t>
    </dgm:pt>
    <dgm:pt modelId="{6F1200F2-E947-49F1-8E28-D1A914710DD5}" type="pres">
      <dgm:prSet presAssocID="{ABF7A976-5687-4C69-B785-EEC209DB27E7}" presName="linear" presStyleCnt="0">
        <dgm:presLayoutVars>
          <dgm:animLvl val="lvl"/>
          <dgm:resizeHandles val="exact"/>
        </dgm:presLayoutVars>
      </dgm:prSet>
      <dgm:spPr/>
    </dgm:pt>
    <dgm:pt modelId="{79D47B34-CB7B-4DE6-B73B-683F7C5D8FAB}" type="pres">
      <dgm:prSet presAssocID="{3E62B1D4-97EF-48D0-8AA3-424760F40E7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5B697D9-4BE3-415A-90F0-3FFFC265A438}" type="pres">
      <dgm:prSet presAssocID="{3E7FAD25-A3D0-4739-AF21-243D6F198EB4}" presName="spacer" presStyleCnt="0"/>
      <dgm:spPr/>
    </dgm:pt>
    <dgm:pt modelId="{934538CB-B5BA-47EE-AD79-06FAD08144E0}" type="pres">
      <dgm:prSet presAssocID="{7DAD79DE-998F-42EE-8E54-8A2F7EAD81F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D11BD12-8ED4-437D-8220-A09FC9EC7B99}" type="pres">
      <dgm:prSet presAssocID="{0C735722-A405-4BC6-8868-2AF51A9A22F1}" presName="spacer" presStyleCnt="0"/>
      <dgm:spPr/>
    </dgm:pt>
    <dgm:pt modelId="{22861D73-3403-40FD-88AD-0F70D817F4FE}" type="pres">
      <dgm:prSet presAssocID="{5928798D-0D10-404B-A8BF-DE5C66E62FB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7AA93EE-1BF0-431F-9BF6-C1FC33D255A8}" type="pres">
      <dgm:prSet presAssocID="{E384E318-3D0C-41C3-AD77-B100E2DCE065}" presName="spacer" presStyleCnt="0"/>
      <dgm:spPr/>
    </dgm:pt>
    <dgm:pt modelId="{B7440157-BBB6-420F-B112-4D0C09C9D9D2}" type="pres">
      <dgm:prSet presAssocID="{450BF890-DFD4-4F49-9B7C-6D9E81A7031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BDFAFE8-ECB4-4158-A3EB-6787302C7236}" type="pres">
      <dgm:prSet presAssocID="{42E77E3A-08AA-4C18-B74B-07EC4D99DD65}" presName="spacer" presStyleCnt="0"/>
      <dgm:spPr/>
    </dgm:pt>
    <dgm:pt modelId="{16A12739-249E-4316-93F5-600386B19624}" type="pres">
      <dgm:prSet presAssocID="{18E53418-AFC0-43D4-A55E-6CF9EF8F8A4F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D0105298-8CB1-4A74-9967-5E5722556E2B}" type="pres">
      <dgm:prSet presAssocID="{18E53418-AFC0-43D4-A55E-6CF9EF8F8A4F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7195D207-5C2D-4210-9F93-349CC900F028}" type="presOf" srcId="{7DAD79DE-998F-42EE-8E54-8A2F7EAD81F0}" destId="{934538CB-B5BA-47EE-AD79-06FAD08144E0}" srcOrd="0" destOrd="0" presId="urn:microsoft.com/office/officeart/2005/8/layout/vList2"/>
    <dgm:cxn modelId="{A2BEAF23-3B9C-47CD-9F05-CDF1410E7CA2}" type="presOf" srcId="{450BF890-DFD4-4F49-9B7C-6D9E81A70316}" destId="{B7440157-BBB6-420F-B112-4D0C09C9D9D2}" srcOrd="0" destOrd="0" presId="urn:microsoft.com/office/officeart/2005/8/layout/vList2"/>
    <dgm:cxn modelId="{DE6A7325-C055-4A3A-98DC-55E64DBE5FDF}" srcId="{ABF7A976-5687-4C69-B785-EEC209DB27E7}" destId="{3E62B1D4-97EF-48D0-8AA3-424760F40E76}" srcOrd="0" destOrd="0" parTransId="{7E6EDA59-0165-46E5-9816-BDFBC65547B9}" sibTransId="{3E7FAD25-A3D0-4739-AF21-243D6F198EB4}"/>
    <dgm:cxn modelId="{88332233-BE8A-465D-BF29-456311CBB95D}" srcId="{ABF7A976-5687-4C69-B785-EEC209DB27E7}" destId="{5928798D-0D10-404B-A8BF-DE5C66E62FB6}" srcOrd="2" destOrd="0" parTransId="{19B7D247-AF54-4BF4-BB34-469ED5B7DA9E}" sibTransId="{E384E318-3D0C-41C3-AD77-B100E2DCE065}"/>
    <dgm:cxn modelId="{FC1A8D33-4C6F-4957-A375-9299695834F6}" srcId="{ABF7A976-5687-4C69-B785-EEC209DB27E7}" destId="{450BF890-DFD4-4F49-9B7C-6D9E81A70316}" srcOrd="3" destOrd="0" parTransId="{40A1DE21-3A22-4227-AAAD-2336F98EF6D9}" sibTransId="{42E77E3A-08AA-4C18-B74B-07EC4D99DD65}"/>
    <dgm:cxn modelId="{30BC5C3F-98EE-4401-A63D-09C70B56BA46}" type="presOf" srcId="{3E62B1D4-97EF-48D0-8AA3-424760F40E76}" destId="{79D47B34-CB7B-4DE6-B73B-683F7C5D8FAB}" srcOrd="0" destOrd="0" presId="urn:microsoft.com/office/officeart/2005/8/layout/vList2"/>
    <dgm:cxn modelId="{87B62A67-186E-4FCB-9B0B-61A3FA49FCF4}" srcId="{18E53418-AFC0-43D4-A55E-6CF9EF8F8A4F}" destId="{839358EA-81A8-40C1-ABE5-10B829CAB00A}" srcOrd="0" destOrd="0" parTransId="{F0556329-4DC3-40E6-94EC-C6A765AB2D1E}" sibTransId="{214A7D53-7E7F-461A-A8EF-D195AD2FF59C}"/>
    <dgm:cxn modelId="{36558880-909B-4CD6-B3D6-AE9EBEED08CD}" srcId="{ABF7A976-5687-4C69-B785-EEC209DB27E7}" destId="{7DAD79DE-998F-42EE-8E54-8A2F7EAD81F0}" srcOrd="1" destOrd="0" parTransId="{113A5CAD-FB63-4BDF-BCAA-972FE6B83206}" sibTransId="{0C735722-A405-4BC6-8868-2AF51A9A22F1}"/>
    <dgm:cxn modelId="{C1631081-306E-4988-8F3A-12DC89364E09}" type="presOf" srcId="{5928798D-0D10-404B-A8BF-DE5C66E62FB6}" destId="{22861D73-3403-40FD-88AD-0F70D817F4FE}" srcOrd="0" destOrd="0" presId="urn:microsoft.com/office/officeart/2005/8/layout/vList2"/>
    <dgm:cxn modelId="{71538D8F-999E-47D3-A1E7-5EFF13244193}" type="presOf" srcId="{1FDD673F-7DD2-4B2E-BF47-B94B948797CD}" destId="{D0105298-8CB1-4A74-9967-5E5722556E2B}" srcOrd="0" destOrd="2" presId="urn:microsoft.com/office/officeart/2005/8/layout/vList2"/>
    <dgm:cxn modelId="{1DF6979C-B832-4A83-8E6E-963B4D8A09B8}" srcId="{18E53418-AFC0-43D4-A55E-6CF9EF8F8A4F}" destId="{D1A7C7B0-0080-4F77-BC21-EACA4E06CBF4}" srcOrd="1" destOrd="0" parTransId="{6FBBED70-9DD2-449F-A282-014EA7A3F474}" sibTransId="{A27FC127-257C-46BC-975F-DC2937F9FBB8}"/>
    <dgm:cxn modelId="{E5C39CB4-A1A6-4067-B4C0-AFF824C3386E}" type="presOf" srcId="{ABF7A976-5687-4C69-B785-EEC209DB27E7}" destId="{6F1200F2-E947-49F1-8E28-D1A914710DD5}" srcOrd="0" destOrd="0" presId="urn:microsoft.com/office/officeart/2005/8/layout/vList2"/>
    <dgm:cxn modelId="{32EB63B5-3029-4F37-B840-D4DB7D6F2068}" type="presOf" srcId="{8EFA6D5E-4CE5-428F-A14E-B49E74E5FCFA}" destId="{D0105298-8CB1-4A74-9967-5E5722556E2B}" srcOrd="0" destOrd="3" presId="urn:microsoft.com/office/officeart/2005/8/layout/vList2"/>
    <dgm:cxn modelId="{A58A47BB-863A-4A4B-815B-84A166E4BDD7}" srcId="{18E53418-AFC0-43D4-A55E-6CF9EF8F8A4F}" destId="{8EFA6D5E-4CE5-428F-A14E-B49E74E5FCFA}" srcOrd="3" destOrd="0" parTransId="{3E128B67-1772-4E2F-BF80-C21B425144B8}" sibTransId="{6E1FF07B-673A-47AE-BB68-568CFA8AF1E4}"/>
    <dgm:cxn modelId="{E0A1AEC7-327B-418F-B24D-5B90204728AD}" type="presOf" srcId="{D1A7C7B0-0080-4F77-BC21-EACA4E06CBF4}" destId="{D0105298-8CB1-4A74-9967-5E5722556E2B}" srcOrd="0" destOrd="1" presId="urn:microsoft.com/office/officeart/2005/8/layout/vList2"/>
    <dgm:cxn modelId="{6F0405D7-9D2C-4A5B-A5FD-8A4374D43FA9}" srcId="{18E53418-AFC0-43D4-A55E-6CF9EF8F8A4F}" destId="{1FDD673F-7DD2-4B2E-BF47-B94B948797CD}" srcOrd="2" destOrd="0" parTransId="{D182E33D-42E0-44BB-85EA-CA33686D84B6}" sibTransId="{B5A2FE75-A473-4305-9A11-967EF97DF3B0}"/>
    <dgm:cxn modelId="{4563DFD7-ECEA-4C39-B9AD-18247F8B9DCA}" type="presOf" srcId="{839358EA-81A8-40C1-ABE5-10B829CAB00A}" destId="{D0105298-8CB1-4A74-9967-5E5722556E2B}" srcOrd="0" destOrd="0" presId="urn:microsoft.com/office/officeart/2005/8/layout/vList2"/>
    <dgm:cxn modelId="{347F51FB-6DA8-4B3D-8458-559EFA451E16}" srcId="{ABF7A976-5687-4C69-B785-EEC209DB27E7}" destId="{18E53418-AFC0-43D4-A55E-6CF9EF8F8A4F}" srcOrd="4" destOrd="0" parTransId="{DBB28964-E76B-44F1-8416-9D3E9CBF04BC}" sibTransId="{75A6F5AD-8DAE-4D83-A167-0FEA7C3E4C71}"/>
    <dgm:cxn modelId="{72A4EFFE-9705-4B6B-A996-D68A79E866A1}" type="presOf" srcId="{18E53418-AFC0-43D4-A55E-6CF9EF8F8A4F}" destId="{16A12739-249E-4316-93F5-600386B19624}" srcOrd="0" destOrd="0" presId="urn:microsoft.com/office/officeart/2005/8/layout/vList2"/>
    <dgm:cxn modelId="{AC22FDFE-5DCE-4C54-A250-2AE8A47BF52B}" type="presParOf" srcId="{6F1200F2-E947-49F1-8E28-D1A914710DD5}" destId="{79D47B34-CB7B-4DE6-B73B-683F7C5D8FAB}" srcOrd="0" destOrd="0" presId="urn:microsoft.com/office/officeart/2005/8/layout/vList2"/>
    <dgm:cxn modelId="{81D71A34-245E-4B66-88C6-4E0F77AF858B}" type="presParOf" srcId="{6F1200F2-E947-49F1-8E28-D1A914710DD5}" destId="{B5B697D9-4BE3-415A-90F0-3FFFC265A438}" srcOrd="1" destOrd="0" presId="urn:microsoft.com/office/officeart/2005/8/layout/vList2"/>
    <dgm:cxn modelId="{E46A5E3A-68B2-4F46-A335-4B2EDBF76472}" type="presParOf" srcId="{6F1200F2-E947-49F1-8E28-D1A914710DD5}" destId="{934538CB-B5BA-47EE-AD79-06FAD08144E0}" srcOrd="2" destOrd="0" presId="urn:microsoft.com/office/officeart/2005/8/layout/vList2"/>
    <dgm:cxn modelId="{ACFCF516-3822-4A78-8172-708543CFFA4E}" type="presParOf" srcId="{6F1200F2-E947-49F1-8E28-D1A914710DD5}" destId="{DD11BD12-8ED4-437D-8220-A09FC9EC7B99}" srcOrd="3" destOrd="0" presId="urn:microsoft.com/office/officeart/2005/8/layout/vList2"/>
    <dgm:cxn modelId="{43E8A104-64B2-4DD8-A09D-4074BCF5CEDD}" type="presParOf" srcId="{6F1200F2-E947-49F1-8E28-D1A914710DD5}" destId="{22861D73-3403-40FD-88AD-0F70D817F4FE}" srcOrd="4" destOrd="0" presId="urn:microsoft.com/office/officeart/2005/8/layout/vList2"/>
    <dgm:cxn modelId="{E5D649B7-9ECA-439F-BA28-3F00DAC95FF5}" type="presParOf" srcId="{6F1200F2-E947-49F1-8E28-D1A914710DD5}" destId="{E7AA93EE-1BF0-431F-9BF6-C1FC33D255A8}" srcOrd="5" destOrd="0" presId="urn:microsoft.com/office/officeart/2005/8/layout/vList2"/>
    <dgm:cxn modelId="{6890724F-C2B0-4FEE-83BF-B88B10D87937}" type="presParOf" srcId="{6F1200F2-E947-49F1-8E28-D1A914710DD5}" destId="{B7440157-BBB6-420F-B112-4D0C09C9D9D2}" srcOrd="6" destOrd="0" presId="urn:microsoft.com/office/officeart/2005/8/layout/vList2"/>
    <dgm:cxn modelId="{FB988D68-C41F-40E2-A3DA-DB6CB912241D}" type="presParOf" srcId="{6F1200F2-E947-49F1-8E28-D1A914710DD5}" destId="{5BDFAFE8-ECB4-4158-A3EB-6787302C7236}" srcOrd="7" destOrd="0" presId="urn:microsoft.com/office/officeart/2005/8/layout/vList2"/>
    <dgm:cxn modelId="{66AF37AA-B8BA-4274-871A-671E7EE4023C}" type="presParOf" srcId="{6F1200F2-E947-49F1-8E28-D1A914710DD5}" destId="{16A12739-249E-4316-93F5-600386B19624}" srcOrd="8" destOrd="0" presId="urn:microsoft.com/office/officeart/2005/8/layout/vList2"/>
    <dgm:cxn modelId="{F6CDFD3C-8F43-4572-A20F-F5A6DE6C7255}" type="presParOf" srcId="{6F1200F2-E947-49F1-8E28-D1A914710DD5}" destId="{D0105298-8CB1-4A74-9967-5E5722556E2B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BCE205-F6EB-4DAA-AF4A-E21E849F2A7D}">
      <dsp:nvSpPr>
        <dsp:cNvPr id="0" name=""/>
        <dsp:cNvSpPr/>
      </dsp:nvSpPr>
      <dsp:spPr>
        <a:xfrm>
          <a:off x="0" y="324110"/>
          <a:ext cx="11362055" cy="647595"/>
        </a:xfrm>
        <a:prstGeom prst="roundRect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i="0" kern="1200" baseline="0"/>
            <a:t>Elements:</a:t>
          </a:r>
          <a:endParaRPr lang="en-US" sz="2700" kern="1200"/>
        </a:p>
      </dsp:txBody>
      <dsp:txXfrm>
        <a:off x="31613" y="355723"/>
        <a:ext cx="11298829" cy="584369"/>
      </dsp:txXfrm>
    </dsp:sp>
    <dsp:sp modelId="{5C7B41C8-681D-4A22-A467-7F6C8F8640C0}">
      <dsp:nvSpPr>
        <dsp:cNvPr id="0" name=""/>
        <dsp:cNvSpPr/>
      </dsp:nvSpPr>
      <dsp:spPr>
        <a:xfrm>
          <a:off x="0" y="971705"/>
          <a:ext cx="11362055" cy="1089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0745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1" i="0" kern="1200" baseline="0"/>
            <a:t>Service: </a:t>
          </a:r>
          <a:r>
            <a:rPr lang="en-US" sz="2100" b="0" i="0" kern="1200" baseline="0"/>
            <a:t>It is a set of actions that a layer provides to the higher layer.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1" i="0" kern="1200" baseline="0"/>
            <a:t>Protocol: </a:t>
          </a:r>
          <a:r>
            <a:rPr lang="en-US" sz="2100" b="0" i="0" kern="1200" baseline="0"/>
            <a:t>It defines a set of rules that a layer uses to exchange the information with peer entity.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1" i="0" kern="1200" baseline="0"/>
            <a:t>Interface: </a:t>
          </a:r>
          <a:r>
            <a:rPr lang="en-US" sz="2100" b="0" i="0" kern="1200" baseline="0"/>
            <a:t>It is a way through which the message is transferred from one layer to another layer.</a:t>
          </a:r>
          <a:endParaRPr lang="en-US" sz="2100" kern="1200"/>
        </a:p>
      </dsp:txBody>
      <dsp:txXfrm>
        <a:off x="0" y="971705"/>
        <a:ext cx="11362055" cy="1089854"/>
      </dsp:txXfrm>
    </dsp:sp>
    <dsp:sp modelId="{32BC6B61-7E99-4C95-8D1D-C2148F540D04}">
      <dsp:nvSpPr>
        <dsp:cNvPr id="0" name=""/>
        <dsp:cNvSpPr/>
      </dsp:nvSpPr>
      <dsp:spPr>
        <a:xfrm>
          <a:off x="0" y="2061560"/>
          <a:ext cx="11362055" cy="647595"/>
        </a:xfrm>
        <a:prstGeom prst="roundRect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 baseline="0"/>
            <a:t>There are 2 predominant models available based on layered approach.</a:t>
          </a:r>
          <a:endParaRPr lang="en-US" sz="2700" kern="1200"/>
        </a:p>
      </dsp:txBody>
      <dsp:txXfrm>
        <a:off x="31613" y="2093173"/>
        <a:ext cx="11298829" cy="584369"/>
      </dsp:txXfrm>
    </dsp:sp>
    <dsp:sp modelId="{4137CD45-C152-443D-9F51-A1958E8804B4}">
      <dsp:nvSpPr>
        <dsp:cNvPr id="0" name=""/>
        <dsp:cNvSpPr/>
      </dsp:nvSpPr>
      <dsp:spPr>
        <a:xfrm>
          <a:off x="0" y="2709155"/>
          <a:ext cx="11362055" cy="726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0745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0" i="0" kern="1200" baseline="0"/>
            <a:t>Open Systems Interconnection (OSI) Model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0" i="0" kern="1200" baseline="0"/>
            <a:t>Transmission Control Protocol/Internet Protocol (TCP/IP) Model</a:t>
          </a:r>
          <a:endParaRPr lang="en-US" sz="2100" kern="1200"/>
        </a:p>
      </dsp:txBody>
      <dsp:txXfrm>
        <a:off x="0" y="2709155"/>
        <a:ext cx="11362055" cy="7265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184407-804C-489D-A054-DA1FC7A7F439}">
      <dsp:nvSpPr>
        <dsp:cNvPr id="0" name=""/>
        <dsp:cNvSpPr/>
      </dsp:nvSpPr>
      <dsp:spPr>
        <a:xfrm>
          <a:off x="0" y="144897"/>
          <a:ext cx="11577320" cy="1539719"/>
        </a:xfrm>
        <a:prstGeom prst="roundRect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baseline="0"/>
            <a:t>OSI is a reference model that describes how information from a software application in one computer moves through a physical medium to the software application in another computer.</a:t>
          </a:r>
          <a:endParaRPr lang="en-US" sz="2800" kern="1200"/>
        </a:p>
      </dsp:txBody>
      <dsp:txXfrm>
        <a:off x="75163" y="220060"/>
        <a:ext cx="11426994" cy="1389393"/>
      </dsp:txXfrm>
    </dsp:sp>
    <dsp:sp modelId="{8DF5C84E-A33B-4B9B-921A-F1BDEFA194A7}">
      <dsp:nvSpPr>
        <dsp:cNvPr id="0" name=""/>
        <dsp:cNvSpPr/>
      </dsp:nvSpPr>
      <dsp:spPr>
        <a:xfrm>
          <a:off x="0" y="1684617"/>
          <a:ext cx="11577320" cy="11302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7580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kern="1200" baseline="0"/>
            <a:t>It was developed by the International Organization for Standardization (ISO) in 1984.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kern="1200" baseline="0"/>
            <a:t>It divides the whole task into seven smaller and manageable tasks.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kern="1200" baseline="0"/>
            <a:t>Each layer is self-contained, and task assigned to the layer can be performed independently.</a:t>
          </a:r>
          <a:endParaRPr lang="en-US" sz="2200" kern="1200"/>
        </a:p>
      </dsp:txBody>
      <dsp:txXfrm>
        <a:off x="0" y="1684617"/>
        <a:ext cx="11577320" cy="11302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BDF285-A818-4AE0-981E-5BCBE9B9FFEB}">
      <dsp:nvSpPr>
        <dsp:cNvPr id="0" name=""/>
        <dsp:cNvSpPr/>
      </dsp:nvSpPr>
      <dsp:spPr>
        <a:xfrm>
          <a:off x="0" y="24047"/>
          <a:ext cx="1087374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Physical layer transmits the individual bits from one node to another node.</a:t>
          </a:r>
          <a:endParaRPr lang="en-US" sz="2400" kern="1200"/>
        </a:p>
      </dsp:txBody>
      <dsp:txXfrm>
        <a:off x="28100" y="52147"/>
        <a:ext cx="10817540" cy="519439"/>
      </dsp:txXfrm>
    </dsp:sp>
    <dsp:sp modelId="{5E3974B4-44A6-4CD7-B483-D70476AC51CC}">
      <dsp:nvSpPr>
        <dsp:cNvPr id="0" name=""/>
        <dsp:cNvSpPr/>
      </dsp:nvSpPr>
      <dsp:spPr>
        <a:xfrm>
          <a:off x="0" y="668807"/>
          <a:ext cx="1087374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It is the lowest layer of the OSI model.</a:t>
          </a:r>
          <a:endParaRPr lang="en-US" sz="2400" kern="1200"/>
        </a:p>
      </dsp:txBody>
      <dsp:txXfrm>
        <a:off x="28100" y="696907"/>
        <a:ext cx="10817540" cy="519439"/>
      </dsp:txXfrm>
    </dsp:sp>
    <dsp:sp modelId="{944E12AE-3F1B-4905-91EE-D76FAA149D40}">
      <dsp:nvSpPr>
        <dsp:cNvPr id="0" name=""/>
        <dsp:cNvSpPr/>
      </dsp:nvSpPr>
      <dsp:spPr>
        <a:xfrm>
          <a:off x="0" y="1313567"/>
          <a:ext cx="1087374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It establishes, maintains and deactivates the physical connection.</a:t>
          </a:r>
          <a:endParaRPr lang="en-US" sz="2400" kern="1200"/>
        </a:p>
      </dsp:txBody>
      <dsp:txXfrm>
        <a:off x="28100" y="1341667"/>
        <a:ext cx="10817540" cy="519439"/>
      </dsp:txXfrm>
    </dsp:sp>
    <dsp:sp modelId="{BD883EA0-48D4-417D-930D-058CE8436913}">
      <dsp:nvSpPr>
        <dsp:cNvPr id="0" name=""/>
        <dsp:cNvSpPr/>
      </dsp:nvSpPr>
      <dsp:spPr>
        <a:xfrm>
          <a:off x="0" y="1958327"/>
          <a:ext cx="1087374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Hub, Repeater, Modem, Cables are Physical Layer devices.</a:t>
          </a:r>
          <a:endParaRPr lang="en-US" sz="2400" kern="1200"/>
        </a:p>
      </dsp:txBody>
      <dsp:txXfrm>
        <a:off x="28100" y="1986427"/>
        <a:ext cx="10817540" cy="519439"/>
      </dsp:txXfrm>
    </dsp:sp>
    <dsp:sp modelId="{C22341ED-7359-40A3-B9E2-A58F4DA0D314}">
      <dsp:nvSpPr>
        <dsp:cNvPr id="0" name=""/>
        <dsp:cNvSpPr/>
      </dsp:nvSpPr>
      <dsp:spPr>
        <a:xfrm>
          <a:off x="0" y="2603087"/>
          <a:ext cx="1087374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Functions:</a:t>
          </a:r>
          <a:endParaRPr lang="en-US" sz="2400" kern="1200"/>
        </a:p>
      </dsp:txBody>
      <dsp:txXfrm>
        <a:off x="28100" y="2631187"/>
        <a:ext cx="10817540" cy="519439"/>
      </dsp:txXfrm>
    </dsp:sp>
    <dsp:sp modelId="{CC7638E3-65C5-4DBD-9481-36E2D76E2D0D}">
      <dsp:nvSpPr>
        <dsp:cNvPr id="0" name=""/>
        <dsp:cNvSpPr/>
      </dsp:nvSpPr>
      <dsp:spPr>
        <a:xfrm>
          <a:off x="0" y="3178727"/>
          <a:ext cx="10873740" cy="1316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5241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1" i="0" kern="1200" baseline="0"/>
            <a:t>Line Configuration: </a:t>
          </a:r>
          <a:r>
            <a:rPr lang="en-US" sz="1900" b="0" i="0" kern="1200" baseline="0"/>
            <a:t>It defines the way how two or more devices can be connected physically.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1" i="0" kern="1200" baseline="0"/>
            <a:t>Data Transmission: </a:t>
          </a:r>
          <a:r>
            <a:rPr lang="en-US" sz="1900" b="0" i="0" kern="1200" baseline="0"/>
            <a:t>It defines the transmission mode between two devices on the network.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1" i="0" kern="1200" baseline="0"/>
            <a:t>Topology: </a:t>
          </a:r>
          <a:r>
            <a:rPr lang="en-US" sz="1900" b="0" i="0" kern="1200" baseline="0"/>
            <a:t>It defines the way how network devices are arranged.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1" i="0" kern="1200" baseline="0"/>
            <a:t>Signals: </a:t>
          </a:r>
          <a:r>
            <a:rPr lang="en-US" sz="1900" b="0" i="0" kern="1200" baseline="0"/>
            <a:t>It determines the type of the signal used for transmitting the information.</a:t>
          </a:r>
          <a:endParaRPr lang="en-US" sz="1900" kern="1200"/>
        </a:p>
      </dsp:txBody>
      <dsp:txXfrm>
        <a:off x="0" y="3178727"/>
        <a:ext cx="10873740" cy="13165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3EF2A6-49DE-41D7-A9B0-2A79F3E4B151}">
      <dsp:nvSpPr>
        <dsp:cNvPr id="0" name=""/>
        <dsp:cNvSpPr/>
      </dsp:nvSpPr>
      <dsp:spPr>
        <a:xfrm>
          <a:off x="0" y="119832"/>
          <a:ext cx="1119886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Packet in Data Link layer is referred to as Frame.</a:t>
          </a:r>
          <a:endParaRPr lang="en-US" sz="2100" kern="1200"/>
        </a:p>
      </dsp:txBody>
      <dsp:txXfrm>
        <a:off x="24588" y="144420"/>
        <a:ext cx="11149684" cy="454509"/>
      </dsp:txXfrm>
    </dsp:sp>
    <dsp:sp modelId="{A337BA18-888D-472F-B213-E64E3C2E7803}">
      <dsp:nvSpPr>
        <dsp:cNvPr id="0" name=""/>
        <dsp:cNvSpPr/>
      </dsp:nvSpPr>
      <dsp:spPr>
        <a:xfrm>
          <a:off x="0" y="683997"/>
          <a:ext cx="1119886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Responsible for the error-free transfer of data frames.</a:t>
          </a:r>
          <a:endParaRPr lang="en-US" sz="2100" kern="1200"/>
        </a:p>
      </dsp:txBody>
      <dsp:txXfrm>
        <a:off x="24588" y="708585"/>
        <a:ext cx="11149684" cy="454509"/>
      </dsp:txXfrm>
    </dsp:sp>
    <dsp:sp modelId="{72A71F49-5138-46DB-81FE-63211B246713}">
      <dsp:nvSpPr>
        <dsp:cNvPr id="0" name=""/>
        <dsp:cNvSpPr/>
      </dsp:nvSpPr>
      <dsp:spPr>
        <a:xfrm>
          <a:off x="0" y="1248162"/>
          <a:ext cx="1119886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It provides a reliable and efficient communication between two or more devices.</a:t>
          </a:r>
          <a:endParaRPr lang="en-US" sz="2100" kern="1200"/>
        </a:p>
      </dsp:txBody>
      <dsp:txXfrm>
        <a:off x="24588" y="1272750"/>
        <a:ext cx="11149684" cy="454509"/>
      </dsp:txXfrm>
    </dsp:sp>
    <dsp:sp modelId="{D0C02F3C-5D7A-43EC-B1E6-A7B34936E44C}">
      <dsp:nvSpPr>
        <dsp:cNvPr id="0" name=""/>
        <dsp:cNvSpPr/>
      </dsp:nvSpPr>
      <dsp:spPr>
        <a:xfrm>
          <a:off x="0" y="1812327"/>
          <a:ext cx="1119886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Provides unique identification of each device that resides on a local network.</a:t>
          </a:r>
          <a:endParaRPr lang="en-US" sz="2100" kern="1200"/>
        </a:p>
      </dsp:txBody>
      <dsp:txXfrm>
        <a:off x="24588" y="1836915"/>
        <a:ext cx="11149684" cy="454509"/>
      </dsp:txXfrm>
    </dsp:sp>
    <dsp:sp modelId="{8873EBD7-DCDA-41DD-B170-716493FB77BB}">
      <dsp:nvSpPr>
        <dsp:cNvPr id="0" name=""/>
        <dsp:cNvSpPr/>
      </dsp:nvSpPr>
      <dsp:spPr>
        <a:xfrm>
          <a:off x="0" y="2376492"/>
          <a:ext cx="1119886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Data Link layer is handled by the NIC (Network Interface Card) and device drivers of host machines.</a:t>
          </a:r>
          <a:endParaRPr lang="en-US" sz="2100" kern="1200"/>
        </a:p>
      </dsp:txBody>
      <dsp:txXfrm>
        <a:off x="24588" y="2401080"/>
        <a:ext cx="11149684" cy="454509"/>
      </dsp:txXfrm>
    </dsp:sp>
    <dsp:sp modelId="{9B8BC4B5-407F-418B-AA78-22F60A6D686D}">
      <dsp:nvSpPr>
        <dsp:cNvPr id="0" name=""/>
        <dsp:cNvSpPr/>
      </dsp:nvSpPr>
      <dsp:spPr>
        <a:xfrm>
          <a:off x="0" y="2940657"/>
          <a:ext cx="1119886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Switch &amp; Bridge are Data Link Layer devices.</a:t>
          </a:r>
          <a:endParaRPr lang="en-US" sz="2100" kern="1200"/>
        </a:p>
      </dsp:txBody>
      <dsp:txXfrm>
        <a:off x="24588" y="2965245"/>
        <a:ext cx="11149684" cy="454509"/>
      </dsp:txXfrm>
    </dsp:sp>
    <dsp:sp modelId="{C0009633-937A-42E1-A531-1073621FC157}">
      <dsp:nvSpPr>
        <dsp:cNvPr id="0" name=""/>
        <dsp:cNvSpPr/>
      </dsp:nvSpPr>
      <dsp:spPr>
        <a:xfrm>
          <a:off x="0" y="3504822"/>
          <a:ext cx="1119886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It contains two sub-layers:</a:t>
          </a:r>
          <a:endParaRPr lang="en-US" sz="2100" kern="1200"/>
        </a:p>
      </dsp:txBody>
      <dsp:txXfrm>
        <a:off x="24588" y="3529410"/>
        <a:ext cx="11149684" cy="454509"/>
      </dsp:txXfrm>
    </dsp:sp>
    <dsp:sp modelId="{ACA076F6-468F-40E9-9EB3-B920E15E9A37}">
      <dsp:nvSpPr>
        <dsp:cNvPr id="0" name=""/>
        <dsp:cNvSpPr/>
      </dsp:nvSpPr>
      <dsp:spPr>
        <a:xfrm>
          <a:off x="0" y="4008507"/>
          <a:ext cx="11198860" cy="825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564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1" i="0" kern="1200" baseline="0"/>
            <a:t>Logical Link Control Layer: </a:t>
          </a:r>
          <a:r>
            <a:rPr lang="en-US" sz="1600" b="0" i="0" kern="1200" baseline="0"/>
            <a:t>Transfer the packets to the Network layer and provides flow control.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1" i="0" kern="1200" baseline="0"/>
            <a:t>Media Access Control Layer: </a:t>
          </a:r>
          <a:r>
            <a:rPr lang="en-US" sz="1600" b="0" i="0" kern="1200" baseline="0"/>
            <a:t>Provides link between the Logical Link Control layer and the network's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0" i="0" kern="1200" baseline="0"/>
            <a:t>physical layer and is used for transferring the packets over the network.</a:t>
          </a:r>
          <a:endParaRPr lang="en-US" sz="1600" kern="1200"/>
        </a:p>
      </dsp:txBody>
      <dsp:txXfrm>
        <a:off x="0" y="4008507"/>
        <a:ext cx="11198860" cy="82593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9C085C-BCEC-4757-899D-0A3369EA602E}">
      <dsp:nvSpPr>
        <dsp:cNvPr id="0" name=""/>
        <dsp:cNvSpPr/>
      </dsp:nvSpPr>
      <dsp:spPr>
        <a:xfrm>
          <a:off x="0" y="545932"/>
          <a:ext cx="11503659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i="0" kern="1200" baseline="0"/>
            <a:t>Functions:</a:t>
          </a:r>
          <a:endParaRPr lang="en-US" sz="2700" kern="1200"/>
        </a:p>
      </dsp:txBody>
      <dsp:txXfrm>
        <a:off x="31613" y="577545"/>
        <a:ext cx="11440433" cy="584369"/>
      </dsp:txXfrm>
    </dsp:sp>
    <dsp:sp modelId="{D4FB0615-C81B-417E-8E0C-CE77AEC35DB8}">
      <dsp:nvSpPr>
        <dsp:cNvPr id="0" name=""/>
        <dsp:cNvSpPr/>
      </dsp:nvSpPr>
      <dsp:spPr>
        <a:xfrm>
          <a:off x="0" y="1193527"/>
          <a:ext cx="11503659" cy="2459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5241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0" i="0" kern="1200" baseline="0"/>
            <a:t>Framing: Conversion from raw bit stream into packets. Frame contains header, packets and trailer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0" i="0" kern="1200" baseline="0"/>
            <a:t>Physical Addressing: Providing address to source and destination device.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0" i="0" kern="1200" baseline="0"/>
            <a:t>Flow Control: Technique through which the constant data rate is maintained on both the sides so that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0" i="0" kern="1200" baseline="0"/>
            <a:t>no data get corrupted.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0" i="0" kern="1200" baseline="0"/>
            <a:t>Error Control: Error control is achieved by adding a calculated value CRC (Cyclic Redundancy Check)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0" i="0" kern="1200" baseline="0"/>
            <a:t>Access Control: Used to determine which device has control over the shared link at a given time.</a:t>
          </a:r>
          <a:endParaRPr lang="en-US" sz="2100" kern="1200"/>
        </a:p>
      </dsp:txBody>
      <dsp:txXfrm>
        <a:off x="0" y="1193527"/>
        <a:ext cx="11503659" cy="245915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57D409-FBD9-4A4D-AEB4-C18808438B58}">
      <dsp:nvSpPr>
        <dsp:cNvPr id="0" name=""/>
        <dsp:cNvSpPr/>
      </dsp:nvSpPr>
      <dsp:spPr>
        <a:xfrm>
          <a:off x="0" y="312"/>
          <a:ext cx="1057021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ABA6E8-FD78-4215-B75D-C0B51B99EA5E}">
      <dsp:nvSpPr>
        <dsp:cNvPr id="0" name=""/>
        <dsp:cNvSpPr/>
      </dsp:nvSpPr>
      <dsp:spPr>
        <a:xfrm>
          <a:off x="0" y="312"/>
          <a:ext cx="10570210" cy="5124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It manages device addressing, tracks the location of devices on the network.</a:t>
          </a:r>
          <a:endParaRPr lang="en-US" sz="2100" kern="1200"/>
        </a:p>
      </dsp:txBody>
      <dsp:txXfrm>
        <a:off x="0" y="312"/>
        <a:ext cx="10570210" cy="512446"/>
      </dsp:txXfrm>
    </dsp:sp>
    <dsp:sp modelId="{45E70427-4F77-4054-A931-0BA9F3CFE8C6}">
      <dsp:nvSpPr>
        <dsp:cNvPr id="0" name=""/>
        <dsp:cNvSpPr/>
      </dsp:nvSpPr>
      <dsp:spPr>
        <a:xfrm>
          <a:off x="0" y="512759"/>
          <a:ext cx="1057021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770D49-1D09-4F1B-927C-ABB9379A1B30}">
      <dsp:nvSpPr>
        <dsp:cNvPr id="0" name=""/>
        <dsp:cNvSpPr/>
      </dsp:nvSpPr>
      <dsp:spPr>
        <a:xfrm>
          <a:off x="0" y="512759"/>
          <a:ext cx="10570210" cy="5124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It determines the best path to move data from source to the destination based on the network</a:t>
          </a:r>
          <a:endParaRPr lang="en-US" sz="2100" kern="1200"/>
        </a:p>
      </dsp:txBody>
      <dsp:txXfrm>
        <a:off x="0" y="512759"/>
        <a:ext cx="10570210" cy="512446"/>
      </dsp:txXfrm>
    </dsp:sp>
    <dsp:sp modelId="{0575DAC6-6FC2-4B68-B6E9-4B1472826DFD}">
      <dsp:nvSpPr>
        <dsp:cNvPr id="0" name=""/>
        <dsp:cNvSpPr/>
      </dsp:nvSpPr>
      <dsp:spPr>
        <a:xfrm>
          <a:off x="0" y="1025206"/>
          <a:ext cx="1057021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AB552E-0702-4357-BA49-174C3E5E837C}">
      <dsp:nvSpPr>
        <dsp:cNvPr id="0" name=""/>
        <dsp:cNvSpPr/>
      </dsp:nvSpPr>
      <dsp:spPr>
        <a:xfrm>
          <a:off x="0" y="1025206"/>
          <a:ext cx="10570210" cy="5124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conditions, the priority of service, and other factors.</a:t>
          </a:r>
          <a:endParaRPr lang="en-US" sz="2100" kern="1200"/>
        </a:p>
      </dsp:txBody>
      <dsp:txXfrm>
        <a:off x="0" y="1025206"/>
        <a:ext cx="10570210" cy="512446"/>
      </dsp:txXfrm>
    </dsp:sp>
    <dsp:sp modelId="{E45CBF56-8BBF-4481-B446-30232E61D1EA}">
      <dsp:nvSpPr>
        <dsp:cNvPr id="0" name=""/>
        <dsp:cNvSpPr/>
      </dsp:nvSpPr>
      <dsp:spPr>
        <a:xfrm>
          <a:off x="0" y="1537653"/>
          <a:ext cx="1057021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1453C8-A27E-4FCC-A90C-83F47C267C80}">
      <dsp:nvSpPr>
        <dsp:cNvPr id="0" name=""/>
        <dsp:cNvSpPr/>
      </dsp:nvSpPr>
      <dsp:spPr>
        <a:xfrm>
          <a:off x="0" y="1537653"/>
          <a:ext cx="10570210" cy="5124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Routers are used to provide the routing services within an internetwork.</a:t>
          </a:r>
          <a:endParaRPr lang="en-US" sz="2100" kern="1200"/>
        </a:p>
      </dsp:txBody>
      <dsp:txXfrm>
        <a:off x="0" y="1537653"/>
        <a:ext cx="10570210" cy="512446"/>
      </dsp:txXfrm>
    </dsp:sp>
    <dsp:sp modelId="{F65D70B2-4E90-4C2F-8417-27829AB2CFB9}">
      <dsp:nvSpPr>
        <dsp:cNvPr id="0" name=""/>
        <dsp:cNvSpPr/>
      </dsp:nvSpPr>
      <dsp:spPr>
        <a:xfrm>
          <a:off x="0" y="2050100"/>
          <a:ext cx="1057021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874DED-A4B0-4732-9926-E0660F093EF8}">
      <dsp:nvSpPr>
        <dsp:cNvPr id="0" name=""/>
        <dsp:cNvSpPr/>
      </dsp:nvSpPr>
      <dsp:spPr>
        <a:xfrm>
          <a:off x="0" y="2050100"/>
          <a:ext cx="10570210" cy="5124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The protocols used to route the network traffic are IPv4 and Ipv6.</a:t>
          </a:r>
          <a:endParaRPr lang="en-US" sz="2100" kern="1200"/>
        </a:p>
      </dsp:txBody>
      <dsp:txXfrm>
        <a:off x="0" y="2050100"/>
        <a:ext cx="10570210" cy="51244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BB5C6A-D564-4258-A1DB-552B26BE098C}">
      <dsp:nvSpPr>
        <dsp:cNvPr id="0" name=""/>
        <dsp:cNvSpPr/>
      </dsp:nvSpPr>
      <dsp:spPr>
        <a:xfrm>
          <a:off x="0" y="29332"/>
          <a:ext cx="11448415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0" kern="1200" baseline="0"/>
            <a:t>Functions:</a:t>
          </a:r>
          <a:endParaRPr lang="en-US" sz="2900" kern="1200"/>
        </a:p>
      </dsp:txBody>
      <dsp:txXfrm>
        <a:off x="33955" y="63287"/>
        <a:ext cx="11380505" cy="627655"/>
      </dsp:txXfrm>
    </dsp:sp>
    <dsp:sp modelId="{4304A106-2A6D-4A81-9054-2C38316BDC7C}">
      <dsp:nvSpPr>
        <dsp:cNvPr id="0" name=""/>
        <dsp:cNvSpPr/>
      </dsp:nvSpPr>
      <dsp:spPr>
        <a:xfrm>
          <a:off x="0" y="724897"/>
          <a:ext cx="11448415" cy="29414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3487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 baseline="0"/>
            <a:t>Internetworking: Provides a logical connection between different devices.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 baseline="0"/>
            <a:t>Addressing: Source and destination address are added to the header of the frame to identify the device on the internet.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 baseline="0"/>
            <a:t>Routing: It determines the best optimal path out of the multiple paths from source to the destination.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 baseline="0"/>
            <a:t>Packetizing: Process of converting the upper layer data into packets using Internet protocol (IP).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 baseline="0"/>
            <a:t>Congestion control</a:t>
          </a:r>
          <a:endParaRPr lang="en-US" sz="2300" kern="1200"/>
        </a:p>
      </dsp:txBody>
      <dsp:txXfrm>
        <a:off x="0" y="724897"/>
        <a:ext cx="11448415" cy="294147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9AC120-912B-4CC6-9BC2-16A4CCF7F187}">
      <dsp:nvSpPr>
        <dsp:cNvPr id="0" name=""/>
        <dsp:cNvSpPr/>
      </dsp:nvSpPr>
      <dsp:spPr>
        <a:xfrm>
          <a:off x="0" y="26242"/>
          <a:ext cx="5972810" cy="97200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Example:</a:t>
          </a:r>
          <a:endParaRPr lang="en-US" sz="1800" kern="1200"/>
        </a:p>
      </dsp:txBody>
      <dsp:txXfrm>
        <a:off x="486000" y="26242"/>
        <a:ext cx="5000810" cy="972000"/>
      </dsp:txXfrm>
    </dsp:sp>
    <dsp:sp modelId="{438E4A30-12BF-4FC9-B524-F0A7E3D62E07}">
      <dsp:nvSpPr>
        <dsp:cNvPr id="0" name=""/>
        <dsp:cNvSpPr/>
      </dsp:nvSpPr>
      <dsp:spPr>
        <a:xfrm>
          <a:off x="0" y="1119742"/>
          <a:ext cx="4778248" cy="178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baseline="0"/>
            <a:t>We want to send data from a node with network address A and physical address 10, located on one LAN, to a node with a network address P and physical address 95, located on another LAN. Because the two devices are located on different networks, we cannot use physical addresses only; the physical addresses only have local</a:t>
          </a:r>
          <a:endParaRPr lang="en-US" sz="1800" kern="1200"/>
        </a:p>
      </dsp:txBody>
      <dsp:txXfrm>
        <a:off x="0" y="1119742"/>
        <a:ext cx="4778248" cy="1782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74A8CE-11B0-457B-9673-70608AADC52D}">
      <dsp:nvSpPr>
        <dsp:cNvPr id="0" name=""/>
        <dsp:cNvSpPr/>
      </dsp:nvSpPr>
      <dsp:spPr>
        <a:xfrm>
          <a:off x="0" y="53902"/>
          <a:ext cx="11576685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 baseline="0"/>
            <a:t>Function:</a:t>
          </a:r>
          <a:endParaRPr lang="en-US" sz="3100" kern="1200"/>
        </a:p>
      </dsp:txBody>
      <dsp:txXfrm>
        <a:off x="36296" y="90198"/>
        <a:ext cx="11504093" cy="670943"/>
      </dsp:txXfrm>
    </dsp:sp>
    <dsp:sp modelId="{C0A477B3-0B1A-4B45-AD06-3C98F26D2BE5}">
      <dsp:nvSpPr>
        <dsp:cNvPr id="0" name=""/>
        <dsp:cNvSpPr/>
      </dsp:nvSpPr>
      <dsp:spPr>
        <a:xfrm>
          <a:off x="0" y="797437"/>
          <a:ext cx="11576685" cy="3850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7560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b="1" i="0" kern="1200" baseline="0"/>
            <a:t>Service-point addressing: </a:t>
          </a:r>
          <a:r>
            <a:rPr lang="en-US" sz="2400" b="0" i="0" kern="1200" baseline="0"/>
            <a:t>The header that contains the address known as a service-point address or port address to transmit the message to the correct process.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b="1" i="0" kern="1200" baseline="0"/>
            <a:t>Segmentation and reassembly: </a:t>
          </a:r>
          <a:r>
            <a:rPr lang="en-US" sz="2400" b="0" i="0" kern="1200" baseline="0"/>
            <a:t>Message is divided into multiple segments with a unique segment number at sender side and reassembled at the destination side based on their sequence numbers.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b="1" i="0" kern="1200" baseline="0"/>
            <a:t>Connection control: </a:t>
          </a:r>
          <a:r>
            <a:rPr lang="en-US" sz="2400" b="0" i="0" kern="1200" baseline="0"/>
            <a:t>Provide Connection-oriented service and connectionless service.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b="1" i="0" kern="1200" baseline="0"/>
            <a:t>Flow control: </a:t>
          </a:r>
          <a:r>
            <a:rPr lang="en-US" sz="2400" b="0" i="0" kern="1200" baseline="0"/>
            <a:t>Performed end-to-end rather than across a single link.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b="1" i="0" kern="1200" baseline="0"/>
            <a:t>Error control: </a:t>
          </a:r>
          <a:r>
            <a:rPr lang="en-US" sz="2400" b="0" i="0" kern="1200" baseline="0"/>
            <a:t>The sender transport layer ensures that message reach at the destination without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b="0" i="0" kern="1200" baseline="0"/>
            <a:t>error.</a:t>
          </a:r>
          <a:endParaRPr lang="en-US" sz="2400" kern="1200"/>
        </a:p>
      </dsp:txBody>
      <dsp:txXfrm>
        <a:off x="0" y="797437"/>
        <a:ext cx="11576685" cy="38502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6DC2B7-0ABD-4F69-B548-F38AB189E41E}">
      <dsp:nvSpPr>
        <dsp:cNvPr id="0" name=""/>
        <dsp:cNvSpPr/>
      </dsp:nvSpPr>
      <dsp:spPr>
        <a:xfrm>
          <a:off x="0" y="141690"/>
          <a:ext cx="11577955" cy="1074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 baseline="0"/>
            <a:t>It is used to establish, maintain and synchronizes the interaction between communicating devices.</a:t>
          </a:r>
          <a:endParaRPr lang="en-US" sz="2700" kern="1200"/>
        </a:p>
      </dsp:txBody>
      <dsp:txXfrm>
        <a:off x="52431" y="194121"/>
        <a:ext cx="11473093" cy="969198"/>
      </dsp:txXfrm>
    </dsp:sp>
    <dsp:sp modelId="{0F1CE214-BF5D-40DF-8011-56036BAAFFE3}">
      <dsp:nvSpPr>
        <dsp:cNvPr id="0" name=""/>
        <dsp:cNvSpPr/>
      </dsp:nvSpPr>
      <dsp:spPr>
        <a:xfrm>
          <a:off x="0" y="1293510"/>
          <a:ext cx="11577955" cy="1074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i="0" kern="1200" baseline="0"/>
            <a:t>Functions:</a:t>
          </a:r>
          <a:endParaRPr lang="en-US" sz="2700" kern="1200"/>
        </a:p>
      </dsp:txBody>
      <dsp:txXfrm>
        <a:off x="52431" y="1345941"/>
        <a:ext cx="11473093" cy="969198"/>
      </dsp:txXfrm>
    </dsp:sp>
    <dsp:sp modelId="{97CD5C69-CFFA-4DDD-8011-C301704CCCCF}">
      <dsp:nvSpPr>
        <dsp:cNvPr id="0" name=""/>
        <dsp:cNvSpPr/>
      </dsp:nvSpPr>
      <dsp:spPr>
        <a:xfrm>
          <a:off x="0" y="2367570"/>
          <a:ext cx="11577955" cy="1453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7600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1" i="0" kern="1200" baseline="0"/>
            <a:t>Authentication: </a:t>
          </a:r>
          <a:r>
            <a:rPr lang="en-US" sz="2100" b="0" i="0" kern="1200" baseline="0"/>
            <a:t>Once a user logs in, he/she should remain logged in until he/she logs out.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1" i="0" kern="1200" baseline="0"/>
            <a:t>Authorization: </a:t>
          </a:r>
          <a:r>
            <a:rPr lang="en-US" sz="2100" b="0" i="0" kern="1200" baseline="0"/>
            <a:t>Access rights to specific parts of a website are given to super-users and admins.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1" i="0" kern="1200" baseline="0"/>
            <a:t>Dialog Control: </a:t>
          </a:r>
          <a:r>
            <a:rPr lang="en-US" sz="2100" b="0" i="0" kern="1200" baseline="0"/>
            <a:t>Allows various systems running applications like WebEx to communicate.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1" i="0" kern="1200" baseline="0"/>
            <a:t>Synchronization: </a:t>
          </a:r>
          <a:r>
            <a:rPr lang="en-US" sz="2100" b="0" i="0" kern="1200" baseline="0"/>
            <a:t>It ensures the timestamps of the audio and video received are in the right order.</a:t>
          </a:r>
          <a:endParaRPr lang="en-US" sz="2100" kern="1200"/>
        </a:p>
      </dsp:txBody>
      <dsp:txXfrm>
        <a:off x="0" y="2367570"/>
        <a:ext cx="11577955" cy="145314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D47B34-CB7B-4DE6-B73B-683F7C5D8FAB}">
      <dsp:nvSpPr>
        <dsp:cNvPr id="0" name=""/>
        <dsp:cNvSpPr/>
      </dsp:nvSpPr>
      <dsp:spPr>
        <a:xfrm>
          <a:off x="0" y="2140"/>
          <a:ext cx="11576685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It serves as a window for users and application processes to access network service.</a:t>
          </a:r>
          <a:endParaRPr lang="en-US" sz="2400" kern="1200"/>
        </a:p>
      </dsp:txBody>
      <dsp:txXfrm>
        <a:off x="28100" y="30240"/>
        <a:ext cx="11520485" cy="519439"/>
      </dsp:txXfrm>
    </dsp:sp>
    <dsp:sp modelId="{934538CB-B5BA-47EE-AD79-06FAD08144E0}">
      <dsp:nvSpPr>
        <dsp:cNvPr id="0" name=""/>
        <dsp:cNvSpPr/>
      </dsp:nvSpPr>
      <dsp:spPr>
        <a:xfrm>
          <a:off x="0" y="646900"/>
          <a:ext cx="11576685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It handles issues such as network transparency, resource allocation, etc.</a:t>
          </a:r>
          <a:endParaRPr lang="en-US" sz="2400" kern="1200"/>
        </a:p>
      </dsp:txBody>
      <dsp:txXfrm>
        <a:off x="28100" y="675000"/>
        <a:ext cx="11520485" cy="519439"/>
      </dsp:txXfrm>
    </dsp:sp>
    <dsp:sp modelId="{22861D73-3403-40FD-88AD-0F70D817F4FE}">
      <dsp:nvSpPr>
        <dsp:cNvPr id="0" name=""/>
        <dsp:cNvSpPr/>
      </dsp:nvSpPr>
      <dsp:spPr>
        <a:xfrm>
          <a:off x="0" y="1291660"/>
          <a:ext cx="11576685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This layer provides the network services to the end-users.</a:t>
          </a:r>
          <a:endParaRPr lang="en-US" sz="2400" kern="1200"/>
        </a:p>
      </dsp:txBody>
      <dsp:txXfrm>
        <a:off x="28100" y="1319760"/>
        <a:ext cx="11520485" cy="519439"/>
      </dsp:txXfrm>
    </dsp:sp>
    <dsp:sp modelId="{B7440157-BBB6-420F-B112-4D0C09C9D9D2}">
      <dsp:nvSpPr>
        <dsp:cNvPr id="0" name=""/>
        <dsp:cNvSpPr/>
      </dsp:nvSpPr>
      <dsp:spPr>
        <a:xfrm>
          <a:off x="0" y="1936420"/>
          <a:ext cx="11576685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Application Layer is also called Desktop Layer.</a:t>
          </a:r>
          <a:endParaRPr lang="en-US" sz="2400" kern="1200"/>
        </a:p>
      </dsp:txBody>
      <dsp:txXfrm>
        <a:off x="28100" y="1964520"/>
        <a:ext cx="11520485" cy="519439"/>
      </dsp:txXfrm>
    </dsp:sp>
    <dsp:sp modelId="{16A12739-249E-4316-93F5-600386B19624}">
      <dsp:nvSpPr>
        <dsp:cNvPr id="0" name=""/>
        <dsp:cNvSpPr/>
      </dsp:nvSpPr>
      <dsp:spPr>
        <a:xfrm>
          <a:off x="0" y="2581179"/>
          <a:ext cx="11576685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Functions of Application layer:</a:t>
          </a:r>
          <a:endParaRPr lang="en-US" sz="2400" kern="1200"/>
        </a:p>
      </dsp:txBody>
      <dsp:txXfrm>
        <a:off x="28100" y="2609279"/>
        <a:ext cx="11520485" cy="519439"/>
      </dsp:txXfrm>
    </dsp:sp>
    <dsp:sp modelId="{D0105298-8CB1-4A74-9967-5E5722556E2B}">
      <dsp:nvSpPr>
        <dsp:cNvPr id="0" name=""/>
        <dsp:cNvSpPr/>
      </dsp:nvSpPr>
      <dsp:spPr>
        <a:xfrm>
          <a:off x="0" y="3156819"/>
          <a:ext cx="11576685" cy="1316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7560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i="0" kern="1200" baseline="0"/>
            <a:t>File transfer, access, and management (FTAM): Allows a user to manage files in a remote computer.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i="0" kern="1200" baseline="0"/>
            <a:t>Mail services: Provides the facility for email forwarding and storage.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i="0" kern="1200" baseline="0"/>
            <a:t>Directory services: An application provides the distributed database sources and is used to provide that global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i="0" kern="1200" baseline="0"/>
            <a:t>information about various objects.</a:t>
          </a:r>
          <a:endParaRPr lang="en-US" sz="1900" kern="1200"/>
        </a:p>
      </dsp:txBody>
      <dsp:txXfrm>
        <a:off x="0" y="3156819"/>
        <a:ext cx="11576685" cy="13165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48640" y="347472"/>
            <a:ext cx="11101070" cy="1801495"/>
          </a:xfrm>
          <a:custGeom>
            <a:avLst/>
            <a:gdLst/>
            <a:ahLst/>
            <a:cxnLst/>
            <a:rect l="l" t="t" r="r" b="b"/>
            <a:pathLst>
              <a:path w="11101070" h="1801495">
                <a:moveTo>
                  <a:pt x="11100816" y="0"/>
                </a:moveTo>
                <a:lnTo>
                  <a:pt x="0" y="0"/>
                </a:lnTo>
                <a:lnTo>
                  <a:pt x="0" y="1801367"/>
                </a:lnTo>
                <a:lnTo>
                  <a:pt x="11100816" y="1801367"/>
                </a:lnTo>
                <a:lnTo>
                  <a:pt x="11100816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 u="sng">
                <a:solidFill>
                  <a:srgbClr val="0462C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541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 u="sng">
                <a:solidFill>
                  <a:srgbClr val="0462C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0411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5645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034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599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81123" y="571322"/>
            <a:ext cx="7429753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46875" y="2514727"/>
            <a:ext cx="4942840" cy="1946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92961" y="360045"/>
            <a:ext cx="9017000" cy="9085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992883"/>
            <a:ext cx="5828030" cy="24149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 u="sng">
                <a:solidFill>
                  <a:srgbClr val="0462C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2134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juniper.net/documentation/us/en/software/junos/flow-packet-processing/topics/topic-map/security-tcp-session-checks.html" TargetMode="External"/><Relationship Id="rId3" Type="http://schemas.openxmlformats.org/officeDocument/2006/relationships/hyperlink" Target="https://datatracker.ietf.org/doc/html/rfc793" TargetMode="External"/><Relationship Id="rId7" Type="http://schemas.openxmlformats.org/officeDocument/2006/relationships/hyperlink" Target="https://www.juniper.net/documentation/en_US/junose15.1/topics/concept/ip-overview.html" TargetMode="External"/><Relationship Id="rId2" Type="http://schemas.openxmlformats.org/officeDocument/2006/relationships/hyperlink" Target="https://datatracker.ietf.org/doc/html/rfc118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isco.com/E-Learning/bulk/public/tac/cim/cib/using_cisco_ios_software/linked/tcpip.htm" TargetMode="External"/><Relationship Id="rId5" Type="http://schemas.openxmlformats.org/officeDocument/2006/relationships/hyperlink" Target="https://www.cisco.com/c/en/us/support/docs/ip/routing-information-protocol-rip/13769-5.html" TargetMode="External"/><Relationship Id="rId4" Type="http://schemas.openxmlformats.org/officeDocument/2006/relationships/hyperlink" Target="https://datatracker.ietf.org/doc/html/rfc79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85862" y="606378"/>
            <a:ext cx="8820276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86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Ne</a:t>
            </a:r>
            <a:r>
              <a:rPr spc="-105" dirty="0"/>
              <a:t>t</a:t>
            </a:r>
            <a:r>
              <a:rPr spc="-100" dirty="0"/>
              <a:t>w</a:t>
            </a:r>
            <a:r>
              <a:rPr spc="-105" dirty="0"/>
              <a:t>o</a:t>
            </a:r>
            <a:r>
              <a:rPr spc="-110" dirty="0"/>
              <a:t>r</a:t>
            </a:r>
            <a:r>
              <a:rPr dirty="0"/>
              <a:t>k</a:t>
            </a:r>
            <a:r>
              <a:rPr spc="-225" dirty="0"/>
              <a:t> </a:t>
            </a:r>
            <a:r>
              <a:rPr spc="-105" dirty="0"/>
              <a:t>M</a:t>
            </a:r>
            <a:r>
              <a:rPr spc="-95" dirty="0"/>
              <a:t>o</a:t>
            </a:r>
            <a:r>
              <a:rPr spc="-100" dirty="0"/>
              <a:t>del</a:t>
            </a:r>
            <a:r>
              <a:rPr spc="-110" dirty="0"/>
              <a:t>s</a:t>
            </a:r>
            <a:r>
              <a:rPr dirty="0"/>
              <a:t>:</a:t>
            </a:r>
            <a:r>
              <a:rPr spc="-325" dirty="0"/>
              <a:t> </a:t>
            </a:r>
            <a:r>
              <a:rPr lang="en-US" spc="-325" dirty="0"/>
              <a:t>OSI, DoD and </a:t>
            </a:r>
            <a:r>
              <a:rPr spc="-100" dirty="0"/>
              <a:t>TC</a:t>
            </a:r>
            <a:r>
              <a:rPr spc="-105" dirty="0"/>
              <a:t>P</a:t>
            </a:r>
            <a:r>
              <a:rPr spc="-100" dirty="0"/>
              <a:t>/</a:t>
            </a:r>
            <a:r>
              <a:rPr spc="-95" dirty="0"/>
              <a:t>I</a:t>
            </a:r>
            <a:r>
              <a:rPr dirty="0"/>
              <a:t>P</a:t>
            </a:r>
            <a:r>
              <a:rPr spc="-470" dirty="0"/>
              <a:t> </a:t>
            </a:r>
            <a:r>
              <a:rPr spc="-105" dirty="0"/>
              <a:t>M</a:t>
            </a:r>
            <a:r>
              <a:rPr spc="-95" dirty="0"/>
              <a:t>o</a:t>
            </a:r>
            <a:r>
              <a:rPr spc="-100" dirty="0"/>
              <a:t>de</a:t>
            </a:r>
            <a:r>
              <a:rPr dirty="0"/>
              <a:t>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70810" y="5128386"/>
            <a:ext cx="7451725" cy="105029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065" marR="5080" algn="ctr">
              <a:lnSpc>
                <a:spcPts val="2590"/>
              </a:lnSpc>
              <a:spcBef>
                <a:spcPts val="425"/>
              </a:spcBef>
            </a:pPr>
            <a:r>
              <a:rPr sz="2400" b="1" spc="-5" dirty="0">
                <a:latin typeface="Times New Roman"/>
                <a:cs typeface="Times New Roman"/>
              </a:rPr>
              <a:t>School </a:t>
            </a:r>
            <a:r>
              <a:rPr sz="2400" b="1" dirty="0">
                <a:latin typeface="Times New Roman"/>
                <a:cs typeface="Times New Roman"/>
              </a:rPr>
              <a:t>of </a:t>
            </a:r>
            <a:r>
              <a:rPr sz="2400" b="1" spc="-5" dirty="0">
                <a:latin typeface="Times New Roman"/>
                <a:cs typeface="Times New Roman"/>
              </a:rPr>
              <a:t>Computer Science Engineering and </a:t>
            </a:r>
            <a:r>
              <a:rPr sz="2400" b="1" spc="-25" dirty="0">
                <a:latin typeface="Times New Roman"/>
                <a:cs typeface="Times New Roman"/>
              </a:rPr>
              <a:t>Technology </a:t>
            </a:r>
            <a:r>
              <a:rPr sz="2400" b="1" spc="-58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Bennett </a:t>
            </a:r>
            <a:r>
              <a:rPr sz="2400" b="1" dirty="0">
                <a:latin typeface="Times New Roman"/>
                <a:cs typeface="Times New Roman"/>
              </a:rPr>
              <a:t>University</a:t>
            </a:r>
            <a:endParaRPr sz="2400">
              <a:latin typeface="Times New Roman"/>
              <a:cs typeface="Times New Roman"/>
            </a:endParaRPr>
          </a:p>
          <a:p>
            <a:pPr marL="2540" algn="ctr">
              <a:lnSpc>
                <a:spcPts val="2560"/>
              </a:lnSpc>
            </a:pPr>
            <a:r>
              <a:rPr sz="2400" b="1" spc="-10" dirty="0">
                <a:latin typeface="Times New Roman"/>
                <a:cs typeface="Times New Roman"/>
              </a:rPr>
              <a:t>Greater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Noida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–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201310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8323" y="2137367"/>
            <a:ext cx="2401106" cy="27330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3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12188952" y="0"/>
                </a:moveTo>
                <a:lnTo>
                  <a:pt x="0" y="0"/>
                </a:lnTo>
                <a:lnTo>
                  <a:pt x="0" y="6858000"/>
                </a:ln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000000">
              <a:alpha val="5294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5626" y="1142238"/>
            <a:ext cx="429895" cy="0"/>
          </a:xfrm>
          <a:custGeom>
            <a:avLst/>
            <a:gdLst/>
            <a:ahLst/>
            <a:cxnLst/>
            <a:rect l="l" t="t" r="r" b="b"/>
            <a:pathLst>
              <a:path w="429895">
                <a:moveTo>
                  <a:pt x="0" y="0"/>
                </a:moveTo>
                <a:lnTo>
                  <a:pt x="429767" y="0"/>
                </a:lnTo>
              </a:path>
            </a:pathLst>
          </a:custGeom>
          <a:ln w="25400">
            <a:solidFill>
              <a:srgbClr val="8496AF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5626" y="1041653"/>
            <a:ext cx="429895" cy="0"/>
          </a:xfrm>
          <a:custGeom>
            <a:avLst/>
            <a:gdLst/>
            <a:ahLst/>
            <a:cxnLst/>
            <a:rect l="l" t="t" r="r" b="b"/>
            <a:pathLst>
              <a:path w="429895">
                <a:moveTo>
                  <a:pt x="0" y="0"/>
                </a:moveTo>
                <a:lnTo>
                  <a:pt x="429767" y="0"/>
                </a:lnTo>
              </a:path>
            </a:pathLst>
          </a:custGeom>
          <a:ln w="25400">
            <a:solidFill>
              <a:srgbClr val="8496AF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626" y="939546"/>
            <a:ext cx="429895" cy="0"/>
          </a:xfrm>
          <a:custGeom>
            <a:avLst/>
            <a:gdLst/>
            <a:ahLst/>
            <a:cxnLst/>
            <a:rect l="l" t="t" r="r" b="b"/>
            <a:pathLst>
              <a:path w="429895">
                <a:moveTo>
                  <a:pt x="0" y="0"/>
                </a:moveTo>
                <a:lnTo>
                  <a:pt x="429767" y="0"/>
                </a:lnTo>
              </a:path>
            </a:pathLst>
          </a:custGeom>
          <a:ln w="25400">
            <a:solidFill>
              <a:srgbClr val="8496AF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626" y="837438"/>
            <a:ext cx="429895" cy="0"/>
          </a:xfrm>
          <a:custGeom>
            <a:avLst/>
            <a:gdLst/>
            <a:ahLst/>
            <a:cxnLst/>
            <a:rect l="l" t="t" r="r" b="b"/>
            <a:pathLst>
              <a:path w="429895">
                <a:moveTo>
                  <a:pt x="0" y="0"/>
                </a:moveTo>
                <a:lnTo>
                  <a:pt x="429767" y="0"/>
                </a:lnTo>
              </a:path>
            </a:pathLst>
          </a:custGeom>
          <a:ln w="25400">
            <a:solidFill>
              <a:srgbClr val="8496AF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6196" y="0"/>
            <a:ext cx="4265803" cy="6168643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43222" y="2206038"/>
            <a:ext cx="6096000" cy="4783455"/>
            <a:chOff x="0" y="2075688"/>
            <a:chExt cx="6096000" cy="478345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075688"/>
              <a:ext cx="4642231" cy="356033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5556630"/>
              <a:ext cx="6096000" cy="1302415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09676" y="2879547"/>
            <a:ext cx="19888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solidFill>
                  <a:srgbClr val="FFFFFF"/>
                </a:solidFill>
                <a:latin typeface="Times New Roman"/>
                <a:cs typeface="Times New Roman"/>
              </a:rPr>
              <a:t>Outl</a:t>
            </a:r>
            <a:r>
              <a:rPr sz="48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4800" b="1" dirty="0">
                <a:solidFill>
                  <a:srgbClr val="FFFFFF"/>
                </a:solidFill>
                <a:latin typeface="Times New Roman"/>
                <a:cs typeface="Times New Roman"/>
              </a:rPr>
              <a:t>ne</a:t>
            </a:r>
            <a:endParaRPr sz="48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910073" y="1938273"/>
            <a:ext cx="6266180" cy="1370965"/>
            <a:chOff x="4910073" y="1938273"/>
            <a:chExt cx="6266180" cy="1370965"/>
          </a:xfrm>
        </p:grpSpPr>
        <p:sp>
          <p:nvSpPr>
            <p:cNvPr id="13" name="object 13"/>
            <p:cNvSpPr/>
            <p:nvPr/>
          </p:nvSpPr>
          <p:spPr>
            <a:xfrm>
              <a:off x="4916423" y="2446019"/>
              <a:ext cx="6253480" cy="856615"/>
            </a:xfrm>
            <a:custGeom>
              <a:avLst/>
              <a:gdLst/>
              <a:ahLst/>
              <a:cxnLst/>
              <a:rect l="l" t="t" r="r" b="b"/>
              <a:pathLst>
                <a:path w="6253480" h="856614">
                  <a:moveTo>
                    <a:pt x="6252972" y="0"/>
                  </a:moveTo>
                  <a:lnTo>
                    <a:pt x="0" y="0"/>
                  </a:lnTo>
                  <a:lnTo>
                    <a:pt x="0" y="856488"/>
                  </a:lnTo>
                  <a:lnTo>
                    <a:pt x="6252972" y="856488"/>
                  </a:lnTo>
                  <a:lnTo>
                    <a:pt x="625297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16423" y="2446019"/>
              <a:ext cx="6253480" cy="856615"/>
            </a:xfrm>
            <a:custGeom>
              <a:avLst/>
              <a:gdLst/>
              <a:ahLst/>
              <a:cxnLst/>
              <a:rect l="l" t="t" r="r" b="b"/>
              <a:pathLst>
                <a:path w="6253480" h="856614">
                  <a:moveTo>
                    <a:pt x="0" y="856488"/>
                  </a:moveTo>
                  <a:lnTo>
                    <a:pt x="6252972" y="856488"/>
                  </a:lnTo>
                  <a:lnTo>
                    <a:pt x="6252972" y="0"/>
                  </a:lnTo>
                  <a:lnTo>
                    <a:pt x="0" y="0"/>
                  </a:lnTo>
                  <a:lnTo>
                    <a:pt x="0" y="856488"/>
                  </a:lnTo>
                  <a:close/>
                </a:path>
              </a:pathLst>
            </a:custGeom>
            <a:ln w="127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228843" y="1944623"/>
              <a:ext cx="4377055" cy="1003300"/>
            </a:xfrm>
            <a:custGeom>
              <a:avLst/>
              <a:gdLst/>
              <a:ahLst/>
              <a:cxnLst/>
              <a:rect l="l" t="t" r="r" b="b"/>
              <a:pathLst>
                <a:path w="4377055" h="1003300">
                  <a:moveTo>
                    <a:pt x="4209796" y="0"/>
                  </a:moveTo>
                  <a:lnTo>
                    <a:pt x="167131" y="0"/>
                  </a:lnTo>
                  <a:lnTo>
                    <a:pt x="122693" y="5968"/>
                  </a:lnTo>
                  <a:lnTo>
                    <a:pt x="82766" y="22812"/>
                  </a:lnTo>
                  <a:lnTo>
                    <a:pt x="48942" y="48942"/>
                  </a:lnTo>
                  <a:lnTo>
                    <a:pt x="22812" y="82766"/>
                  </a:lnTo>
                  <a:lnTo>
                    <a:pt x="5968" y="122693"/>
                  </a:lnTo>
                  <a:lnTo>
                    <a:pt x="0" y="167131"/>
                  </a:lnTo>
                  <a:lnTo>
                    <a:pt x="0" y="835660"/>
                  </a:lnTo>
                  <a:lnTo>
                    <a:pt x="5968" y="880098"/>
                  </a:lnTo>
                  <a:lnTo>
                    <a:pt x="22812" y="920025"/>
                  </a:lnTo>
                  <a:lnTo>
                    <a:pt x="48942" y="953849"/>
                  </a:lnTo>
                  <a:lnTo>
                    <a:pt x="82766" y="979979"/>
                  </a:lnTo>
                  <a:lnTo>
                    <a:pt x="122693" y="996823"/>
                  </a:lnTo>
                  <a:lnTo>
                    <a:pt x="167131" y="1002791"/>
                  </a:lnTo>
                  <a:lnTo>
                    <a:pt x="4209796" y="1002791"/>
                  </a:lnTo>
                  <a:lnTo>
                    <a:pt x="4254234" y="996823"/>
                  </a:lnTo>
                  <a:lnTo>
                    <a:pt x="4294161" y="979979"/>
                  </a:lnTo>
                  <a:lnTo>
                    <a:pt x="4327985" y="953849"/>
                  </a:lnTo>
                  <a:lnTo>
                    <a:pt x="4354115" y="920025"/>
                  </a:lnTo>
                  <a:lnTo>
                    <a:pt x="4370959" y="880098"/>
                  </a:lnTo>
                  <a:lnTo>
                    <a:pt x="4376928" y="835660"/>
                  </a:lnTo>
                  <a:lnTo>
                    <a:pt x="4376928" y="167131"/>
                  </a:lnTo>
                  <a:lnTo>
                    <a:pt x="4370959" y="122693"/>
                  </a:lnTo>
                  <a:lnTo>
                    <a:pt x="4354115" y="82766"/>
                  </a:lnTo>
                  <a:lnTo>
                    <a:pt x="4327985" y="48942"/>
                  </a:lnTo>
                  <a:lnTo>
                    <a:pt x="4294161" y="22812"/>
                  </a:lnTo>
                  <a:lnTo>
                    <a:pt x="4254234" y="5968"/>
                  </a:lnTo>
                  <a:lnTo>
                    <a:pt x="420979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28843" y="1944623"/>
              <a:ext cx="4377055" cy="1003300"/>
            </a:xfrm>
            <a:custGeom>
              <a:avLst/>
              <a:gdLst/>
              <a:ahLst/>
              <a:cxnLst/>
              <a:rect l="l" t="t" r="r" b="b"/>
              <a:pathLst>
                <a:path w="4377055" h="1003300">
                  <a:moveTo>
                    <a:pt x="0" y="167131"/>
                  </a:moveTo>
                  <a:lnTo>
                    <a:pt x="5968" y="122693"/>
                  </a:lnTo>
                  <a:lnTo>
                    <a:pt x="22812" y="82766"/>
                  </a:lnTo>
                  <a:lnTo>
                    <a:pt x="48942" y="48942"/>
                  </a:lnTo>
                  <a:lnTo>
                    <a:pt x="82766" y="22812"/>
                  </a:lnTo>
                  <a:lnTo>
                    <a:pt x="122693" y="5968"/>
                  </a:lnTo>
                  <a:lnTo>
                    <a:pt x="167131" y="0"/>
                  </a:lnTo>
                  <a:lnTo>
                    <a:pt x="4209796" y="0"/>
                  </a:lnTo>
                  <a:lnTo>
                    <a:pt x="4254234" y="5968"/>
                  </a:lnTo>
                  <a:lnTo>
                    <a:pt x="4294161" y="22812"/>
                  </a:lnTo>
                  <a:lnTo>
                    <a:pt x="4327985" y="48942"/>
                  </a:lnTo>
                  <a:lnTo>
                    <a:pt x="4354115" y="82766"/>
                  </a:lnTo>
                  <a:lnTo>
                    <a:pt x="4370959" y="122693"/>
                  </a:lnTo>
                  <a:lnTo>
                    <a:pt x="4376928" y="167131"/>
                  </a:lnTo>
                  <a:lnTo>
                    <a:pt x="4376928" y="835660"/>
                  </a:lnTo>
                  <a:lnTo>
                    <a:pt x="4370959" y="880098"/>
                  </a:lnTo>
                  <a:lnTo>
                    <a:pt x="4354115" y="920025"/>
                  </a:lnTo>
                  <a:lnTo>
                    <a:pt x="4327985" y="953849"/>
                  </a:lnTo>
                  <a:lnTo>
                    <a:pt x="4294161" y="979979"/>
                  </a:lnTo>
                  <a:lnTo>
                    <a:pt x="4254234" y="996823"/>
                  </a:lnTo>
                  <a:lnTo>
                    <a:pt x="4209796" y="1002791"/>
                  </a:lnTo>
                  <a:lnTo>
                    <a:pt x="167131" y="1002791"/>
                  </a:lnTo>
                  <a:lnTo>
                    <a:pt x="122693" y="996823"/>
                  </a:lnTo>
                  <a:lnTo>
                    <a:pt x="82766" y="979979"/>
                  </a:lnTo>
                  <a:lnTo>
                    <a:pt x="48942" y="953849"/>
                  </a:lnTo>
                  <a:lnTo>
                    <a:pt x="22812" y="920025"/>
                  </a:lnTo>
                  <a:lnTo>
                    <a:pt x="5968" y="880098"/>
                  </a:lnTo>
                  <a:lnTo>
                    <a:pt x="0" y="835660"/>
                  </a:lnTo>
                  <a:lnTo>
                    <a:pt x="0" y="16713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5431028" y="2123693"/>
            <a:ext cx="395224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0" spc="-10" dirty="0">
                <a:latin typeface="Calibri"/>
                <a:cs typeface="Calibri"/>
              </a:rPr>
              <a:t>OSI</a:t>
            </a:r>
            <a:r>
              <a:rPr sz="3400" b="0" spc="-15" dirty="0">
                <a:latin typeface="Calibri"/>
                <a:cs typeface="Calibri"/>
              </a:rPr>
              <a:t> </a:t>
            </a:r>
            <a:r>
              <a:rPr sz="3400" b="0" spc="-45" dirty="0">
                <a:latin typeface="Calibri"/>
                <a:cs typeface="Calibri"/>
              </a:rPr>
              <a:t>Versus</a:t>
            </a:r>
            <a:r>
              <a:rPr sz="3400" b="0" spc="-10" dirty="0">
                <a:latin typeface="Calibri"/>
                <a:cs typeface="Calibri"/>
              </a:rPr>
              <a:t> DoD </a:t>
            </a:r>
            <a:r>
              <a:rPr sz="3400" b="0" spc="-5" dirty="0">
                <a:latin typeface="Calibri"/>
                <a:cs typeface="Calibri"/>
              </a:rPr>
              <a:t>Model</a:t>
            </a:r>
            <a:endParaRPr sz="3400" dirty="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910073" y="3480561"/>
            <a:ext cx="6266180" cy="1370965"/>
            <a:chOff x="4910073" y="3480561"/>
            <a:chExt cx="6266180" cy="1370965"/>
          </a:xfrm>
        </p:grpSpPr>
        <p:sp>
          <p:nvSpPr>
            <p:cNvPr id="19" name="object 19"/>
            <p:cNvSpPr/>
            <p:nvPr/>
          </p:nvSpPr>
          <p:spPr>
            <a:xfrm>
              <a:off x="4916423" y="3988307"/>
              <a:ext cx="6253480" cy="856615"/>
            </a:xfrm>
            <a:custGeom>
              <a:avLst/>
              <a:gdLst/>
              <a:ahLst/>
              <a:cxnLst/>
              <a:rect l="l" t="t" r="r" b="b"/>
              <a:pathLst>
                <a:path w="6253480" h="856614">
                  <a:moveTo>
                    <a:pt x="6252972" y="0"/>
                  </a:moveTo>
                  <a:lnTo>
                    <a:pt x="0" y="0"/>
                  </a:lnTo>
                  <a:lnTo>
                    <a:pt x="0" y="856488"/>
                  </a:lnTo>
                  <a:lnTo>
                    <a:pt x="6252972" y="856488"/>
                  </a:lnTo>
                  <a:lnTo>
                    <a:pt x="625297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916423" y="3988307"/>
              <a:ext cx="6253480" cy="856615"/>
            </a:xfrm>
            <a:custGeom>
              <a:avLst/>
              <a:gdLst/>
              <a:ahLst/>
              <a:cxnLst/>
              <a:rect l="l" t="t" r="r" b="b"/>
              <a:pathLst>
                <a:path w="6253480" h="856614">
                  <a:moveTo>
                    <a:pt x="0" y="856488"/>
                  </a:moveTo>
                  <a:lnTo>
                    <a:pt x="6252972" y="856488"/>
                  </a:lnTo>
                  <a:lnTo>
                    <a:pt x="6252972" y="0"/>
                  </a:lnTo>
                  <a:lnTo>
                    <a:pt x="0" y="0"/>
                  </a:lnTo>
                  <a:lnTo>
                    <a:pt x="0" y="856488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228843" y="3486911"/>
              <a:ext cx="4377055" cy="1003300"/>
            </a:xfrm>
            <a:custGeom>
              <a:avLst/>
              <a:gdLst/>
              <a:ahLst/>
              <a:cxnLst/>
              <a:rect l="l" t="t" r="r" b="b"/>
              <a:pathLst>
                <a:path w="4377055" h="1003300">
                  <a:moveTo>
                    <a:pt x="4209796" y="0"/>
                  </a:moveTo>
                  <a:lnTo>
                    <a:pt x="167131" y="0"/>
                  </a:lnTo>
                  <a:lnTo>
                    <a:pt x="122693" y="5968"/>
                  </a:lnTo>
                  <a:lnTo>
                    <a:pt x="82766" y="22812"/>
                  </a:lnTo>
                  <a:lnTo>
                    <a:pt x="48942" y="48942"/>
                  </a:lnTo>
                  <a:lnTo>
                    <a:pt x="22812" y="82766"/>
                  </a:lnTo>
                  <a:lnTo>
                    <a:pt x="5968" y="122693"/>
                  </a:lnTo>
                  <a:lnTo>
                    <a:pt x="0" y="167131"/>
                  </a:lnTo>
                  <a:lnTo>
                    <a:pt x="0" y="835660"/>
                  </a:lnTo>
                  <a:lnTo>
                    <a:pt x="5968" y="880098"/>
                  </a:lnTo>
                  <a:lnTo>
                    <a:pt x="22812" y="920025"/>
                  </a:lnTo>
                  <a:lnTo>
                    <a:pt x="48942" y="953849"/>
                  </a:lnTo>
                  <a:lnTo>
                    <a:pt x="82766" y="979979"/>
                  </a:lnTo>
                  <a:lnTo>
                    <a:pt x="122693" y="996823"/>
                  </a:lnTo>
                  <a:lnTo>
                    <a:pt x="167131" y="1002792"/>
                  </a:lnTo>
                  <a:lnTo>
                    <a:pt x="4209796" y="1002792"/>
                  </a:lnTo>
                  <a:lnTo>
                    <a:pt x="4254234" y="996823"/>
                  </a:lnTo>
                  <a:lnTo>
                    <a:pt x="4294161" y="979979"/>
                  </a:lnTo>
                  <a:lnTo>
                    <a:pt x="4327985" y="953849"/>
                  </a:lnTo>
                  <a:lnTo>
                    <a:pt x="4354115" y="920025"/>
                  </a:lnTo>
                  <a:lnTo>
                    <a:pt x="4370959" y="880098"/>
                  </a:lnTo>
                  <a:lnTo>
                    <a:pt x="4376928" y="835660"/>
                  </a:lnTo>
                  <a:lnTo>
                    <a:pt x="4376928" y="167131"/>
                  </a:lnTo>
                  <a:lnTo>
                    <a:pt x="4370959" y="122693"/>
                  </a:lnTo>
                  <a:lnTo>
                    <a:pt x="4354115" y="82766"/>
                  </a:lnTo>
                  <a:lnTo>
                    <a:pt x="4327985" y="48942"/>
                  </a:lnTo>
                  <a:lnTo>
                    <a:pt x="4294161" y="22812"/>
                  </a:lnTo>
                  <a:lnTo>
                    <a:pt x="4254234" y="5968"/>
                  </a:lnTo>
                  <a:lnTo>
                    <a:pt x="4209796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228843" y="3486911"/>
              <a:ext cx="4377055" cy="1003300"/>
            </a:xfrm>
            <a:custGeom>
              <a:avLst/>
              <a:gdLst/>
              <a:ahLst/>
              <a:cxnLst/>
              <a:rect l="l" t="t" r="r" b="b"/>
              <a:pathLst>
                <a:path w="4377055" h="1003300">
                  <a:moveTo>
                    <a:pt x="0" y="167131"/>
                  </a:moveTo>
                  <a:lnTo>
                    <a:pt x="5968" y="122693"/>
                  </a:lnTo>
                  <a:lnTo>
                    <a:pt x="22812" y="82766"/>
                  </a:lnTo>
                  <a:lnTo>
                    <a:pt x="48942" y="48942"/>
                  </a:lnTo>
                  <a:lnTo>
                    <a:pt x="82766" y="22812"/>
                  </a:lnTo>
                  <a:lnTo>
                    <a:pt x="122693" y="5968"/>
                  </a:lnTo>
                  <a:lnTo>
                    <a:pt x="167131" y="0"/>
                  </a:lnTo>
                  <a:lnTo>
                    <a:pt x="4209796" y="0"/>
                  </a:lnTo>
                  <a:lnTo>
                    <a:pt x="4254234" y="5968"/>
                  </a:lnTo>
                  <a:lnTo>
                    <a:pt x="4294161" y="22812"/>
                  </a:lnTo>
                  <a:lnTo>
                    <a:pt x="4327985" y="48942"/>
                  </a:lnTo>
                  <a:lnTo>
                    <a:pt x="4354115" y="82766"/>
                  </a:lnTo>
                  <a:lnTo>
                    <a:pt x="4370959" y="122693"/>
                  </a:lnTo>
                  <a:lnTo>
                    <a:pt x="4376928" y="167131"/>
                  </a:lnTo>
                  <a:lnTo>
                    <a:pt x="4376928" y="835660"/>
                  </a:lnTo>
                  <a:lnTo>
                    <a:pt x="4370959" y="880098"/>
                  </a:lnTo>
                  <a:lnTo>
                    <a:pt x="4354115" y="920025"/>
                  </a:lnTo>
                  <a:lnTo>
                    <a:pt x="4327985" y="953849"/>
                  </a:lnTo>
                  <a:lnTo>
                    <a:pt x="4294161" y="979979"/>
                  </a:lnTo>
                  <a:lnTo>
                    <a:pt x="4254234" y="996823"/>
                  </a:lnTo>
                  <a:lnTo>
                    <a:pt x="4209796" y="1002792"/>
                  </a:lnTo>
                  <a:lnTo>
                    <a:pt x="167131" y="1002792"/>
                  </a:lnTo>
                  <a:lnTo>
                    <a:pt x="122693" y="996823"/>
                  </a:lnTo>
                  <a:lnTo>
                    <a:pt x="82766" y="979979"/>
                  </a:lnTo>
                  <a:lnTo>
                    <a:pt x="48942" y="953849"/>
                  </a:lnTo>
                  <a:lnTo>
                    <a:pt x="22812" y="920025"/>
                  </a:lnTo>
                  <a:lnTo>
                    <a:pt x="5968" y="880098"/>
                  </a:lnTo>
                  <a:lnTo>
                    <a:pt x="0" y="835660"/>
                  </a:lnTo>
                  <a:lnTo>
                    <a:pt x="0" y="16713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431028" y="3666235"/>
            <a:ext cx="238887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spc="-50" dirty="0">
                <a:solidFill>
                  <a:srgbClr val="FFFFFF"/>
                </a:solidFill>
                <a:latin typeface="Calibri"/>
                <a:cs typeface="Calibri"/>
              </a:rPr>
              <a:t>TCP/IP</a:t>
            </a:r>
            <a:r>
              <a:rPr sz="3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spc="-5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3400">
              <a:latin typeface="Calibri"/>
              <a:cs typeface="Calibri"/>
            </a:endParaRPr>
          </a:p>
        </p:txBody>
      </p:sp>
      <p:grpSp>
        <p:nvGrpSpPr>
          <p:cNvPr id="24" name="object 18">
            <a:extLst>
              <a:ext uri="{FF2B5EF4-FFF2-40B4-BE49-F238E27FC236}">
                <a16:creationId xmlns:a16="http://schemas.microsoft.com/office/drawing/2014/main" id="{C2EF9434-2060-4BE5-B403-4125BC29CB9A}"/>
              </a:ext>
            </a:extLst>
          </p:cNvPr>
          <p:cNvGrpSpPr/>
          <p:nvPr/>
        </p:nvGrpSpPr>
        <p:grpSpPr>
          <a:xfrm>
            <a:off x="4903723" y="534838"/>
            <a:ext cx="6266180" cy="1370965"/>
            <a:chOff x="4910073" y="3480561"/>
            <a:chExt cx="6266180" cy="1370965"/>
          </a:xfrm>
        </p:grpSpPr>
        <p:sp>
          <p:nvSpPr>
            <p:cNvPr id="25" name="object 19">
              <a:extLst>
                <a:ext uri="{FF2B5EF4-FFF2-40B4-BE49-F238E27FC236}">
                  <a16:creationId xmlns:a16="http://schemas.microsoft.com/office/drawing/2014/main" id="{8B6B68A6-075A-4508-84DB-766FF9F1F132}"/>
                </a:ext>
              </a:extLst>
            </p:cNvPr>
            <p:cNvSpPr/>
            <p:nvPr/>
          </p:nvSpPr>
          <p:spPr>
            <a:xfrm>
              <a:off x="4916423" y="3988307"/>
              <a:ext cx="6253480" cy="856615"/>
            </a:xfrm>
            <a:custGeom>
              <a:avLst/>
              <a:gdLst/>
              <a:ahLst/>
              <a:cxnLst/>
              <a:rect l="l" t="t" r="r" b="b"/>
              <a:pathLst>
                <a:path w="6253480" h="856614">
                  <a:moveTo>
                    <a:pt x="6252972" y="0"/>
                  </a:moveTo>
                  <a:lnTo>
                    <a:pt x="0" y="0"/>
                  </a:lnTo>
                  <a:lnTo>
                    <a:pt x="0" y="856488"/>
                  </a:lnTo>
                  <a:lnTo>
                    <a:pt x="6252972" y="856488"/>
                  </a:lnTo>
                  <a:lnTo>
                    <a:pt x="625297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0">
              <a:extLst>
                <a:ext uri="{FF2B5EF4-FFF2-40B4-BE49-F238E27FC236}">
                  <a16:creationId xmlns:a16="http://schemas.microsoft.com/office/drawing/2014/main" id="{5FA5E46E-5310-4580-9636-7F157EDE5602}"/>
                </a:ext>
              </a:extLst>
            </p:cNvPr>
            <p:cNvSpPr/>
            <p:nvPr/>
          </p:nvSpPr>
          <p:spPr>
            <a:xfrm>
              <a:off x="4916423" y="3988307"/>
              <a:ext cx="6253480" cy="856615"/>
            </a:xfrm>
            <a:custGeom>
              <a:avLst/>
              <a:gdLst/>
              <a:ahLst/>
              <a:cxnLst/>
              <a:rect l="l" t="t" r="r" b="b"/>
              <a:pathLst>
                <a:path w="6253480" h="856614">
                  <a:moveTo>
                    <a:pt x="0" y="856488"/>
                  </a:moveTo>
                  <a:lnTo>
                    <a:pt x="6252972" y="856488"/>
                  </a:lnTo>
                  <a:lnTo>
                    <a:pt x="6252972" y="0"/>
                  </a:lnTo>
                  <a:lnTo>
                    <a:pt x="0" y="0"/>
                  </a:lnTo>
                  <a:lnTo>
                    <a:pt x="0" y="856488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1">
              <a:extLst>
                <a:ext uri="{FF2B5EF4-FFF2-40B4-BE49-F238E27FC236}">
                  <a16:creationId xmlns:a16="http://schemas.microsoft.com/office/drawing/2014/main" id="{D2F11455-296B-4653-BC5B-06981DDC2154}"/>
                </a:ext>
              </a:extLst>
            </p:cNvPr>
            <p:cNvSpPr/>
            <p:nvPr/>
          </p:nvSpPr>
          <p:spPr>
            <a:xfrm>
              <a:off x="5228843" y="3486911"/>
              <a:ext cx="4377055" cy="1003300"/>
            </a:xfrm>
            <a:custGeom>
              <a:avLst/>
              <a:gdLst/>
              <a:ahLst/>
              <a:cxnLst/>
              <a:rect l="l" t="t" r="r" b="b"/>
              <a:pathLst>
                <a:path w="4377055" h="1003300">
                  <a:moveTo>
                    <a:pt x="4209796" y="0"/>
                  </a:moveTo>
                  <a:lnTo>
                    <a:pt x="167131" y="0"/>
                  </a:lnTo>
                  <a:lnTo>
                    <a:pt x="122693" y="5968"/>
                  </a:lnTo>
                  <a:lnTo>
                    <a:pt x="82766" y="22812"/>
                  </a:lnTo>
                  <a:lnTo>
                    <a:pt x="48942" y="48942"/>
                  </a:lnTo>
                  <a:lnTo>
                    <a:pt x="22812" y="82766"/>
                  </a:lnTo>
                  <a:lnTo>
                    <a:pt x="5968" y="122693"/>
                  </a:lnTo>
                  <a:lnTo>
                    <a:pt x="0" y="167131"/>
                  </a:lnTo>
                  <a:lnTo>
                    <a:pt x="0" y="835660"/>
                  </a:lnTo>
                  <a:lnTo>
                    <a:pt x="5968" y="880098"/>
                  </a:lnTo>
                  <a:lnTo>
                    <a:pt x="22812" y="920025"/>
                  </a:lnTo>
                  <a:lnTo>
                    <a:pt x="48942" y="953849"/>
                  </a:lnTo>
                  <a:lnTo>
                    <a:pt x="82766" y="979979"/>
                  </a:lnTo>
                  <a:lnTo>
                    <a:pt x="122693" y="996823"/>
                  </a:lnTo>
                  <a:lnTo>
                    <a:pt x="167131" y="1002792"/>
                  </a:lnTo>
                  <a:lnTo>
                    <a:pt x="4209796" y="1002792"/>
                  </a:lnTo>
                  <a:lnTo>
                    <a:pt x="4254234" y="996823"/>
                  </a:lnTo>
                  <a:lnTo>
                    <a:pt x="4294161" y="979979"/>
                  </a:lnTo>
                  <a:lnTo>
                    <a:pt x="4327985" y="953849"/>
                  </a:lnTo>
                  <a:lnTo>
                    <a:pt x="4354115" y="920025"/>
                  </a:lnTo>
                  <a:lnTo>
                    <a:pt x="4370959" y="880098"/>
                  </a:lnTo>
                  <a:lnTo>
                    <a:pt x="4376928" y="835660"/>
                  </a:lnTo>
                  <a:lnTo>
                    <a:pt x="4376928" y="167131"/>
                  </a:lnTo>
                  <a:lnTo>
                    <a:pt x="4370959" y="122693"/>
                  </a:lnTo>
                  <a:lnTo>
                    <a:pt x="4354115" y="82766"/>
                  </a:lnTo>
                  <a:lnTo>
                    <a:pt x="4327985" y="48942"/>
                  </a:lnTo>
                  <a:lnTo>
                    <a:pt x="4294161" y="22812"/>
                  </a:lnTo>
                  <a:lnTo>
                    <a:pt x="4254234" y="5968"/>
                  </a:lnTo>
                  <a:lnTo>
                    <a:pt x="4209796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r>
                <a:rPr lang="en-US" dirty="0"/>
                <a:t>L</a:t>
              </a:r>
              <a:endParaRPr dirty="0"/>
            </a:p>
          </p:txBody>
        </p:sp>
        <p:sp>
          <p:nvSpPr>
            <p:cNvPr id="28" name="object 22">
              <a:extLst>
                <a:ext uri="{FF2B5EF4-FFF2-40B4-BE49-F238E27FC236}">
                  <a16:creationId xmlns:a16="http://schemas.microsoft.com/office/drawing/2014/main" id="{251B129C-EAAB-40D7-837A-316010A095C7}"/>
                </a:ext>
              </a:extLst>
            </p:cNvPr>
            <p:cNvSpPr/>
            <p:nvPr/>
          </p:nvSpPr>
          <p:spPr>
            <a:xfrm>
              <a:off x="5228843" y="3486911"/>
              <a:ext cx="4377055" cy="1003300"/>
            </a:xfrm>
            <a:custGeom>
              <a:avLst/>
              <a:gdLst/>
              <a:ahLst/>
              <a:cxnLst/>
              <a:rect l="l" t="t" r="r" b="b"/>
              <a:pathLst>
                <a:path w="4377055" h="1003300">
                  <a:moveTo>
                    <a:pt x="0" y="167131"/>
                  </a:moveTo>
                  <a:lnTo>
                    <a:pt x="5968" y="122693"/>
                  </a:lnTo>
                  <a:lnTo>
                    <a:pt x="22812" y="82766"/>
                  </a:lnTo>
                  <a:lnTo>
                    <a:pt x="48942" y="48942"/>
                  </a:lnTo>
                  <a:lnTo>
                    <a:pt x="82766" y="22812"/>
                  </a:lnTo>
                  <a:lnTo>
                    <a:pt x="122693" y="5968"/>
                  </a:lnTo>
                  <a:lnTo>
                    <a:pt x="167131" y="0"/>
                  </a:lnTo>
                  <a:lnTo>
                    <a:pt x="4209796" y="0"/>
                  </a:lnTo>
                  <a:lnTo>
                    <a:pt x="4254234" y="5968"/>
                  </a:lnTo>
                  <a:lnTo>
                    <a:pt x="4294161" y="22812"/>
                  </a:lnTo>
                  <a:lnTo>
                    <a:pt x="4327985" y="48942"/>
                  </a:lnTo>
                  <a:lnTo>
                    <a:pt x="4354115" y="82766"/>
                  </a:lnTo>
                  <a:lnTo>
                    <a:pt x="4370959" y="122693"/>
                  </a:lnTo>
                  <a:lnTo>
                    <a:pt x="4376928" y="167131"/>
                  </a:lnTo>
                  <a:lnTo>
                    <a:pt x="4376928" y="835660"/>
                  </a:lnTo>
                  <a:lnTo>
                    <a:pt x="4370959" y="880098"/>
                  </a:lnTo>
                  <a:lnTo>
                    <a:pt x="4354115" y="920025"/>
                  </a:lnTo>
                  <a:lnTo>
                    <a:pt x="4327985" y="953849"/>
                  </a:lnTo>
                  <a:lnTo>
                    <a:pt x="4294161" y="979979"/>
                  </a:lnTo>
                  <a:lnTo>
                    <a:pt x="4254234" y="996823"/>
                  </a:lnTo>
                  <a:lnTo>
                    <a:pt x="4209796" y="1002792"/>
                  </a:lnTo>
                  <a:lnTo>
                    <a:pt x="167131" y="1002792"/>
                  </a:lnTo>
                  <a:lnTo>
                    <a:pt x="122693" y="996823"/>
                  </a:lnTo>
                  <a:lnTo>
                    <a:pt x="82766" y="979979"/>
                  </a:lnTo>
                  <a:lnTo>
                    <a:pt x="48942" y="953849"/>
                  </a:lnTo>
                  <a:lnTo>
                    <a:pt x="22812" y="920025"/>
                  </a:lnTo>
                  <a:lnTo>
                    <a:pt x="5968" y="880098"/>
                  </a:lnTo>
                  <a:lnTo>
                    <a:pt x="0" y="835660"/>
                  </a:lnTo>
                  <a:lnTo>
                    <a:pt x="0" y="16713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B23E070E-0709-4FF0-8F6F-CB4366891D7C}"/>
              </a:ext>
            </a:extLst>
          </p:cNvPr>
          <p:cNvSpPr txBox="1"/>
          <p:nvPr/>
        </p:nvSpPr>
        <p:spPr>
          <a:xfrm>
            <a:off x="5431028" y="867082"/>
            <a:ext cx="60935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400" dirty="0">
                <a:solidFill>
                  <a:schemeClr val="bg1"/>
                </a:solidFill>
              </a:rPr>
              <a:t>Layered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71871" y="2040508"/>
            <a:ext cx="5364480" cy="39497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 marR="0" lvl="0" indent="0" defTabSz="914400" eaLnBrk="1" fontAlgn="auto" latinLnBrk="0" hangingPunct="1">
              <a:lnSpc>
                <a:spcPts val="30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architecture,</a:t>
            </a:r>
            <a:r>
              <a:rPr kumimoji="0" sz="280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components,</a:t>
            </a:r>
            <a:r>
              <a:rPr kumimoji="0" sz="2800" b="0" i="0" u="none" strike="noStrike" kern="0" cap="none" spc="-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and</a:t>
            </a:r>
            <a:r>
              <a:rPr kumimoji="0" sz="2800" b="0" i="0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design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983993"/>
            <a:ext cx="109315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5275" marR="0" lvl="0" indent="-28321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Pct val="96428"/>
              <a:buFont typeface="Wingdings"/>
              <a:buChar char=""/>
              <a:tabLst>
                <a:tab pos="295910" algn="l"/>
                <a:tab pos="9901555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Network</a:t>
            </a:r>
            <a:r>
              <a:rPr kumimoji="0" sz="28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model</a:t>
            </a:r>
            <a:r>
              <a:rPr kumimoji="0" sz="280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describes</a:t>
            </a:r>
            <a:r>
              <a:rPr kumimoji="0" sz="280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used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to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2624454"/>
            <a:ext cx="10433050" cy="1155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establish</a:t>
            </a:r>
            <a:r>
              <a:rPr kumimoji="0" sz="280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communication</a:t>
            </a:r>
            <a:r>
              <a:rPr kumimoji="0" sz="28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between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80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source</a:t>
            </a:r>
            <a:r>
              <a:rPr kumimoji="0" sz="28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and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destination</a:t>
            </a:r>
            <a:r>
              <a:rPr kumimoji="0" sz="2800" b="0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systems.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295275" marR="0" lvl="0" indent="-283210" defTabSz="914400" eaLnBrk="1" fontAlgn="auto" latinLnBrk="0" hangingPunct="1">
              <a:lnSpc>
                <a:spcPct val="100000"/>
              </a:lnSpc>
              <a:spcBef>
                <a:spcPts val="2185"/>
              </a:spcBef>
              <a:spcAft>
                <a:spcPts val="0"/>
              </a:spcAft>
              <a:buClrTx/>
              <a:buSzPct val="96428"/>
              <a:buFont typeface="Wingdings"/>
              <a:buChar char=""/>
              <a:tabLst>
                <a:tab pos="295910" algn="l"/>
              </a:tabLst>
              <a:defRPr/>
            </a:pP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</a:t>
            </a:r>
            <a:r>
              <a:rPr kumimoji="0" sz="2800" b="0" i="0" u="none" strike="noStrike" kern="0" cap="none" spc="-1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communication</a:t>
            </a:r>
            <a:r>
              <a:rPr kumimoji="0" sz="28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system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is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complex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piece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hardware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and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software.</a:t>
            </a: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6716" y="4087240"/>
            <a:ext cx="5585460" cy="39497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301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single,</a:t>
            </a:r>
            <a:r>
              <a:rPr kumimoji="0" sz="2800" b="0" i="0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complex,</a:t>
            </a:r>
            <a:r>
              <a:rPr kumimoji="0" sz="2800" b="0" i="0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unstructured</a:t>
            </a:r>
            <a:r>
              <a:rPr kumimoji="0" sz="2800" b="0" i="0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program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4030802"/>
            <a:ext cx="114649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5275" marR="0" lvl="0" indent="-28321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Pct val="96428"/>
              <a:buFont typeface="Wingdings"/>
              <a:buChar char=""/>
              <a:tabLst>
                <a:tab pos="295910" algn="l"/>
                <a:tab pos="6206490" algn="l"/>
              </a:tabLst>
              <a:defRPr/>
            </a:pP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with</a:t>
            </a:r>
            <a:r>
              <a:rPr kumimoji="0" sz="2800" b="0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many</a:t>
            </a:r>
            <a:r>
              <a:rPr kumimoji="0" sz="2800" b="0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interacting</a:t>
            </a:r>
            <a:r>
              <a:rPr kumimoji="0" sz="2800" b="0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components</a:t>
            </a:r>
            <a:r>
              <a:rPr kumimoji="0" sz="2800" b="0" i="0" u="none" strike="noStrike" kern="0" cap="none" spc="-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is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4671440"/>
            <a:ext cx="10419715" cy="1155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very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difficult</a:t>
            </a:r>
            <a:r>
              <a:rPr kumimoji="0" sz="28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to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test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and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modify.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295275" marR="0" lvl="0" indent="-283210" defTabSz="914400" eaLnBrk="1" fontAlgn="auto" latinLnBrk="0" hangingPunct="1">
              <a:lnSpc>
                <a:spcPct val="100000"/>
              </a:lnSpc>
              <a:spcBef>
                <a:spcPts val="2185"/>
              </a:spcBef>
              <a:spcAft>
                <a:spcPts val="0"/>
              </a:spcAft>
              <a:buClrTx/>
              <a:buSzPct val="96428"/>
              <a:buFont typeface="Wingdings"/>
              <a:buChar char=""/>
              <a:tabLst>
                <a:tab pos="295910" algn="l"/>
              </a:tabLst>
              <a:defRPr/>
            </a:pP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To</a:t>
            </a:r>
            <a:r>
              <a:rPr kumimoji="0" sz="28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overcome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such</a:t>
            </a:r>
            <a:r>
              <a:rPr kumimoji="0" sz="28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problem,</a:t>
            </a:r>
            <a:r>
              <a:rPr kumimoji="0" sz="28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8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ISO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has</a:t>
            </a:r>
            <a:r>
              <a:rPr kumimoji="0" sz="28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developed</a:t>
            </a:r>
            <a:r>
              <a:rPr kumimoji="0" sz="28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</a:t>
            </a:r>
            <a:r>
              <a:rPr kumimoji="0" sz="28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layered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approach.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effectLst/>
              <a:highlight>
                <a:srgbClr val="000000"/>
              </a:highlight>
              <a:uLnTx/>
              <a:uFillTx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4611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Network</a:t>
            </a:r>
            <a:r>
              <a:rPr spc="-215" dirty="0"/>
              <a:t> </a:t>
            </a:r>
            <a:r>
              <a:rPr spc="-85" dirty="0"/>
              <a:t>Model:</a:t>
            </a:r>
            <a:r>
              <a:rPr spc="-220" dirty="0"/>
              <a:t> </a:t>
            </a:r>
            <a:r>
              <a:rPr spc="-105" dirty="0"/>
              <a:t>Layered</a:t>
            </a:r>
            <a:r>
              <a:rPr spc="-465" dirty="0"/>
              <a:t> </a:t>
            </a:r>
            <a:r>
              <a:rPr spc="-95" dirty="0"/>
              <a:t>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944370"/>
            <a:ext cx="11266805" cy="39744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5590" marR="0" lvl="0" indent="-263525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Pct val="96153"/>
              <a:buFont typeface="Wingdings"/>
              <a:buChar char=""/>
              <a:tabLst>
                <a:tab pos="276225" algn="l"/>
              </a:tabLst>
              <a:defRPr/>
            </a:pPr>
            <a:r>
              <a:rPr kumimoji="0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Why</a:t>
            </a:r>
            <a:r>
              <a:rPr kumimoji="0" sz="26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do</a:t>
            </a:r>
            <a:r>
              <a:rPr kumimoji="0" sz="26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we</a:t>
            </a:r>
            <a:r>
              <a:rPr kumimoji="0" sz="26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require</a:t>
            </a:r>
            <a:r>
              <a:rPr kumimoji="0" sz="26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Layered</a:t>
            </a:r>
            <a:r>
              <a:rPr kumimoji="0" sz="26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architecture?</a:t>
            </a:r>
            <a:endParaRPr kumimoji="0" sz="2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698500" marR="0" lvl="1" indent="-229235" defTabSz="914400" eaLnBrk="1" fontAlgn="auto" latinLnBrk="0" hangingPunct="1">
              <a:lnSpc>
                <a:spcPct val="100000"/>
              </a:lnSpc>
              <a:spcBef>
                <a:spcPts val="1645"/>
              </a:spcBef>
              <a:spcAft>
                <a:spcPts val="0"/>
              </a:spcAft>
              <a:buClrTx/>
              <a:buSzPct val="95454"/>
              <a:buFont typeface="Wingdings"/>
              <a:buChar char=""/>
              <a:tabLst>
                <a:tab pos="699135" algn="l"/>
              </a:tabLst>
              <a:defRPr/>
            </a:pPr>
            <a:r>
              <a:rPr kumimoji="0" sz="22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Divide-and-</a:t>
            </a:r>
            <a:r>
              <a:rPr kumimoji="0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conquer</a:t>
            </a:r>
            <a:r>
              <a:rPr kumimoji="0" sz="2200" b="1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approach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:</a:t>
            </a:r>
            <a:r>
              <a:rPr kumimoji="0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It</a:t>
            </a:r>
            <a:r>
              <a:rPr kumimoji="0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divides</a:t>
            </a:r>
            <a:r>
              <a:rPr kumimoji="0" sz="22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unmanageable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tasks</a:t>
            </a:r>
            <a:r>
              <a:rPr kumimoji="0" sz="22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into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small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and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manageable</a:t>
            </a:r>
            <a:endParaRPr kumimoji="0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698500" marR="0" lvl="0" indent="0" defTabSz="91440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tasks</a:t>
            </a:r>
            <a:r>
              <a:rPr kumimoji="0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and</a:t>
            </a:r>
            <a:r>
              <a:rPr kumimoji="0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reduces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complexity.</a:t>
            </a:r>
            <a:endParaRPr kumimoji="0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698500" marR="0" lvl="1" indent="-229235" defTabSz="914400" eaLnBrk="1" fontAlgn="auto" latinLnBrk="0" hangingPunct="1">
              <a:lnSpc>
                <a:spcPct val="100000"/>
              </a:lnSpc>
              <a:spcBef>
                <a:spcPts val="1545"/>
              </a:spcBef>
              <a:spcAft>
                <a:spcPts val="0"/>
              </a:spcAft>
              <a:buClrTx/>
              <a:buSzPct val="95454"/>
              <a:buFont typeface="Wingdings"/>
              <a:buChar char=""/>
              <a:tabLst>
                <a:tab pos="699135" algn="l"/>
              </a:tabLst>
              <a:defRPr/>
            </a:pPr>
            <a:r>
              <a:rPr kumimoji="0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Modularity:</a:t>
            </a:r>
            <a:r>
              <a:rPr kumimoji="0" sz="22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Layered</a:t>
            </a:r>
            <a:r>
              <a:rPr kumimoji="0" sz="22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architecture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is</a:t>
            </a:r>
            <a:r>
              <a:rPr kumimoji="0" sz="22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more</a:t>
            </a:r>
            <a:r>
              <a:rPr kumimoji="0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modular.</a:t>
            </a:r>
            <a:r>
              <a:rPr kumimoji="0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Modularity</a:t>
            </a:r>
            <a:r>
              <a:rPr kumimoji="0" sz="22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provides</a:t>
            </a:r>
            <a:r>
              <a:rPr kumimoji="0" sz="22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2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independence</a:t>
            </a:r>
            <a:r>
              <a:rPr kumimoji="0" sz="2200" b="0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endParaRPr kumimoji="0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698500" marR="0" lvl="0" indent="0" defTabSz="91440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layers,</a:t>
            </a:r>
            <a:r>
              <a:rPr kumimoji="0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which</a:t>
            </a:r>
            <a:r>
              <a:rPr kumimoji="0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is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easier</a:t>
            </a:r>
            <a:r>
              <a:rPr kumimoji="0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to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understand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and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implement.</a:t>
            </a:r>
            <a:endParaRPr kumimoji="0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698500" marR="5080" lvl="1" indent="-229235" defTabSz="914400" eaLnBrk="1" fontAlgn="auto" latinLnBrk="0" hangingPunct="1">
              <a:lnSpc>
                <a:spcPct val="140000"/>
              </a:lnSpc>
              <a:spcBef>
                <a:spcPts val="505"/>
              </a:spcBef>
              <a:spcAft>
                <a:spcPts val="0"/>
              </a:spcAft>
              <a:buClrTx/>
              <a:buSzPct val="95454"/>
              <a:buFont typeface="Wingdings"/>
              <a:buChar char=""/>
              <a:tabLst>
                <a:tab pos="699135" algn="l"/>
              </a:tabLst>
              <a:defRPr/>
            </a:pPr>
            <a:r>
              <a:rPr kumimoji="0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Easy</a:t>
            </a:r>
            <a:r>
              <a:rPr kumimoji="0" sz="22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to</a:t>
            </a:r>
            <a:r>
              <a:rPr kumimoji="0" sz="22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modify:</a:t>
            </a:r>
            <a:r>
              <a:rPr kumimoji="0" sz="22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It</a:t>
            </a:r>
            <a:r>
              <a:rPr kumimoji="0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ensures</a:t>
            </a:r>
            <a:r>
              <a:rPr kumimoji="0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independence</a:t>
            </a:r>
            <a:r>
              <a:rPr kumimoji="0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layers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so</a:t>
            </a:r>
            <a:r>
              <a:rPr kumimoji="0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that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implementation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in</a:t>
            </a:r>
            <a:r>
              <a:rPr kumimoji="0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one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layer</a:t>
            </a:r>
            <a:r>
              <a:rPr kumimoji="0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can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be</a:t>
            </a:r>
            <a:r>
              <a:rPr kumimoji="0" sz="22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changed</a:t>
            </a:r>
            <a:r>
              <a:rPr kumimoji="0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without</a:t>
            </a:r>
            <a:r>
              <a:rPr kumimoji="0" sz="22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affecting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other</a:t>
            </a:r>
            <a:r>
              <a:rPr kumimoji="0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layers.</a:t>
            </a:r>
            <a:endParaRPr kumimoji="0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698500" marR="0" lvl="1" indent="-229235" defTabSz="914400" eaLnBrk="1" fontAlgn="auto" latinLnBrk="0" hangingPunct="1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Tx/>
              <a:buSzPct val="95454"/>
              <a:buFont typeface="Wingdings"/>
              <a:buChar char=""/>
              <a:tabLst>
                <a:tab pos="699135" algn="l"/>
              </a:tabLst>
              <a:defRPr/>
            </a:pPr>
            <a:r>
              <a:rPr kumimoji="0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Easy</a:t>
            </a:r>
            <a:r>
              <a:rPr kumimoji="0" sz="22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to</a:t>
            </a:r>
            <a:r>
              <a:rPr kumimoji="0" sz="22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test:</a:t>
            </a:r>
            <a:r>
              <a:rPr kumimoji="0" sz="22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Each</a:t>
            </a:r>
            <a:r>
              <a:rPr kumimoji="0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layer</a:t>
            </a:r>
            <a:r>
              <a:rPr kumimoji="0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layered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architecture</a:t>
            </a:r>
            <a:r>
              <a:rPr kumimoji="0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can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be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analyzed</a:t>
            </a:r>
            <a:r>
              <a:rPr kumimoji="0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and</a:t>
            </a:r>
            <a:r>
              <a:rPr kumimoji="0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tested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individually.</a:t>
            </a:r>
            <a:endParaRPr kumimoji="0" sz="2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4611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Network</a:t>
            </a:r>
            <a:r>
              <a:rPr spc="-215" dirty="0"/>
              <a:t> </a:t>
            </a:r>
            <a:r>
              <a:rPr spc="-85" dirty="0"/>
              <a:t>Model:</a:t>
            </a:r>
            <a:r>
              <a:rPr spc="-220" dirty="0"/>
              <a:t> </a:t>
            </a:r>
            <a:r>
              <a:rPr spc="-105" dirty="0"/>
              <a:t>Layered</a:t>
            </a:r>
            <a:r>
              <a:rPr spc="-465" dirty="0"/>
              <a:t> </a:t>
            </a:r>
            <a:r>
              <a:rPr spc="-95" dirty="0"/>
              <a:t>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777826"/>
            <a:ext cx="11512550" cy="43770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421640" lvl="0" indent="-228600" defTabSz="914400" eaLnBrk="1" fontAlgn="auto" latinLnBrk="0" hangingPunct="1">
              <a:lnSpc>
                <a:spcPct val="150000"/>
              </a:lnSpc>
              <a:spcBef>
                <a:spcPts val="95"/>
              </a:spcBef>
              <a:spcAft>
                <a:spcPts val="0"/>
              </a:spcAft>
              <a:buClrTx/>
              <a:buSzPct val="96153"/>
              <a:buFont typeface="Wingdings"/>
              <a:buChar char=""/>
              <a:tabLst>
                <a:tab pos="276225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In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</a:t>
            </a:r>
            <a:r>
              <a:rPr kumimoji="0" sz="26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layered</a:t>
            </a:r>
            <a:r>
              <a:rPr kumimoji="0" sz="26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approach,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networking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concept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is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divided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into several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layers,</a:t>
            </a:r>
            <a:r>
              <a:rPr kumimoji="0" sz="26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and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each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layer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is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assigned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particular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task.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241300" marR="5080" lvl="0" indent="-228600" defTabSz="914400" eaLnBrk="1" fontAlgn="auto" latinLnBrk="0" hangingPunct="1">
              <a:lnSpc>
                <a:spcPct val="150000"/>
              </a:lnSpc>
              <a:spcBef>
                <a:spcPts val="495"/>
              </a:spcBef>
              <a:spcAft>
                <a:spcPts val="0"/>
              </a:spcAft>
              <a:buClrTx/>
              <a:buSzPct val="96153"/>
              <a:buFont typeface="Wingdings"/>
              <a:buChar char=""/>
              <a:tabLst>
                <a:tab pos="276225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Each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lower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layer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adds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its</a:t>
            </a:r>
            <a:r>
              <a:rPr kumimoji="0" sz="26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services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to</a:t>
            </a:r>
            <a:r>
              <a:rPr kumimoji="0" sz="26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higher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layer</a:t>
            </a:r>
            <a:r>
              <a:rPr kumimoji="0" sz="26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to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manage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communications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and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run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applications.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275590" marR="0" lvl="0" indent="-263525" defTabSz="914400" eaLnBrk="1" fontAlgn="auto" latinLnBrk="0" hangingPunct="1">
              <a:lnSpc>
                <a:spcPct val="100000"/>
              </a:lnSpc>
              <a:spcBef>
                <a:spcPts val="2065"/>
              </a:spcBef>
              <a:spcAft>
                <a:spcPts val="0"/>
              </a:spcAft>
              <a:buClrTx/>
              <a:buSzPct val="96153"/>
              <a:buFont typeface="Wingdings"/>
              <a:buChar char=""/>
              <a:tabLst>
                <a:tab pos="276225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number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sz="26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layers,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functions,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layer contents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will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vary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from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network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to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network.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241300" marR="220979" lvl="0" indent="-228600" defTabSz="914400" eaLnBrk="1" fontAlgn="auto" latinLnBrk="0" hangingPunct="1">
              <a:lnSpc>
                <a:spcPct val="150100"/>
              </a:lnSpc>
              <a:spcBef>
                <a:spcPts val="500"/>
              </a:spcBef>
              <a:spcAft>
                <a:spcPts val="0"/>
              </a:spcAft>
              <a:buClrTx/>
              <a:buSzPct val="96153"/>
              <a:buFont typeface="Wingdings"/>
              <a:buChar char=""/>
              <a:tabLst>
                <a:tab pos="276225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purpose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sz="26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each</a:t>
            </a:r>
            <a:r>
              <a:rPr kumimoji="0" sz="26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layer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is</a:t>
            </a:r>
            <a:r>
              <a:rPr kumimoji="0" sz="26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to</a:t>
            </a:r>
            <a:r>
              <a:rPr kumimoji="0" sz="26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provide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service</a:t>
            </a:r>
            <a:r>
              <a:rPr kumimoji="0" sz="26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from lower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to a</a:t>
            </a:r>
            <a:r>
              <a:rPr kumimoji="0" sz="26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higher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layer 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and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hiding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6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implementation</a:t>
            </a:r>
            <a:r>
              <a:rPr kumimoji="0" sz="26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details.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4611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Network</a:t>
            </a:r>
            <a:r>
              <a:rPr spc="-215" dirty="0"/>
              <a:t> </a:t>
            </a:r>
            <a:r>
              <a:rPr spc="-85" dirty="0"/>
              <a:t>Model:</a:t>
            </a:r>
            <a:r>
              <a:rPr spc="-220" dirty="0"/>
              <a:t> </a:t>
            </a:r>
            <a:r>
              <a:rPr spc="-105" dirty="0"/>
              <a:t>Layered</a:t>
            </a:r>
            <a:r>
              <a:rPr spc="-465" dirty="0"/>
              <a:t> </a:t>
            </a:r>
            <a:r>
              <a:rPr spc="-95" dirty="0"/>
              <a:t>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4611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Network</a:t>
            </a:r>
            <a:r>
              <a:rPr spc="-215" dirty="0"/>
              <a:t> </a:t>
            </a:r>
            <a:r>
              <a:rPr spc="-85" dirty="0"/>
              <a:t>Model:</a:t>
            </a:r>
            <a:r>
              <a:rPr spc="-220" dirty="0"/>
              <a:t> </a:t>
            </a:r>
            <a:r>
              <a:rPr spc="-105" dirty="0"/>
              <a:t>Layered</a:t>
            </a:r>
            <a:r>
              <a:rPr spc="-465" dirty="0"/>
              <a:t> </a:t>
            </a:r>
            <a:r>
              <a:rPr spc="-95" dirty="0"/>
              <a:t>Architecture</a:t>
            </a:r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5092C877-D0E3-8C63-C6D9-7BC9D85A1E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6827379"/>
              </p:ext>
            </p:extLst>
          </p:nvPr>
        </p:nvGraphicFramePr>
        <p:xfrm>
          <a:off x="535940" y="1958086"/>
          <a:ext cx="11362055" cy="37598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74394" y="1983993"/>
            <a:ext cx="3211195" cy="1858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5275" marR="0" lvl="0" indent="-28321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Pct val="96428"/>
              <a:buFont typeface="Wingdings"/>
              <a:buChar char=""/>
              <a:tabLst>
                <a:tab pos="29591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Networking</a:t>
            </a:r>
            <a:r>
              <a:rPr kumimoji="0" sz="2800" b="0" i="0" u="none" strike="noStrike" kern="0" cap="none" spc="-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devices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82905" marR="0" lvl="0" indent="-370840" defTabSz="914400" eaLnBrk="1" fontAlgn="auto" latinLnBrk="0" hangingPunct="1">
              <a:lnSpc>
                <a:spcPct val="100000"/>
              </a:lnSpc>
              <a:spcBef>
                <a:spcPts val="2185"/>
              </a:spcBef>
              <a:spcAft>
                <a:spcPts val="0"/>
              </a:spcAft>
              <a:buClrTx/>
              <a:buSzPct val="96428"/>
              <a:buFont typeface="Wingdings"/>
              <a:buChar char=""/>
              <a:tabLst>
                <a:tab pos="38354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Network</a:t>
            </a:r>
            <a:r>
              <a:rPr kumimoji="0" sz="28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types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82905" marR="0" lvl="0" indent="-370840" defTabSz="914400" eaLnBrk="1" fontAlgn="auto" latinLnBrk="0" hangingPunct="1">
              <a:lnSpc>
                <a:spcPct val="100000"/>
              </a:lnSpc>
              <a:spcBef>
                <a:spcPts val="2175"/>
              </a:spcBef>
              <a:spcAft>
                <a:spcPts val="0"/>
              </a:spcAft>
              <a:buClrTx/>
              <a:buSzPct val="96428"/>
              <a:buFont typeface="Wingdings"/>
              <a:buChar char=""/>
              <a:tabLst>
                <a:tab pos="38354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Network</a:t>
            </a:r>
            <a:r>
              <a:rPr kumimoji="0" sz="2800" b="0" i="0" u="none" strike="noStrike" kern="0" cap="none" spc="-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topologies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4611" rIns="0" bIns="0" rtlCol="0">
            <a:spAutoFit/>
          </a:bodyPr>
          <a:lstStyle/>
          <a:p>
            <a:pPr marL="1001394">
              <a:lnSpc>
                <a:spcPct val="100000"/>
              </a:lnSpc>
              <a:spcBef>
                <a:spcPts val="105"/>
              </a:spcBef>
            </a:pPr>
            <a:r>
              <a:rPr spc="-105" dirty="0"/>
              <a:t>Layered</a:t>
            </a:r>
            <a:r>
              <a:rPr spc="-430" dirty="0"/>
              <a:t> </a:t>
            </a:r>
            <a:r>
              <a:rPr spc="-114" dirty="0"/>
              <a:t>Architecture</a:t>
            </a:r>
            <a:r>
              <a:rPr spc="-180" dirty="0"/>
              <a:t> </a:t>
            </a:r>
            <a:r>
              <a:rPr spc="-65" dirty="0"/>
              <a:t>Example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9427" y="1501138"/>
            <a:ext cx="9003792" cy="53568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89885" y="571322"/>
            <a:ext cx="64300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Network</a:t>
            </a:r>
            <a:r>
              <a:rPr spc="-210" dirty="0"/>
              <a:t> </a:t>
            </a:r>
            <a:r>
              <a:rPr spc="-85" dirty="0"/>
              <a:t>Model:</a:t>
            </a:r>
            <a:r>
              <a:rPr spc="-229" dirty="0"/>
              <a:t> </a:t>
            </a:r>
            <a:r>
              <a:rPr spc="-70" dirty="0"/>
              <a:t>OSI</a:t>
            </a:r>
            <a:r>
              <a:rPr spc="-190" dirty="0"/>
              <a:t> </a:t>
            </a:r>
            <a:r>
              <a:rPr spc="-50" dirty="0"/>
              <a:t>Model</a:t>
            </a:r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FCF3C29B-B44E-BD66-F76C-A7C941358C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8513655"/>
              </p:ext>
            </p:extLst>
          </p:nvPr>
        </p:nvGraphicFramePr>
        <p:xfrm>
          <a:off x="535940" y="1783313"/>
          <a:ext cx="11577320" cy="2959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76427"/>
            <a:ext cx="12192000" cy="917575"/>
          </a:xfrm>
          <a:custGeom>
            <a:avLst/>
            <a:gdLst/>
            <a:ahLst/>
            <a:cxnLst/>
            <a:rect l="l" t="t" r="r" b="b"/>
            <a:pathLst>
              <a:path w="12192000" h="917575">
                <a:moveTo>
                  <a:pt x="12192000" y="0"/>
                </a:moveTo>
                <a:lnTo>
                  <a:pt x="0" y="0"/>
                </a:lnTo>
                <a:lnTo>
                  <a:pt x="0" y="917448"/>
                </a:lnTo>
                <a:lnTo>
                  <a:pt x="12192000" y="917448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4332" y="487756"/>
            <a:ext cx="687450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Interaction</a:t>
            </a:r>
            <a:r>
              <a:rPr spc="-210" dirty="0"/>
              <a:t> </a:t>
            </a:r>
            <a:r>
              <a:rPr spc="-90" dirty="0"/>
              <a:t>between</a:t>
            </a:r>
            <a:r>
              <a:rPr spc="-210" dirty="0"/>
              <a:t> </a:t>
            </a:r>
            <a:r>
              <a:rPr spc="-70" dirty="0"/>
              <a:t>the</a:t>
            </a:r>
            <a:r>
              <a:rPr spc="-180" dirty="0"/>
              <a:t> </a:t>
            </a:r>
            <a:r>
              <a:rPr spc="-50" dirty="0"/>
              <a:t>layers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4885" y="1440871"/>
            <a:ext cx="10508914" cy="54171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21563"/>
            <a:ext cx="12192000" cy="917575"/>
          </a:xfrm>
          <a:custGeom>
            <a:avLst/>
            <a:gdLst/>
            <a:ahLst/>
            <a:cxnLst/>
            <a:rect l="l" t="t" r="r" b="b"/>
            <a:pathLst>
              <a:path w="12192000" h="917575">
                <a:moveTo>
                  <a:pt x="12192000" y="0"/>
                </a:moveTo>
                <a:lnTo>
                  <a:pt x="0" y="0"/>
                </a:lnTo>
                <a:lnTo>
                  <a:pt x="0" y="917447"/>
                </a:lnTo>
                <a:lnTo>
                  <a:pt x="12192000" y="917447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79801" y="433577"/>
            <a:ext cx="62509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Exchange</a:t>
            </a:r>
            <a:r>
              <a:rPr spc="-225" dirty="0"/>
              <a:t> </a:t>
            </a:r>
            <a:r>
              <a:rPr spc="-85" dirty="0"/>
              <a:t>using</a:t>
            </a:r>
            <a:r>
              <a:rPr spc="-190" dirty="0"/>
              <a:t> </a:t>
            </a:r>
            <a:r>
              <a:rPr spc="-65" dirty="0"/>
              <a:t>OSI</a:t>
            </a:r>
            <a:r>
              <a:rPr spc="-170" dirty="0"/>
              <a:t> </a:t>
            </a:r>
            <a:r>
              <a:rPr spc="-55" dirty="0"/>
              <a:t>Model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306067"/>
            <a:ext cx="10515600" cy="55519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987420" y="571322"/>
            <a:ext cx="62350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OSI</a:t>
            </a:r>
            <a:r>
              <a:rPr spc="-185" dirty="0"/>
              <a:t> </a:t>
            </a:r>
            <a:r>
              <a:rPr spc="-85" dirty="0"/>
              <a:t>Model:</a:t>
            </a:r>
            <a:r>
              <a:rPr spc="-225" dirty="0"/>
              <a:t> </a:t>
            </a:r>
            <a:r>
              <a:rPr spc="-90" dirty="0"/>
              <a:t>Physical</a:t>
            </a:r>
            <a:r>
              <a:rPr spc="-225" dirty="0"/>
              <a:t> </a:t>
            </a:r>
            <a:r>
              <a:rPr spc="-50" dirty="0"/>
              <a:t>Layer</a:t>
            </a:r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723BED9F-A9C9-5077-1C7C-9FF5846D940C}"/>
              </a:ext>
            </a:extLst>
          </p:cNvPr>
          <p:cNvGraphicFramePr/>
          <p:nvPr/>
        </p:nvGraphicFramePr>
        <p:xfrm>
          <a:off x="535940" y="1744116"/>
          <a:ext cx="10873740" cy="45192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987420" y="571322"/>
            <a:ext cx="62350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OSI</a:t>
            </a:r>
            <a:r>
              <a:rPr spc="-185" dirty="0"/>
              <a:t> </a:t>
            </a:r>
            <a:r>
              <a:rPr spc="-85" dirty="0"/>
              <a:t>Model:</a:t>
            </a:r>
            <a:r>
              <a:rPr spc="-225" dirty="0"/>
              <a:t> </a:t>
            </a:r>
            <a:r>
              <a:rPr spc="-90" dirty="0"/>
              <a:t>Physical</a:t>
            </a:r>
            <a:r>
              <a:rPr spc="-225" dirty="0"/>
              <a:t> </a:t>
            </a:r>
            <a:r>
              <a:rPr spc="-50" dirty="0"/>
              <a:t>Layer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ABDBCD-9B62-4F11-B230-83FE7F471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20" y="2514600"/>
            <a:ext cx="10425064" cy="333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447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93547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67964" y="360045"/>
            <a:ext cx="66725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OSI</a:t>
            </a:r>
            <a:r>
              <a:rPr spc="-180" dirty="0"/>
              <a:t> </a:t>
            </a:r>
            <a:r>
              <a:rPr spc="-85" dirty="0"/>
              <a:t>Model:</a:t>
            </a:r>
            <a:r>
              <a:rPr spc="-220" dirty="0"/>
              <a:t> </a:t>
            </a:r>
            <a:r>
              <a:rPr spc="-80" dirty="0"/>
              <a:t>Data</a:t>
            </a:r>
            <a:r>
              <a:rPr spc="-210" dirty="0"/>
              <a:t> </a:t>
            </a:r>
            <a:r>
              <a:rPr spc="-80" dirty="0"/>
              <a:t>Link</a:t>
            </a:r>
            <a:r>
              <a:rPr spc="-190" dirty="0"/>
              <a:t> </a:t>
            </a:r>
            <a:r>
              <a:rPr spc="-50" dirty="0"/>
              <a:t>Layer</a:t>
            </a:r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8FF73905-50E9-1AF0-2836-66B525EE3E81}"/>
              </a:ext>
            </a:extLst>
          </p:cNvPr>
          <p:cNvGraphicFramePr/>
          <p:nvPr/>
        </p:nvGraphicFramePr>
        <p:xfrm>
          <a:off x="535940" y="1343406"/>
          <a:ext cx="11198860" cy="49542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67964" y="571322"/>
            <a:ext cx="66694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OSI</a:t>
            </a:r>
            <a:r>
              <a:rPr spc="-195" dirty="0"/>
              <a:t> </a:t>
            </a:r>
            <a:r>
              <a:rPr spc="-85" dirty="0"/>
              <a:t>Model:</a:t>
            </a:r>
            <a:r>
              <a:rPr spc="-235" dirty="0"/>
              <a:t> </a:t>
            </a:r>
            <a:r>
              <a:rPr spc="-75" dirty="0"/>
              <a:t>Data</a:t>
            </a:r>
            <a:r>
              <a:rPr spc="-229" dirty="0"/>
              <a:t> </a:t>
            </a:r>
            <a:r>
              <a:rPr spc="-80" dirty="0"/>
              <a:t>Link</a:t>
            </a:r>
            <a:r>
              <a:rPr spc="-204" dirty="0"/>
              <a:t> </a:t>
            </a:r>
            <a:r>
              <a:rPr spc="-50" dirty="0"/>
              <a:t>Layer</a:t>
            </a:r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7904CB00-DE53-ABCA-C62A-2EDBA0EC20D0}"/>
              </a:ext>
            </a:extLst>
          </p:cNvPr>
          <p:cNvGraphicFramePr/>
          <p:nvPr/>
        </p:nvGraphicFramePr>
        <p:xfrm>
          <a:off x="535940" y="1958086"/>
          <a:ext cx="11503660" cy="41986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67964" y="571322"/>
            <a:ext cx="66694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OSI</a:t>
            </a:r>
            <a:r>
              <a:rPr spc="-195" dirty="0"/>
              <a:t> </a:t>
            </a:r>
            <a:r>
              <a:rPr spc="-85" dirty="0"/>
              <a:t>Model:</a:t>
            </a:r>
            <a:r>
              <a:rPr spc="-235" dirty="0"/>
              <a:t> </a:t>
            </a:r>
            <a:r>
              <a:rPr spc="-75" dirty="0"/>
              <a:t>Data</a:t>
            </a:r>
            <a:r>
              <a:rPr spc="-229" dirty="0"/>
              <a:t> </a:t>
            </a:r>
            <a:r>
              <a:rPr spc="-80" dirty="0"/>
              <a:t>Link</a:t>
            </a:r>
            <a:r>
              <a:rPr spc="-204" dirty="0"/>
              <a:t> </a:t>
            </a:r>
            <a:r>
              <a:rPr spc="-50" dirty="0"/>
              <a:t>Layer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5BAEFE-97B8-4EE5-B609-900ACD503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410" y="1988625"/>
            <a:ext cx="10516511" cy="4298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1636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67964" y="571322"/>
            <a:ext cx="66694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OSI</a:t>
            </a:r>
            <a:r>
              <a:rPr spc="-195" dirty="0"/>
              <a:t> </a:t>
            </a:r>
            <a:r>
              <a:rPr spc="-85" dirty="0"/>
              <a:t>Model:</a:t>
            </a:r>
            <a:r>
              <a:rPr spc="-235" dirty="0"/>
              <a:t> </a:t>
            </a:r>
            <a:r>
              <a:rPr spc="-75" dirty="0"/>
              <a:t>Data</a:t>
            </a:r>
            <a:r>
              <a:rPr spc="-229" dirty="0"/>
              <a:t> </a:t>
            </a:r>
            <a:r>
              <a:rPr spc="-80" dirty="0"/>
              <a:t>Link</a:t>
            </a:r>
            <a:r>
              <a:rPr spc="-204" dirty="0"/>
              <a:t> </a:t>
            </a:r>
            <a:r>
              <a:rPr spc="-50" dirty="0"/>
              <a:t>Layer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545BB1-772B-4EA9-BE69-AA67D7395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432090"/>
            <a:ext cx="9583743" cy="542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805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67964" y="515493"/>
            <a:ext cx="66725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OSI</a:t>
            </a:r>
            <a:r>
              <a:rPr spc="-180" dirty="0"/>
              <a:t> </a:t>
            </a:r>
            <a:r>
              <a:rPr spc="-85" dirty="0"/>
              <a:t>Model:</a:t>
            </a:r>
            <a:r>
              <a:rPr spc="-220" dirty="0"/>
              <a:t> </a:t>
            </a:r>
            <a:r>
              <a:rPr spc="-80" dirty="0"/>
              <a:t>Data</a:t>
            </a:r>
            <a:r>
              <a:rPr spc="-210" dirty="0"/>
              <a:t> </a:t>
            </a:r>
            <a:r>
              <a:rPr spc="-80" dirty="0"/>
              <a:t>Link</a:t>
            </a:r>
            <a:r>
              <a:rPr spc="-190" dirty="0"/>
              <a:t> </a:t>
            </a:r>
            <a:r>
              <a:rPr spc="-50" dirty="0"/>
              <a:t>Layer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722780"/>
            <a:ext cx="9937750" cy="148590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8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Example: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241300" marR="5080" lvl="0" indent="-229235" defTabSz="914400" eaLnBrk="1" fontAlgn="auto" latinLnBrk="0" hangingPunct="1">
              <a:lnSpc>
                <a:spcPct val="90100"/>
              </a:lnSpc>
              <a:spcBef>
                <a:spcPts val="994"/>
              </a:spcBef>
              <a:spcAft>
                <a:spcPts val="0"/>
              </a:spcAft>
              <a:buClrTx/>
              <a:buSzPct val="95454"/>
              <a:buFont typeface="Wingdings"/>
              <a:buChar char=""/>
              <a:tabLst>
                <a:tab pos="241935" algn="l"/>
                <a:tab pos="2639060" algn="l"/>
              </a:tabLst>
              <a:defRPr/>
            </a:pP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In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following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Figure,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a</a:t>
            </a:r>
            <a:r>
              <a:rPr kumimoji="0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node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with</a:t>
            </a:r>
            <a:r>
              <a:rPr kumimoji="0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physical</a:t>
            </a:r>
            <a:r>
              <a:rPr kumimoji="0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address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10</a:t>
            </a:r>
            <a:r>
              <a:rPr kumimoji="0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sends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</a:t>
            </a:r>
            <a:r>
              <a:rPr kumimoji="0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frame</a:t>
            </a:r>
            <a:r>
              <a:rPr kumimoji="0" sz="2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to</a:t>
            </a:r>
            <a:r>
              <a:rPr kumimoji="0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</a:t>
            </a:r>
            <a:r>
              <a:rPr kumimoji="0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node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with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physical</a:t>
            </a:r>
            <a:r>
              <a:rPr kumimoji="0" sz="2200" b="0" i="0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address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87.</a:t>
            </a:r>
            <a:r>
              <a:rPr kumimoji="0" sz="2200" b="0" i="0" u="none" strike="noStrike" kern="0" cap="none" spc="-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At</a:t>
            </a:r>
            <a:r>
              <a:rPr kumimoji="0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data</a:t>
            </a:r>
            <a:r>
              <a:rPr kumimoji="0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link</a:t>
            </a:r>
            <a:r>
              <a:rPr kumimoji="0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level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this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frame</a:t>
            </a:r>
            <a:r>
              <a:rPr kumimoji="0" sz="2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contains</a:t>
            </a:r>
            <a:r>
              <a:rPr kumimoji="0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physical</a:t>
            </a:r>
            <a:r>
              <a:rPr kumimoji="0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addresses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in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 </a:t>
            </a:r>
            <a:r>
              <a:rPr kumimoji="0" sz="2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header.</a:t>
            </a:r>
            <a:r>
              <a:rPr kumimoji="0" sz="2200" b="0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trailer</a:t>
            </a:r>
            <a:r>
              <a:rPr kumimoji="0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usually</a:t>
            </a:r>
            <a:r>
              <a:rPr kumimoji="0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contains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extra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bits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needed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for</a:t>
            </a:r>
            <a:r>
              <a:rPr kumimoji="0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error</a:t>
            </a:r>
            <a:r>
              <a:rPr kumimoji="0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detection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3590544"/>
            <a:ext cx="10515600" cy="285765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935604" y="571322"/>
            <a:ext cx="63334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OSI</a:t>
            </a:r>
            <a:r>
              <a:rPr spc="-195" dirty="0"/>
              <a:t> </a:t>
            </a:r>
            <a:r>
              <a:rPr spc="-85" dirty="0"/>
              <a:t>Model:</a:t>
            </a:r>
            <a:r>
              <a:rPr spc="-235" dirty="0"/>
              <a:t> </a:t>
            </a:r>
            <a:r>
              <a:rPr spc="-90" dirty="0"/>
              <a:t>Network</a:t>
            </a:r>
            <a:r>
              <a:rPr spc="-229" dirty="0"/>
              <a:t> </a:t>
            </a:r>
            <a:r>
              <a:rPr spc="-50" dirty="0"/>
              <a:t>Layer</a:t>
            </a:r>
          </a:p>
        </p:txBody>
      </p:sp>
      <p:graphicFrame>
        <p:nvGraphicFramePr>
          <p:cNvPr id="14" name="object 2">
            <a:extLst>
              <a:ext uri="{FF2B5EF4-FFF2-40B4-BE49-F238E27FC236}">
                <a16:creationId xmlns:a16="http://schemas.microsoft.com/office/drawing/2014/main" id="{688DDF95-FD2B-158C-C249-1474B1341589}"/>
              </a:ext>
            </a:extLst>
          </p:cNvPr>
          <p:cNvGraphicFramePr/>
          <p:nvPr/>
        </p:nvGraphicFramePr>
        <p:xfrm>
          <a:off x="535940" y="1958086"/>
          <a:ext cx="10570210" cy="25628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935604" y="571322"/>
            <a:ext cx="63334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OSI</a:t>
            </a:r>
            <a:r>
              <a:rPr spc="-195" dirty="0"/>
              <a:t> </a:t>
            </a:r>
            <a:r>
              <a:rPr spc="-85" dirty="0"/>
              <a:t>Model:</a:t>
            </a:r>
            <a:r>
              <a:rPr spc="-235" dirty="0"/>
              <a:t> </a:t>
            </a:r>
            <a:r>
              <a:rPr spc="-90" dirty="0"/>
              <a:t>Network</a:t>
            </a:r>
            <a:r>
              <a:rPr spc="-229" dirty="0"/>
              <a:t> </a:t>
            </a:r>
            <a:r>
              <a:rPr spc="-50" dirty="0"/>
              <a:t>Layer</a:t>
            </a:r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75C5B89A-4CA7-E2CB-0980-F6DC9B26161A}"/>
              </a:ext>
            </a:extLst>
          </p:cNvPr>
          <p:cNvGraphicFramePr/>
          <p:nvPr/>
        </p:nvGraphicFramePr>
        <p:xfrm>
          <a:off x="535940" y="1958086"/>
          <a:ext cx="11448415" cy="3695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935604" y="571322"/>
            <a:ext cx="63334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OSI</a:t>
            </a:r>
            <a:r>
              <a:rPr spc="-195" dirty="0"/>
              <a:t> </a:t>
            </a:r>
            <a:r>
              <a:rPr spc="-85" dirty="0"/>
              <a:t>Model:</a:t>
            </a:r>
            <a:r>
              <a:rPr spc="-235" dirty="0"/>
              <a:t> </a:t>
            </a:r>
            <a:r>
              <a:rPr spc="-90" dirty="0"/>
              <a:t>Network</a:t>
            </a:r>
            <a:r>
              <a:rPr spc="-229" dirty="0"/>
              <a:t> </a:t>
            </a:r>
            <a:r>
              <a:rPr spc="-50" dirty="0"/>
              <a:t>Layer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64CE073-B00D-4175-B13C-E78F90869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2514600"/>
            <a:ext cx="10516511" cy="349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7000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935604" y="571322"/>
            <a:ext cx="63334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OSI</a:t>
            </a:r>
            <a:r>
              <a:rPr spc="-195" dirty="0"/>
              <a:t> </a:t>
            </a:r>
            <a:r>
              <a:rPr spc="-85" dirty="0"/>
              <a:t>Model:</a:t>
            </a:r>
            <a:r>
              <a:rPr spc="-235" dirty="0"/>
              <a:t> </a:t>
            </a:r>
            <a:r>
              <a:rPr spc="-90" dirty="0"/>
              <a:t>Network</a:t>
            </a:r>
            <a:r>
              <a:rPr spc="-229" dirty="0"/>
              <a:t> </a:t>
            </a:r>
            <a:r>
              <a:rPr spc="-50" dirty="0"/>
              <a:t>Layer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D25990-28A8-4AE3-A4BE-5AE655AA5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914" y="1385518"/>
            <a:ext cx="9358171" cy="546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5150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64540" y="4740021"/>
            <a:ext cx="36315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influence.</a:t>
            </a:r>
            <a:r>
              <a:rPr kumimoji="0" sz="2000" b="0" i="0" u="none" strike="noStrike" kern="0" cap="none" spc="3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What</a:t>
            </a:r>
            <a:r>
              <a:rPr kumimoji="0" sz="2000" b="0" i="0" u="none" strike="noStrike" kern="0" cap="none" spc="3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we</a:t>
            </a:r>
            <a:r>
              <a:rPr kumimoji="0" sz="2000" b="0" i="0" u="none" strike="noStrike" kern="0" cap="none" spc="3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need</a:t>
            </a:r>
            <a:r>
              <a:rPr kumimoji="0" sz="2000" b="0" i="0" u="none" strike="noStrike" kern="0" cap="none" spc="3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here</a:t>
            </a:r>
            <a:r>
              <a:rPr kumimoji="0" sz="2000" b="0" i="0" u="none" strike="noStrike" kern="0" cap="none" spc="3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are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88179" y="4783709"/>
            <a:ext cx="2066925" cy="2819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 marR="0" lvl="0" indent="0" defTabSz="91440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universal</a:t>
            </a:r>
            <a:r>
              <a:rPr kumimoji="0" sz="2000" b="0" i="0" u="none" strike="noStrike" kern="0" cap="none" spc="2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addresses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7240" y="5179948"/>
            <a:ext cx="2830195" cy="2819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830070" algn="l"/>
              </a:tabLst>
              <a:defRPr/>
            </a:pP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(network/logical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address)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95242" y="5136260"/>
            <a:ext cx="29127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545465" algn="l"/>
                <a:tab pos="1051560" algn="l"/>
                <a:tab pos="1644650" algn="l"/>
                <a:tab pos="2588260" algn="l"/>
              </a:tabLst>
              <a:defRPr/>
            </a:pP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that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can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pass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through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4540" y="5532526"/>
            <a:ext cx="17951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LAN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boundaries.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935604" y="515493"/>
            <a:ext cx="63341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OSI</a:t>
            </a:r>
            <a:r>
              <a:rPr spc="-195" dirty="0"/>
              <a:t> </a:t>
            </a:r>
            <a:r>
              <a:rPr spc="-85" dirty="0"/>
              <a:t>Model:</a:t>
            </a:r>
            <a:r>
              <a:rPr spc="-229" dirty="0"/>
              <a:t> </a:t>
            </a:r>
            <a:r>
              <a:rPr spc="-90" dirty="0"/>
              <a:t>Network</a:t>
            </a:r>
            <a:r>
              <a:rPr spc="-229" dirty="0"/>
              <a:t> </a:t>
            </a:r>
            <a:r>
              <a:rPr spc="-50" dirty="0"/>
              <a:t>Layer</a:t>
            </a: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72528" y="1455419"/>
            <a:ext cx="4919472" cy="5402578"/>
          </a:xfrm>
          <a:prstGeom prst="rect">
            <a:avLst/>
          </a:prstGeom>
        </p:spPr>
      </p:pic>
      <p:graphicFrame>
        <p:nvGraphicFramePr>
          <p:cNvPr id="14" name="object 2">
            <a:extLst>
              <a:ext uri="{FF2B5EF4-FFF2-40B4-BE49-F238E27FC236}">
                <a16:creationId xmlns:a16="http://schemas.microsoft.com/office/drawing/2014/main" id="{9E38D142-086B-1535-9481-C818EFFB52B5}"/>
              </a:ext>
            </a:extLst>
          </p:cNvPr>
          <p:cNvGraphicFramePr/>
          <p:nvPr/>
        </p:nvGraphicFramePr>
        <p:xfrm>
          <a:off x="535940" y="1746859"/>
          <a:ext cx="5972810" cy="29279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437284"/>
            <a:ext cx="11577320" cy="493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lvl="0" indent="-228600" defTabSz="914400" eaLnBrk="1" fontAlgn="auto" latinLnBrk="0" hangingPunct="1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Tx/>
              <a:buSzPct val="95454"/>
              <a:buFont typeface="Wingdings"/>
              <a:buChar char=""/>
              <a:tabLst>
                <a:tab pos="241300" algn="l"/>
                <a:tab pos="558165" algn="l"/>
                <a:tab pos="1541145" algn="l"/>
                <a:tab pos="2109470" algn="l"/>
                <a:tab pos="3309620" algn="l"/>
                <a:tab pos="3795395" algn="l"/>
                <a:tab pos="5200650" algn="l"/>
                <a:tab pos="5565140" algn="l"/>
                <a:tab pos="6052820" algn="l"/>
                <a:tab pos="6790690" algn="l"/>
                <a:tab pos="7154545" algn="l"/>
                <a:tab pos="7985759" algn="l"/>
                <a:tab pos="8615045" algn="l"/>
                <a:tab pos="9101455" algn="l"/>
                <a:tab pos="9698355" algn="l"/>
                <a:tab pos="10248900" algn="l"/>
                <a:tab pos="10954385" algn="l"/>
                <a:tab pos="11287125" algn="l"/>
              </a:tabLst>
              <a:defRPr/>
            </a:pPr>
            <a:r>
              <a:rPr kumimoji="0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It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ensures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that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messages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are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transmitted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in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order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in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which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they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are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sent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and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there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is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no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duplication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data.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1810"/>
              </a:spcBef>
              <a:spcAft>
                <a:spcPts val="0"/>
              </a:spcAft>
              <a:buClrTx/>
              <a:buSzPct val="95454"/>
              <a:buFont typeface="Wingdings"/>
              <a:buChar char=""/>
              <a:tabLst>
                <a:tab pos="241300" algn="l"/>
              </a:tabLst>
              <a:defRPr/>
            </a:pP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main</a:t>
            </a:r>
            <a:r>
              <a:rPr kumimoji="0" sz="2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responsibility</a:t>
            </a:r>
            <a:r>
              <a:rPr kumimoji="0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transport</a:t>
            </a:r>
            <a:r>
              <a:rPr kumimoji="0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layer</a:t>
            </a:r>
            <a:r>
              <a:rPr kumimoji="0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is</a:t>
            </a:r>
            <a:r>
              <a:rPr kumimoji="0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to</a:t>
            </a:r>
            <a:r>
              <a:rPr kumimoji="0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transfer</a:t>
            </a:r>
            <a:r>
              <a:rPr kumimoji="0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data</a:t>
            </a:r>
            <a:r>
              <a:rPr kumimoji="0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completely.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1825"/>
              </a:spcBef>
              <a:spcAft>
                <a:spcPts val="0"/>
              </a:spcAft>
              <a:buClrTx/>
              <a:buSzPct val="95454"/>
              <a:buFont typeface="Wingdings"/>
              <a:buChar char=""/>
              <a:tabLst>
                <a:tab pos="241300" algn="l"/>
              </a:tabLst>
              <a:defRPr/>
            </a:pP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It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receives</a:t>
            </a:r>
            <a:r>
              <a:rPr kumimoji="0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data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from</a:t>
            </a:r>
            <a:r>
              <a:rPr kumimoji="0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upper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layer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and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converts</a:t>
            </a:r>
            <a:r>
              <a:rPr kumimoji="0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them</a:t>
            </a:r>
            <a:r>
              <a:rPr kumimoji="0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into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smaller</a:t>
            </a:r>
            <a:r>
              <a:rPr kumimoji="0" sz="2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units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known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as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segments.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241300" marR="6350" lvl="0" indent="-228600" defTabSz="914400" eaLnBrk="1" fontAlgn="auto" latinLnBrk="0" hangingPunct="1">
              <a:lnSpc>
                <a:spcPct val="150000"/>
              </a:lnSpc>
              <a:spcBef>
                <a:spcPts val="505"/>
              </a:spcBef>
              <a:spcAft>
                <a:spcPts val="0"/>
              </a:spcAft>
              <a:buClrTx/>
              <a:buSzPct val="95454"/>
              <a:buFont typeface="Wingdings"/>
              <a:buChar char=""/>
              <a:tabLst>
                <a:tab pos="241300" algn="l"/>
              </a:tabLst>
              <a:defRPr/>
            </a:pP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This</a:t>
            </a:r>
            <a:r>
              <a:rPr kumimoji="0" sz="2200" b="0" i="0" u="none" strike="noStrike" kern="0" cap="none" spc="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layer</a:t>
            </a:r>
            <a:r>
              <a:rPr kumimoji="0" sz="2200" b="0" i="0" u="none" strike="noStrike" kern="0" cap="none" spc="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can</a:t>
            </a:r>
            <a:r>
              <a:rPr kumimoji="0" sz="2200" b="0" i="0" u="none" strike="noStrike" kern="0" cap="none" spc="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be</a:t>
            </a:r>
            <a:r>
              <a:rPr kumimoji="0" sz="2200" b="0" i="0" u="none" strike="noStrike" kern="0" cap="none" spc="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termed</a:t>
            </a:r>
            <a:r>
              <a:rPr kumimoji="0" sz="2200" b="0" i="0" u="none" strike="noStrike" kern="0" cap="none" spc="1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as</a:t>
            </a:r>
            <a:r>
              <a:rPr kumimoji="0" sz="2200" b="0" i="0" u="none" strike="noStrike" kern="0" cap="none" spc="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an</a:t>
            </a:r>
            <a:r>
              <a:rPr kumimoji="0" sz="2200" b="0" i="0" u="none" strike="noStrike" kern="0" cap="none" spc="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end-to-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end</a:t>
            </a:r>
            <a:r>
              <a:rPr kumimoji="0" sz="2200" b="0" i="0" u="none" strike="noStrike" kern="0" cap="none" spc="1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layer</a:t>
            </a:r>
            <a:r>
              <a:rPr kumimoji="0" sz="2200" b="0" i="0" u="none" strike="noStrike" kern="0" cap="none" spc="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as</a:t>
            </a:r>
            <a:r>
              <a:rPr kumimoji="0" sz="2200" b="0" i="0" u="none" strike="noStrike" kern="0" cap="none" spc="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it</a:t>
            </a:r>
            <a:r>
              <a:rPr kumimoji="0" sz="2200" b="0" i="0" u="none" strike="noStrike" kern="0" cap="none" spc="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provides</a:t>
            </a:r>
            <a:r>
              <a:rPr kumimoji="0" sz="2200" b="0" i="0" u="none" strike="noStrike" kern="0" cap="none" spc="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</a:t>
            </a:r>
            <a:r>
              <a:rPr kumimoji="0" sz="2200" b="0" i="0" u="none" strike="noStrike" kern="0" cap="none" spc="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point-to-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point</a:t>
            </a:r>
            <a:r>
              <a:rPr kumimoji="0" sz="2200" b="0" i="0" u="none" strike="noStrike" kern="0" cap="none" spc="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connection</a:t>
            </a:r>
            <a:r>
              <a:rPr kumimoji="0" sz="2200" b="0" i="0" u="none" strike="noStrike" kern="0" cap="none" spc="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between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source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and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destination</a:t>
            </a:r>
            <a:r>
              <a:rPr kumimoji="0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to</a:t>
            </a:r>
            <a:r>
              <a:rPr kumimoji="0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deliver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data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reliably.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1814"/>
              </a:spcBef>
              <a:spcAft>
                <a:spcPts val="0"/>
              </a:spcAft>
              <a:buClrTx/>
              <a:buSzPct val="95454"/>
              <a:buFont typeface="Wingdings"/>
              <a:buChar char=""/>
              <a:tabLst>
                <a:tab pos="241300" algn="l"/>
              </a:tabLst>
              <a:defRPr/>
            </a:pP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It</a:t>
            </a:r>
            <a:r>
              <a:rPr kumimoji="0" sz="22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is</a:t>
            </a:r>
            <a:r>
              <a:rPr kumimoji="0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part</a:t>
            </a:r>
            <a:r>
              <a:rPr kumimoji="0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OS</a:t>
            </a:r>
            <a:r>
              <a:rPr kumimoji="0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and</a:t>
            </a:r>
            <a:r>
              <a:rPr kumimoji="0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communicates</a:t>
            </a:r>
            <a:r>
              <a:rPr kumimoji="0" sz="2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with</a:t>
            </a:r>
            <a:r>
              <a:rPr kumimoji="0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200" b="0" i="0" u="none" strike="noStrike" kern="0" cap="none" spc="-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Application</a:t>
            </a:r>
            <a:r>
              <a:rPr kumimoji="0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Layer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by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making</a:t>
            </a:r>
            <a:r>
              <a:rPr kumimoji="0" sz="2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system</a:t>
            </a:r>
            <a:r>
              <a:rPr kumimoji="0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calls.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1825"/>
              </a:spcBef>
              <a:spcAft>
                <a:spcPts val="0"/>
              </a:spcAft>
              <a:buClrTx/>
              <a:buSzPct val="95454"/>
              <a:buFont typeface="Wingdings"/>
              <a:buChar char=""/>
              <a:tabLst>
                <a:tab pos="241300" algn="l"/>
              </a:tabLst>
              <a:defRPr/>
            </a:pP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It</a:t>
            </a:r>
            <a:r>
              <a:rPr kumimoji="0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is</a:t>
            </a:r>
            <a:r>
              <a:rPr kumimoji="0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called</a:t>
            </a:r>
            <a:r>
              <a:rPr kumimoji="0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as</a:t>
            </a:r>
            <a:r>
              <a:rPr kumimoji="0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Heart</a:t>
            </a:r>
            <a:r>
              <a:rPr kumimoji="0" sz="2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OSI</a:t>
            </a:r>
            <a:r>
              <a:rPr kumimoji="0" sz="2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model.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1825"/>
              </a:spcBef>
              <a:spcAft>
                <a:spcPts val="0"/>
              </a:spcAft>
              <a:buClrTx/>
              <a:buSzPct val="95454"/>
              <a:buFont typeface="Wingdings"/>
              <a:buChar char=""/>
              <a:tabLst>
                <a:tab pos="241300" algn="l"/>
              </a:tabLst>
              <a:defRPr/>
            </a:pP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Protocols:</a:t>
            </a:r>
            <a:r>
              <a:rPr kumimoji="0" sz="2200" b="0" i="0" u="none" strike="noStrike" kern="0" cap="none" spc="-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Transmission</a:t>
            </a:r>
            <a:r>
              <a:rPr kumimoji="0" sz="22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Control</a:t>
            </a:r>
            <a:r>
              <a:rPr kumimoji="0" sz="22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Protocol</a:t>
            </a:r>
            <a:r>
              <a:rPr kumimoji="0" sz="22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and</a:t>
            </a:r>
            <a:r>
              <a:rPr kumimoji="0" sz="22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User</a:t>
            </a:r>
            <a:r>
              <a:rPr kumimoji="0" sz="22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Datagram</a:t>
            </a:r>
            <a:r>
              <a:rPr kumimoji="0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Protocol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87776" y="571322"/>
            <a:ext cx="66306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OSI</a:t>
            </a:r>
            <a:r>
              <a:rPr spc="-175" dirty="0"/>
              <a:t> </a:t>
            </a:r>
            <a:r>
              <a:rPr spc="-90" dirty="0"/>
              <a:t>Model:</a:t>
            </a:r>
            <a:r>
              <a:rPr spc="-300" dirty="0"/>
              <a:t> </a:t>
            </a:r>
            <a:r>
              <a:rPr spc="-130" dirty="0"/>
              <a:t>Transport</a:t>
            </a:r>
            <a:r>
              <a:rPr spc="-210" dirty="0"/>
              <a:t> </a:t>
            </a:r>
            <a:r>
              <a:rPr spc="-50" dirty="0"/>
              <a:t>Layer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87776" y="571322"/>
            <a:ext cx="66306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OSI</a:t>
            </a:r>
            <a:r>
              <a:rPr spc="-175" dirty="0"/>
              <a:t> </a:t>
            </a:r>
            <a:r>
              <a:rPr spc="-90" dirty="0"/>
              <a:t>Model:</a:t>
            </a:r>
            <a:r>
              <a:rPr spc="-300" dirty="0"/>
              <a:t> </a:t>
            </a:r>
            <a:r>
              <a:rPr spc="-130" dirty="0"/>
              <a:t>Transport</a:t>
            </a:r>
            <a:r>
              <a:rPr spc="-210" dirty="0"/>
              <a:t> </a:t>
            </a:r>
            <a:r>
              <a:rPr spc="-50" dirty="0"/>
              <a:t>Layer</a:t>
            </a:r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AC1ECBAC-BDAB-C84E-7525-4D4C89693D94}"/>
              </a:ext>
            </a:extLst>
          </p:cNvPr>
          <p:cNvGraphicFramePr/>
          <p:nvPr/>
        </p:nvGraphicFramePr>
        <p:xfrm>
          <a:off x="535940" y="1605534"/>
          <a:ext cx="11576685" cy="47015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87776" y="571322"/>
            <a:ext cx="66306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OSI</a:t>
            </a:r>
            <a:r>
              <a:rPr spc="-175" dirty="0"/>
              <a:t> </a:t>
            </a:r>
            <a:r>
              <a:rPr spc="-90" dirty="0"/>
              <a:t>Model:</a:t>
            </a:r>
            <a:r>
              <a:rPr spc="-300" dirty="0"/>
              <a:t> </a:t>
            </a:r>
            <a:r>
              <a:rPr spc="-130" dirty="0"/>
              <a:t>Transport</a:t>
            </a:r>
            <a:r>
              <a:rPr spc="-210" dirty="0"/>
              <a:t> </a:t>
            </a:r>
            <a:r>
              <a:rPr spc="-50" dirty="0"/>
              <a:t>Layer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18130C-7147-4BEA-AE01-7DBB6F6B9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855" y="2667000"/>
            <a:ext cx="10516511" cy="340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4147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87776" y="571322"/>
            <a:ext cx="66306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OSI</a:t>
            </a:r>
            <a:r>
              <a:rPr spc="-175" dirty="0"/>
              <a:t> </a:t>
            </a:r>
            <a:r>
              <a:rPr spc="-90" dirty="0"/>
              <a:t>Model:</a:t>
            </a:r>
            <a:r>
              <a:rPr spc="-300" dirty="0"/>
              <a:t> </a:t>
            </a:r>
            <a:r>
              <a:rPr spc="-130" dirty="0"/>
              <a:t>Transport</a:t>
            </a:r>
            <a:r>
              <a:rPr spc="-210" dirty="0"/>
              <a:t> </a:t>
            </a:r>
            <a:r>
              <a:rPr spc="-50" dirty="0"/>
              <a:t>Layer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F4799E-AB87-423E-B331-ACC59ED21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855" y="2142370"/>
            <a:ext cx="10516511" cy="431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1586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8995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87776" y="515493"/>
            <a:ext cx="66319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OSI</a:t>
            </a:r>
            <a:r>
              <a:rPr spc="-170" dirty="0"/>
              <a:t> </a:t>
            </a:r>
            <a:r>
              <a:rPr spc="-90" dirty="0"/>
              <a:t>Model:</a:t>
            </a:r>
            <a:r>
              <a:rPr spc="-300" dirty="0"/>
              <a:t> </a:t>
            </a:r>
            <a:r>
              <a:rPr spc="-130" dirty="0"/>
              <a:t>Transport</a:t>
            </a:r>
            <a:r>
              <a:rPr spc="-210" dirty="0"/>
              <a:t> </a:t>
            </a:r>
            <a:r>
              <a:rPr spc="-50" dirty="0"/>
              <a:t>Layer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2437" y="1929764"/>
            <a:ext cx="4723765" cy="93726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Example: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255270" marR="0" lvl="0" indent="-243204" defTabSz="914400" eaLnBrk="1" fontAlgn="auto" latinLnBrk="0" hangingPunct="1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ClrTx/>
              <a:buSzPct val="95833"/>
              <a:buFont typeface="Wingdings"/>
              <a:buChar char=""/>
              <a:tabLst>
                <a:tab pos="255904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Data</a:t>
            </a:r>
            <a:r>
              <a:rPr kumimoji="0" sz="2400" b="0" i="0" u="none" strike="noStrike" kern="0" cap="none" spc="3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coming</a:t>
            </a:r>
            <a:r>
              <a:rPr kumimoji="0" sz="2400" b="0" i="0" u="none" strike="noStrike" kern="0" cap="none" spc="3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from</a:t>
            </a:r>
            <a:r>
              <a:rPr kumimoji="0" sz="2400" b="0" i="0" u="none" strike="noStrike" kern="0" cap="none" spc="2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400" b="0" i="0" u="none" strike="noStrike" kern="0" cap="none" spc="3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upper</a:t>
            </a:r>
            <a:r>
              <a:rPr kumimoji="0" sz="2400" b="0" i="0" u="none" strike="noStrike" kern="0" cap="none" spc="3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layers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1037" y="2804540"/>
            <a:ext cx="2458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have</a:t>
            </a:r>
            <a:r>
              <a:rPr kumimoji="0" sz="2400" b="0" i="0" u="none" strike="noStrike" kern="0" cap="none" spc="1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port</a:t>
            </a:r>
            <a:r>
              <a:rPr kumimoji="0" sz="2400" b="0" i="0" u="none" strike="noStrike" kern="0" cap="none" spc="1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addresses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76523" y="2854832"/>
            <a:ext cx="2010410" cy="33845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258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j</a:t>
            </a:r>
            <a:r>
              <a:rPr kumimoji="0" sz="240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and</a:t>
            </a:r>
            <a:r>
              <a:rPr kumimoji="0" sz="2400" b="0" i="0" u="none" strike="noStrike" kern="0" cap="none" spc="1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</a:t>
            </a:r>
            <a:r>
              <a:rPr kumimoji="0" sz="2400" b="0" i="0" u="none" strike="noStrike" kern="0" cap="none" spc="1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(j</a:t>
            </a:r>
            <a:r>
              <a:rPr kumimoji="0" sz="240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is</a:t>
            </a:r>
            <a:r>
              <a:rPr kumimoji="0" sz="2400" b="0" i="0" u="none" strike="noStrike" kern="0" cap="none" spc="1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3597" y="3193160"/>
            <a:ext cx="4543425" cy="3200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25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address</a:t>
            </a:r>
            <a:r>
              <a:rPr kumimoji="0" sz="2400" b="0" i="0" u="none" strike="noStrike" kern="0" cap="none" spc="2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sz="2400" b="0" i="0" u="none" strike="noStrike" kern="0" cap="none" spc="2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400" b="0" i="0" u="none" strike="noStrike" kern="0" cap="none" spc="2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sending</a:t>
            </a:r>
            <a:r>
              <a:rPr kumimoji="0" sz="2400" b="0" i="0" u="none" strike="noStrike" kern="0" cap="none" spc="2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process,</a:t>
            </a:r>
            <a:r>
              <a:rPr kumimoji="0" sz="2400" b="0" i="0" u="none" strike="noStrike" kern="0" cap="none" spc="2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and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3597" y="3513200"/>
            <a:ext cx="4543425" cy="33845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258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30200" algn="l"/>
                <a:tab pos="713105" algn="l"/>
                <a:tab pos="1263015" algn="l"/>
                <a:tab pos="2355850" algn="l"/>
                <a:tab pos="2787650" algn="l"/>
                <a:tab pos="3337560" algn="l"/>
              </a:tabLst>
              <a:defRPr/>
            </a:pP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is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address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receiving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3597" y="3851528"/>
            <a:ext cx="1018540" cy="3295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251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process)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49095" y="3792473"/>
            <a:ext cx="3477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316865" algn="l"/>
                <a:tab pos="1222375" algn="l"/>
                <a:tab pos="1823085" algn="l"/>
                <a:tab pos="2559050" algn="l"/>
                <a:tab pos="3261995" algn="l"/>
              </a:tabLst>
              <a:defRPr/>
            </a:pP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.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Since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data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size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1037" y="4121657"/>
            <a:ext cx="4512945" cy="2037714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 lvl="0" indent="0" algn="just" defTabSz="914400" eaLnBrk="1" fontAlgn="auto" latinLnBrk="0" hangingPunct="1">
              <a:lnSpc>
                <a:spcPct val="90000"/>
              </a:lnSpc>
              <a:spcBef>
                <a:spcPts val="3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larger</a:t>
            </a:r>
            <a:r>
              <a:rPr kumimoji="0" sz="24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than</a:t>
            </a:r>
            <a:r>
              <a:rPr kumimoji="0" sz="24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4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network</a:t>
            </a:r>
            <a:r>
              <a:rPr kumimoji="0" sz="24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layer</a:t>
            </a:r>
            <a:r>
              <a:rPr kumimoji="0" sz="24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can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handle,</a:t>
            </a:r>
            <a:r>
              <a:rPr kumimoji="0" sz="2400" b="0" i="0" u="none" strike="noStrike" kern="0" cap="none" spc="4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400" b="0" i="0" u="none" strike="noStrike" kern="0" cap="none" spc="4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data</a:t>
            </a:r>
            <a:r>
              <a:rPr kumimoji="0" sz="2400" b="0" i="0" u="none" strike="noStrike" kern="0" cap="none" spc="4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are</a:t>
            </a:r>
            <a:r>
              <a:rPr kumimoji="0" sz="2400" b="0" i="0" u="none" strike="noStrike" kern="0" cap="none" spc="5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split</a:t>
            </a:r>
            <a:r>
              <a:rPr kumimoji="0" sz="2400" b="0" i="0" u="none" strike="noStrike" kern="0" cap="none" spc="5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into</a:t>
            </a:r>
            <a:r>
              <a:rPr kumimoji="0" sz="2400" b="0" i="0" u="none" strike="noStrike" kern="0" cap="none" spc="50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two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packets,</a:t>
            </a:r>
            <a:r>
              <a:rPr kumimoji="0" sz="240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each</a:t>
            </a:r>
            <a:r>
              <a:rPr kumimoji="0" sz="2400" b="0" i="0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packet</a:t>
            </a:r>
            <a:r>
              <a:rPr kumimoji="0" sz="2400" b="0" i="0" u="none" strike="noStrike" kern="0" cap="none" spc="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retaining</a:t>
            </a:r>
            <a:r>
              <a:rPr kumimoji="0" sz="2400" b="0" i="0" u="none" strike="noStrike" kern="0" cap="none" spc="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port</a:t>
            </a:r>
            <a:r>
              <a:rPr kumimoji="0" sz="2400" b="0" i="0" u="none" strike="noStrike" kern="0" cap="none" spc="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addresses</a:t>
            </a:r>
            <a:r>
              <a:rPr kumimoji="0" sz="2400" b="0" i="0" u="none" strike="noStrike" kern="0" cap="none" spc="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(j</a:t>
            </a:r>
            <a:r>
              <a:rPr kumimoji="0" sz="2400" b="0" i="0" u="none" strike="noStrike" kern="0" cap="none" spc="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and</a:t>
            </a:r>
            <a:r>
              <a:rPr kumimoji="0" sz="2400" b="0" i="0" u="none" strike="noStrike" kern="0" cap="none" spc="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k).</a:t>
            </a:r>
            <a:r>
              <a:rPr kumimoji="0" sz="2400" b="0" i="0" u="none" strike="noStrike" kern="0" cap="none" spc="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Then</a:t>
            </a:r>
            <a:r>
              <a:rPr kumimoji="0" sz="2400" b="0" i="0" u="none" strike="noStrike" kern="0" cap="none" spc="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in</a:t>
            </a:r>
            <a:r>
              <a:rPr kumimoji="0" sz="2400" b="0" i="0" u="none" strike="noStrike" kern="0" cap="none" spc="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network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layer,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network addresses</a:t>
            </a:r>
            <a:r>
              <a:rPr kumimoji="0" sz="24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(A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and</a:t>
            </a:r>
            <a:r>
              <a:rPr kumimoji="0" sz="24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P) are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added</a:t>
            </a:r>
            <a:r>
              <a:rPr kumimoji="0" sz="24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to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each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packet.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23332" y="1434991"/>
            <a:ext cx="6868667" cy="529194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105150" y="571322"/>
            <a:ext cx="59950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OSI</a:t>
            </a:r>
            <a:r>
              <a:rPr spc="-190" dirty="0"/>
              <a:t> </a:t>
            </a:r>
            <a:r>
              <a:rPr spc="-85" dirty="0"/>
              <a:t>Model:</a:t>
            </a:r>
            <a:r>
              <a:rPr spc="-225" dirty="0"/>
              <a:t> </a:t>
            </a:r>
            <a:r>
              <a:rPr spc="-90" dirty="0"/>
              <a:t>Session</a:t>
            </a:r>
            <a:r>
              <a:rPr spc="-225" dirty="0"/>
              <a:t> </a:t>
            </a:r>
            <a:r>
              <a:rPr spc="-50" dirty="0"/>
              <a:t>Layer</a:t>
            </a:r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E934658B-81E6-F1D0-7220-67E476E597FE}"/>
              </a:ext>
            </a:extLst>
          </p:cNvPr>
          <p:cNvGraphicFramePr/>
          <p:nvPr/>
        </p:nvGraphicFramePr>
        <p:xfrm>
          <a:off x="535940" y="1430273"/>
          <a:ext cx="11577955" cy="3962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105150" y="571322"/>
            <a:ext cx="59950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OSI</a:t>
            </a:r>
            <a:r>
              <a:rPr spc="-190" dirty="0"/>
              <a:t> </a:t>
            </a:r>
            <a:r>
              <a:rPr spc="-85" dirty="0"/>
              <a:t>Model:</a:t>
            </a:r>
            <a:r>
              <a:rPr spc="-225" dirty="0"/>
              <a:t> </a:t>
            </a:r>
            <a:r>
              <a:rPr spc="-90" dirty="0"/>
              <a:t>Session</a:t>
            </a:r>
            <a:r>
              <a:rPr spc="-225" dirty="0"/>
              <a:t> </a:t>
            </a:r>
            <a:r>
              <a:rPr spc="-50" dirty="0"/>
              <a:t>Layer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E5FD37-6A97-4F99-A0D8-1C4055CB3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411" y="2286000"/>
            <a:ext cx="10516511" cy="432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6333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397767"/>
            <a:ext cx="11578590" cy="4801870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Tx/>
              <a:buSzPct val="95454"/>
              <a:buFont typeface="Wingdings"/>
              <a:buChar char=""/>
              <a:tabLst>
                <a:tab pos="241300" algn="l"/>
                <a:tab pos="551815" algn="l"/>
                <a:tab pos="878205" algn="l"/>
                <a:tab pos="2167255" algn="l"/>
                <a:tab pos="2804795" algn="l"/>
                <a:tab pos="3288029" algn="l"/>
                <a:tab pos="4157979" algn="l"/>
                <a:tab pos="4702175" algn="l"/>
                <a:tab pos="5939790" algn="l"/>
                <a:tab pos="6315075" algn="l"/>
                <a:tab pos="6796405" algn="l"/>
                <a:tab pos="8258175" algn="l"/>
                <a:tab pos="9591675" algn="l"/>
                <a:tab pos="10662285" algn="l"/>
                <a:tab pos="11143615" algn="l"/>
              </a:tabLst>
              <a:defRPr/>
            </a:pPr>
            <a:r>
              <a:rPr kumimoji="0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It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is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concerned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with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syntax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and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semantics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information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exchanged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between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two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241300" marR="0" lvl="0" indent="0" defTabSz="914400" eaLnBrk="1" fontAlgn="auto" latinLnBrk="0" hangingPunct="1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systems,</a:t>
            </a:r>
            <a:r>
              <a:rPr kumimoji="0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so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it</a:t>
            </a:r>
            <a:r>
              <a:rPr kumimoji="0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is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called</a:t>
            </a:r>
            <a:r>
              <a:rPr kumimoji="0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as</a:t>
            </a:r>
            <a:r>
              <a:rPr kumimoji="0" sz="2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syntax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layer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1814"/>
              </a:spcBef>
              <a:spcAft>
                <a:spcPts val="0"/>
              </a:spcAft>
              <a:buClrTx/>
              <a:buSzPct val="95454"/>
              <a:buFont typeface="Wingdings"/>
              <a:buChar char=""/>
              <a:tabLst>
                <a:tab pos="241300" algn="l"/>
              </a:tabLst>
              <a:defRPr/>
            </a:pP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It</a:t>
            </a:r>
            <a:r>
              <a:rPr kumimoji="0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acts</a:t>
            </a:r>
            <a:r>
              <a:rPr kumimoji="0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as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</a:t>
            </a:r>
            <a:r>
              <a:rPr kumimoji="0" sz="2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data</a:t>
            </a:r>
            <a:r>
              <a:rPr kumimoji="0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translator</a:t>
            </a:r>
            <a:r>
              <a:rPr kumimoji="0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for</a:t>
            </a:r>
            <a:r>
              <a:rPr kumimoji="0" sz="2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</a:t>
            </a:r>
            <a:r>
              <a:rPr kumimoji="0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network.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1825"/>
              </a:spcBef>
              <a:spcAft>
                <a:spcPts val="0"/>
              </a:spcAft>
              <a:buClrTx/>
              <a:buSzPct val="95454"/>
              <a:buFont typeface="Wingdings"/>
              <a:buChar char=""/>
              <a:tabLst>
                <a:tab pos="241300" algn="l"/>
              </a:tabLst>
              <a:defRPr/>
            </a:pP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It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converts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data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from</a:t>
            </a:r>
            <a:r>
              <a:rPr kumimoji="0" sz="2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one</a:t>
            </a:r>
            <a:r>
              <a:rPr kumimoji="0" sz="2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presentation</a:t>
            </a:r>
            <a:r>
              <a:rPr kumimoji="0" sz="2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format</a:t>
            </a:r>
            <a:r>
              <a:rPr kumimoji="0" sz="2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to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another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format.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88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Functions: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698500" marR="0" lvl="1" indent="-229235" defTabSz="914400" eaLnBrk="1" fontAlgn="auto" latinLnBrk="0" hangingPunct="1">
              <a:lnSpc>
                <a:spcPct val="100000"/>
              </a:lnSpc>
              <a:spcBef>
                <a:spcPts val="1805"/>
              </a:spcBef>
              <a:spcAft>
                <a:spcPts val="0"/>
              </a:spcAft>
              <a:buClrTx/>
              <a:buSzTx/>
              <a:buFont typeface="Wingdings"/>
              <a:buChar char=""/>
              <a:tabLst>
                <a:tab pos="699135" algn="l"/>
              </a:tabLst>
              <a:defRPr/>
            </a:pPr>
            <a:r>
              <a:rPr kumimoji="0" sz="2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Translation:</a:t>
            </a:r>
            <a:r>
              <a:rPr kumimoji="0" sz="20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It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handles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interoperability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between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different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encoding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methods.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698500" marR="0" lvl="1" indent="-229235" defTabSz="914400" eaLnBrk="1" fontAlgn="auto" latinLnBrk="0" hangingPunct="1">
              <a:lnSpc>
                <a:spcPct val="100000"/>
              </a:lnSpc>
              <a:spcBef>
                <a:spcPts val="1689"/>
              </a:spcBef>
              <a:spcAft>
                <a:spcPts val="0"/>
              </a:spcAft>
              <a:buClrTx/>
              <a:buSzTx/>
              <a:buFont typeface="Wingdings"/>
              <a:buChar char=""/>
              <a:tabLst>
                <a:tab pos="699135" algn="l"/>
                <a:tab pos="8771890" algn="l"/>
              </a:tabLst>
              <a:defRPr/>
            </a:pP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Encryption:</a:t>
            </a:r>
            <a:r>
              <a:rPr kumimoji="0" sz="2000" b="1" i="0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process</a:t>
            </a:r>
            <a:r>
              <a:rPr kumimoji="0" sz="200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sz="2000" b="0" i="0" u="none" strike="noStrike" kern="0" cap="none" spc="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converting</a:t>
            </a:r>
            <a:r>
              <a:rPr kumimoji="0" sz="2000" b="0" i="0" u="none" strike="noStrike" kern="0" cap="none" spc="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000" b="0" i="0" u="none" strike="noStrike" kern="0" cap="none" spc="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sender-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transmitted</a:t>
            </a:r>
            <a:r>
              <a:rPr kumimoji="0" sz="2000" b="0" i="0" u="none" strike="noStrike" kern="0" cap="none" spc="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information</a:t>
            </a:r>
            <a:r>
              <a:rPr kumimoji="0" sz="2000" b="0" i="0" u="none" strike="noStrike" kern="0" cap="none" spc="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into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another</a:t>
            </a:r>
            <a:r>
              <a:rPr kumimoji="0" sz="2000" b="0" i="0" u="none" strike="noStrike" kern="0" cap="none" spc="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form</a:t>
            </a:r>
            <a:r>
              <a:rPr kumimoji="0" sz="2000" b="0" i="0" u="none" strike="noStrike" kern="0" cap="none" spc="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and</a:t>
            </a:r>
            <a:r>
              <a:rPr kumimoji="0" sz="2000" b="0" i="0" u="none" strike="noStrike" kern="0" cap="none" spc="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sends</a:t>
            </a:r>
            <a:r>
              <a:rPr kumimoji="0" sz="2000" b="0" i="0" u="none" strike="noStrike" kern="0" cap="none" spc="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698500" marR="0" lvl="0" indent="0" defTabSz="9144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resulting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message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over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network.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698500" marR="0" lvl="1" indent="-229235" defTabSz="914400" eaLnBrk="1" fontAlgn="auto" latinLnBrk="0" hangingPunct="1">
              <a:lnSpc>
                <a:spcPct val="100000"/>
              </a:lnSpc>
              <a:spcBef>
                <a:spcPts val="1705"/>
              </a:spcBef>
              <a:spcAft>
                <a:spcPts val="0"/>
              </a:spcAft>
              <a:buClrTx/>
              <a:buSzTx/>
              <a:buFont typeface="Wingdings"/>
              <a:buChar char=""/>
              <a:tabLst>
                <a:tab pos="699135" algn="l"/>
              </a:tabLst>
              <a:defRPr/>
            </a:pPr>
            <a:r>
              <a:rPr kumimoji="0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Compression:</a:t>
            </a:r>
            <a:r>
              <a:rPr kumimoji="0" sz="20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</a:t>
            </a:r>
            <a:r>
              <a:rPr kumimoji="0" sz="2000" b="0" i="0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process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compressing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data,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i.e.,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it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reduces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number</a:t>
            </a:r>
            <a:r>
              <a:rPr kumimoji="0" sz="2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bits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to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be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transmitted.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507360" y="571322"/>
            <a:ext cx="71907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OSI</a:t>
            </a:r>
            <a:r>
              <a:rPr spc="-190" dirty="0"/>
              <a:t> </a:t>
            </a:r>
            <a:r>
              <a:rPr spc="-85" dirty="0"/>
              <a:t>Model:</a:t>
            </a:r>
            <a:r>
              <a:rPr spc="-229" dirty="0"/>
              <a:t> </a:t>
            </a:r>
            <a:r>
              <a:rPr spc="-105" dirty="0"/>
              <a:t>Presentation</a:t>
            </a:r>
            <a:r>
              <a:rPr spc="-225" dirty="0"/>
              <a:t> </a:t>
            </a:r>
            <a:r>
              <a:rPr spc="-40" dirty="0"/>
              <a:t>Layer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507360" y="571322"/>
            <a:ext cx="71907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OSI</a:t>
            </a:r>
            <a:r>
              <a:rPr spc="-190" dirty="0"/>
              <a:t> </a:t>
            </a:r>
            <a:r>
              <a:rPr spc="-85" dirty="0"/>
              <a:t>Model:</a:t>
            </a:r>
            <a:r>
              <a:rPr spc="-229" dirty="0"/>
              <a:t> </a:t>
            </a:r>
            <a:r>
              <a:rPr spc="-105" dirty="0"/>
              <a:t>Presentation</a:t>
            </a:r>
            <a:r>
              <a:rPr spc="-225" dirty="0"/>
              <a:t> </a:t>
            </a:r>
            <a:r>
              <a:rPr spc="-40" dirty="0"/>
              <a:t>Layer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BE6FBC-49A4-4F9B-9507-092959E48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474" y="2286000"/>
            <a:ext cx="10516511" cy="431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5318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4611" rIns="0" bIns="0" rtlCol="0">
            <a:spAutoFit/>
          </a:bodyPr>
          <a:lstStyle/>
          <a:p>
            <a:pPr marL="1038225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OSI</a:t>
            </a:r>
            <a:r>
              <a:rPr spc="-190" dirty="0"/>
              <a:t> </a:t>
            </a:r>
            <a:r>
              <a:rPr spc="-90" dirty="0"/>
              <a:t>Model:</a:t>
            </a:r>
            <a:r>
              <a:rPr spc="-470" dirty="0"/>
              <a:t> </a:t>
            </a:r>
            <a:r>
              <a:rPr spc="-95" dirty="0"/>
              <a:t>Application</a:t>
            </a:r>
            <a:r>
              <a:rPr spc="-200" dirty="0"/>
              <a:t> </a:t>
            </a:r>
            <a:r>
              <a:rPr spc="-50" dirty="0"/>
              <a:t>Layer</a:t>
            </a:r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03F40B37-7876-9D73-6697-B63BA6DF876A}"/>
              </a:ext>
            </a:extLst>
          </p:cNvPr>
          <p:cNvGraphicFramePr/>
          <p:nvPr/>
        </p:nvGraphicFramePr>
        <p:xfrm>
          <a:off x="535940" y="1565529"/>
          <a:ext cx="11576685" cy="4475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4611" rIns="0" bIns="0" rtlCol="0">
            <a:spAutoFit/>
          </a:bodyPr>
          <a:lstStyle/>
          <a:p>
            <a:pPr marL="1038225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OSI</a:t>
            </a:r>
            <a:r>
              <a:rPr spc="-190" dirty="0"/>
              <a:t> </a:t>
            </a:r>
            <a:r>
              <a:rPr spc="-90" dirty="0"/>
              <a:t>Model:</a:t>
            </a:r>
            <a:r>
              <a:rPr spc="-470" dirty="0"/>
              <a:t> </a:t>
            </a:r>
            <a:r>
              <a:rPr spc="-95" dirty="0"/>
              <a:t>Application</a:t>
            </a:r>
            <a:r>
              <a:rPr spc="-200" dirty="0"/>
              <a:t> </a:t>
            </a:r>
            <a:r>
              <a:rPr spc="-50" dirty="0"/>
              <a:t>Layer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4C8813-D0C2-4E81-816E-42D814451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841" y="1676400"/>
            <a:ext cx="10504318" cy="445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8834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405384"/>
            <a:ext cx="12192000" cy="1027430"/>
          </a:xfrm>
          <a:custGeom>
            <a:avLst/>
            <a:gdLst/>
            <a:ahLst/>
            <a:cxnLst/>
            <a:rect l="l" t="t" r="r" b="b"/>
            <a:pathLst>
              <a:path w="12192000" h="1027430">
                <a:moveTo>
                  <a:pt x="12192000" y="0"/>
                </a:moveTo>
                <a:lnTo>
                  <a:pt x="0" y="0"/>
                </a:lnTo>
                <a:lnTo>
                  <a:pt x="0" y="1027176"/>
                </a:lnTo>
                <a:lnTo>
                  <a:pt x="12192000" y="1027176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438400" y="464846"/>
            <a:ext cx="9017000" cy="908506"/>
          </a:xfrm>
          <a:prstGeom prst="rect">
            <a:avLst/>
          </a:prstGeom>
        </p:spPr>
        <p:txBody>
          <a:bodyPr vert="horz" wrap="square" lIns="0" tIns="224611" rIns="0" bIns="0" rtlCol="0">
            <a:spAutoFit/>
          </a:bodyPr>
          <a:lstStyle/>
          <a:p>
            <a:pPr marL="1038225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OSI</a:t>
            </a:r>
            <a:r>
              <a:rPr spc="-190" dirty="0"/>
              <a:t> </a:t>
            </a:r>
            <a:r>
              <a:rPr spc="-90" dirty="0"/>
              <a:t>Model:</a:t>
            </a:r>
            <a:r>
              <a:rPr spc="-470" dirty="0"/>
              <a:t> </a:t>
            </a:r>
            <a:r>
              <a:rPr lang="en-US" spc="-95" dirty="0"/>
              <a:t>Summary</a:t>
            </a:r>
            <a:endParaRPr spc="-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C30D86-A4ED-4147-91C3-7D6994E31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4" y="1828800"/>
            <a:ext cx="10516511" cy="468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4617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11101070" cy="1801495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124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35"/>
              </a:spcBef>
            </a:pPr>
            <a:r>
              <a:rPr dirty="0"/>
              <a:t>OSI</a:t>
            </a:r>
            <a:r>
              <a:rPr spc="-2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DoD</a:t>
            </a:r>
            <a:r>
              <a:rPr spc="-40" dirty="0"/>
              <a:t> </a:t>
            </a:r>
            <a:r>
              <a:rPr dirty="0"/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2496311"/>
            <a:ext cx="5638800" cy="346405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5814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The</a:t>
            </a:r>
            <a:r>
              <a:rPr spc="-10" dirty="0"/>
              <a:t> </a:t>
            </a:r>
            <a:r>
              <a:rPr spc="-5" dirty="0"/>
              <a:t>DoD</a:t>
            </a:r>
            <a:r>
              <a:rPr spc="10" dirty="0"/>
              <a:t> </a:t>
            </a:r>
            <a:r>
              <a:rPr dirty="0"/>
              <a:t>model </a:t>
            </a:r>
            <a:r>
              <a:rPr spc="-5" dirty="0"/>
              <a:t>is</a:t>
            </a:r>
            <a:r>
              <a:rPr spc="-10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spc="-5" dirty="0"/>
              <a:t>condensed</a:t>
            </a:r>
            <a:r>
              <a:rPr dirty="0"/>
              <a:t> </a:t>
            </a:r>
            <a:r>
              <a:rPr spc="-10" dirty="0"/>
              <a:t>version</a:t>
            </a:r>
            <a:r>
              <a:rPr dirty="0"/>
              <a:t> </a:t>
            </a:r>
            <a:r>
              <a:rPr spc="-5" dirty="0"/>
              <a:t>of</a:t>
            </a:r>
            <a:r>
              <a:rPr spc="-10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5" dirty="0"/>
              <a:t>OSI </a:t>
            </a:r>
            <a:r>
              <a:rPr spc="-395" dirty="0"/>
              <a:t> </a:t>
            </a:r>
            <a:r>
              <a:rPr spc="-5" dirty="0"/>
              <a:t>model—it's composed</a:t>
            </a:r>
            <a:r>
              <a:rPr spc="15" dirty="0"/>
              <a:t> </a:t>
            </a:r>
            <a:r>
              <a:rPr spc="-5" dirty="0"/>
              <a:t>of </a:t>
            </a:r>
            <a:r>
              <a:rPr spc="-45" dirty="0"/>
              <a:t>four,</a:t>
            </a:r>
            <a:r>
              <a:rPr spc="-5" dirty="0"/>
              <a:t> </a:t>
            </a:r>
            <a:r>
              <a:rPr spc="-10" dirty="0"/>
              <a:t>instead</a:t>
            </a:r>
            <a:r>
              <a:rPr spc="15" dirty="0"/>
              <a:t> </a:t>
            </a:r>
            <a:r>
              <a:rPr spc="-5" dirty="0"/>
              <a:t>of</a:t>
            </a:r>
            <a:r>
              <a:rPr spc="10" dirty="0"/>
              <a:t> </a:t>
            </a:r>
            <a:r>
              <a:rPr spc="-5" dirty="0"/>
              <a:t>seven, </a:t>
            </a:r>
            <a:r>
              <a:rPr dirty="0"/>
              <a:t> </a:t>
            </a:r>
            <a:r>
              <a:rPr spc="-20" dirty="0"/>
              <a:t>layers.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/>
          </a:p>
          <a:p>
            <a:pPr marL="299085" marR="5080" indent="-287020" algn="just">
              <a:lnSpc>
                <a:spcPct val="100000"/>
              </a:lnSpc>
              <a:buFont typeface="Wingdings"/>
              <a:buChar char=""/>
              <a:tabLst>
                <a:tab pos="299720" algn="l"/>
              </a:tabLst>
            </a:pPr>
            <a:r>
              <a:rPr dirty="0"/>
              <a:t>A</a:t>
            </a:r>
            <a:r>
              <a:rPr spc="5" dirty="0"/>
              <a:t> </a:t>
            </a:r>
            <a:r>
              <a:rPr spc="-15" dirty="0"/>
              <a:t>vast</a:t>
            </a:r>
            <a:r>
              <a:rPr spc="-10" dirty="0"/>
              <a:t> </a:t>
            </a:r>
            <a:r>
              <a:rPr spc="-20" dirty="0"/>
              <a:t>array</a:t>
            </a:r>
            <a:r>
              <a:rPr spc="-15" dirty="0"/>
              <a:t> </a:t>
            </a:r>
            <a:r>
              <a:rPr spc="-5" dirty="0"/>
              <a:t>of</a:t>
            </a:r>
            <a:r>
              <a:rPr dirty="0"/>
              <a:t> </a:t>
            </a:r>
            <a:r>
              <a:rPr spc="-15" dirty="0"/>
              <a:t>protocols</a:t>
            </a:r>
            <a:r>
              <a:rPr spc="-10" dirty="0"/>
              <a:t> combine</a:t>
            </a:r>
            <a:r>
              <a:rPr spc="-5" dirty="0"/>
              <a:t> </a:t>
            </a:r>
            <a:r>
              <a:rPr spc="-10" dirty="0"/>
              <a:t>at</a:t>
            </a:r>
            <a:r>
              <a:rPr spc="-5" dirty="0"/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dirty="0"/>
              <a:t>DoD </a:t>
            </a:r>
            <a:r>
              <a:rPr spc="5" dirty="0"/>
              <a:t> </a:t>
            </a:r>
            <a:r>
              <a:rPr dirty="0"/>
              <a:t>model's </a:t>
            </a:r>
            <a:r>
              <a:rPr spc="-10" dirty="0"/>
              <a:t>Process/Application layer to </a:t>
            </a:r>
            <a:r>
              <a:rPr spc="-15" dirty="0"/>
              <a:t>integrate </a:t>
            </a:r>
            <a:r>
              <a:rPr dirty="0"/>
              <a:t>the </a:t>
            </a:r>
            <a:r>
              <a:rPr spc="-395" dirty="0"/>
              <a:t> </a:t>
            </a:r>
            <a:r>
              <a:rPr spc="-10" dirty="0"/>
              <a:t>various</a:t>
            </a:r>
            <a:r>
              <a:rPr spc="10" dirty="0"/>
              <a:t> </a:t>
            </a:r>
            <a:r>
              <a:rPr spc="-5" dirty="0"/>
              <a:t>activities</a:t>
            </a:r>
            <a:r>
              <a:rPr spc="20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spc="-5" dirty="0"/>
              <a:t>duties</a:t>
            </a:r>
            <a:r>
              <a:rPr spc="20" dirty="0"/>
              <a:t> </a:t>
            </a:r>
            <a:r>
              <a:rPr spc="-5" dirty="0"/>
              <a:t>spanning</a:t>
            </a:r>
            <a:r>
              <a:rPr spc="15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-10" dirty="0"/>
              <a:t>focus</a:t>
            </a:r>
            <a:r>
              <a:rPr spc="5" dirty="0"/>
              <a:t> </a:t>
            </a:r>
            <a:r>
              <a:rPr spc="-5" dirty="0"/>
              <a:t>of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33386" y="4435602"/>
            <a:ext cx="12001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558165" algn="l"/>
              </a:tabLst>
            </a:pPr>
            <a:r>
              <a:rPr sz="1800" dirty="0">
                <a:latin typeface="Calibri"/>
                <a:cs typeface="Calibri"/>
              </a:rPr>
              <a:t>the	</a:t>
            </a:r>
            <a:r>
              <a:rPr sz="1800" spc="-5" dirty="0">
                <a:latin typeface="Calibri"/>
                <a:cs typeface="Calibri"/>
              </a:rPr>
              <a:t>OSI's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(Appli</a:t>
            </a:r>
            <a:r>
              <a:rPr sz="1800" spc="-15" dirty="0">
                <a:latin typeface="Calibri"/>
                <a:cs typeface="Calibri"/>
              </a:rPr>
              <a:t>ca</a:t>
            </a:r>
            <a:r>
              <a:rPr sz="1800" dirty="0">
                <a:latin typeface="Calibri"/>
                <a:cs typeface="Calibri"/>
              </a:rPr>
              <a:t>t</a:t>
            </a:r>
            <a:r>
              <a:rPr sz="1800" spc="-10" dirty="0">
                <a:latin typeface="Calibri"/>
                <a:cs typeface="Calibri"/>
              </a:rPr>
              <a:t>i</a:t>
            </a:r>
            <a:r>
              <a:rPr sz="1800" spc="-5" dirty="0">
                <a:latin typeface="Calibri"/>
                <a:cs typeface="Calibri"/>
              </a:rPr>
              <a:t>on,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67827" y="4435602"/>
            <a:ext cx="13823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9539" marR="5080" indent="-11747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corresponding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</a:t>
            </a:r>
            <a:r>
              <a:rPr sz="1800" spc="-20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5" dirty="0">
                <a:latin typeface="Calibri"/>
                <a:cs typeface="Calibri"/>
              </a:rPr>
              <a:t>s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-5" dirty="0">
                <a:latin typeface="Calibri"/>
                <a:cs typeface="Calibri"/>
              </a:rPr>
              <a:t>n</a:t>
            </a:r>
            <a:r>
              <a:rPr sz="1800" spc="-30" dirty="0">
                <a:latin typeface="Calibri"/>
                <a:cs typeface="Calibri"/>
              </a:rPr>
              <a:t>t</a:t>
            </a:r>
            <a:r>
              <a:rPr sz="1800" spc="-1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t</a:t>
            </a:r>
            <a:r>
              <a:rPr sz="1800" spc="-10" dirty="0">
                <a:latin typeface="Calibri"/>
                <a:cs typeface="Calibri"/>
              </a:rPr>
              <a:t>i</a:t>
            </a:r>
            <a:r>
              <a:rPr sz="1800" spc="-5" dirty="0">
                <a:latin typeface="Calibri"/>
                <a:cs typeface="Calibri"/>
              </a:rPr>
              <a:t>on,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99701" y="4435602"/>
            <a:ext cx="18910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9370">
              <a:lnSpc>
                <a:spcPct val="100000"/>
              </a:lnSpc>
              <a:spcBef>
                <a:spcPts val="100"/>
              </a:spcBef>
              <a:tabLst>
                <a:tab pos="537845" algn="l"/>
                <a:tab pos="601980" algn="l"/>
                <a:tab pos="1338580" algn="l"/>
                <a:tab pos="1532255" algn="l"/>
              </a:tabLst>
            </a:pPr>
            <a:r>
              <a:rPr sz="1800" spc="-15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p		th</a:t>
            </a:r>
            <a:r>
              <a:rPr sz="1800" spc="-30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ee	</a:t>
            </a:r>
            <a:r>
              <a:rPr sz="1800" spc="-5" dirty="0">
                <a:latin typeface="Calibri"/>
                <a:cs typeface="Calibri"/>
              </a:rPr>
              <a:t>l</a:t>
            </a:r>
            <a:r>
              <a:rPr sz="1800" spc="-35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y</a:t>
            </a:r>
            <a:r>
              <a:rPr sz="1800" spc="15" dirty="0">
                <a:latin typeface="Calibri"/>
                <a:cs typeface="Calibri"/>
              </a:rPr>
              <a:t>e</a:t>
            </a:r>
            <a:r>
              <a:rPr sz="1800" spc="-30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s  and	</a:t>
            </a: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spc="5" dirty="0">
                <a:latin typeface="Calibri"/>
                <a:cs typeface="Calibri"/>
              </a:rPr>
              <a:t>s</a:t>
            </a:r>
            <a:r>
              <a:rPr sz="1800" spc="-5" dirty="0">
                <a:latin typeface="Calibri"/>
                <a:cs typeface="Calibri"/>
              </a:rPr>
              <a:t>sion</a:t>
            </a:r>
            <a:r>
              <a:rPr sz="1800" dirty="0">
                <a:latin typeface="Calibri"/>
                <a:cs typeface="Calibri"/>
              </a:rPr>
              <a:t>).	</a:t>
            </a:r>
            <a:r>
              <a:rPr sz="1800" spc="-5" dirty="0">
                <a:latin typeface="Calibri"/>
                <a:cs typeface="Calibri"/>
              </a:rPr>
              <a:t>The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33386" y="4984242"/>
            <a:ext cx="465836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Process/Application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layer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defines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protocols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 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node-to-node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application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communication</a:t>
            </a:r>
            <a:r>
              <a:rPr sz="1800" spc="4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also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controls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user-interface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specifications.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11101070" cy="1801495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124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35"/>
              </a:spcBef>
            </a:pPr>
            <a:r>
              <a:rPr dirty="0"/>
              <a:t>OSI</a:t>
            </a:r>
            <a:r>
              <a:rPr spc="-1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DoD</a:t>
            </a:r>
            <a:r>
              <a:rPr spc="-30" dirty="0"/>
              <a:t> </a:t>
            </a:r>
            <a:r>
              <a:rPr dirty="0"/>
              <a:t>Model</a:t>
            </a:r>
            <a:r>
              <a:rPr spc="-15" dirty="0"/>
              <a:t> </a:t>
            </a:r>
            <a:r>
              <a:rPr dirty="0"/>
              <a:t>II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2496311"/>
            <a:ext cx="5638800" cy="346405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733158" y="2514727"/>
            <a:ext cx="5207000" cy="3867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 algn="just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299720" algn="l"/>
              </a:tabLst>
            </a:pPr>
            <a:r>
              <a:rPr sz="1800" spc="-5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Host-to-Host </a:t>
            </a:r>
            <a:r>
              <a:rPr sz="1800" spc="-15" dirty="0">
                <a:latin typeface="Calibri"/>
                <a:cs typeface="Calibri"/>
              </a:rPr>
              <a:t>layer </a:t>
            </a:r>
            <a:r>
              <a:rPr sz="1800" spc="-10" dirty="0">
                <a:latin typeface="Calibri"/>
                <a:cs typeface="Calibri"/>
              </a:rPr>
              <a:t>parallels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functions of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OSI's </a:t>
            </a:r>
            <a:r>
              <a:rPr sz="1800" spc="-20" dirty="0">
                <a:latin typeface="Calibri"/>
                <a:cs typeface="Calibri"/>
              </a:rPr>
              <a:t>Transport </a:t>
            </a:r>
            <a:r>
              <a:rPr sz="1800" spc="-40" dirty="0">
                <a:latin typeface="Calibri"/>
                <a:cs typeface="Calibri"/>
              </a:rPr>
              <a:t>layer,</a:t>
            </a:r>
            <a:r>
              <a:rPr sz="1800" spc="3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defining </a:t>
            </a:r>
            <a:r>
              <a:rPr sz="1800" spc="-10" dirty="0">
                <a:latin typeface="Calibri"/>
                <a:cs typeface="Calibri"/>
              </a:rPr>
              <a:t>protocols </a:t>
            </a:r>
            <a:r>
              <a:rPr sz="1800" spc="-15" dirty="0">
                <a:latin typeface="Calibri"/>
                <a:cs typeface="Calibri"/>
              </a:rPr>
              <a:t>for setting 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up the </a:t>
            </a:r>
            <a:r>
              <a:rPr sz="1800" spc="-5" dirty="0">
                <a:latin typeface="Calibri"/>
                <a:cs typeface="Calibri"/>
              </a:rPr>
              <a:t>level </a:t>
            </a:r>
            <a:r>
              <a:rPr sz="1800" dirty="0">
                <a:latin typeface="Calibri"/>
                <a:cs typeface="Calibri"/>
              </a:rPr>
              <a:t>of </a:t>
            </a:r>
            <a:r>
              <a:rPr sz="1800" spc="-5" dirty="0">
                <a:latin typeface="Calibri"/>
                <a:cs typeface="Calibri"/>
              </a:rPr>
              <a:t>transmission service </a:t>
            </a:r>
            <a:r>
              <a:rPr sz="1800" spc="-15" dirty="0">
                <a:latin typeface="Calibri"/>
                <a:cs typeface="Calibri"/>
              </a:rPr>
              <a:t>for </a:t>
            </a:r>
            <a:r>
              <a:rPr sz="1800" spc="-5" dirty="0">
                <a:latin typeface="Calibri"/>
                <a:cs typeface="Calibri"/>
              </a:rPr>
              <a:t>applications. </a:t>
            </a:r>
            <a:r>
              <a:rPr sz="1800" dirty="0">
                <a:latin typeface="Calibri"/>
                <a:cs typeface="Calibri"/>
              </a:rPr>
              <a:t> It </a:t>
            </a:r>
            <a:r>
              <a:rPr sz="1800" spc="-10" dirty="0">
                <a:latin typeface="Calibri"/>
                <a:cs typeface="Calibri"/>
              </a:rPr>
              <a:t>tackles </a:t>
            </a:r>
            <a:r>
              <a:rPr sz="1800" spc="-5" dirty="0">
                <a:latin typeface="Calibri"/>
                <a:cs typeface="Calibri"/>
              </a:rPr>
              <a:t>issues such </a:t>
            </a:r>
            <a:r>
              <a:rPr sz="1800" dirty="0">
                <a:latin typeface="Calibri"/>
                <a:cs typeface="Calibri"/>
              </a:rPr>
              <a:t>as </a:t>
            </a:r>
            <a:r>
              <a:rPr sz="1800" spc="-10" dirty="0">
                <a:latin typeface="Calibri"/>
                <a:cs typeface="Calibri"/>
              </a:rPr>
              <a:t>creating </a:t>
            </a:r>
            <a:r>
              <a:rPr sz="1800" spc="-5" dirty="0">
                <a:latin typeface="Calibri"/>
                <a:cs typeface="Calibri"/>
              </a:rPr>
              <a:t>reliable end-to-end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communication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ensuring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error-free </a:t>
            </a:r>
            <a:r>
              <a:rPr sz="1800" spc="-5" dirty="0">
                <a:latin typeface="Calibri"/>
                <a:cs typeface="Calibri"/>
              </a:rPr>
              <a:t>delivery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spc="-10" dirty="0">
                <a:latin typeface="Calibri"/>
                <a:cs typeface="Calibri"/>
              </a:rPr>
              <a:t>data. </a:t>
            </a:r>
            <a:r>
              <a:rPr sz="1800" dirty="0">
                <a:latin typeface="Calibri"/>
                <a:cs typeface="Calibri"/>
              </a:rPr>
              <a:t>It handles </a:t>
            </a:r>
            <a:r>
              <a:rPr sz="1800" spc="-15" dirty="0">
                <a:latin typeface="Calibri"/>
                <a:cs typeface="Calibri"/>
              </a:rPr>
              <a:t>packet </a:t>
            </a:r>
            <a:r>
              <a:rPr sz="1800" spc="-5" dirty="0">
                <a:latin typeface="Calibri"/>
                <a:cs typeface="Calibri"/>
              </a:rPr>
              <a:t>sequencing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maintains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data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integrity.</a:t>
            </a:r>
            <a:endParaRPr sz="1800">
              <a:latin typeface="Calibri"/>
              <a:cs typeface="Calibri"/>
            </a:endParaRPr>
          </a:p>
          <a:p>
            <a:pPr marL="299085" marR="6350" indent="-287020" algn="just">
              <a:lnSpc>
                <a:spcPct val="100000"/>
              </a:lnSpc>
              <a:spcBef>
                <a:spcPts val="5"/>
              </a:spcBef>
              <a:buFont typeface="Wingdings"/>
              <a:buChar char=""/>
              <a:tabLst>
                <a:tab pos="299720" algn="l"/>
              </a:tabLst>
            </a:pPr>
            <a:r>
              <a:rPr sz="1800" spc="-5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Internet layer corresponds to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OSI's Network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40" dirty="0">
                <a:latin typeface="Calibri"/>
                <a:cs typeface="Calibri"/>
              </a:rPr>
              <a:t>layer,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designating</a:t>
            </a:r>
            <a:r>
              <a:rPr sz="1800" dirty="0">
                <a:latin typeface="Calibri"/>
                <a:cs typeface="Calibri"/>
              </a:rPr>
              <a:t> 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protocols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relating</a:t>
            </a:r>
            <a:r>
              <a:rPr sz="1800" spc="3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3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logical</a:t>
            </a:r>
            <a:r>
              <a:rPr sz="1800" spc="-5" dirty="0">
                <a:latin typeface="Calibri"/>
                <a:cs typeface="Calibri"/>
              </a:rPr>
              <a:t> transmission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packets</a:t>
            </a:r>
            <a:r>
              <a:rPr sz="1800" spc="-10" dirty="0">
                <a:latin typeface="Calibri"/>
                <a:cs typeface="Calibri"/>
              </a:rPr>
              <a:t> over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entire 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network. </a:t>
            </a:r>
            <a:r>
              <a:rPr sz="1800" dirty="0">
                <a:latin typeface="Calibri"/>
                <a:cs typeface="Calibri"/>
              </a:rPr>
              <a:t>It </a:t>
            </a:r>
            <a:r>
              <a:rPr sz="1800" spc="-20" dirty="0">
                <a:latin typeface="Calibri"/>
                <a:cs typeface="Calibri"/>
              </a:rPr>
              <a:t>takes </a:t>
            </a:r>
            <a:r>
              <a:rPr sz="1800" spc="-15" dirty="0">
                <a:latin typeface="Calibri"/>
                <a:cs typeface="Calibri"/>
              </a:rPr>
              <a:t>care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addressing of hosts </a:t>
            </a:r>
            <a:r>
              <a:rPr sz="1800" spc="-15" dirty="0">
                <a:latin typeface="Calibri"/>
                <a:cs typeface="Calibri"/>
              </a:rPr>
              <a:t>by 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giving </a:t>
            </a:r>
            <a:r>
              <a:rPr sz="1800" dirty="0">
                <a:latin typeface="Calibri"/>
                <a:cs typeface="Calibri"/>
              </a:rPr>
              <a:t>them an </a:t>
            </a:r>
            <a:r>
              <a:rPr sz="1800" spc="-10" dirty="0">
                <a:latin typeface="Calibri"/>
                <a:cs typeface="Calibri"/>
              </a:rPr>
              <a:t>Internet </a:t>
            </a:r>
            <a:r>
              <a:rPr sz="1800" spc="-15" dirty="0">
                <a:latin typeface="Calibri"/>
                <a:cs typeface="Calibri"/>
              </a:rPr>
              <a:t>Protocol </a:t>
            </a:r>
            <a:r>
              <a:rPr sz="1800" spc="-5" dirty="0">
                <a:latin typeface="Calibri"/>
                <a:cs typeface="Calibri"/>
              </a:rPr>
              <a:t>(IP) address,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10" dirty="0">
                <a:latin typeface="Calibri"/>
                <a:cs typeface="Calibri"/>
              </a:rPr>
              <a:t>it </a:t>
            </a:r>
            <a:r>
              <a:rPr sz="1800" spc="-5" dirty="0">
                <a:latin typeface="Calibri"/>
                <a:cs typeface="Calibri"/>
              </a:rPr>
              <a:t> handles</a:t>
            </a:r>
            <a:r>
              <a:rPr sz="1800" dirty="0">
                <a:latin typeface="Calibri"/>
                <a:cs typeface="Calibri"/>
              </a:rPr>
              <a:t> 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routing</a:t>
            </a:r>
            <a:r>
              <a:rPr sz="1800" spc="-5" dirty="0">
                <a:latin typeface="Calibri"/>
                <a:cs typeface="Calibri"/>
              </a:rPr>
              <a:t> of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packets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among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multiple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networks.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11101070" cy="1801495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124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35"/>
              </a:spcBef>
            </a:pPr>
            <a:r>
              <a:rPr dirty="0"/>
              <a:t>OSI</a:t>
            </a:r>
            <a:r>
              <a:rPr spc="-15" dirty="0"/>
              <a:t> </a:t>
            </a:r>
            <a:r>
              <a:rPr spc="5" dirty="0"/>
              <a:t>and</a:t>
            </a:r>
            <a:r>
              <a:rPr spc="-15" dirty="0"/>
              <a:t> </a:t>
            </a:r>
            <a:r>
              <a:rPr dirty="0"/>
              <a:t>DoD</a:t>
            </a:r>
            <a:r>
              <a:rPr spc="-15" dirty="0"/>
              <a:t> </a:t>
            </a:r>
            <a:r>
              <a:rPr dirty="0"/>
              <a:t>Model</a:t>
            </a:r>
            <a:r>
              <a:rPr spc="-15" dirty="0"/>
              <a:t> </a:t>
            </a:r>
            <a:r>
              <a:rPr dirty="0"/>
              <a:t>III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2496311"/>
            <a:ext cx="5638800" cy="346405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733158" y="2514727"/>
            <a:ext cx="5206365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 algn="just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351155" algn="l"/>
              </a:tabLst>
            </a:pPr>
            <a:r>
              <a:rPr dirty="0"/>
              <a:t>	</a:t>
            </a:r>
            <a:r>
              <a:rPr sz="1800" spc="-25" dirty="0">
                <a:latin typeface="Calibri"/>
                <a:cs typeface="Calibri"/>
              </a:rPr>
              <a:t>At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bottom</a:t>
            </a:r>
            <a:r>
              <a:rPr sz="1800" spc="-5" dirty="0">
                <a:latin typeface="Calibri"/>
                <a:cs typeface="Calibri"/>
              </a:rPr>
              <a:t> of</a:t>
            </a:r>
            <a:r>
              <a:rPr sz="1800" dirty="0">
                <a:latin typeface="Calibri"/>
                <a:cs typeface="Calibri"/>
              </a:rPr>
              <a:t> 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DoD</a:t>
            </a:r>
            <a:r>
              <a:rPr sz="1800" dirty="0">
                <a:latin typeface="Calibri"/>
                <a:cs typeface="Calibri"/>
              </a:rPr>
              <a:t> model,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Network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Access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layer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implements</a:t>
            </a:r>
            <a:r>
              <a:rPr sz="1800" dirty="0">
                <a:latin typeface="Calibri"/>
                <a:cs typeface="Calibri"/>
              </a:rPr>
              <a:t> the</a:t>
            </a:r>
            <a:r>
              <a:rPr sz="1800" spc="409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data</a:t>
            </a:r>
            <a:r>
              <a:rPr sz="1800" spc="3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exchange </a:t>
            </a:r>
            <a:r>
              <a:rPr sz="1800" spc="-5" dirty="0">
                <a:latin typeface="Calibri"/>
                <a:cs typeface="Calibri"/>
              </a:rPr>
              <a:t> between</a:t>
            </a:r>
            <a:r>
              <a:rPr sz="1800" spc="1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host</a:t>
            </a:r>
            <a:r>
              <a:rPr sz="1800" spc="1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1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network.</a:t>
            </a:r>
            <a:r>
              <a:rPr sz="1800" spc="18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spc="1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equivalent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dirty="0">
                <a:latin typeface="Calibri"/>
                <a:cs typeface="Calibri"/>
              </a:rPr>
              <a:t> 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Data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Link</a:t>
            </a:r>
            <a:r>
              <a:rPr sz="1800" dirty="0">
                <a:latin typeface="Calibri"/>
                <a:cs typeface="Calibri"/>
              </a:rPr>
              <a:t> and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Physical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layers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3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40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OSI </a:t>
            </a:r>
            <a:r>
              <a:rPr sz="1800" dirty="0">
                <a:latin typeface="Calibri"/>
                <a:cs typeface="Calibri"/>
              </a:rPr>
              <a:t> model, the </a:t>
            </a:r>
            <a:r>
              <a:rPr sz="1800" spc="-5" dirty="0">
                <a:latin typeface="Calibri"/>
                <a:cs typeface="Calibri"/>
              </a:rPr>
              <a:t>Network Access </a:t>
            </a:r>
            <a:r>
              <a:rPr sz="1800" spc="-15" dirty="0">
                <a:latin typeface="Calibri"/>
                <a:cs typeface="Calibri"/>
              </a:rPr>
              <a:t>layer </a:t>
            </a:r>
            <a:r>
              <a:rPr sz="1800" spc="-10" dirty="0">
                <a:latin typeface="Calibri"/>
                <a:cs typeface="Calibri"/>
              </a:rPr>
              <a:t>oversees </a:t>
            </a:r>
            <a:r>
              <a:rPr sz="1800" spc="-15" dirty="0">
                <a:latin typeface="Calibri"/>
                <a:cs typeface="Calibri"/>
              </a:rPr>
              <a:t>hardware 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addressing</a:t>
            </a:r>
            <a:r>
              <a:rPr sz="1800" dirty="0">
                <a:latin typeface="Calibri"/>
                <a:cs typeface="Calibri"/>
              </a:rPr>
              <a:t> and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defines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protocols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physical 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transmission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52272"/>
            <a:ext cx="12192000" cy="736600"/>
          </a:xfrm>
          <a:custGeom>
            <a:avLst/>
            <a:gdLst/>
            <a:ahLst/>
            <a:cxnLst/>
            <a:rect l="l" t="t" r="r" b="b"/>
            <a:pathLst>
              <a:path w="12192000" h="736600">
                <a:moveTo>
                  <a:pt x="12192000" y="0"/>
                </a:moveTo>
                <a:lnTo>
                  <a:pt x="0" y="0"/>
                </a:lnTo>
                <a:lnTo>
                  <a:pt x="0" y="736091"/>
                </a:lnTo>
                <a:lnTo>
                  <a:pt x="12192000" y="736091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58033" y="709421"/>
            <a:ext cx="720598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-15" dirty="0">
                <a:latin typeface="Calibri Light"/>
                <a:cs typeface="Calibri Light"/>
              </a:rPr>
              <a:t>OSI</a:t>
            </a:r>
            <a:r>
              <a:rPr sz="3200" b="0" spc="-75" dirty="0">
                <a:latin typeface="Calibri Light"/>
                <a:cs typeface="Calibri Light"/>
              </a:rPr>
              <a:t> </a:t>
            </a:r>
            <a:r>
              <a:rPr sz="3200" b="0" spc="-20" dirty="0">
                <a:latin typeface="Calibri Light"/>
                <a:cs typeface="Calibri Light"/>
              </a:rPr>
              <a:t>Model:</a:t>
            </a:r>
            <a:r>
              <a:rPr sz="3200" b="0" spc="-80" dirty="0">
                <a:latin typeface="Calibri Light"/>
                <a:cs typeface="Calibri Light"/>
              </a:rPr>
              <a:t> </a:t>
            </a:r>
            <a:r>
              <a:rPr sz="3200" b="0" spc="-40" dirty="0">
                <a:latin typeface="Calibri Light"/>
                <a:cs typeface="Calibri Light"/>
              </a:rPr>
              <a:t>Protocol</a:t>
            </a:r>
            <a:r>
              <a:rPr sz="3200" b="0" spc="-60" dirty="0">
                <a:latin typeface="Calibri Light"/>
                <a:cs typeface="Calibri Light"/>
              </a:rPr>
              <a:t> </a:t>
            </a:r>
            <a:r>
              <a:rPr sz="3200" b="0" spc="-15" dirty="0">
                <a:latin typeface="Calibri Light"/>
                <a:cs typeface="Calibri Light"/>
              </a:rPr>
              <a:t>and</a:t>
            </a:r>
            <a:r>
              <a:rPr sz="3200" b="0" spc="-75" dirty="0">
                <a:latin typeface="Calibri Light"/>
                <a:cs typeface="Calibri Light"/>
              </a:rPr>
              <a:t> </a:t>
            </a:r>
            <a:r>
              <a:rPr sz="3200" b="0" spc="-25" dirty="0">
                <a:latin typeface="Calibri Light"/>
                <a:cs typeface="Calibri Light"/>
              </a:rPr>
              <a:t>Specification</a:t>
            </a:r>
            <a:r>
              <a:rPr sz="3200" b="0" spc="-80" dirty="0">
                <a:latin typeface="Calibri Light"/>
                <a:cs typeface="Calibri Light"/>
              </a:rPr>
              <a:t> </a:t>
            </a:r>
            <a:r>
              <a:rPr sz="3200" b="0" spc="-40" dirty="0">
                <a:latin typeface="Calibri Light"/>
                <a:cs typeface="Calibri Light"/>
              </a:rPr>
              <a:t>Layout</a:t>
            </a:r>
            <a:endParaRPr sz="3200">
              <a:latin typeface="Calibri Light"/>
              <a:cs typeface="Calibri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7967" y="1556003"/>
            <a:ext cx="9756123" cy="506425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846200"/>
            <a:ext cx="101949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DoD</a:t>
            </a:r>
            <a:r>
              <a:rPr sz="4000" spc="-15" dirty="0"/>
              <a:t> </a:t>
            </a:r>
            <a:r>
              <a:rPr sz="4000" dirty="0"/>
              <a:t>Model:</a:t>
            </a:r>
            <a:r>
              <a:rPr sz="4000" spc="10" dirty="0"/>
              <a:t> </a:t>
            </a:r>
            <a:r>
              <a:rPr sz="4000" spc="-10" dirty="0"/>
              <a:t>Protocol</a:t>
            </a:r>
            <a:r>
              <a:rPr sz="4000" spc="-15" dirty="0"/>
              <a:t> </a:t>
            </a:r>
            <a:r>
              <a:rPr sz="4000" spc="-5" dirty="0"/>
              <a:t>and</a:t>
            </a:r>
            <a:r>
              <a:rPr sz="4000" spc="10" dirty="0"/>
              <a:t> </a:t>
            </a:r>
            <a:r>
              <a:rPr sz="4000" dirty="0"/>
              <a:t>Specification</a:t>
            </a:r>
            <a:r>
              <a:rPr sz="4000" spc="-10" dirty="0"/>
              <a:t> </a:t>
            </a:r>
            <a:r>
              <a:rPr sz="4000" spc="-5" dirty="0"/>
              <a:t>Layout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1936" y="2203704"/>
            <a:ext cx="10168127" cy="448499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8640" y="347472"/>
            <a:ext cx="11101070" cy="1801495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5124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35"/>
              </a:spcBef>
            </a:pPr>
            <a:r>
              <a:rPr dirty="0"/>
              <a:t>TCP/IP</a:t>
            </a:r>
            <a:r>
              <a:rPr spc="-265" dirty="0"/>
              <a:t> </a:t>
            </a:r>
            <a:r>
              <a:rPr dirty="0"/>
              <a:t>Network</a:t>
            </a:r>
            <a:r>
              <a:rPr spc="-55" dirty="0"/>
              <a:t> </a:t>
            </a:r>
            <a:r>
              <a:rPr dirty="0"/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2496311"/>
            <a:ext cx="5059680" cy="364997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73495" y="2514727"/>
            <a:ext cx="5200015" cy="331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 algn="just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299720" algn="l"/>
              </a:tabLst>
            </a:pP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dirty="0">
                <a:latin typeface="Calibri"/>
                <a:cs typeface="Calibri"/>
              </a:rPr>
              <a:t> DoD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OSI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models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alike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design</a:t>
            </a:r>
            <a:r>
              <a:rPr sz="1800" dirty="0">
                <a:latin typeface="Calibri"/>
                <a:cs typeface="Calibri"/>
              </a:rPr>
              <a:t> and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concept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15" dirty="0">
                <a:latin typeface="Calibri"/>
                <a:cs typeface="Calibri"/>
              </a:rPr>
              <a:t>have </a:t>
            </a:r>
            <a:r>
              <a:rPr sz="1800" spc="-5" dirty="0">
                <a:latin typeface="Calibri"/>
                <a:cs typeface="Calibri"/>
              </a:rPr>
              <a:t>similar functions in similar </a:t>
            </a:r>
            <a:r>
              <a:rPr sz="1800" spc="-15" dirty="0">
                <a:latin typeface="Calibri"/>
                <a:cs typeface="Calibri"/>
              </a:rPr>
              <a:t>layers. </a:t>
            </a:r>
            <a:r>
              <a:rPr sz="1800" spc="-10" dirty="0">
                <a:latin typeface="Calibri"/>
                <a:cs typeface="Calibri"/>
              </a:rPr>
              <a:t> Figure shows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30" dirty="0">
                <a:latin typeface="Calibri"/>
                <a:cs typeface="Calibri"/>
              </a:rPr>
              <a:t>TCP/IP </a:t>
            </a:r>
            <a:r>
              <a:rPr sz="1800" spc="-10" dirty="0">
                <a:latin typeface="Calibri"/>
                <a:cs typeface="Calibri"/>
              </a:rPr>
              <a:t>protocol suite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how its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protocols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relate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DoD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layers.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Wingdings"/>
              <a:buChar char=""/>
            </a:pPr>
            <a:endParaRPr sz="1750">
              <a:latin typeface="Calibri"/>
              <a:cs typeface="Calibri"/>
            </a:endParaRPr>
          </a:p>
          <a:p>
            <a:pPr marL="299085" marR="5715" indent="-287020" algn="just">
              <a:lnSpc>
                <a:spcPct val="100000"/>
              </a:lnSpc>
              <a:buFont typeface="Wingdings"/>
              <a:buChar char=""/>
              <a:tabLst>
                <a:tab pos="299720" algn="l"/>
              </a:tabLst>
            </a:pPr>
            <a:r>
              <a:rPr sz="1800" spc="-30" dirty="0">
                <a:latin typeface="Calibri"/>
                <a:cs typeface="Calibri"/>
              </a:rPr>
              <a:t>TCP/IP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Reference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dirty="0">
                <a:latin typeface="Calibri"/>
                <a:cs typeface="Calibri"/>
              </a:rPr>
              <a:t> 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four-layered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suite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communication protocols. </a:t>
            </a:r>
            <a:r>
              <a:rPr sz="1800" dirty="0">
                <a:latin typeface="Calibri"/>
                <a:cs typeface="Calibri"/>
              </a:rPr>
              <a:t>It </a:t>
            </a:r>
            <a:r>
              <a:rPr sz="1800" spc="-10" dirty="0">
                <a:latin typeface="Calibri"/>
                <a:cs typeface="Calibri"/>
              </a:rPr>
              <a:t>was </a:t>
            </a:r>
            <a:r>
              <a:rPr sz="1800" spc="-5" dirty="0">
                <a:latin typeface="Calibri"/>
                <a:cs typeface="Calibri"/>
              </a:rPr>
              <a:t>developed by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DoD </a:t>
            </a:r>
            <a:r>
              <a:rPr sz="1800" spc="-5" dirty="0">
                <a:latin typeface="Calibri"/>
                <a:cs typeface="Calibri"/>
              </a:rPr>
              <a:t>(Department </a:t>
            </a:r>
            <a:r>
              <a:rPr sz="1800" dirty="0">
                <a:latin typeface="Calibri"/>
                <a:cs typeface="Calibri"/>
              </a:rPr>
              <a:t>of </a:t>
            </a:r>
            <a:r>
              <a:rPr sz="1800" spc="-10" dirty="0">
                <a:latin typeface="Calibri"/>
                <a:cs typeface="Calibri"/>
              </a:rPr>
              <a:t>Defense) </a:t>
            </a:r>
            <a:r>
              <a:rPr sz="1800" dirty="0">
                <a:latin typeface="Calibri"/>
                <a:cs typeface="Calibri"/>
              </a:rPr>
              <a:t>in the </a:t>
            </a:r>
            <a:r>
              <a:rPr sz="1800" spc="-5" dirty="0">
                <a:latin typeface="Calibri"/>
                <a:cs typeface="Calibri"/>
              </a:rPr>
              <a:t>1970s-80s. </a:t>
            </a:r>
            <a:r>
              <a:rPr sz="1800" dirty="0">
                <a:latin typeface="Calibri"/>
                <a:cs typeface="Calibri"/>
              </a:rPr>
              <a:t>It </a:t>
            </a:r>
            <a:r>
              <a:rPr sz="1800" spc="-10" dirty="0">
                <a:latin typeface="Calibri"/>
                <a:cs typeface="Calibri"/>
              </a:rPr>
              <a:t>is </a:t>
            </a:r>
            <a:r>
              <a:rPr sz="1800" spc="-5" dirty="0">
                <a:latin typeface="Calibri"/>
                <a:cs typeface="Calibri"/>
              </a:rPr>
              <a:t> named </a:t>
            </a:r>
            <a:r>
              <a:rPr sz="1800" spc="-10" dirty="0">
                <a:latin typeface="Calibri"/>
                <a:cs typeface="Calibri"/>
              </a:rPr>
              <a:t>after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two </a:t>
            </a:r>
            <a:r>
              <a:rPr sz="1800" dirty="0">
                <a:latin typeface="Calibri"/>
                <a:cs typeface="Calibri"/>
              </a:rPr>
              <a:t>main </a:t>
            </a:r>
            <a:r>
              <a:rPr sz="1800" spc="-10" dirty="0">
                <a:latin typeface="Calibri"/>
                <a:cs typeface="Calibri"/>
              </a:rPr>
              <a:t>protocols </a:t>
            </a:r>
            <a:r>
              <a:rPr sz="1800" spc="-5" dirty="0">
                <a:latin typeface="Calibri"/>
                <a:cs typeface="Calibri"/>
              </a:rPr>
              <a:t>that </a:t>
            </a:r>
            <a:r>
              <a:rPr sz="1800" spc="-10" dirty="0">
                <a:latin typeface="Calibri"/>
                <a:cs typeface="Calibri"/>
              </a:rPr>
              <a:t>are </a:t>
            </a:r>
            <a:r>
              <a:rPr sz="1800" dirty="0">
                <a:latin typeface="Calibri"/>
                <a:cs typeface="Calibri"/>
              </a:rPr>
              <a:t>used </a:t>
            </a:r>
            <a:r>
              <a:rPr sz="1800" spc="5" dirty="0">
                <a:latin typeface="Calibri"/>
                <a:cs typeface="Calibri"/>
              </a:rPr>
              <a:t>in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namely,</a:t>
            </a:r>
            <a:r>
              <a:rPr sz="1800" spc="-15" dirty="0">
                <a:latin typeface="Calibri"/>
                <a:cs typeface="Calibri"/>
              </a:rPr>
              <a:t> TCP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80" dirty="0">
                <a:latin typeface="Calibri"/>
                <a:cs typeface="Calibri"/>
              </a:rPr>
              <a:t>IP.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TCP</a:t>
            </a:r>
            <a:r>
              <a:rPr sz="1800" spc="-10" dirty="0">
                <a:latin typeface="Calibri"/>
                <a:cs typeface="Calibri"/>
              </a:rPr>
              <a:t> stands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 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Transmission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Control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Protocol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IP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stands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 </a:t>
            </a:r>
            <a:r>
              <a:rPr sz="1800" spc="-10" dirty="0">
                <a:latin typeface="Calibri"/>
                <a:cs typeface="Calibri"/>
              </a:rPr>
              <a:t> Internet </a:t>
            </a:r>
            <a:r>
              <a:rPr sz="1800" spc="-15" dirty="0">
                <a:latin typeface="Calibri"/>
                <a:cs typeface="Calibri"/>
              </a:rPr>
              <a:t>Protocol.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71850" y="847089"/>
            <a:ext cx="54463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TCP/IP</a:t>
            </a:r>
            <a:r>
              <a:rPr spc="-245" dirty="0"/>
              <a:t> </a:t>
            </a:r>
            <a:r>
              <a:rPr dirty="0"/>
              <a:t>P</a:t>
            </a:r>
            <a:r>
              <a:rPr spc="-100" dirty="0"/>
              <a:t>r</a:t>
            </a:r>
            <a:r>
              <a:rPr dirty="0"/>
              <a:t>otoc</a:t>
            </a:r>
            <a:r>
              <a:rPr spc="10" dirty="0"/>
              <a:t>o</a:t>
            </a:r>
            <a:r>
              <a:rPr dirty="0"/>
              <a:t>l</a:t>
            </a:r>
            <a:r>
              <a:rPr spc="-45" dirty="0"/>
              <a:t> </a:t>
            </a:r>
            <a:r>
              <a:rPr dirty="0"/>
              <a:t>Stack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9764" y="2595372"/>
            <a:ext cx="6376525" cy="301196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4063" y="2907792"/>
            <a:ext cx="2423160" cy="242468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816353"/>
            <a:ext cx="10358755" cy="364490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41300" marR="6985" indent="-229235" algn="just">
              <a:lnSpc>
                <a:spcPct val="90100"/>
              </a:lnSpc>
              <a:spcBef>
                <a:spcPts val="310"/>
              </a:spcBef>
              <a:buFont typeface="Wingdings"/>
              <a:buChar char=""/>
              <a:tabLst>
                <a:tab pos="241935" algn="l"/>
              </a:tabLst>
            </a:pPr>
            <a:r>
              <a:rPr sz="1800" spc="-5" dirty="0">
                <a:latin typeface="Calibri"/>
                <a:cs typeface="Calibri"/>
              </a:rPr>
              <a:t>The name </a:t>
            </a:r>
            <a:r>
              <a:rPr sz="1800" spc="-25" dirty="0">
                <a:latin typeface="Calibri"/>
                <a:cs typeface="Calibri"/>
              </a:rPr>
              <a:t>TCP/IP refers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5" dirty="0">
                <a:latin typeface="Calibri"/>
                <a:cs typeface="Calibri"/>
              </a:rPr>
              <a:t>suite of </a:t>
            </a:r>
            <a:r>
              <a:rPr sz="1800" spc="-15" dirty="0">
                <a:latin typeface="Calibri"/>
                <a:cs typeface="Calibri"/>
              </a:rPr>
              <a:t>data </a:t>
            </a:r>
            <a:r>
              <a:rPr sz="1800" spc="-10" dirty="0">
                <a:latin typeface="Calibri"/>
                <a:cs typeface="Calibri"/>
              </a:rPr>
              <a:t>communication protocols. </a:t>
            </a:r>
            <a:r>
              <a:rPr sz="1800" spc="-5" dirty="0">
                <a:latin typeface="Calibri"/>
                <a:cs typeface="Calibri"/>
              </a:rPr>
              <a:t>The name is misleading because </a:t>
            </a:r>
            <a:r>
              <a:rPr sz="1800" spc="-15" dirty="0">
                <a:latin typeface="Calibri"/>
                <a:cs typeface="Calibri"/>
              </a:rPr>
              <a:t>TCP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IP </a:t>
            </a:r>
            <a:r>
              <a:rPr sz="1800" spc="-10" dirty="0">
                <a:latin typeface="Calibri"/>
                <a:cs typeface="Calibri"/>
              </a:rPr>
              <a:t>are </a:t>
            </a:r>
            <a:r>
              <a:rPr sz="1800" spc="-5" dirty="0">
                <a:latin typeface="Calibri"/>
                <a:cs typeface="Calibri"/>
              </a:rPr>
              <a:t>only two of </a:t>
            </a:r>
            <a:r>
              <a:rPr sz="1800" spc="-10" dirty="0">
                <a:latin typeface="Calibri"/>
                <a:cs typeface="Calibri"/>
              </a:rPr>
              <a:t>dozens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spc="-10" dirty="0">
                <a:latin typeface="Calibri"/>
                <a:cs typeface="Calibri"/>
              </a:rPr>
              <a:t>protocols </a:t>
            </a:r>
            <a:r>
              <a:rPr sz="1800" spc="-5" dirty="0">
                <a:latin typeface="Calibri"/>
                <a:cs typeface="Calibri"/>
              </a:rPr>
              <a:t>that compose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suite. </a:t>
            </a:r>
            <a:r>
              <a:rPr sz="1800" dirty="0">
                <a:latin typeface="Calibri"/>
                <a:cs typeface="Calibri"/>
              </a:rPr>
              <a:t>Its </a:t>
            </a:r>
            <a:r>
              <a:rPr sz="1800" spc="-5" dirty="0">
                <a:latin typeface="Calibri"/>
                <a:cs typeface="Calibri"/>
              </a:rPr>
              <a:t>name </a:t>
            </a:r>
            <a:r>
              <a:rPr sz="1800" spc="-10" dirty="0">
                <a:latin typeface="Calibri"/>
                <a:cs typeface="Calibri"/>
              </a:rPr>
              <a:t>comes from two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more </a:t>
            </a:r>
            <a:r>
              <a:rPr sz="1800" spc="-5" dirty="0">
                <a:latin typeface="Calibri"/>
                <a:cs typeface="Calibri"/>
              </a:rPr>
              <a:t> important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protocols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suite: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Transmission</a:t>
            </a:r>
            <a:r>
              <a:rPr sz="1800" spc="-10" dirty="0">
                <a:latin typeface="Calibri"/>
                <a:cs typeface="Calibri"/>
              </a:rPr>
              <a:t> Control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Protocol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(TCP)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Internet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Protocol</a:t>
            </a:r>
            <a:r>
              <a:rPr sz="1800" spc="-5" dirty="0">
                <a:latin typeface="Calibri"/>
                <a:cs typeface="Calibri"/>
              </a:rPr>
              <a:t> (IP).</a:t>
            </a:r>
            <a:endParaRPr sz="1800">
              <a:latin typeface="Calibri"/>
              <a:cs typeface="Calibri"/>
            </a:endParaRPr>
          </a:p>
          <a:p>
            <a:pPr marL="241300" marR="5715" indent="-229235" algn="just">
              <a:lnSpc>
                <a:spcPts val="1939"/>
              </a:lnSpc>
              <a:spcBef>
                <a:spcPts val="1040"/>
              </a:spcBef>
              <a:buFont typeface="Wingdings"/>
              <a:buChar char=""/>
              <a:tabLst>
                <a:tab pos="241935" algn="l"/>
              </a:tabLst>
            </a:pPr>
            <a:r>
              <a:rPr sz="1800" spc="-30" dirty="0">
                <a:latin typeface="Calibri"/>
                <a:cs typeface="Calibri"/>
              </a:rPr>
              <a:t>TCP/IP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originated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out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dirty="0">
                <a:latin typeface="Calibri"/>
                <a:cs typeface="Calibri"/>
              </a:rPr>
              <a:t> 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investigative</a:t>
            </a:r>
            <a:r>
              <a:rPr sz="1800" spc="-10" dirty="0">
                <a:latin typeface="Calibri"/>
                <a:cs typeface="Calibri"/>
              </a:rPr>
              <a:t> research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networking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protocols</a:t>
            </a:r>
            <a:r>
              <a:rPr sz="1800" spc="-5" dirty="0">
                <a:latin typeface="Calibri"/>
                <a:cs typeface="Calibri"/>
              </a:rPr>
              <a:t> that</a:t>
            </a:r>
            <a:r>
              <a:rPr sz="1800" spc="3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40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Department</a:t>
            </a:r>
            <a:r>
              <a:rPr sz="1800" spc="4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Defense</a:t>
            </a:r>
            <a:r>
              <a:rPr sz="1800" spc="-5" dirty="0">
                <a:latin typeface="Calibri"/>
                <a:cs typeface="Calibri"/>
              </a:rPr>
              <a:t> (DoD)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initiated</a:t>
            </a:r>
            <a:r>
              <a:rPr sz="1800" spc="-5" dirty="0">
                <a:latin typeface="Calibri"/>
                <a:cs typeface="Calibri"/>
              </a:rPr>
              <a:t> in</a:t>
            </a:r>
            <a:r>
              <a:rPr sz="1800" dirty="0">
                <a:latin typeface="Calibri"/>
                <a:cs typeface="Calibri"/>
              </a:rPr>
              <a:t> 1969.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1968,</a:t>
            </a:r>
            <a:r>
              <a:rPr sz="1800" dirty="0">
                <a:latin typeface="Calibri"/>
                <a:cs typeface="Calibri"/>
              </a:rPr>
              <a:t> 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Advanced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Research</a:t>
            </a:r>
            <a:r>
              <a:rPr sz="1800" spc="-5" dirty="0">
                <a:latin typeface="Calibri"/>
                <a:cs typeface="Calibri"/>
              </a:rPr>
              <a:t> Projects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Agency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(ARPA)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began 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researching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network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technology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that is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now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called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packet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switching.</a:t>
            </a:r>
            <a:endParaRPr sz="1800">
              <a:latin typeface="Calibri"/>
              <a:cs typeface="Calibri"/>
            </a:endParaRPr>
          </a:p>
          <a:p>
            <a:pPr marL="241300" marR="5080" indent="-229235" algn="just">
              <a:lnSpc>
                <a:spcPts val="1939"/>
              </a:lnSpc>
              <a:spcBef>
                <a:spcPts val="1010"/>
              </a:spcBef>
              <a:buFont typeface="Wingdings"/>
              <a:buChar char=""/>
              <a:tabLst>
                <a:tab pos="241935" algn="l"/>
              </a:tabLst>
            </a:pPr>
            <a:r>
              <a:rPr sz="1800" spc="-5" dirty="0">
                <a:latin typeface="Calibri"/>
                <a:cs typeface="Calibri"/>
              </a:rPr>
              <a:t>The original </a:t>
            </a:r>
            <a:r>
              <a:rPr sz="1800" spc="-10" dirty="0">
                <a:latin typeface="Calibri"/>
                <a:cs typeface="Calibri"/>
              </a:rPr>
              <a:t>focus </a:t>
            </a:r>
            <a:r>
              <a:rPr sz="1800" spc="-5" dirty="0">
                <a:latin typeface="Calibri"/>
                <a:cs typeface="Calibri"/>
              </a:rPr>
              <a:t>of this research </a:t>
            </a:r>
            <a:r>
              <a:rPr sz="1800" spc="-10" dirty="0">
                <a:latin typeface="Calibri"/>
                <a:cs typeface="Calibri"/>
              </a:rPr>
              <a:t>was to </a:t>
            </a:r>
            <a:r>
              <a:rPr sz="1800" spc="-15" dirty="0">
                <a:latin typeface="Calibri"/>
                <a:cs typeface="Calibri"/>
              </a:rPr>
              <a:t>facilitate </a:t>
            </a:r>
            <a:r>
              <a:rPr sz="1800" spc="-5" dirty="0">
                <a:latin typeface="Calibri"/>
                <a:cs typeface="Calibri"/>
              </a:rPr>
              <a:t>communication </a:t>
            </a:r>
            <a:r>
              <a:rPr sz="1800" dirty="0">
                <a:latin typeface="Calibri"/>
                <a:cs typeface="Calibri"/>
              </a:rPr>
              <a:t>among the DoD </a:t>
            </a:r>
            <a:r>
              <a:rPr sz="1800" spc="-20" dirty="0">
                <a:latin typeface="Calibri"/>
                <a:cs typeface="Calibri"/>
              </a:rPr>
              <a:t>community. </a:t>
            </a:r>
            <a:r>
              <a:rPr sz="1800" spc="-30" dirty="0">
                <a:latin typeface="Calibri"/>
                <a:cs typeface="Calibri"/>
              </a:rPr>
              <a:t>However,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network </a:t>
            </a:r>
            <a:r>
              <a:rPr sz="1800" spc="-5" dirty="0">
                <a:latin typeface="Calibri"/>
                <a:cs typeface="Calibri"/>
              </a:rPr>
              <a:t>that was initially </a:t>
            </a:r>
            <a:r>
              <a:rPr sz="1800" spc="-10" dirty="0">
                <a:latin typeface="Calibri"/>
                <a:cs typeface="Calibri"/>
              </a:rPr>
              <a:t>constructed </a:t>
            </a:r>
            <a:r>
              <a:rPr sz="1800" dirty="0">
                <a:latin typeface="Calibri"/>
                <a:cs typeface="Calibri"/>
              </a:rPr>
              <a:t>as a </a:t>
            </a:r>
            <a:r>
              <a:rPr sz="1800" spc="-10" dirty="0">
                <a:latin typeface="Calibri"/>
                <a:cs typeface="Calibri"/>
              </a:rPr>
              <a:t>result </a:t>
            </a:r>
            <a:r>
              <a:rPr sz="1800" dirty="0">
                <a:latin typeface="Calibri"/>
                <a:cs typeface="Calibri"/>
              </a:rPr>
              <a:t>of </a:t>
            </a:r>
            <a:r>
              <a:rPr sz="1800" spc="-5" dirty="0">
                <a:latin typeface="Calibri"/>
                <a:cs typeface="Calibri"/>
              </a:rPr>
              <a:t>this </a:t>
            </a:r>
            <a:r>
              <a:rPr sz="1800" spc="-10" dirty="0">
                <a:latin typeface="Calibri"/>
                <a:cs typeface="Calibri"/>
              </a:rPr>
              <a:t>research, </a:t>
            </a:r>
            <a:r>
              <a:rPr sz="1800" dirty="0">
                <a:latin typeface="Calibri"/>
                <a:cs typeface="Calibri"/>
              </a:rPr>
              <a:t>then </a:t>
            </a:r>
            <a:r>
              <a:rPr sz="1800" spc="-5" dirty="0">
                <a:latin typeface="Calibri"/>
                <a:cs typeface="Calibri"/>
              </a:rPr>
              <a:t>called </a:t>
            </a:r>
            <a:r>
              <a:rPr sz="1800" spc="-45" dirty="0">
                <a:latin typeface="Calibri"/>
                <a:cs typeface="Calibri"/>
              </a:rPr>
              <a:t>ARPANET, </a:t>
            </a:r>
            <a:r>
              <a:rPr sz="1800" spc="-10" dirty="0">
                <a:latin typeface="Calibri"/>
                <a:cs typeface="Calibri"/>
              </a:rPr>
              <a:t>gradually </a:t>
            </a:r>
            <a:r>
              <a:rPr sz="1800" spc="-5" dirty="0">
                <a:latin typeface="Calibri"/>
                <a:cs typeface="Calibri"/>
              </a:rPr>
              <a:t>became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known </a:t>
            </a:r>
            <a:r>
              <a:rPr sz="1800" dirty="0">
                <a:latin typeface="Calibri"/>
                <a:cs typeface="Calibri"/>
              </a:rPr>
              <a:t>as the </a:t>
            </a:r>
            <a:r>
              <a:rPr sz="1800" spc="-5" dirty="0">
                <a:latin typeface="Calibri"/>
                <a:cs typeface="Calibri"/>
              </a:rPr>
              <a:t>Internet. The </a:t>
            </a:r>
            <a:r>
              <a:rPr sz="1800" spc="-25" dirty="0">
                <a:latin typeface="Calibri"/>
                <a:cs typeface="Calibri"/>
              </a:rPr>
              <a:t>TCP/IP </a:t>
            </a:r>
            <a:r>
              <a:rPr sz="1800" spc="-15" dirty="0">
                <a:latin typeface="Calibri"/>
                <a:cs typeface="Calibri"/>
              </a:rPr>
              <a:t>protocols played </a:t>
            </a:r>
            <a:r>
              <a:rPr sz="1800" dirty="0">
                <a:latin typeface="Calibri"/>
                <a:cs typeface="Calibri"/>
              </a:rPr>
              <a:t>an </a:t>
            </a:r>
            <a:r>
              <a:rPr sz="1800" spc="-5" dirty="0">
                <a:latin typeface="Calibri"/>
                <a:cs typeface="Calibri"/>
              </a:rPr>
              <a:t>important </a:t>
            </a:r>
            <a:r>
              <a:rPr sz="1800" spc="-15" dirty="0">
                <a:latin typeface="Calibri"/>
                <a:cs typeface="Calibri"/>
              </a:rPr>
              <a:t>role </a:t>
            </a:r>
            <a:r>
              <a:rPr sz="1800" dirty="0">
                <a:latin typeface="Calibri"/>
                <a:cs typeface="Calibri"/>
              </a:rPr>
              <a:t>in the </a:t>
            </a:r>
            <a:r>
              <a:rPr sz="1800" spc="-5" dirty="0">
                <a:latin typeface="Calibri"/>
                <a:cs typeface="Calibri"/>
              </a:rPr>
              <a:t>development of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Internet. </a:t>
            </a:r>
            <a:r>
              <a:rPr sz="1800" dirty="0">
                <a:latin typeface="Calibri"/>
                <a:cs typeface="Calibri"/>
              </a:rPr>
              <a:t>In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early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1980s,</a:t>
            </a:r>
            <a:r>
              <a:rPr sz="1800" dirty="0">
                <a:latin typeface="Calibri"/>
                <a:cs typeface="Calibri"/>
              </a:rPr>
              <a:t> 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TCP/IP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protocols</a:t>
            </a:r>
            <a:r>
              <a:rPr sz="1800" spc="-10" dirty="0">
                <a:latin typeface="Calibri"/>
                <a:cs typeface="Calibri"/>
              </a:rPr>
              <a:t> were</a:t>
            </a:r>
            <a:r>
              <a:rPr sz="1800" spc="-5" dirty="0">
                <a:latin typeface="Calibri"/>
                <a:cs typeface="Calibri"/>
              </a:rPr>
              <a:t> developed.</a:t>
            </a:r>
            <a:r>
              <a:rPr sz="1800" dirty="0">
                <a:latin typeface="Calibri"/>
                <a:cs typeface="Calibri"/>
              </a:rPr>
              <a:t> In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1983,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they</a:t>
            </a:r>
            <a:r>
              <a:rPr sz="1800" dirty="0">
                <a:latin typeface="Calibri"/>
                <a:cs typeface="Calibri"/>
              </a:rPr>
              <a:t> became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standard</a:t>
            </a:r>
            <a:r>
              <a:rPr sz="1800" spc="38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protocols</a:t>
            </a:r>
            <a:r>
              <a:rPr sz="1800" spc="37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 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45" dirty="0">
                <a:latin typeface="Calibri"/>
                <a:cs typeface="Calibri"/>
              </a:rPr>
              <a:t>ARPANET.</a:t>
            </a:r>
            <a:endParaRPr sz="1800">
              <a:latin typeface="Calibri"/>
              <a:cs typeface="Calibri"/>
            </a:endParaRPr>
          </a:p>
          <a:p>
            <a:pPr marL="241300" marR="8255" indent="-229235" algn="just">
              <a:lnSpc>
                <a:spcPts val="1939"/>
              </a:lnSpc>
              <a:spcBef>
                <a:spcPts val="1019"/>
              </a:spcBef>
              <a:buFont typeface="Wingdings"/>
              <a:buChar char=""/>
              <a:tabLst>
                <a:tab pos="241935" algn="l"/>
              </a:tabLst>
            </a:pPr>
            <a:r>
              <a:rPr sz="1800" spc="-5" dirty="0">
                <a:latin typeface="Calibri"/>
                <a:cs typeface="Calibri"/>
              </a:rPr>
              <a:t>Because of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history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5" dirty="0">
                <a:latin typeface="Calibri"/>
                <a:cs typeface="Calibri"/>
              </a:rPr>
              <a:t>resemblance of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25" dirty="0">
                <a:latin typeface="Calibri"/>
                <a:cs typeface="Calibri"/>
              </a:rPr>
              <a:t>TCP/IP </a:t>
            </a:r>
            <a:r>
              <a:rPr sz="1800" spc="-10" dirty="0">
                <a:latin typeface="Calibri"/>
                <a:cs typeface="Calibri"/>
              </a:rPr>
              <a:t>protocol </a:t>
            </a:r>
            <a:r>
              <a:rPr sz="1800" spc="-5" dirty="0">
                <a:latin typeface="Calibri"/>
                <a:cs typeface="Calibri"/>
              </a:rPr>
              <a:t>suite, it is often </a:t>
            </a:r>
            <a:r>
              <a:rPr sz="1800" spc="-15" dirty="0">
                <a:latin typeface="Calibri"/>
                <a:cs typeface="Calibri"/>
              </a:rPr>
              <a:t>referred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as the DoD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protocol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suite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or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Internet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protocol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suite.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44821" y="1293621"/>
            <a:ext cx="54178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000000"/>
                </a:solidFill>
              </a:rPr>
              <a:t>Physical</a:t>
            </a:r>
            <a:r>
              <a:rPr sz="360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+</a:t>
            </a:r>
            <a:r>
              <a:rPr sz="360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Data</a:t>
            </a:r>
            <a:r>
              <a:rPr sz="3600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Link</a:t>
            </a:r>
            <a:r>
              <a:rPr sz="3600" spc="5" dirty="0">
                <a:solidFill>
                  <a:srgbClr val="000000"/>
                </a:solidFill>
              </a:rPr>
              <a:t> </a:t>
            </a:r>
            <a:r>
              <a:rPr sz="3600" spc="-5" dirty="0">
                <a:solidFill>
                  <a:srgbClr val="000000"/>
                </a:solidFill>
              </a:rPr>
              <a:t>Layer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992751" y="2312035"/>
            <a:ext cx="6320155" cy="359664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41300" marR="6350" indent="-228600" algn="just">
              <a:lnSpc>
                <a:spcPts val="1730"/>
              </a:lnSpc>
              <a:spcBef>
                <a:spcPts val="310"/>
              </a:spcBef>
              <a:buFont typeface="Wingdings"/>
              <a:buChar char=""/>
              <a:tabLst>
                <a:tab pos="241300" algn="l"/>
              </a:tabLst>
            </a:pPr>
            <a:r>
              <a:rPr sz="1600" spc="-5" dirty="0">
                <a:latin typeface="Calibri"/>
                <a:cs typeface="Calibri"/>
              </a:rPr>
              <a:t>The design of </a:t>
            </a:r>
            <a:r>
              <a:rPr sz="1600" spc="-25" dirty="0">
                <a:latin typeface="Calibri"/>
                <a:cs typeface="Calibri"/>
              </a:rPr>
              <a:t>TCP/IP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hides</a:t>
            </a:r>
            <a:r>
              <a:rPr sz="1600" spc="-5" dirty="0">
                <a:latin typeface="Calibri"/>
                <a:cs typeface="Calibri"/>
              </a:rPr>
              <a:t> the function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of this </a:t>
            </a:r>
            <a:r>
              <a:rPr sz="1600" spc="-15" dirty="0">
                <a:latin typeface="Calibri"/>
                <a:cs typeface="Calibri"/>
              </a:rPr>
              <a:t>layer</a:t>
            </a:r>
            <a:r>
              <a:rPr sz="1600" spc="-10" dirty="0">
                <a:latin typeface="Calibri"/>
                <a:cs typeface="Calibri"/>
              </a:rPr>
              <a:t> from</a:t>
            </a:r>
            <a:r>
              <a:rPr sz="1600" spc="-5" dirty="0">
                <a:latin typeface="Calibri"/>
                <a:cs typeface="Calibri"/>
              </a:rPr>
              <a:t> users--it </a:t>
            </a:r>
            <a:r>
              <a:rPr sz="1600" spc="-15" dirty="0">
                <a:latin typeface="Calibri"/>
                <a:cs typeface="Calibri"/>
              </a:rPr>
              <a:t>is </a:t>
            </a:r>
            <a:r>
              <a:rPr sz="1600" spc="-10" dirty="0">
                <a:latin typeface="Calibri"/>
                <a:cs typeface="Calibri"/>
              </a:rPr>
              <a:t> concerned </a:t>
            </a:r>
            <a:r>
              <a:rPr sz="1600" spc="-5" dirty="0">
                <a:latin typeface="Calibri"/>
                <a:cs typeface="Calibri"/>
              </a:rPr>
              <a:t>with </a:t>
            </a:r>
            <a:r>
              <a:rPr sz="1600" spc="-15" dirty="0">
                <a:latin typeface="Calibri"/>
                <a:cs typeface="Calibri"/>
              </a:rPr>
              <a:t>getting data </a:t>
            </a:r>
            <a:r>
              <a:rPr sz="1600" spc="-10" dirty="0">
                <a:latin typeface="Calibri"/>
                <a:cs typeface="Calibri"/>
              </a:rPr>
              <a:t>across </a:t>
            </a:r>
            <a:r>
              <a:rPr sz="1600" spc="-5" dirty="0">
                <a:latin typeface="Calibri"/>
                <a:cs typeface="Calibri"/>
              </a:rPr>
              <a:t>a specific type of </a:t>
            </a:r>
            <a:r>
              <a:rPr sz="1600" spc="-15" dirty="0">
                <a:latin typeface="Calibri"/>
                <a:cs typeface="Calibri"/>
              </a:rPr>
              <a:t>physical </a:t>
            </a:r>
            <a:r>
              <a:rPr sz="1600" spc="-10" dirty="0">
                <a:latin typeface="Calibri"/>
                <a:cs typeface="Calibri"/>
              </a:rPr>
              <a:t>network 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(such</a:t>
            </a:r>
            <a:r>
              <a:rPr sz="1600" dirty="0">
                <a:latin typeface="Calibri"/>
                <a:cs typeface="Calibri"/>
              </a:rPr>
              <a:t> as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Ethernet,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45" dirty="0">
                <a:latin typeface="Calibri"/>
                <a:cs typeface="Calibri"/>
              </a:rPr>
              <a:t>Token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Ring,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etc.).</a:t>
            </a:r>
            <a:endParaRPr sz="1600">
              <a:latin typeface="Calibri"/>
              <a:cs typeface="Calibri"/>
            </a:endParaRPr>
          </a:p>
          <a:p>
            <a:pPr marL="241300" marR="5080" indent="-228600" algn="just">
              <a:lnSpc>
                <a:spcPts val="1730"/>
              </a:lnSpc>
              <a:spcBef>
                <a:spcPts val="500"/>
              </a:spcBef>
              <a:buFont typeface="Wingdings"/>
              <a:buChar char=""/>
              <a:tabLst>
                <a:tab pos="241300" algn="l"/>
              </a:tabLst>
            </a:pPr>
            <a:r>
              <a:rPr sz="1600" spc="-5" dirty="0">
                <a:latin typeface="Calibri"/>
                <a:cs typeface="Calibri"/>
              </a:rPr>
              <a:t>This design </a:t>
            </a:r>
            <a:r>
              <a:rPr sz="1600" spc="-10" dirty="0">
                <a:latin typeface="Calibri"/>
                <a:cs typeface="Calibri"/>
              </a:rPr>
              <a:t>reduces </a:t>
            </a:r>
            <a:r>
              <a:rPr sz="1600" spc="-5" dirty="0">
                <a:latin typeface="Calibri"/>
                <a:cs typeface="Calibri"/>
              </a:rPr>
              <a:t>the need </a:t>
            </a:r>
            <a:r>
              <a:rPr sz="1600" spc="-10" dirty="0">
                <a:latin typeface="Calibri"/>
                <a:cs typeface="Calibri"/>
              </a:rPr>
              <a:t>to rewrite </a:t>
            </a:r>
            <a:r>
              <a:rPr sz="1600" spc="-5" dirty="0">
                <a:latin typeface="Calibri"/>
                <a:cs typeface="Calibri"/>
              </a:rPr>
              <a:t>higher levels of a </a:t>
            </a:r>
            <a:r>
              <a:rPr sz="1600" spc="-25" dirty="0">
                <a:latin typeface="Calibri"/>
                <a:cs typeface="Calibri"/>
              </a:rPr>
              <a:t>TCP/IP </a:t>
            </a:r>
            <a:r>
              <a:rPr sz="1600" spc="-15" dirty="0">
                <a:latin typeface="Calibri"/>
                <a:cs typeface="Calibri"/>
              </a:rPr>
              <a:t>stack 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when </a:t>
            </a:r>
            <a:r>
              <a:rPr sz="1600" dirty="0">
                <a:latin typeface="Calibri"/>
                <a:cs typeface="Calibri"/>
              </a:rPr>
              <a:t>new </a:t>
            </a:r>
            <a:r>
              <a:rPr sz="1600" spc="-10" dirty="0">
                <a:latin typeface="Calibri"/>
                <a:cs typeface="Calibri"/>
              </a:rPr>
              <a:t>physical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network</a:t>
            </a:r>
            <a:r>
              <a:rPr sz="1600" spc="-5" dirty="0">
                <a:latin typeface="Calibri"/>
                <a:cs typeface="Calibri"/>
              </a:rPr>
              <a:t> technologies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are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introduced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(such</a:t>
            </a:r>
            <a:r>
              <a:rPr sz="1600" spc="34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as </a:t>
            </a:r>
            <a:r>
              <a:rPr sz="1600" spc="-50" dirty="0">
                <a:latin typeface="Calibri"/>
                <a:cs typeface="Calibri"/>
              </a:rPr>
              <a:t>ATM 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and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Frame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Relay).</a:t>
            </a:r>
            <a:endParaRPr sz="1600">
              <a:latin typeface="Calibri"/>
              <a:cs typeface="Calibri"/>
            </a:endParaRPr>
          </a:p>
          <a:p>
            <a:pPr marL="241300" marR="5080" indent="-228600" algn="just">
              <a:lnSpc>
                <a:spcPts val="1730"/>
              </a:lnSpc>
              <a:spcBef>
                <a:spcPts val="484"/>
              </a:spcBef>
              <a:buFont typeface="Wingdings"/>
              <a:buChar char=""/>
              <a:tabLst>
                <a:tab pos="241300" algn="l"/>
              </a:tabLst>
            </a:pP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functions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performed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at</a:t>
            </a:r>
            <a:r>
              <a:rPr sz="1600" spc="-5" dirty="0">
                <a:latin typeface="Calibri"/>
                <a:cs typeface="Calibri"/>
              </a:rPr>
              <a:t> this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level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include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encapsulating</a:t>
            </a:r>
            <a:r>
              <a:rPr sz="1600" spc="-5" dirty="0">
                <a:latin typeface="Calibri"/>
                <a:cs typeface="Calibri"/>
              </a:rPr>
              <a:t> the</a:t>
            </a:r>
            <a:r>
              <a:rPr sz="1600" dirty="0">
                <a:latin typeface="Calibri"/>
                <a:cs typeface="Calibri"/>
              </a:rPr>
              <a:t> IP 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datagrams </a:t>
            </a:r>
            <a:r>
              <a:rPr sz="1600" spc="-10" dirty="0">
                <a:latin typeface="Calibri"/>
                <a:cs typeface="Calibri"/>
              </a:rPr>
              <a:t>into frames that are transmitted by </a:t>
            </a:r>
            <a:r>
              <a:rPr sz="1600" spc="-5" dirty="0">
                <a:latin typeface="Calibri"/>
                <a:cs typeface="Calibri"/>
              </a:rPr>
              <a:t>the network. </a:t>
            </a:r>
            <a:r>
              <a:rPr sz="1600" dirty="0">
                <a:latin typeface="Calibri"/>
                <a:cs typeface="Calibri"/>
              </a:rPr>
              <a:t>It </a:t>
            </a:r>
            <a:r>
              <a:rPr sz="1600" spc="-5" dirty="0">
                <a:latin typeface="Calibri"/>
                <a:cs typeface="Calibri"/>
              </a:rPr>
              <a:t>also maps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dirty="0">
                <a:latin typeface="Calibri"/>
                <a:cs typeface="Calibri"/>
              </a:rPr>
              <a:t> IP </a:t>
            </a:r>
            <a:r>
              <a:rPr sz="1600" spc="-10" dirty="0">
                <a:latin typeface="Calibri"/>
                <a:cs typeface="Calibri"/>
              </a:rPr>
              <a:t>addresses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</a:t>
            </a:r>
            <a:r>
              <a:rPr sz="1600" spc="-5" dirty="0">
                <a:latin typeface="Calibri"/>
                <a:cs typeface="Calibri"/>
              </a:rPr>
              <a:t> the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physical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addresses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used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by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network.</a:t>
            </a:r>
            <a:endParaRPr sz="1600">
              <a:latin typeface="Calibri"/>
              <a:cs typeface="Calibri"/>
            </a:endParaRPr>
          </a:p>
          <a:p>
            <a:pPr marL="241300" indent="-228600" algn="just">
              <a:lnSpc>
                <a:spcPts val="1825"/>
              </a:lnSpc>
              <a:spcBef>
                <a:spcPts val="284"/>
              </a:spcBef>
              <a:buFont typeface="Wingdings"/>
              <a:buChar char=""/>
              <a:tabLst>
                <a:tab pos="241300" algn="l"/>
              </a:tabLst>
            </a:pPr>
            <a:r>
              <a:rPr sz="1600" dirty="0">
                <a:latin typeface="Calibri"/>
                <a:cs typeface="Calibri"/>
              </a:rPr>
              <a:t>IP</a:t>
            </a:r>
            <a:r>
              <a:rPr sz="1600" spc="2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address</a:t>
            </a:r>
            <a:r>
              <a:rPr sz="1600" spc="229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must</a:t>
            </a:r>
            <a:r>
              <a:rPr sz="1600" spc="2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be</a:t>
            </a:r>
            <a:r>
              <a:rPr sz="1600" spc="2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converted</a:t>
            </a:r>
            <a:r>
              <a:rPr sz="1600" spc="2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into</a:t>
            </a:r>
            <a:r>
              <a:rPr sz="1600" spc="2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whatever</a:t>
            </a:r>
            <a:r>
              <a:rPr sz="1600" spc="2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address</a:t>
            </a:r>
            <a:r>
              <a:rPr sz="1600" spc="229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2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appropriate</a:t>
            </a:r>
            <a:r>
              <a:rPr sz="1600" spc="22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for</a:t>
            </a:r>
            <a:endParaRPr sz="1600">
              <a:latin typeface="Calibri"/>
              <a:cs typeface="Calibri"/>
            </a:endParaRPr>
          </a:p>
          <a:p>
            <a:pPr marL="241300" algn="just">
              <a:lnSpc>
                <a:spcPts val="1825"/>
              </a:lnSpc>
            </a:pPr>
            <a:r>
              <a:rPr sz="1600" spc="-5" dirty="0">
                <a:latin typeface="Calibri"/>
                <a:cs typeface="Calibri"/>
              </a:rPr>
              <a:t>the </a:t>
            </a:r>
            <a:r>
              <a:rPr sz="1600" spc="-10" dirty="0">
                <a:latin typeface="Calibri"/>
                <a:cs typeface="Calibri"/>
              </a:rPr>
              <a:t>physical network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over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which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datagram</a:t>
            </a:r>
            <a:r>
              <a:rPr sz="1600" dirty="0">
                <a:latin typeface="Calibri"/>
                <a:cs typeface="Calibri"/>
              </a:rPr>
              <a:t> is</a:t>
            </a:r>
            <a:r>
              <a:rPr sz="1600" spc="-10" dirty="0">
                <a:latin typeface="Calibri"/>
                <a:cs typeface="Calibri"/>
              </a:rPr>
              <a:t> transmitted.</a:t>
            </a:r>
            <a:endParaRPr sz="1600">
              <a:latin typeface="Calibri"/>
              <a:cs typeface="Calibri"/>
            </a:endParaRPr>
          </a:p>
          <a:p>
            <a:pPr marL="241300" marR="5080" indent="-228600" algn="just">
              <a:lnSpc>
                <a:spcPts val="1730"/>
              </a:lnSpc>
              <a:spcBef>
                <a:spcPts val="530"/>
              </a:spcBef>
              <a:buFont typeface="Wingdings"/>
              <a:buChar char=""/>
              <a:tabLst>
                <a:tab pos="241300" algn="l"/>
              </a:tabLst>
            </a:pPr>
            <a:r>
              <a:rPr sz="1600" spc="-15" dirty="0">
                <a:latin typeface="Calibri"/>
                <a:cs typeface="Calibri"/>
              </a:rPr>
              <a:t>Data</a:t>
            </a:r>
            <a:r>
              <a:rPr sz="1600" spc="-10" dirty="0">
                <a:latin typeface="Calibri"/>
                <a:cs typeface="Calibri"/>
              </a:rPr>
              <a:t> to</a:t>
            </a:r>
            <a:r>
              <a:rPr sz="1600" spc="-5" dirty="0">
                <a:latin typeface="Calibri"/>
                <a:cs typeface="Calibri"/>
              </a:rPr>
              <a:t> be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transmitted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received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from</a:t>
            </a:r>
            <a:r>
              <a:rPr sz="1600" spc="-5" dirty="0">
                <a:latin typeface="Calibri"/>
                <a:cs typeface="Calibri"/>
              </a:rPr>
              <a:t> the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internetwork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40" dirty="0">
                <a:latin typeface="Calibri"/>
                <a:cs typeface="Calibri"/>
              </a:rPr>
              <a:t>layer.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network access </a:t>
            </a:r>
            <a:r>
              <a:rPr sz="1600" spc="-15" dirty="0">
                <a:latin typeface="Calibri"/>
                <a:cs typeface="Calibri"/>
              </a:rPr>
              <a:t>layer </a:t>
            </a:r>
            <a:r>
              <a:rPr sz="1600" dirty="0">
                <a:latin typeface="Calibri"/>
                <a:cs typeface="Calibri"/>
              </a:rPr>
              <a:t>is </a:t>
            </a:r>
            <a:r>
              <a:rPr sz="1600" spc="-5" dirty="0">
                <a:latin typeface="Calibri"/>
                <a:cs typeface="Calibri"/>
              </a:rPr>
              <a:t>responsible </a:t>
            </a:r>
            <a:r>
              <a:rPr sz="1600" spc="-15" dirty="0">
                <a:latin typeface="Calibri"/>
                <a:cs typeface="Calibri"/>
              </a:rPr>
              <a:t>for </a:t>
            </a:r>
            <a:r>
              <a:rPr sz="1600" spc="-10" dirty="0">
                <a:latin typeface="Calibri"/>
                <a:cs typeface="Calibri"/>
              </a:rPr>
              <a:t>routing </a:t>
            </a:r>
            <a:r>
              <a:rPr sz="1600" spc="-5" dirty="0">
                <a:latin typeface="Calibri"/>
                <a:cs typeface="Calibri"/>
              </a:rPr>
              <a:t>and </a:t>
            </a:r>
            <a:r>
              <a:rPr sz="1600" spc="-15" dirty="0">
                <a:latin typeface="Calibri"/>
                <a:cs typeface="Calibri"/>
              </a:rPr>
              <a:t>must </a:t>
            </a:r>
            <a:r>
              <a:rPr sz="1600" spc="-10" dirty="0">
                <a:latin typeface="Calibri"/>
                <a:cs typeface="Calibri"/>
              </a:rPr>
              <a:t>add </a:t>
            </a:r>
            <a:r>
              <a:rPr sz="1600" dirty="0">
                <a:latin typeface="Calibri"/>
                <a:cs typeface="Calibri"/>
              </a:rPr>
              <a:t>its </a:t>
            </a:r>
            <a:r>
              <a:rPr sz="1600" spc="-10" dirty="0">
                <a:latin typeface="Calibri"/>
                <a:cs typeface="Calibri"/>
              </a:rPr>
              <a:t>routing 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information to </a:t>
            </a:r>
            <a:r>
              <a:rPr sz="1600" dirty="0">
                <a:latin typeface="Calibri"/>
                <a:cs typeface="Calibri"/>
              </a:rPr>
              <a:t>the </a:t>
            </a:r>
            <a:r>
              <a:rPr sz="1600" spc="-10" dirty="0">
                <a:latin typeface="Calibri"/>
                <a:cs typeface="Calibri"/>
              </a:rPr>
              <a:t>data. </a:t>
            </a:r>
            <a:r>
              <a:rPr sz="1600" spc="-5" dirty="0">
                <a:latin typeface="Calibri"/>
                <a:cs typeface="Calibri"/>
              </a:rPr>
              <a:t>The network access </a:t>
            </a:r>
            <a:r>
              <a:rPr sz="1600" spc="-15" dirty="0">
                <a:latin typeface="Calibri"/>
                <a:cs typeface="Calibri"/>
              </a:rPr>
              <a:t>layer </a:t>
            </a:r>
            <a:r>
              <a:rPr sz="1600" spc="-10" dirty="0">
                <a:latin typeface="Calibri"/>
                <a:cs typeface="Calibri"/>
              </a:rPr>
              <a:t>information </a:t>
            </a:r>
            <a:r>
              <a:rPr sz="1600" dirty="0">
                <a:latin typeface="Calibri"/>
                <a:cs typeface="Calibri"/>
              </a:rPr>
              <a:t>is </a:t>
            </a:r>
            <a:r>
              <a:rPr sz="1600" spc="-5" dirty="0">
                <a:latin typeface="Calibri"/>
                <a:cs typeface="Calibri"/>
              </a:rPr>
              <a:t>added </a:t>
            </a:r>
            <a:r>
              <a:rPr sz="1600" spc="-15" dirty="0">
                <a:latin typeface="Calibri"/>
                <a:cs typeface="Calibri"/>
              </a:rPr>
              <a:t>in 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form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of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header,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which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appended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</a:t>
            </a:r>
            <a:r>
              <a:rPr sz="1600" spc="-5" dirty="0">
                <a:latin typeface="Calibri"/>
                <a:cs typeface="Calibri"/>
              </a:rPr>
              <a:t> the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beginning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of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data.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7"/>
            <a:ext cx="4636007" cy="685787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081778" y="2116073"/>
            <a:ext cx="6309360" cy="0"/>
          </a:xfrm>
          <a:custGeom>
            <a:avLst/>
            <a:gdLst/>
            <a:ahLst/>
            <a:cxnLst/>
            <a:rect l="l" t="t" r="r" b="b"/>
            <a:pathLst>
              <a:path w="6309359">
                <a:moveTo>
                  <a:pt x="0" y="0"/>
                </a:moveTo>
                <a:lnTo>
                  <a:pt x="6309360" y="0"/>
                </a:lnTo>
              </a:path>
            </a:pathLst>
          </a:custGeom>
          <a:ln w="19050">
            <a:solidFill>
              <a:srgbClr val="04D2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44821" y="1167130"/>
            <a:ext cx="36734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Network</a:t>
            </a:r>
            <a:r>
              <a:rPr spc="-10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99838" y="2440304"/>
            <a:ext cx="6513195" cy="3688079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241300" marR="5080" indent="-228600" algn="just">
              <a:lnSpc>
                <a:spcPct val="90100"/>
              </a:lnSpc>
              <a:spcBef>
                <a:spcPts val="285"/>
              </a:spcBef>
              <a:buFont typeface="Wingdings"/>
              <a:buChar char=""/>
              <a:tabLst>
                <a:tab pos="241300" algn="l"/>
              </a:tabLst>
            </a:pPr>
            <a:r>
              <a:rPr sz="1600" spc="-5" dirty="0">
                <a:latin typeface="Calibri"/>
                <a:cs typeface="Calibri"/>
              </a:rPr>
              <a:t>This </a:t>
            </a:r>
            <a:r>
              <a:rPr sz="1600" spc="-15" dirty="0">
                <a:latin typeface="Calibri"/>
                <a:cs typeface="Calibri"/>
              </a:rPr>
              <a:t>layer </a:t>
            </a:r>
            <a:r>
              <a:rPr sz="1600" dirty="0">
                <a:latin typeface="Calibri"/>
                <a:cs typeface="Calibri"/>
              </a:rPr>
              <a:t>is </a:t>
            </a:r>
            <a:r>
              <a:rPr sz="1600" spc="-10" dirty="0">
                <a:latin typeface="Calibri"/>
                <a:cs typeface="Calibri"/>
              </a:rPr>
              <a:t>responsible </a:t>
            </a:r>
            <a:r>
              <a:rPr sz="1600" spc="-15" dirty="0">
                <a:latin typeface="Calibri"/>
                <a:cs typeface="Calibri"/>
              </a:rPr>
              <a:t>for </a:t>
            </a:r>
            <a:r>
              <a:rPr sz="1600" spc="-10" dirty="0">
                <a:latin typeface="Calibri"/>
                <a:cs typeface="Calibri"/>
              </a:rPr>
              <a:t>routing messages </a:t>
            </a:r>
            <a:r>
              <a:rPr sz="1600" spc="-5" dirty="0">
                <a:latin typeface="Calibri"/>
                <a:cs typeface="Calibri"/>
              </a:rPr>
              <a:t>through </a:t>
            </a:r>
            <a:r>
              <a:rPr sz="1600" spc="-10" dirty="0">
                <a:latin typeface="Calibri"/>
                <a:cs typeface="Calibri"/>
              </a:rPr>
              <a:t>internetworks. </a:t>
            </a:r>
            <a:r>
              <a:rPr sz="1600" spc="-30" dirty="0">
                <a:latin typeface="Calibri"/>
                <a:cs typeface="Calibri"/>
              </a:rPr>
              <a:t>Two 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types of devices are responsible </a:t>
            </a:r>
            <a:r>
              <a:rPr sz="1600" spc="-15" dirty="0">
                <a:latin typeface="Calibri"/>
                <a:cs typeface="Calibri"/>
              </a:rPr>
              <a:t>for </a:t>
            </a:r>
            <a:r>
              <a:rPr sz="1600" spc="-10" dirty="0">
                <a:latin typeface="Calibri"/>
                <a:cs typeface="Calibri"/>
              </a:rPr>
              <a:t>routing </a:t>
            </a:r>
            <a:r>
              <a:rPr sz="1600" spc="-5" dirty="0">
                <a:latin typeface="Calibri"/>
                <a:cs typeface="Calibri"/>
              </a:rPr>
              <a:t>messages between networks.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first</a:t>
            </a:r>
            <a:r>
              <a:rPr sz="1600" spc="-10" dirty="0">
                <a:latin typeface="Calibri"/>
                <a:cs typeface="Calibri"/>
              </a:rPr>
              <a:t> device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5" dirty="0">
                <a:latin typeface="Calibri"/>
                <a:cs typeface="Calibri"/>
              </a:rPr>
              <a:t>is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called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30" dirty="0">
                <a:latin typeface="Calibri"/>
                <a:cs typeface="Calibri"/>
              </a:rPr>
              <a:t>gateway,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which</a:t>
            </a:r>
            <a:r>
              <a:rPr sz="1600" dirty="0">
                <a:latin typeface="Calibri"/>
                <a:cs typeface="Calibri"/>
              </a:rPr>
              <a:t> is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computer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that</a:t>
            </a:r>
            <a:r>
              <a:rPr sz="1600" spc="-5" dirty="0">
                <a:latin typeface="Calibri"/>
                <a:cs typeface="Calibri"/>
              </a:rPr>
              <a:t> has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two 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network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adapter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cards.</a:t>
            </a:r>
            <a:endParaRPr sz="1600">
              <a:latin typeface="Calibri"/>
              <a:cs typeface="Calibri"/>
            </a:endParaRPr>
          </a:p>
          <a:p>
            <a:pPr marL="241300" marR="5080" indent="-228600" algn="just">
              <a:lnSpc>
                <a:spcPct val="90000"/>
              </a:lnSpc>
              <a:spcBef>
                <a:spcPts val="505"/>
              </a:spcBef>
              <a:buFont typeface="Wingdings"/>
              <a:buChar char=""/>
              <a:tabLst>
                <a:tab pos="241300" algn="l"/>
              </a:tabLst>
            </a:pPr>
            <a:r>
              <a:rPr sz="1600" spc="-15" dirty="0">
                <a:latin typeface="Calibri"/>
                <a:cs typeface="Calibri"/>
              </a:rPr>
              <a:t>Gateway </a:t>
            </a:r>
            <a:r>
              <a:rPr sz="1600" spc="-5" dirty="0">
                <a:latin typeface="Calibri"/>
                <a:cs typeface="Calibri"/>
              </a:rPr>
              <a:t>accepts network </a:t>
            </a:r>
            <a:r>
              <a:rPr sz="1600" spc="-15" dirty="0">
                <a:latin typeface="Calibri"/>
                <a:cs typeface="Calibri"/>
              </a:rPr>
              <a:t>packets </a:t>
            </a:r>
            <a:r>
              <a:rPr sz="1600" spc="-5" dirty="0">
                <a:latin typeface="Calibri"/>
                <a:cs typeface="Calibri"/>
              </a:rPr>
              <a:t>from one network on one network </a:t>
            </a:r>
            <a:r>
              <a:rPr sz="1600" spc="-10" dirty="0">
                <a:latin typeface="Calibri"/>
                <a:cs typeface="Calibri"/>
              </a:rPr>
              <a:t>card </a:t>
            </a:r>
            <a:r>
              <a:rPr sz="1600" spc="-5" dirty="0">
                <a:latin typeface="Calibri"/>
                <a:cs typeface="Calibri"/>
              </a:rPr>
              <a:t> and </a:t>
            </a:r>
            <a:r>
              <a:rPr sz="1600" spc="-15" dirty="0">
                <a:latin typeface="Calibri"/>
                <a:cs typeface="Calibri"/>
              </a:rPr>
              <a:t>routes </a:t>
            </a:r>
            <a:r>
              <a:rPr sz="1600" spc="-5" dirty="0">
                <a:latin typeface="Calibri"/>
                <a:cs typeface="Calibri"/>
              </a:rPr>
              <a:t>those </a:t>
            </a:r>
            <a:r>
              <a:rPr sz="1600" spc="-15" dirty="0">
                <a:latin typeface="Calibri"/>
                <a:cs typeface="Calibri"/>
              </a:rPr>
              <a:t>packets </a:t>
            </a:r>
            <a:r>
              <a:rPr sz="1600" spc="-10" dirty="0">
                <a:latin typeface="Calibri"/>
                <a:cs typeface="Calibri"/>
              </a:rPr>
              <a:t>to </a:t>
            </a:r>
            <a:r>
              <a:rPr sz="1600" spc="-5" dirty="0">
                <a:latin typeface="Calibri"/>
                <a:cs typeface="Calibri"/>
              </a:rPr>
              <a:t>a </a:t>
            </a:r>
            <a:r>
              <a:rPr sz="1600" spc="-15" dirty="0">
                <a:latin typeface="Calibri"/>
                <a:cs typeface="Calibri"/>
              </a:rPr>
              <a:t>different </a:t>
            </a:r>
            <a:r>
              <a:rPr sz="1600" spc="-5" dirty="0">
                <a:latin typeface="Calibri"/>
                <a:cs typeface="Calibri"/>
              </a:rPr>
              <a:t>network via the </a:t>
            </a:r>
            <a:r>
              <a:rPr sz="1600" spc="-10" dirty="0">
                <a:latin typeface="Calibri"/>
                <a:cs typeface="Calibri"/>
              </a:rPr>
              <a:t>second </a:t>
            </a:r>
            <a:r>
              <a:rPr sz="1600" spc="-5" dirty="0">
                <a:latin typeface="Calibri"/>
                <a:cs typeface="Calibri"/>
              </a:rPr>
              <a:t>network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adapter </a:t>
            </a:r>
            <a:r>
              <a:rPr sz="1600" spc="-15" dirty="0">
                <a:latin typeface="Calibri"/>
                <a:cs typeface="Calibri"/>
              </a:rPr>
              <a:t>card. </a:t>
            </a:r>
            <a:r>
              <a:rPr sz="1600" spc="-5" dirty="0">
                <a:latin typeface="Calibri"/>
                <a:cs typeface="Calibri"/>
              </a:rPr>
              <a:t>The </a:t>
            </a:r>
            <a:r>
              <a:rPr sz="1600" spc="-10" dirty="0">
                <a:latin typeface="Calibri"/>
                <a:cs typeface="Calibri"/>
              </a:rPr>
              <a:t>second </a:t>
            </a:r>
            <a:r>
              <a:rPr sz="1600" spc="-5" dirty="0">
                <a:latin typeface="Calibri"/>
                <a:cs typeface="Calibri"/>
              </a:rPr>
              <a:t>device </a:t>
            </a:r>
            <a:r>
              <a:rPr sz="1600" dirty="0">
                <a:latin typeface="Calibri"/>
                <a:cs typeface="Calibri"/>
              </a:rPr>
              <a:t>is </a:t>
            </a:r>
            <a:r>
              <a:rPr sz="1600" spc="-5" dirty="0">
                <a:latin typeface="Calibri"/>
                <a:cs typeface="Calibri"/>
              </a:rPr>
              <a:t>a </a:t>
            </a:r>
            <a:r>
              <a:rPr sz="1600" spc="-30" dirty="0">
                <a:latin typeface="Calibri"/>
                <a:cs typeface="Calibri"/>
              </a:rPr>
              <a:t>router, </a:t>
            </a:r>
            <a:r>
              <a:rPr sz="1600" spc="-5" dirty="0">
                <a:latin typeface="Calibri"/>
                <a:cs typeface="Calibri"/>
              </a:rPr>
              <a:t>which </a:t>
            </a:r>
            <a:r>
              <a:rPr sz="1600" dirty="0">
                <a:latin typeface="Calibri"/>
                <a:cs typeface="Calibri"/>
              </a:rPr>
              <a:t>is </a:t>
            </a:r>
            <a:r>
              <a:rPr sz="1600" spc="-5" dirty="0">
                <a:latin typeface="Calibri"/>
                <a:cs typeface="Calibri"/>
              </a:rPr>
              <a:t>a </a:t>
            </a:r>
            <a:r>
              <a:rPr sz="1600" spc="-10" dirty="0">
                <a:latin typeface="Calibri"/>
                <a:cs typeface="Calibri"/>
              </a:rPr>
              <a:t>dedicated </a:t>
            </a:r>
            <a:r>
              <a:rPr sz="1600" spc="-15" dirty="0">
                <a:latin typeface="Calibri"/>
                <a:cs typeface="Calibri"/>
              </a:rPr>
              <a:t>hardware 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device that passes </a:t>
            </a:r>
            <a:r>
              <a:rPr sz="1600" spc="-15" dirty="0">
                <a:latin typeface="Calibri"/>
                <a:cs typeface="Calibri"/>
              </a:rPr>
              <a:t>packets </a:t>
            </a:r>
            <a:r>
              <a:rPr sz="1600" spc="-10" dirty="0">
                <a:latin typeface="Calibri"/>
                <a:cs typeface="Calibri"/>
              </a:rPr>
              <a:t>from </a:t>
            </a:r>
            <a:r>
              <a:rPr sz="1600" spc="-5" dirty="0">
                <a:latin typeface="Calibri"/>
                <a:cs typeface="Calibri"/>
              </a:rPr>
              <a:t>one network </a:t>
            </a:r>
            <a:r>
              <a:rPr sz="1600" spc="-10" dirty="0">
                <a:latin typeface="Calibri"/>
                <a:cs typeface="Calibri"/>
              </a:rPr>
              <a:t>to </a:t>
            </a:r>
            <a:r>
              <a:rPr sz="1600" spc="-5" dirty="0">
                <a:latin typeface="Calibri"/>
                <a:cs typeface="Calibri"/>
              </a:rPr>
              <a:t>a </a:t>
            </a:r>
            <a:r>
              <a:rPr sz="1600" spc="-15" dirty="0">
                <a:latin typeface="Calibri"/>
                <a:cs typeface="Calibri"/>
              </a:rPr>
              <a:t>different </a:t>
            </a:r>
            <a:r>
              <a:rPr sz="1600" spc="-5" dirty="0">
                <a:latin typeface="Calibri"/>
                <a:cs typeface="Calibri"/>
              </a:rPr>
              <a:t>network. These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two </a:t>
            </a:r>
            <a:r>
              <a:rPr sz="1600" spc="-5" dirty="0">
                <a:latin typeface="Calibri"/>
                <a:cs typeface="Calibri"/>
              </a:rPr>
              <a:t>terms </a:t>
            </a:r>
            <a:r>
              <a:rPr sz="1600" spc="-10" dirty="0">
                <a:latin typeface="Calibri"/>
                <a:cs typeface="Calibri"/>
              </a:rPr>
              <a:t>are often used </a:t>
            </a:r>
            <a:r>
              <a:rPr sz="1600" spc="-15" dirty="0">
                <a:latin typeface="Calibri"/>
                <a:cs typeface="Calibri"/>
              </a:rPr>
              <a:t>interchangeably, </a:t>
            </a:r>
            <a:r>
              <a:rPr sz="1600" spc="-5" dirty="0">
                <a:latin typeface="Calibri"/>
                <a:cs typeface="Calibri"/>
              </a:rPr>
              <a:t>but </a:t>
            </a:r>
            <a:r>
              <a:rPr sz="1600" spc="-10" dirty="0">
                <a:latin typeface="Calibri"/>
                <a:cs typeface="Calibri"/>
              </a:rPr>
              <a:t>distinct differences </a:t>
            </a:r>
            <a:r>
              <a:rPr sz="1600" spc="-15" dirty="0">
                <a:latin typeface="Calibri"/>
                <a:cs typeface="Calibri"/>
              </a:rPr>
              <a:t>exist in 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their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ability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route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packets.</a:t>
            </a:r>
            <a:endParaRPr sz="1600">
              <a:latin typeface="Calibri"/>
              <a:cs typeface="Calibri"/>
            </a:endParaRPr>
          </a:p>
          <a:p>
            <a:pPr marL="241300" marR="5080" indent="-228600" algn="just">
              <a:lnSpc>
                <a:spcPct val="90000"/>
              </a:lnSpc>
              <a:spcBef>
                <a:spcPts val="490"/>
              </a:spcBef>
              <a:buFont typeface="Wingdings"/>
              <a:buChar char=""/>
              <a:tabLst>
                <a:tab pos="241300" algn="l"/>
              </a:tabLst>
            </a:pP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internetwork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layer</a:t>
            </a:r>
            <a:r>
              <a:rPr sz="1600" spc="-10" dirty="0">
                <a:latin typeface="Calibri"/>
                <a:cs typeface="Calibri"/>
              </a:rPr>
              <a:t> protocols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provide</a:t>
            </a:r>
            <a:r>
              <a:rPr sz="1600" spc="-5" dirty="0">
                <a:latin typeface="Calibri"/>
                <a:cs typeface="Calibri"/>
              </a:rPr>
              <a:t> a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datagram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network</a:t>
            </a:r>
            <a:r>
              <a:rPr sz="1600" dirty="0">
                <a:latin typeface="Calibri"/>
                <a:cs typeface="Calibri"/>
              </a:rPr>
              <a:t> service. 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Datagrams are packets </a:t>
            </a:r>
            <a:r>
              <a:rPr sz="1600" spc="-5" dirty="0">
                <a:latin typeface="Calibri"/>
                <a:cs typeface="Calibri"/>
              </a:rPr>
              <a:t>of </a:t>
            </a:r>
            <a:r>
              <a:rPr sz="1600" spc="-10" dirty="0">
                <a:latin typeface="Calibri"/>
                <a:cs typeface="Calibri"/>
              </a:rPr>
              <a:t>information that comprise </a:t>
            </a:r>
            <a:r>
              <a:rPr sz="1600" spc="-5" dirty="0">
                <a:latin typeface="Calibri"/>
                <a:cs typeface="Calibri"/>
              </a:rPr>
              <a:t>a </a:t>
            </a:r>
            <a:r>
              <a:rPr sz="1600" spc="-25" dirty="0">
                <a:latin typeface="Calibri"/>
                <a:cs typeface="Calibri"/>
              </a:rPr>
              <a:t>header, </a:t>
            </a:r>
            <a:r>
              <a:rPr sz="1600" spc="-10" dirty="0">
                <a:latin typeface="Calibri"/>
                <a:cs typeface="Calibri"/>
              </a:rPr>
              <a:t>data, </a:t>
            </a:r>
            <a:r>
              <a:rPr sz="1600" spc="-5" dirty="0">
                <a:latin typeface="Calibri"/>
                <a:cs typeface="Calibri"/>
              </a:rPr>
              <a:t>and a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30" dirty="0">
                <a:latin typeface="Calibri"/>
                <a:cs typeface="Calibri"/>
              </a:rPr>
              <a:t>trailer. </a:t>
            </a:r>
            <a:r>
              <a:rPr sz="1600" spc="-5" dirty="0">
                <a:latin typeface="Calibri"/>
                <a:cs typeface="Calibri"/>
              </a:rPr>
              <a:t>The header </a:t>
            </a:r>
            <a:r>
              <a:rPr sz="1600" spc="-10" dirty="0">
                <a:latin typeface="Calibri"/>
                <a:cs typeface="Calibri"/>
              </a:rPr>
              <a:t>contains information, </a:t>
            </a:r>
            <a:r>
              <a:rPr sz="1600" spc="-5" dirty="0">
                <a:latin typeface="Calibri"/>
                <a:cs typeface="Calibri"/>
              </a:rPr>
              <a:t>such as the </a:t>
            </a:r>
            <a:r>
              <a:rPr sz="1600" spc="-10" dirty="0">
                <a:latin typeface="Calibri"/>
                <a:cs typeface="Calibri"/>
              </a:rPr>
              <a:t>destination address, 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that the </a:t>
            </a:r>
            <a:r>
              <a:rPr sz="1600" spc="-5" dirty="0">
                <a:latin typeface="Calibri"/>
                <a:cs typeface="Calibri"/>
              </a:rPr>
              <a:t>network </a:t>
            </a:r>
            <a:r>
              <a:rPr sz="1600" spc="-10" dirty="0">
                <a:latin typeface="Calibri"/>
                <a:cs typeface="Calibri"/>
              </a:rPr>
              <a:t>needs </a:t>
            </a:r>
            <a:r>
              <a:rPr sz="1600" dirty="0">
                <a:latin typeface="Calibri"/>
                <a:cs typeface="Calibri"/>
              </a:rPr>
              <a:t>to </a:t>
            </a:r>
            <a:r>
              <a:rPr sz="1600" spc="-10" dirty="0">
                <a:latin typeface="Calibri"/>
                <a:cs typeface="Calibri"/>
              </a:rPr>
              <a:t>route </a:t>
            </a:r>
            <a:r>
              <a:rPr sz="1600" dirty="0">
                <a:latin typeface="Calibri"/>
                <a:cs typeface="Calibri"/>
              </a:rPr>
              <a:t>the </a:t>
            </a:r>
            <a:r>
              <a:rPr sz="1600" spc="-10" dirty="0">
                <a:latin typeface="Calibri"/>
                <a:cs typeface="Calibri"/>
              </a:rPr>
              <a:t>datagram. </a:t>
            </a:r>
            <a:r>
              <a:rPr sz="1600" spc="-5" dirty="0">
                <a:latin typeface="Calibri"/>
                <a:cs typeface="Calibri"/>
              </a:rPr>
              <a:t>A header </a:t>
            </a:r>
            <a:r>
              <a:rPr sz="1600" spc="-10" dirty="0">
                <a:latin typeface="Calibri"/>
                <a:cs typeface="Calibri"/>
              </a:rPr>
              <a:t>can </a:t>
            </a:r>
            <a:r>
              <a:rPr sz="1600" spc="-5" dirty="0">
                <a:latin typeface="Calibri"/>
                <a:cs typeface="Calibri"/>
              </a:rPr>
              <a:t>also </a:t>
            </a:r>
            <a:r>
              <a:rPr sz="1600" spc="-10" dirty="0">
                <a:latin typeface="Calibri"/>
                <a:cs typeface="Calibri"/>
              </a:rPr>
              <a:t>contain </a:t>
            </a:r>
            <a:r>
              <a:rPr sz="1600" spc="-5" dirty="0">
                <a:latin typeface="Calibri"/>
                <a:cs typeface="Calibri"/>
              </a:rPr>
              <a:t> other </a:t>
            </a:r>
            <a:r>
              <a:rPr sz="1600" spc="-10" dirty="0">
                <a:latin typeface="Calibri"/>
                <a:cs typeface="Calibri"/>
              </a:rPr>
              <a:t>information, such </a:t>
            </a:r>
            <a:r>
              <a:rPr sz="1600" spc="-5" dirty="0">
                <a:latin typeface="Calibri"/>
                <a:cs typeface="Calibri"/>
              </a:rPr>
              <a:t>as the </a:t>
            </a:r>
            <a:r>
              <a:rPr sz="1600" spc="-10" dirty="0">
                <a:latin typeface="Calibri"/>
                <a:cs typeface="Calibri"/>
              </a:rPr>
              <a:t>source </a:t>
            </a:r>
            <a:r>
              <a:rPr sz="1600" spc="-5" dirty="0">
                <a:latin typeface="Calibri"/>
                <a:cs typeface="Calibri"/>
              </a:rPr>
              <a:t>address and security labels. </a:t>
            </a:r>
            <a:r>
              <a:rPr sz="1600" spc="-25" dirty="0">
                <a:latin typeface="Calibri"/>
                <a:cs typeface="Calibri"/>
              </a:rPr>
              <a:t>Trailers 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typically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contain 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checksum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value.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36007" cy="685799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081778" y="2116073"/>
            <a:ext cx="6309360" cy="0"/>
          </a:xfrm>
          <a:custGeom>
            <a:avLst/>
            <a:gdLst/>
            <a:ahLst/>
            <a:cxnLst/>
            <a:rect l="l" t="t" r="r" b="b"/>
            <a:pathLst>
              <a:path w="6309359">
                <a:moveTo>
                  <a:pt x="0" y="0"/>
                </a:moveTo>
                <a:lnTo>
                  <a:pt x="6309360" y="0"/>
                </a:lnTo>
              </a:path>
            </a:pathLst>
          </a:custGeom>
          <a:ln w="19050">
            <a:solidFill>
              <a:srgbClr val="58B8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44821" y="1167130"/>
            <a:ext cx="42348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Network</a:t>
            </a:r>
            <a:r>
              <a:rPr spc="-6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Layer</a:t>
            </a:r>
            <a:r>
              <a:rPr spc="-14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99838" y="2440304"/>
            <a:ext cx="6514465" cy="3469004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241300" marR="5715" indent="-228600" algn="just">
              <a:lnSpc>
                <a:spcPct val="90000"/>
              </a:lnSpc>
              <a:spcBef>
                <a:spcPts val="285"/>
              </a:spcBef>
              <a:buFont typeface="Wingdings"/>
              <a:buChar char=""/>
              <a:tabLst>
                <a:tab pos="241300" algn="l"/>
              </a:tabLst>
            </a:pPr>
            <a:r>
              <a:rPr sz="1600" spc="-5" dirty="0">
                <a:latin typeface="Calibri"/>
                <a:cs typeface="Calibri"/>
              </a:rPr>
              <a:t>The </a:t>
            </a:r>
            <a:r>
              <a:rPr sz="1600" spc="-10" dirty="0">
                <a:latin typeface="Calibri"/>
                <a:cs typeface="Calibri"/>
              </a:rPr>
              <a:t>communicating </a:t>
            </a:r>
            <a:r>
              <a:rPr sz="1600" spc="-5" dirty="0">
                <a:latin typeface="Calibri"/>
                <a:cs typeface="Calibri"/>
              </a:rPr>
              <a:t>entities--which </a:t>
            </a:r>
            <a:r>
              <a:rPr sz="1600" spc="-10" dirty="0">
                <a:latin typeface="Calibri"/>
                <a:cs typeface="Calibri"/>
              </a:rPr>
              <a:t>can </a:t>
            </a:r>
            <a:r>
              <a:rPr sz="1600" spc="-5" dirty="0">
                <a:latin typeface="Calibri"/>
                <a:cs typeface="Calibri"/>
              </a:rPr>
              <a:t>be </a:t>
            </a:r>
            <a:r>
              <a:rPr sz="1600" spc="-10" dirty="0">
                <a:latin typeface="Calibri"/>
                <a:cs typeface="Calibri"/>
              </a:rPr>
              <a:t>computers, operating </a:t>
            </a:r>
            <a:r>
              <a:rPr sz="1600" spc="-15" dirty="0">
                <a:latin typeface="Calibri"/>
                <a:cs typeface="Calibri"/>
              </a:rPr>
              <a:t>systems, </a:t>
            </a:r>
            <a:r>
              <a:rPr sz="1600" spc="-10" dirty="0">
                <a:latin typeface="Calibri"/>
                <a:cs typeface="Calibri"/>
              </a:rPr>
              <a:t> programs,</a:t>
            </a:r>
            <a:r>
              <a:rPr sz="1600" spc="-5" dirty="0">
                <a:latin typeface="Calibri"/>
                <a:cs typeface="Calibri"/>
              </a:rPr>
              <a:t> processes,</a:t>
            </a:r>
            <a:r>
              <a:rPr sz="1600" dirty="0">
                <a:latin typeface="Calibri"/>
                <a:cs typeface="Calibri"/>
              </a:rPr>
              <a:t> or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people--that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use</a:t>
            </a:r>
            <a:r>
              <a:rPr sz="1600" dirty="0">
                <a:latin typeface="Calibri"/>
                <a:cs typeface="Calibri"/>
              </a:rPr>
              <a:t> the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datagram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services</a:t>
            </a:r>
            <a:r>
              <a:rPr sz="1600" spc="3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must </a:t>
            </a:r>
            <a:r>
              <a:rPr sz="1600" spc="-5" dirty="0">
                <a:latin typeface="Calibri"/>
                <a:cs typeface="Calibri"/>
              </a:rPr>
              <a:t> specify the </a:t>
            </a:r>
            <a:r>
              <a:rPr sz="1600" spc="-10" dirty="0">
                <a:latin typeface="Calibri"/>
                <a:cs typeface="Calibri"/>
              </a:rPr>
              <a:t>destination address (using </a:t>
            </a:r>
            <a:r>
              <a:rPr sz="1600" spc="-15" dirty="0">
                <a:latin typeface="Calibri"/>
                <a:cs typeface="Calibri"/>
              </a:rPr>
              <a:t>control </a:t>
            </a:r>
            <a:r>
              <a:rPr sz="1600" spc="-10" dirty="0">
                <a:latin typeface="Calibri"/>
                <a:cs typeface="Calibri"/>
              </a:rPr>
              <a:t>information) </a:t>
            </a:r>
            <a:r>
              <a:rPr sz="1600" spc="-5" dirty="0">
                <a:latin typeface="Calibri"/>
                <a:cs typeface="Calibri"/>
              </a:rPr>
              <a:t>and the </a:t>
            </a:r>
            <a:r>
              <a:rPr sz="1600" spc="-15" dirty="0">
                <a:latin typeface="Calibri"/>
                <a:cs typeface="Calibri"/>
              </a:rPr>
              <a:t>data for 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each message </a:t>
            </a:r>
            <a:r>
              <a:rPr sz="1600" dirty="0">
                <a:latin typeface="Calibri"/>
                <a:cs typeface="Calibri"/>
              </a:rPr>
              <a:t>to </a:t>
            </a:r>
            <a:r>
              <a:rPr sz="1600" spc="-5" dirty="0">
                <a:latin typeface="Calibri"/>
                <a:cs typeface="Calibri"/>
              </a:rPr>
              <a:t>be </a:t>
            </a:r>
            <a:r>
              <a:rPr sz="1600" spc="-10" dirty="0">
                <a:latin typeface="Calibri"/>
                <a:cs typeface="Calibri"/>
              </a:rPr>
              <a:t>transmitted. The </a:t>
            </a:r>
            <a:r>
              <a:rPr sz="1600" spc="-5" dirty="0">
                <a:latin typeface="Calibri"/>
                <a:cs typeface="Calibri"/>
              </a:rPr>
              <a:t>network </a:t>
            </a:r>
            <a:r>
              <a:rPr sz="1600" spc="-15" dirty="0">
                <a:latin typeface="Calibri"/>
                <a:cs typeface="Calibri"/>
              </a:rPr>
              <a:t>layer </a:t>
            </a:r>
            <a:r>
              <a:rPr sz="1600" spc="-10" dirty="0">
                <a:latin typeface="Calibri"/>
                <a:cs typeface="Calibri"/>
              </a:rPr>
              <a:t>protocols package the 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message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datagram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and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send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35" dirty="0">
                <a:latin typeface="Calibri"/>
                <a:cs typeface="Calibri"/>
              </a:rPr>
              <a:t>off.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Wingdings"/>
              <a:buChar char=""/>
            </a:pPr>
            <a:endParaRPr sz="2200">
              <a:latin typeface="Calibri"/>
              <a:cs typeface="Calibri"/>
            </a:endParaRPr>
          </a:p>
          <a:p>
            <a:pPr marL="241300" marR="5080" indent="-228600" algn="just">
              <a:lnSpc>
                <a:spcPct val="90000"/>
              </a:lnSpc>
              <a:buFont typeface="Wingdings"/>
              <a:buChar char=""/>
              <a:tabLst>
                <a:tab pos="241300" algn="l"/>
              </a:tabLst>
            </a:pPr>
            <a:r>
              <a:rPr sz="1600" spc="-5" dirty="0">
                <a:latin typeface="Calibri"/>
                <a:cs typeface="Calibri"/>
              </a:rPr>
              <a:t>A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datagram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service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does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not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support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any</a:t>
            </a:r>
            <a:r>
              <a:rPr sz="1600" spc="-5" dirty="0">
                <a:latin typeface="Calibri"/>
                <a:cs typeface="Calibri"/>
              </a:rPr>
              <a:t> concept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of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session</a:t>
            </a:r>
            <a:r>
              <a:rPr sz="1600" spc="3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 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connection.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Once</a:t>
            </a:r>
            <a:r>
              <a:rPr sz="1600" spc="-5" dirty="0">
                <a:latin typeface="Calibri"/>
                <a:cs typeface="Calibri"/>
              </a:rPr>
              <a:t> a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message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sent</a:t>
            </a:r>
            <a:r>
              <a:rPr sz="1600" spc="-5" dirty="0">
                <a:latin typeface="Calibri"/>
                <a:cs typeface="Calibri"/>
              </a:rPr>
              <a:t> or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received,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service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retains</a:t>
            </a:r>
            <a:r>
              <a:rPr sz="1600" spc="-5" dirty="0">
                <a:latin typeface="Calibri"/>
                <a:cs typeface="Calibri"/>
              </a:rPr>
              <a:t> no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memory of the entity with which </a:t>
            </a:r>
            <a:r>
              <a:rPr sz="1600" spc="-10" dirty="0">
                <a:latin typeface="Calibri"/>
                <a:cs typeface="Calibri"/>
              </a:rPr>
              <a:t>it was communicating. </a:t>
            </a:r>
            <a:r>
              <a:rPr sz="1600" dirty="0">
                <a:latin typeface="Calibri"/>
                <a:cs typeface="Calibri"/>
              </a:rPr>
              <a:t>If </a:t>
            </a:r>
            <a:r>
              <a:rPr sz="1600" spc="-10" dirty="0">
                <a:latin typeface="Calibri"/>
                <a:cs typeface="Calibri"/>
              </a:rPr>
              <a:t>such </a:t>
            </a:r>
            <a:r>
              <a:rPr sz="1600" spc="-5" dirty="0">
                <a:latin typeface="Calibri"/>
                <a:cs typeface="Calibri"/>
              </a:rPr>
              <a:t>a memory </a:t>
            </a:r>
            <a:r>
              <a:rPr sz="1600" spc="-15" dirty="0">
                <a:latin typeface="Calibri"/>
                <a:cs typeface="Calibri"/>
              </a:rPr>
              <a:t>is 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needed, the </a:t>
            </a:r>
            <a:r>
              <a:rPr sz="1600" spc="-10" dirty="0">
                <a:latin typeface="Calibri"/>
                <a:cs typeface="Calibri"/>
              </a:rPr>
              <a:t>protocols </a:t>
            </a:r>
            <a:r>
              <a:rPr sz="1600" dirty="0">
                <a:latin typeface="Calibri"/>
                <a:cs typeface="Calibri"/>
              </a:rPr>
              <a:t>in </a:t>
            </a:r>
            <a:r>
              <a:rPr sz="1600" spc="-5" dirty="0">
                <a:latin typeface="Calibri"/>
                <a:cs typeface="Calibri"/>
              </a:rPr>
              <a:t>the </a:t>
            </a:r>
            <a:r>
              <a:rPr sz="1600" spc="-10" dirty="0">
                <a:latin typeface="Calibri"/>
                <a:cs typeface="Calibri"/>
              </a:rPr>
              <a:t>host-to-host transport </a:t>
            </a:r>
            <a:r>
              <a:rPr sz="1600" spc="-15" dirty="0">
                <a:latin typeface="Calibri"/>
                <a:cs typeface="Calibri"/>
              </a:rPr>
              <a:t>layer </a:t>
            </a:r>
            <a:r>
              <a:rPr sz="1600" spc="-10" dirty="0">
                <a:latin typeface="Calibri"/>
                <a:cs typeface="Calibri"/>
              </a:rPr>
              <a:t>maintain </a:t>
            </a:r>
            <a:r>
              <a:rPr sz="1600" spc="-5" dirty="0">
                <a:latin typeface="Calibri"/>
                <a:cs typeface="Calibri"/>
              </a:rPr>
              <a:t>it. </a:t>
            </a:r>
            <a:r>
              <a:rPr sz="1600" spc="-15" dirty="0">
                <a:latin typeface="Calibri"/>
                <a:cs typeface="Calibri"/>
              </a:rPr>
              <a:t>The 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abilities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retransmit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data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and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check</a:t>
            </a:r>
            <a:r>
              <a:rPr sz="1600" dirty="0">
                <a:latin typeface="Calibri"/>
                <a:cs typeface="Calibri"/>
              </a:rPr>
              <a:t> it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for</a:t>
            </a:r>
            <a:r>
              <a:rPr sz="1600" spc="-10" dirty="0">
                <a:latin typeface="Calibri"/>
                <a:cs typeface="Calibri"/>
              </a:rPr>
              <a:t> errors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are</a:t>
            </a:r>
            <a:r>
              <a:rPr sz="1600" spc="34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minimal</a:t>
            </a:r>
            <a:r>
              <a:rPr sz="1600" spc="355" dirty="0">
                <a:latin typeface="Calibri"/>
                <a:cs typeface="Calibri"/>
              </a:rPr>
              <a:t> </a:t>
            </a:r>
            <a:r>
              <a:rPr sz="1600" spc="5" dirty="0">
                <a:latin typeface="Calibri"/>
                <a:cs typeface="Calibri"/>
              </a:rPr>
              <a:t>or 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nonexistent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the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datagram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services.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If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receiving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datagram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service 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detects</a:t>
            </a:r>
            <a:r>
              <a:rPr sz="1600" spc="-5" dirty="0">
                <a:latin typeface="Calibri"/>
                <a:cs typeface="Calibri"/>
              </a:rPr>
              <a:t> a transmission error during </a:t>
            </a:r>
            <a:r>
              <a:rPr sz="1600" spc="-10" dirty="0">
                <a:latin typeface="Calibri"/>
                <a:cs typeface="Calibri"/>
              </a:rPr>
              <a:t>transmission</a:t>
            </a:r>
            <a:r>
              <a:rPr sz="1600" spc="-5" dirty="0">
                <a:latin typeface="Calibri"/>
                <a:cs typeface="Calibri"/>
              </a:rPr>
              <a:t> using the </a:t>
            </a:r>
            <a:r>
              <a:rPr sz="1600" spc="-10" dirty="0">
                <a:latin typeface="Calibri"/>
                <a:cs typeface="Calibri"/>
              </a:rPr>
              <a:t>checksum</a:t>
            </a:r>
            <a:r>
              <a:rPr sz="1600" spc="3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value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of the </a:t>
            </a:r>
            <a:r>
              <a:rPr sz="1600" spc="-15" dirty="0">
                <a:latin typeface="Calibri"/>
                <a:cs typeface="Calibri"/>
              </a:rPr>
              <a:t>datagram, </a:t>
            </a:r>
            <a:r>
              <a:rPr sz="1600" dirty="0">
                <a:latin typeface="Calibri"/>
                <a:cs typeface="Calibri"/>
              </a:rPr>
              <a:t>it </a:t>
            </a:r>
            <a:r>
              <a:rPr sz="1600" spc="-5" dirty="0">
                <a:latin typeface="Calibri"/>
                <a:cs typeface="Calibri"/>
              </a:rPr>
              <a:t>simply </a:t>
            </a:r>
            <a:r>
              <a:rPr sz="1600" spc="-10" dirty="0">
                <a:latin typeface="Calibri"/>
                <a:cs typeface="Calibri"/>
              </a:rPr>
              <a:t>ignores </a:t>
            </a:r>
            <a:r>
              <a:rPr sz="1600" dirty="0">
                <a:latin typeface="Calibri"/>
                <a:cs typeface="Calibri"/>
              </a:rPr>
              <a:t>(or </a:t>
            </a:r>
            <a:r>
              <a:rPr sz="1600" spc="-10" dirty="0">
                <a:latin typeface="Calibri"/>
                <a:cs typeface="Calibri"/>
              </a:rPr>
              <a:t>drops) </a:t>
            </a:r>
            <a:r>
              <a:rPr sz="1600" spc="-5" dirty="0">
                <a:latin typeface="Calibri"/>
                <a:cs typeface="Calibri"/>
              </a:rPr>
              <a:t>the </a:t>
            </a:r>
            <a:r>
              <a:rPr sz="1600" spc="-15" dirty="0">
                <a:latin typeface="Calibri"/>
                <a:cs typeface="Calibri"/>
              </a:rPr>
              <a:t>datagram </a:t>
            </a:r>
            <a:r>
              <a:rPr sz="1600" spc="-5" dirty="0">
                <a:latin typeface="Calibri"/>
                <a:cs typeface="Calibri"/>
              </a:rPr>
              <a:t>without notifying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 </a:t>
            </a:r>
            <a:r>
              <a:rPr sz="1600" spc="-10" dirty="0">
                <a:latin typeface="Calibri"/>
                <a:cs typeface="Calibri"/>
              </a:rPr>
              <a:t>receiving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higher-layer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entity.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36007" cy="685799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081778" y="2116073"/>
            <a:ext cx="6309360" cy="0"/>
          </a:xfrm>
          <a:custGeom>
            <a:avLst/>
            <a:gdLst/>
            <a:ahLst/>
            <a:cxnLst/>
            <a:rect l="l" t="t" r="r" b="b"/>
            <a:pathLst>
              <a:path w="6309359">
                <a:moveTo>
                  <a:pt x="0" y="0"/>
                </a:moveTo>
                <a:lnTo>
                  <a:pt x="6309360" y="0"/>
                </a:lnTo>
              </a:path>
            </a:pathLst>
          </a:custGeom>
          <a:ln w="19050">
            <a:solidFill>
              <a:srgbClr val="58B8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60349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674622" y="2651582"/>
            <a:ext cx="2397125" cy="147637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 indent="388620" algn="r">
              <a:lnSpc>
                <a:spcPts val="3670"/>
              </a:lnSpc>
              <a:spcBef>
                <a:spcPts val="560"/>
              </a:spcBef>
            </a:pPr>
            <a:r>
              <a:rPr sz="3400" b="1" spc="-260" dirty="0">
                <a:latin typeface="Times New Roman"/>
                <a:cs typeface="Times New Roman"/>
              </a:rPr>
              <a:t>T</a:t>
            </a:r>
            <a:r>
              <a:rPr sz="3400" b="1" spc="-5" dirty="0">
                <a:latin typeface="Times New Roman"/>
                <a:cs typeface="Times New Roman"/>
              </a:rPr>
              <a:t>ransport/  Hos</a:t>
            </a:r>
            <a:r>
              <a:rPr sz="3400" b="1" spc="-10" dirty="0">
                <a:latin typeface="Times New Roman"/>
                <a:cs typeface="Times New Roman"/>
              </a:rPr>
              <a:t>t-t</a:t>
            </a:r>
            <a:r>
              <a:rPr sz="3400" b="1" dirty="0">
                <a:latin typeface="Times New Roman"/>
                <a:cs typeface="Times New Roman"/>
              </a:rPr>
              <a:t>o</a:t>
            </a:r>
            <a:r>
              <a:rPr sz="3400" b="1" spc="-10" dirty="0">
                <a:latin typeface="Times New Roman"/>
                <a:cs typeface="Times New Roman"/>
              </a:rPr>
              <a:t>-</a:t>
            </a:r>
            <a:r>
              <a:rPr sz="3400" b="1" spc="-5" dirty="0">
                <a:latin typeface="Times New Roman"/>
                <a:cs typeface="Times New Roman"/>
              </a:rPr>
              <a:t>Host</a:t>
            </a:r>
            <a:endParaRPr sz="3400" dirty="0">
              <a:latin typeface="Times New Roman"/>
              <a:cs typeface="Times New Roman"/>
            </a:endParaRPr>
          </a:p>
          <a:p>
            <a:pPr marR="6985" algn="r">
              <a:lnSpc>
                <a:spcPts val="3620"/>
              </a:lnSpc>
            </a:pPr>
            <a:r>
              <a:rPr sz="3400" b="1" dirty="0">
                <a:latin typeface="Times New Roman"/>
                <a:cs typeface="Times New Roman"/>
              </a:rPr>
              <a:t>Layer</a:t>
            </a:r>
            <a:endParaRPr sz="3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52771" y="2286000"/>
            <a:ext cx="0" cy="2286000"/>
          </a:xfrm>
          <a:custGeom>
            <a:avLst/>
            <a:gdLst/>
            <a:ahLst/>
            <a:cxnLst/>
            <a:rect l="l" t="t" r="r" b="b"/>
            <a:pathLst>
              <a:path h="2286000">
                <a:moveTo>
                  <a:pt x="0" y="0"/>
                </a:moveTo>
                <a:lnTo>
                  <a:pt x="0" y="2286000"/>
                </a:lnTo>
              </a:path>
            </a:pathLst>
          </a:custGeom>
          <a:ln w="158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691885" y="1225677"/>
            <a:ext cx="5129530" cy="57404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241300" marR="5080" indent="-228600">
              <a:lnSpc>
                <a:spcPts val="2039"/>
              </a:lnSpc>
              <a:spcBef>
                <a:spcPts val="360"/>
              </a:spcBef>
              <a:buFont typeface="Wingdings"/>
              <a:buChar char=""/>
              <a:tabLst>
                <a:tab pos="302895" algn="l"/>
                <a:tab pos="1346200" algn="l"/>
                <a:tab pos="1998345" algn="l"/>
                <a:tab pos="3119120" algn="l"/>
                <a:tab pos="3516629" algn="l"/>
                <a:tab pos="4385310" algn="l"/>
              </a:tabLst>
            </a:pPr>
            <a:r>
              <a:rPr sz="1900" spc="-5" dirty="0">
                <a:latin typeface="Calibri"/>
                <a:cs typeface="Calibri"/>
              </a:rPr>
              <a:t>It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is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responsible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for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providing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end-to-end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data </a:t>
            </a:r>
            <a:r>
              <a:rPr sz="1900" spc="-4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i</a:t>
            </a:r>
            <a:r>
              <a:rPr sz="1900" spc="-20" dirty="0">
                <a:latin typeface="Calibri"/>
                <a:cs typeface="Calibri"/>
              </a:rPr>
              <a:t>n</a:t>
            </a:r>
            <a:r>
              <a:rPr sz="1900" spc="-30" dirty="0">
                <a:latin typeface="Calibri"/>
                <a:cs typeface="Calibri"/>
              </a:rPr>
              <a:t>t</a:t>
            </a:r>
            <a:r>
              <a:rPr sz="1900" spc="10" dirty="0">
                <a:latin typeface="Calibri"/>
                <a:cs typeface="Calibri"/>
              </a:rPr>
              <a:t>e</a:t>
            </a:r>
            <a:r>
              <a:rPr sz="1900" spc="-5" dirty="0">
                <a:latin typeface="Calibri"/>
                <a:cs typeface="Calibri"/>
              </a:rPr>
              <a:t>g</a:t>
            </a:r>
            <a:r>
              <a:rPr sz="1900" dirty="0">
                <a:latin typeface="Calibri"/>
                <a:cs typeface="Calibri"/>
              </a:rPr>
              <a:t>r</a:t>
            </a:r>
            <a:r>
              <a:rPr sz="1900" spc="-5" dirty="0">
                <a:latin typeface="Calibri"/>
                <a:cs typeface="Calibri"/>
              </a:rPr>
              <a:t>ity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5" dirty="0">
                <a:latin typeface="Calibri"/>
                <a:cs typeface="Calibri"/>
              </a:rPr>
              <a:t>and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10" dirty="0">
                <a:latin typeface="Calibri"/>
                <a:cs typeface="Calibri"/>
              </a:rPr>
              <a:t>p</a:t>
            </a:r>
            <a:r>
              <a:rPr sz="1900" spc="-45" dirty="0">
                <a:latin typeface="Calibri"/>
                <a:cs typeface="Calibri"/>
              </a:rPr>
              <a:t>r</a:t>
            </a:r>
            <a:r>
              <a:rPr sz="1900" spc="-10" dirty="0">
                <a:latin typeface="Calibri"/>
                <a:cs typeface="Calibri"/>
              </a:rPr>
              <a:t>o</a:t>
            </a:r>
            <a:r>
              <a:rPr sz="1900" spc="-15" dirty="0">
                <a:latin typeface="Calibri"/>
                <a:cs typeface="Calibri"/>
              </a:rPr>
              <a:t>v</a:t>
            </a:r>
            <a:r>
              <a:rPr sz="1900" dirty="0">
                <a:latin typeface="Calibri"/>
                <a:cs typeface="Calibri"/>
              </a:rPr>
              <a:t>i</a:t>
            </a:r>
            <a:r>
              <a:rPr sz="1900" spc="-10" dirty="0">
                <a:latin typeface="Calibri"/>
                <a:cs typeface="Calibri"/>
              </a:rPr>
              <a:t>de</a:t>
            </a:r>
            <a:r>
              <a:rPr sz="1900" spc="-5" dirty="0">
                <a:latin typeface="Calibri"/>
                <a:cs typeface="Calibri"/>
              </a:rPr>
              <a:t>s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5" dirty="0">
                <a:latin typeface="Calibri"/>
                <a:cs typeface="Calibri"/>
              </a:rPr>
              <a:t>a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10" dirty="0">
                <a:latin typeface="Calibri"/>
                <a:cs typeface="Calibri"/>
              </a:rPr>
              <a:t>highl</a:t>
            </a:r>
            <a:r>
              <a:rPr sz="1900" spc="-5" dirty="0">
                <a:latin typeface="Calibri"/>
                <a:cs typeface="Calibri"/>
              </a:rPr>
              <a:t>y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35" dirty="0">
                <a:latin typeface="Calibri"/>
                <a:cs typeface="Calibri"/>
              </a:rPr>
              <a:t>r</a:t>
            </a:r>
            <a:r>
              <a:rPr sz="1900" spc="-5" dirty="0">
                <a:latin typeface="Calibri"/>
                <a:cs typeface="Calibri"/>
              </a:rPr>
              <a:t>el</a:t>
            </a:r>
            <a:r>
              <a:rPr sz="1900" dirty="0">
                <a:latin typeface="Calibri"/>
                <a:cs typeface="Calibri"/>
              </a:rPr>
              <a:t>i</a:t>
            </a:r>
            <a:r>
              <a:rPr sz="1900" spc="-5" dirty="0">
                <a:latin typeface="Calibri"/>
                <a:cs typeface="Calibri"/>
              </a:rPr>
              <a:t>able</a:t>
            </a:r>
            <a:endParaRPr sz="19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91885" y="1745361"/>
            <a:ext cx="5130165" cy="309148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algn="just">
              <a:lnSpc>
                <a:spcPts val="2165"/>
              </a:lnSpc>
              <a:spcBef>
                <a:spcPts val="95"/>
              </a:spcBef>
            </a:pPr>
            <a:r>
              <a:rPr sz="1900" spc="-10" dirty="0">
                <a:latin typeface="Calibri"/>
                <a:cs typeface="Calibri"/>
              </a:rPr>
              <a:t>communication</a:t>
            </a:r>
            <a:r>
              <a:rPr sz="1900" spc="29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service</a:t>
            </a:r>
            <a:r>
              <a:rPr sz="1900" spc="32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for</a:t>
            </a:r>
            <a:r>
              <a:rPr sz="1900" spc="30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entities</a:t>
            </a:r>
            <a:r>
              <a:rPr sz="1900" spc="3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that</a:t>
            </a:r>
            <a:r>
              <a:rPr sz="1900" spc="305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want</a:t>
            </a:r>
            <a:r>
              <a:rPr sz="1900" spc="305" dirty="0">
                <a:latin typeface="Calibri"/>
                <a:cs typeface="Calibri"/>
              </a:rPr>
              <a:t> </a:t>
            </a:r>
            <a:r>
              <a:rPr sz="1900" spc="-30" dirty="0">
                <a:latin typeface="Calibri"/>
                <a:cs typeface="Calibri"/>
              </a:rPr>
              <a:t>to</a:t>
            </a:r>
            <a:endParaRPr sz="1900" dirty="0">
              <a:latin typeface="Calibri"/>
              <a:cs typeface="Calibri"/>
            </a:endParaRPr>
          </a:p>
          <a:p>
            <a:pPr marL="241300" algn="just">
              <a:lnSpc>
                <a:spcPts val="2165"/>
              </a:lnSpc>
            </a:pPr>
            <a:r>
              <a:rPr sz="1900" dirty="0">
                <a:latin typeface="Calibri"/>
                <a:cs typeface="Calibri"/>
              </a:rPr>
              <a:t>carry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out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an </a:t>
            </a:r>
            <a:r>
              <a:rPr sz="1900" spc="-10" dirty="0">
                <a:latin typeface="Calibri"/>
                <a:cs typeface="Calibri"/>
              </a:rPr>
              <a:t>extended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two-way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conversation.</a:t>
            </a:r>
            <a:endParaRPr sz="1900" dirty="0">
              <a:latin typeface="Calibri"/>
              <a:cs typeface="Calibri"/>
            </a:endParaRPr>
          </a:p>
          <a:p>
            <a:pPr marL="241300" marR="5080" indent="-228600" algn="just">
              <a:lnSpc>
                <a:spcPct val="90000"/>
              </a:lnSpc>
              <a:spcBef>
                <a:spcPts val="505"/>
              </a:spcBef>
              <a:buFont typeface="Wingdings"/>
              <a:buChar char=""/>
              <a:tabLst>
                <a:tab pos="241300" algn="l"/>
              </a:tabLst>
            </a:pPr>
            <a:r>
              <a:rPr sz="1900" spc="-5" dirty="0">
                <a:latin typeface="Calibri"/>
                <a:cs typeface="Calibri"/>
              </a:rPr>
              <a:t>In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addition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to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the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usual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transmit</a:t>
            </a:r>
            <a:r>
              <a:rPr sz="1900" spc="-5" dirty="0">
                <a:latin typeface="Calibri"/>
                <a:cs typeface="Calibri"/>
              </a:rPr>
              <a:t> and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receive </a:t>
            </a:r>
            <a:r>
              <a:rPr sz="1900" spc="-5" dirty="0">
                <a:latin typeface="Calibri"/>
                <a:cs typeface="Calibri"/>
              </a:rPr>
              <a:t> functions,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the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transport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layer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uses</a:t>
            </a:r>
            <a:r>
              <a:rPr sz="1900" spc="41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open</a:t>
            </a:r>
            <a:r>
              <a:rPr sz="1900" spc="409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and 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close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commands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to</a:t>
            </a:r>
            <a:r>
              <a:rPr sz="1900" spc="-10" dirty="0">
                <a:latin typeface="Calibri"/>
                <a:cs typeface="Calibri"/>
              </a:rPr>
              <a:t> initiate</a:t>
            </a:r>
            <a:r>
              <a:rPr sz="1900" spc="-5" dirty="0">
                <a:latin typeface="Calibri"/>
                <a:cs typeface="Calibri"/>
              </a:rPr>
              <a:t> and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terminate</a:t>
            </a:r>
            <a:r>
              <a:rPr sz="1900" spc="-5" dirty="0">
                <a:latin typeface="Calibri"/>
                <a:cs typeface="Calibri"/>
              </a:rPr>
              <a:t> the 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connection. </a:t>
            </a:r>
            <a:r>
              <a:rPr sz="1900" spc="-5" dirty="0">
                <a:latin typeface="Calibri"/>
                <a:cs typeface="Calibri"/>
              </a:rPr>
              <a:t>This </a:t>
            </a:r>
            <a:r>
              <a:rPr sz="1900" spc="-15" dirty="0">
                <a:latin typeface="Calibri"/>
                <a:cs typeface="Calibri"/>
              </a:rPr>
              <a:t>layer </a:t>
            </a:r>
            <a:r>
              <a:rPr sz="1900" spc="-5" dirty="0">
                <a:latin typeface="Calibri"/>
                <a:cs typeface="Calibri"/>
              </a:rPr>
              <a:t>accepts </a:t>
            </a:r>
            <a:r>
              <a:rPr sz="1900" spc="-15" dirty="0">
                <a:latin typeface="Calibri"/>
                <a:cs typeface="Calibri"/>
              </a:rPr>
              <a:t>information to </a:t>
            </a:r>
            <a:r>
              <a:rPr sz="1900" spc="-10" dirty="0">
                <a:latin typeface="Calibri"/>
                <a:cs typeface="Calibri"/>
              </a:rPr>
              <a:t>be 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transmitted</a:t>
            </a:r>
            <a:r>
              <a:rPr sz="1900" spc="-5" dirty="0">
                <a:latin typeface="Calibri"/>
                <a:cs typeface="Calibri"/>
              </a:rPr>
              <a:t> as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a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stream</a:t>
            </a:r>
            <a:r>
              <a:rPr sz="1900" spc="-5" dirty="0">
                <a:latin typeface="Calibri"/>
                <a:cs typeface="Calibri"/>
              </a:rPr>
              <a:t> of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characters,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and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it 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returns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information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to</a:t>
            </a:r>
            <a:r>
              <a:rPr sz="1900" spc="-5" dirty="0">
                <a:latin typeface="Calibri"/>
                <a:cs typeface="Calibri"/>
              </a:rPr>
              <a:t> the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recipient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as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a </a:t>
            </a:r>
            <a:r>
              <a:rPr sz="1900" spc="-10" dirty="0">
                <a:latin typeface="Calibri"/>
                <a:cs typeface="Calibri"/>
              </a:rPr>
              <a:t>stream.</a:t>
            </a:r>
            <a:endParaRPr sz="1900" dirty="0">
              <a:latin typeface="Calibri"/>
              <a:cs typeface="Calibri"/>
            </a:endParaRPr>
          </a:p>
          <a:p>
            <a:pPr marL="241300" marR="5080" indent="-228600" algn="just">
              <a:lnSpc>
                <a:spcPts val="2050"/>
              </a:lnSpc>
              <a:spcBef>
                <a:spcPts val="535"/>
              </a:spcBef>
              <a:buFont typeface="Wingdings"/>
              <a:buChar char=""/>
              <a:tabLst>
                <a:tab pos="241300" algn="l"/>
              </a:tabLst>
            </a:pPr>
            <a:r>
              <a:rPr sz="1900" spc="-5" dirty="0">
                <a:latin typeface="Calibri"/>
                <a:cs typeface="Calibri"/>
              </a:rPr>
              <a:t>The service </a:t>
            </a:r>
            <a:r>
              <a:rPr sz="1900" spc="-10" dirty="0">
                <a:latin typeface="Calibri"/>
                <a:cs typeface="Calibri"/>
              </a:rPr>
              <a:t>employs </a:t>
            </a:r>
            <a:r>
              <a:rPr sz="1900" spc="-5" dirty="0">
                <a:latin typeface="Calibri"/>
                <a:cs typeface="Calibri"/>
              </a:rPr>
              <a:t>the </a:t>
            </a:r>
            <a:r>
              <a:rPr sz="1900" spc="-10" dirty="0">
                <a:latin typeface="Calibri"/>
                <a:cs typeface="Calibri"/>
              </a:rPr>
              <a:t>concept </a:t>
            </a:r>
            <a:r>
              <a:rPr sz="1900" spc="-5" dirty="0">
                <a:latin typeface="Calibri"/>
                <a:cs typeface="Calibri"/>
              </a:rPr>
              <a:t>of a </a:t>
            </a:r>
            <a:r>
              <a:rPr sz="1900" spc="-10" dirty="0">
                <a:latin typeface="Calibri"/>
                <a:cs typeface="Calibri"/>
              </a:rPr>
              <a:t>connection </a:t>
            </a:r>
            <a:r>
              <a:rPr sz="1900" spc="-5" dirty="0">
                <a:latin typeface="Calibri"/>
                <a:cs typeface="Calibri"/>
              </a:rPr>
              <a:t> (or </a:t>
            </a:r>
            <a:r>
              <a:rPr sz="1900" dirty="0">
                <a:latin typeface="Calibri"/>
                <a:cs typeface="Calibri"/>
              </a:rPr>
              <a:t>virtual </a:t>
            </a:r>
            <a:r>
              <a:rPr sz="1900" spc="-5" dirty="0">
                <a:latin typeface="Calibri"/>
                <a:cs typeface="Calibri"/>
              </a:rPr>
              <a:t>circuit). A </a:t>
            </a:r>
            <a:r>
              <a:rPr sz="1900" spc="-10" dirty="0">
                <a:latin typeface="Calibri"/>
                <a:cs typeface="Calibri"/>
              </a:rPr>
              <a:t>connection </a:t>
            </a:r>
            <a:r>
              <a:rPr sz="1900" spc="-5" dirty="0">
                <a:latin typeface="Calibri"/>
                <a:cs typeface="Calibri"/>
              </a:rPr>
              <a:t>is the </a:t>
            </a:r>
            <a:r>
              <a:rPr sz="1900" spc="-20" dirty="0">
                <a:latin typeface="Calibri"/>
                <a:cs typeface="Calibri"/>
              </a:rPr>
              <a:t>state </a:t>
            </a:r>
            <a:r>
              <a:rPr sz="1900" spc="-5" dirty="0">
                <a:latin typeface="Calibri"/>
                <a:cs typeface="Calibri"/>
              </a:rPr>
              <a:t>of the </a:t>
            </a:r>
            <a:r>
              <a:rPr sz="1900" spc="-41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host-to-host</a:t>
            </a:r>
            <a:r>
              <a:rPr sz="1900" spc="14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transport</a:t>
            </a:r>
            <a:r>
              <a:rPr sz="1900" spc="135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layer</a:t>
            </a:r>
            <a:r>
              <a:rPr sz="1900" spc="16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between</a:t>
            </a:r>
            <a:r>
              <a:rPr sz="1900" spc="14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the</a:t>
            </a:r>
            <a:r>
              <a:rPr sz="1900" spc="14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time</a:t>
            </a:r>
            <a:endParaRPr sz="19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20485" y="4740909"/>
            <a:ext cx="4902835" cy="853439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 algn="just">
              <a:lnSpc>
                <a:spcPts val="2050"/>
              </a:lnSpc>
              <a:spcBef>
                <a:spcPts val="355"/>
              </a:spcBef>
            </a:pPr>
            <a:r>
              <a:rPr sz="1900" spc="-5" dirty="0">
                <a:latin typeface="Calibri"/>
                <a:cs typeface="Calibri"/>
              </a:rPr>
              <a:t>that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an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open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command</a:t>
            </a:r>
            <a:r>
              <a:rPr sz="1900" spc="-5" dirty="0">
                <a:latin typeface="Calibri"/>
                <a:cs typeface="Calibri"/>
              </a:rPr>
              <a:t> is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accepted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by</a:t>
            </a:r>
            <a:r>
              <a:rPr sz="1900" spc="-5" dirty="0">
                <a:latin typeface="Calibri"/>
                <a:cs typeface="Calibri"/>
              </a:rPr>
              <a:t> the </a:t>
            </a:r>
            <a:r>
              <a:rPr sz="1900" spc="-4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receiving </a:t>
            </a:r>
            <a:r>
              <a:rPr sz="1900" spc="-10" dirty="0">
                <a:latin typeface="Calibri"/>
                <a:cs typeface="Calibri"/>
              </a:rPr>
              <a:t>computer </a:t>
            </a:r>
            <a:r>
              <a:rPr sz="1900" spc="-5" dirty="0">
                <a:latin typeface="Calibri"/>
                <a:cs typeface="Calibri"/>
              </a:rPr>
              <a:t>and the </a:t>
            </a:r>
            <a:r>
              <a:rPr sz="1900" dirty="0">
                <a:latin typeface="Calibri"/>
                <a:cs typeface="Calibri"/>
              </a:rPr>
              <a:t>time </a:t>
            </a:r>
            <a:r>
              <a:rPr sz="1900" spc="-5" dirty="0">
                <a:latin typeface="Calibri"/>
                <a:cs typeface="Calibri"/>
              </a:rPr>
              <a:t>that the close 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command </a:t>
            </a:r>
            <a:r>
              <a:rPr sz="1900" spc="-5" dirty="0">
                <a:latin typeface="Calibri"/>
                <a:cs typeface="Calibri"/>
              </a:rPr>
              <a:t>is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issued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by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either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30" dirty="0">
                <a:latin typeface="Calibri"/>
                <a:cs typeface="Calibri"/>
              </a:rPr>
              <a:t>computer.</a:t>
            </a:r>
            <a:endParaRPr sz="19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44821" y="1167130"/>
            <a:ext cx="43903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Application</a:t>
            </a:r>
            <a:r>
              <a:rPr spc="-8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99838" y="2292223"/>
            <a:ext cx="6513830" cy="338582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 algn="just">
              <a:lnSpc>
                <a:spcPct val="80000"/>
              </a:lnSpc>
              <a:spcBef>
                <a:spcPts val="480"/>
              </a:spcBef>
              <a:buFont typeface="Wingdings"/>
              <a:buChar char=""/>
              <a:tabLst>
                <a:tab pos="241300" algn="l"/>
              </a:tabLst>
            </a:pPr>
            <a:r>
              <a:rPr sz="1600" spc="-5" dirty="0">
                <a:latin typeface="Calibri"/>
                <a:cs typeface="Calibri"/>
              </a:rPr>
              <a:t>This </a:t>
            </a:r>
            <a:r>
              <a:rPr sz="1600" spc="-15" dirty="0">
                <a:latin typeface="Calibri"/>
                <a:cs typeface="Calibri"/>
              </a:rPr>
              <a:t>layer </a:t>
            </a:r>
            <a:r>
              <a:rPr sz="1600" spc="-5" dirty="0">
                <a:latin typeface="Calibri"/>
                <a:cs typeface="Calibri"/>
              </a:rPr>
              <a:t>provides </a:t>
            </a:r>
            <a:r>
              <a:rPr sz="1600" spc="-10" dirty="0">
                <a:latin typeface="Calibri"/>
                <a:cs typeface="Calibri"/>
              </a:rPr>
              <a:t>functions </a:t>
            </a:r>
            <a:r>
              <a:rPr sz="1600" spc="-15" dirty="0">
                <a:latin typeface="Calibri"/>
                <a:cs typeface="Calibri"/>
              </a:rPr>
              <a:t>for users </a:t>
            </a:r>
            <a:r>
              <a:rPr sz="1600" dirty="0">
                <a:latin typeface="Calibri"/>
                <a:cs typeface="Calibri"/>
              </a:rPr>
              <a:t>or </a:t>
            </a:r>
            <a:r>
              <a:rPr sz="1600" spc="-5" dirty="0">
                <a:latin typeface="Calibri"/>
                <a:cs typeface="Calibri"/>
              </a:rPr>
              <a:t>their </a:t>
            </a:r>
            <a:r>
              <a:rPr sz="1600" spc="-10" dirty="0">
                <a:latin typeface="Calibri"/>
                <a:cs typeface="Calibri"/>
              </a:rPr>
              <a:t>programs, </a:t>
            </a:r>
            <a:r>
              <a:rPr sz="1600" spc="-5" dirty="0">
                <a:latin typeface="Calibri"/>
                <a:cs typeface="Calibri"/>
              </a:rPr>
              <a:t>and </a:t>
            </a:r>
            <a:r>
              <a:rPr sz="1600" dirty="0">
                <a:latin typeface="Calibri"/>
                <a:cs typeface="Calibri"/>
              </a:rPr>
              <a:t>it is </a:t>
            </a:r>
            <a:r>
              <a:rPr sz="1600" spc="-10" dirty="0">
                <a:latin typeface="Calibri"/>
                <a:cs typeface="Calibri"/>
              </a:rPr>
              <a:t>highly </a:t>
            </a:r>
            <a:r>
              <a:rPr sz="1600" spc="-5" dirty="0">
                <a:latin typeface="Calibri"/>
                <a:cs typeface="Calibri"/>
              </a:rPr>
              <a:t> specific </a:t>
            </a:r>
            <a:r>
              <a:rPr sz="1600" spc="-10" dirty="0">
                <a:latin typeface="Calibri"/>
                <a:cs typeface="Calibri"/>
              </a:rPr>
              <a:t>to </a:t>
            </a:r>
            <a:r>
              <a:rPr sz="1600" spc="-5" dirty="0">
                <a:latin typeface="Calibri"/>
                <a:cs typeface="Calibri"/>
              </a:rPr>
              <a:t>the </a:t>
            </a:r>
            <a:r>
              <a:rPr sz="1600" spc="-10" dirty="0">
                <a:latin typeface="Calibri"/>
                <a:cs typeface="Calibri"/>
              </a:rPr>
              <a:t>application being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performed.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 </a:t>
            </a:r>
            <a:r>
              <a:rPr sz="1600" spc="-10" dirty="0">
                <a:latin typeface="Calibri"/>
                <a:cs typeface="Calibri"/>
              </a:rPr>
              <a:t>provides</a:t>
            </a:r>
            <a:r>
              <a:rPr sz="1600" spc="34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 </a:t>
            </a:r>
            <a:r>
              <a:rPr sz="1600" dirty="0">
                <a:latin typeface="Calibri"/>
                <a:cs typeface="Calibri"/>
              </a:rPr>
              <a:t>services </a:t>
            </a:r>
            <a:r>
              <a:rPr sz="1600" spc="-10" dirty="0">
                <a:latin typeface="Calibri"/>
                <a:cs typeface="Calibri"/>
              </a:rPr>
              <a:t>that 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user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applications</a:t>
            </a:r>
            <a:r>
              <a:rPr sz="1600" spc="1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use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communicate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over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network,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and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the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layer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which user-access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network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processes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reside.</a:t>
            </a:r>
            <a:endParaRPr sz="1600">
              <a:latin typeface="Calibri"/>
              <a:cs typeface="Calibri"/>
            </a:endParaRPr>
          </a:p>
          <a:p>
            <a:pPr marL="241300" indent="-228600" algn="just">
              <a:lnSpc>
                <a:spcPts val="1730"/>
              </a:lnSpc>
              <a:spcBef>
                <a:spcPts val="120"/>
              </a:spcBef>
              <a:buFont typeface="Wingdings"/>
              <a:buChar char=""/>
              <a:tabLst>
                <a:tab pos="241300" algn="l"/>
              </a:tabLst>
            </a:pPr>
            <a:r>
              <a:rPr sz="1600" spc="-5" dirty="0">
                <a:latin typeface="Calibri"/>
                <a:cs typeface="Calibri"/>
              </a:rPr>
              <a:t>These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processes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include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all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of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those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that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users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interact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with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directly,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as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well</a:t>
            </a:r>
            <a:endParaRPr sz="1600">
              <a:latin typeface="Calibri"/>
              <a:cs typeface="Calibri"/>
            </a:endParaRPr>
          </a:p>
          <a:p>
            <a:pPr marL="241300" algn="just">
              <a:lnSpc>
                <a:spcPts val="1730"/>
              </a:lnSpc>
            </a:pPr>
            <a:r>
              <a:rPr sz="1600" spc="-5" dirty="0">
                <a:latin typeface="Calibri"/>
                <a:cs typeface="Calibri"/>
              </a:rPr>
              <a:t>as other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processes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of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which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users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are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not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aware.</a:t>
            </a:r>
            <a:endParaRPr sz="1600">
              <a:latin typeface="Calibri"/>
              <a:cs typeface="Calibri"/>
            </a:endParaRPr>
          </a:p>
          <a:p>
            <a:pPr marL="241300" marR="5715" indent="-228600" algn="just">
              <a:lnSpc>
                <a:spcPts val="1540"/>
              </a:lnSpc>
              <a:spcBef>
                <a:spcPts val="475"/>
              </a:spcBef>
              <a:buFont typeface="Wingdings"/>
              <a:buChar char=""/>
              <a:tabLst>
                <a:tab pos="241300" algn="l"/>
              </a:tabLst>
            </a:pPr>
            <a:r>
              <a:rPr sz="1600" spc="-5" dirty="0">
                <a:latin typeface="Calibri"/>
                <a:cs typeface="Calibri"/>
              </a:rPr>
              <a:t>This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layer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includes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all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applications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protocols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that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use</a:t>
            </a:r>
            <a:r>
              <a:rPr sz="1600" spc="-5" dirty="0">
                <a:latin typeface="Calibri"/>
                <a:cs typeface="Calibri"/>
              </a:rPr>
              <a:t> the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host-to-host 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transport protocols to </a:t>
            </a:r>
            <a:r>
              <a:rPr sz="1600" spc="-5" dirty="0">
                <a:latin typeface="Calibri"/>
                <a:cs typeface="Calibri"/>
              </a:rPr>
              <a:t>deliver </a:t>
            </a:r>
            <a:r>
              <a:rPr sz="1600" spc="-10" dirty="0">
                <a:latin typeface="Calibri"/>
                <a:cs typeface="Calibri"/>
              </a:rPr>
              <a:t>data. </a:t>
            </a:r>
            <a:r>
              <a:rPr sz="1600" spc="-5" dirty="0">
                <a:latin typeface="Calibri"/>
                <a:cs typeface="Calibri"/>
              </a:rPr>
              <a:t>Other functions </a:t>
            </a:r>
            <a:r>
              <a:rPr sz="1600" spc="-10" dirty="0">
                <a:latin typeface="Calibri"/>
                <a:cs typeface="Calibri"/>
              </a:rPr>
              <a:t>that process </a:t>
            </a:r>
            <a:r>
              <a:rPr sz="1600" dirty="0">
                <a:latin typeface="Calibri"/>
                <a:cs typeface="Calibri"/>
              </a:rPr>
              <a:t>user </a:t>
            </a:r>
            <a:r>
              <a:rPr sz="1600" spc="-10" dirty="0">
                <a:latin typeface="Calibri"/>
                <a:cs typeface="Calibri"/>
              </a:rPr>
              <a:t>data, 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such</a:t>
            </a:r>
            <a:r>
              <a:rPr sz="1600" spc="-5" dirty="0">
                <a:latin typeface="Calibri"/>
                <a:cs typeface="Calibri"/>
              </a:rPr>
              <a:t> as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data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encryption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and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decryption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and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compression</a:t>
            </a:r>
            <a:r>
              <a:rPr sz="1600" spc="-5" dirty="0">
                <a:latin typeface="Calibri"/>
                <a:cs typeface="Calibri"/>
              </a:rPr>
              <a:t> and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decompression,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can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also </a:t>
            </a:r>
            <a:r>
              <a:rPr sz="1600" spc="-10" dirty="0">
                <a:latin typeface="Calibri"/>
                <a:cs typeface="Calibri"/>
              </a:rPr>
              <a:t>reside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at</a:t>
            </a:r>
            <a:r>
              <a:rPr sz="1600" spc="-5" dirty="0">
                <a:latin typeface="Calibri"/>
                <a:cs typeface="Calibri"/>
              </a:rPr>
              <a:t> the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application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40" dirty="0">
                <a:latin typeface="Calibri"/>
                <a:cs typeface="Calibri"/>
              </a:rPr>
              <a:t>layer.</a:t>
            </a:r>
            <a:endParaRPr sz="1600">
              <a:latin typeface="Calibri"/>
              <a:cs typeface="Calibri"/>
            </a:endParaRPr>
          </a:p>
          <a:p>
            <a:pPr marL="241300" marR="5080" indent="-228600" algn="just">
              <a:lnSpc>
                <a:spcPct val="80000"/>
              </a:lnSpc>
              <a:spcBef>
                <a:spcPts val="505"/>
              </a:spcBef>
              <a:buFont typeface="Wingdings"/>
              <a:buChar char=""/>
              <a:tabLst>
                <a:tab pos="241300" algn="l"/>
              </a:tabLst>
            </a:pP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application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layer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also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manages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the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sessions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(connections)</a:t>
            </a:r>
            <a:r>
              <a:rPr sz="1600" spc="-5" dirty="0">
                <a:latin typeface="Calibri"/>
                <a:cs typeface="Calibri"/>
              </a:rPr>
              <a:t> between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cooperating applications. </a:t>
            </a:r>
            <a:r>
              <a:rPr sz="1600" dirty="0">
                <a:latin typeface="Calibri"/>
                <a:cs typeface="Calibri"/>
              </a:rPr>
              <a:t>In </a:t>
            </a:r>
            <a:r>
              <a:rPr sz="1600" spc="-5" dirty="0">
                <a:latin typeface="Calibri"/>
                <a:cs typeface="Calibri"/>
              </a:rPr>
              <a:t>the </a:t>
            </a:r>
            <a:r>
              <a:rPr sz="1600" spc="-25" dirty="0">
                <a:latin typeface="Calibri"/>
                <a:cs typeface="Calibri"/>
              </a:rPr>
              <a:t>TCP/IP </a:t>
            </a:r>
            <a:r>
              <a:rPr sz="1600" spc="-15" dirty="0">
                <a:latin typeface="Calibri"/>
                <a:cs typeface="Calibri"/>
              </a:rPr>
              <a:t>protocol </a:t>
            </a:r>
            <a:r>
              <a:rPr sz="1600" spc="-25" dirty="0">
                <a:latin typeface="Calibri"/>
                <a:cs typeface="Calibri"/>
              </a:rPr>
              <a:t>hierarchy, </a:t>
            </a:r>
            <a:r>
              <a:rPr sz="1600" spc="-5" dirty="0">
                <a:latin typeface="Calibri"/>
                <a:cs typeface="Calibri"/>
              </a:rPr>
              <a:t>sessions are not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identifiable as a </a:t>
            </a:r>
            <a:r>
              <a:rPr sz="1600" spc="-15" dirty="0">
                <a:latin typeface="Calibri"/>
                <a:cs typeface="Calibri"/>
              </a:rPr>
              <a:t>separate </a:t>
            </a:r>
            <a:r>
              <a:rPr sz="1600" spc="-35" dirty="0">
                <a:latin typeface="Calibri"/>
                <a:cs typeface="Calibri"/>
              </a:rPr>
              <a:t>layer, </a:t>
            </a:r>
            <a:r>
              <a:rPr sz="1600" spc="-5" dirty="0">
                <a:latin typeface="Calibri"/>
                <a:cs typeface="Calibri"/>
              </a:rPr>
              <a:t>and these functions </a:t>
            </a:r>
            <a:r>
              <a:rPr sz="1600" spc="-10" dirty="0">
                <a:latin typeface="Calibri"/>
                <a:cs typeface="Calibri"/>
              </a:rPr>
              <a:t>are </a:t>
            </a:r>
            <a:r>
              <a:rPr sz="1600" spc="-5" dirty="0">
                <a:latin typeface="Calibri"/>
                <a:cs typeface="Calibri"/>
              </a:rPr>
              <a:t>performed </a:t>
            </a:r>
            <a:r>
              <a:rPr sz="1600" spc="-10" dirty="0">
                <a:latin typeface="Calibri"/>
                <a:cs typeface="Calibri"/>
              </a:rPr>
              <a:t>by </a:t>
            </a:r>
            <a:r>
              <a:rPr sz="1600" spc="-5" dirty="0">
                <a:latin typeface="Calibri"/>
                <a:cs typeface="Calibri"/>
              </a:rPr>
              <a:t>the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host-to-host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transport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40" dirty="0">
                <a:latin typeface="Calibri"/>
                <a:cs typeface="Calibri"/>
              </a:rPr>
              <a:t>layer.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Instead</a:t>
            </a:r>
            <a:r>
              <a:rPr sz="1600" spc="-5" dirty="0">
                <a:latin typeface="Calibri"/>
                <a:cs typeface="Calibri"/>
              </a:rPr>
              <a:t> of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using</a:t>
            </a:r>
            <a:r>
              <a:rPr sz="1600" spc="-5" dirty="0">
                <a:latin typeface="Calibri"/>
                <a:cs typeface="Calibri"/>
              </a:rPr>
              <a:t> the</a:t>
            </a:r>
            <a:r>
              <a:rPr sz="1600" spc="3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term</a:t>
            </a:r>
            <a:r>
              <a:rPr sz="1600" spc="34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"session,"</a:t>
            </a:r>
            <a:r>
              <a:rPr sz="1600" spc="35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TCP/IP 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uses </a:t>
            </a:r>
            <a:r>
              <a:rPr sz="1600" spc="-5" dirty="0">
                <a:latin typeface="Calibri"/>
                <a:cs typeface="Calibri"/>
              </a:rPr>
              <a:t>the terms </a:t>
            </a:r>
            <a:r>
              <a:rPr sz="1600" spc="-10" dirty="0">
                <a:latin typeface="Calibri"/>
                <a:cs typeface="Calibri"/>
              </a:rPr>
              <a:t>"socket" </a:t>
            </a:r>
            <a:r>
              <a:rPr sz="1600" spc="-5" dirty="0">
                <a:latin typeface="Calibri"/>
                <a:cs typeface="Calibri"/>
              </a:rPr>
              <a:t>and "port" </a:t>
            </a:r>
            <a:r>
              <a:rPr sz="1600" spc="-10" dirty="0">
                <a:latin typeface="Calibri"/>
                <a:cs typeface="Calibri"/>
              </a:rPr>
              <a:t>to </a:t>
            </a:r>
            <a:r>
              <a:rPr sz="1600" spc="-5" dirty="0">
                <a:latin typeface="Calibri"/>
                <a:cs typeface="Calibri"/>
              </a:rPr>
              <a:t>describe the </a:t>
            </a:r>
            <a:r>
              <a:rPr sz="1600" spc="-10" dirty="0">
                <a:latin typeface="Calibri"/>
                <a:cs typeface="Calibri"/>
              </a:rPr>
              <a:t>path </a:t>
            </a:r>
            <a:r>
              <a:rPr sz="1600" spc="-5" dirty="0">
                <a:latin typeface="Calibri"/>
                <a:cs typeface="Calibri"/>
              </a:rPr>
              <a:t>(or virtual circuit)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over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which </a:t>
            </a:r>
            <a:r>
              <a:rPr sz="1600" spc="-15" dirty="0">
                <a:latin typeface="Calibri"/>
                <a:cs typeface="Calibri"/>
              </a:rPr>
              <a:t>cooperating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applications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communicate.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36007" cy="685799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081778" y="2116073"/>
            <a:ext cx="6309360" cy="0"/>
          </a:xfrm>
          <a:custGeom>
            <a:avLst/>
            <a:gdLst/>
            <a:ahLst/>
            <a:cxnLst/>
            <a:rect l="l" t="t" r="r" b="b"/>
            <a:pathLst>
              <a:path w="6309359">
                <a:moveTo>
                  <a:pt x="0" y="0"/>
                </a:moveTo>
                <a:lnTo>
                  <a:pt x="6309360" y="0"/>
                </a:lnTo>
              </a:path>
            </a:pathLst>
          </a:custGeom>
          <a:ln w="19050">
            <a:solidFill>
              <a:srgbClr val="3CDDF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7804" y="1574291"/>
            <a:ext cx="3499485" cy="3333115"/>
          </a:xfrm>
          <a:custGeom>
            <a:avLst/>
            <a:gdLst/>
            <a:ahLst/>
            <a:cxnLst/>
            <a:rect l="l" t="t" r="r" b="b"/>
            <a:pathLst>
              <a:path w="3499485" h="3333115">
                <a:moveTo>
                  <a:pt x="2972943" y="0"/>
                </a:moveTo>
                <a:lnTo>
                  <a:pt x="0" y="0"/>
                </a:lnTo>
                <a:lnTo>
                  <a:pt x="0" y="3332988"/>
                </a:lnTo>
                <a:lnTo>
                  <a:pt x="2972943" y="3332988"/>
                </a:lnTo>
                <a:lnTo>
                  <a:pt x="3499104" y="1666494"/>
                </a:lnTo>
                <a:lnTo>
                  <a:pt x="2972943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425321" y="2157476"/>
            <a:ext cx="1839595" cy="2056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4105"/>
              </a:lnSpc>
              <a:spcBef>
                <a:spcPts val="100"/>
              </a:spcBef>
            </a:pPr>
            <a:r>
              <a:rPr sz="3600" spc="-65" dirty="0">
                <a:solidFill>
                  <a:srgbClr val="FFFFFF"/>
                </a:solidFill>
                <a:latin typeface="Calibri Light"/>
                <a:cs typeface="Calibri Light"/>
              </a:rPr>
              <a:t>TCP/IP</a:t>
            </a:r>
            <a:endParaRPr sz="3600">
              <a:latin typeface="Calibri Light"/>
              <a:cs typeface="Calibri Light"/>
            </a:endParaRPr>
          </a:p>
          <a:p>
            <a:pPr marL="12700" marR="5080" algn="ctr">
              <a:lnSpc>
                <a:spcPct val="90000"/>
              </a:lnSpc>
              <a:spcBef>
                <a:spcPts val="215"/>
              </a:spcBef>
            </a:pPr>
            <a:r>
              <a:rPr sz="3600" spc="-95" dirty="0">
                <a:solidFill>
                  <a:srgbClr val="FFFFFF"/>
                </a:solidFill>
                <a:latin typeface="Calibri Light"/>
                <a:cs typeface="Calibri Light"/>
              </a:rPr>
              <a:t>R</a:t>
            </a:r>
            <a:r>
              <a:rPr sz="3600" spc="-55" dirty="0">
                <a:solidFill>
                  <a:srgbClr val="FFFFFF"/>
                </a:solidFill>
                <a:latin typeface="Calibri Light"/>
                <a:cs typeface="Calibri Light"/>
              </a:rPr>
              <a:t>e</a:t>
            </a:r>
            <a:r>
              <a:rPr sz="3600" spc="-120" dirty="0">
                <a:solidFill>
                  <a:srgbClr val="FFFFFF"/>
                </a:solidFill>
                <a:latin typeface="Calibri Light"/>
                <a:cs typeface="Calibri Light"/>
              </a:rPr>
              <a:t>f</a:t>
            </a:r>
            <a:r>
              <a:rPr sz="3600" spc="-30" dirty="0">
                <a:solidFill>
                  <a:srgbClr val="FFFFFF"/>
                </a:solidFill>
                <a:latin typeface="Calibri Light"/>
                <a:cs typeface="Calibri Light"/>
              </a:rPr>
              <a:t>e</a:t>
            </a:r>
            <a:r>
              <a:rPr sz="3600" spc="-80" dirty="0">
                <a:solidFill>
                  <a:srgbClr val="FFFFFF"/>
                </a:solidFill>
                <a:latin typeface="Calibri Light"/>
                <a:cs typeface="Calibri Light"/>
              </a:rPr>
              <a:t>r</a:t>
            </a:r>
            <a:r>
              <a:rPr sz="3600" spc="-45" dirty="0">
                <a:solidFill>
                  <a:srgbClr val="FFFFFF"/>
                </a:solidFill>
                <a:latin typeface="Calibri Light"/>
                <a:cs typeface="Calibri Light"/>
              </a:rPr>
              <a:t>e</a:t>
            </a:r>
            <a:r>
              <a:rPr sz="3600" spc="-35" dirty="0">
                <a:solidFill>
                  <a:srgbClr val="FFFFFF"/>
                </a:solidFill>
                <a:latin typeface="Calibri Light"/>
                <a:cs typeface="Calibri Light"/>
              </a:rPr>
              <a:t>nc</a:t>
            </a:r>
            <a:r>
              <a:rPr sz="3600" dirty="0">
                <a:solidFill>
                  <a:srgbClr val="FFFFFF"/>
                </a:solidFill>
                <a:latin typeface="Calibri Light"/>
                <a:cs typeface="Calibri Light"/>
              </a:rPr>
              <a:t>e  </a:t>
            </a:r>
            <a:r>
              <a:rPr sz="3600" spc="-40" dirty="0">
                <a:solidFill>
                  <a:srgbClr val="FFFFFF"/>
                </a:solidFill>
                <a:latin typeface="Calibri Light"/>
                <a:cs typeface="Calibri Light"/>
              </a:rPr>
              <a:t>Example </a:t>
            </a:r>
            <a:r>
              <a:rPr sz="36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600" spc="-45" dirty="0">
                <a:solidFill>
                  <a:srgbClr val="FFFFFF"/>
                </a:solidFill>
                <a:latin typeface="Calibri Light"/>
                <a:cs typeface="Calibri Light"/>
              </a:rPr>
              <a:t>(Layers)</a:t>
            </a:r>
            <a:endParaRPr sz="3600">
              <a:latin typeface="Calibri Light"/>
              <a:cs typeface="Calibri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83608" y="1133855"/>
            <a:ext cx="7398161" cy="4809744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9988" y="2131898"/>
            <a:ext cx="3162300" cy="214439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 marR="816610">
              <a:lnSpc>
                <a:spcPts val="5830"/>
              </a:lnSpc>
              <a:spcBef>
                <a:spcPts val="835"/>
              </a:spcBef>
            </a:pPr>
            <a:r>
              <a:rPr sz="5400" dirty="0">
                <a:solidFill>
                  <a:srgbClr val="000000"/>
                </a:solidFill>
              </a:rPr>
              <a:t>Further  </a:t>
            </a:r>
            <a:r>
              <a:rPr sz="5400" spc="-5" dirty="0">
                <a:solidFill>
                  <a:srgbClr val="000000"/>
                </a:solidFill>
              </a:rPr>
              <a:t>Study</a:t>
            </a:r>
            <a:endParaRPr sz="5400"/>
          </a:p>
          <a:p>
            <a:pPr marL="12700">
              <a:lnSpc>
                <a:spcPts val="4280"/>
              </a:lnSpc>
            </a:pPr>
            <a:r>
              <a:rPr sz="4000" spc="-5" dirty="0">
                <a:solidFill>
                  <a:srgbClr val="000000"/>
                </a:solidFill>
              </a:rPr>
              <a:t>(For</a:t>
            </a:r>
            <a:r>
              <a:rPr sz="4000" spc="-114" dirty="0">
                <a:solidFill>
                  <a:srgbClr val="000000"/>
                </a:solidFill>
              </a:rPr>
              <a:t> </a:t>
            </a:r>
            <a:r>
              <a:rPr sz="4000" spc="-5" dirty="0">
                <a:solidFill>
                  <a:srgbClr val="000000"/>
                </a:solidFill>
              </a:rPr>
              <a:t>Students)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4741831" y="1006665"/>
            <a:ext cx="90805" cy="4523105"/>
            <a:chOff x="4741831" y="1006665"/>
            <a:chExt cx="90805" cy="4523105"/>
          </a:xfrm>
        </p:grpSpPr>
        <p:sp>
          <p:nvSpPr>
            <p:cNvPr id="4" name="object 4"/>
            <p:cNvSpPr/>
            <p:nvPr/>
          </p:nvSpPr>
          <p:spPr>
            <a:xfrm>
              <a:off x="4760764" y="1027937"/>
              <a:ext cx="46990" cy="4481830"/>
            </a:xfrm>
            <a:custGeom>
              <a:avLst/>
              <a:gdLst/>
              <a:ahLst/>
              <a:cxnLst/>
              <a:rect l="l" t="t" r="r" b="b"/>
              <a:pathLst>
                <a:path w="46989" h="4481830">
                  <a:moveTo>
                    <a:pt x="21621" y="2201852"/>
                  </a:moveTo>
                  <a:lnTo>
                    <a:pt x="22760" y="2238962"/>
                  </a:lnTo>
                  <a:lnTo>
                    <a:pt x="23733" y="2286077"/>
                  </a:lnTo>
                  <a:lnTo>
                    <a:pt x="24214" y="2334006"/>
                  </a:lnTo>
                  <a:lnTo>
                    <a:pt x="24165" y="2382950"/>
                  </a:lnTo>
                  <a:lnTo>
                    <a:pt x="23550" y="2433113"/>
                  </a:lnTo>
                  <a:lnTo>
                    <a:pt x="22332" y="2484695"/>
                  </a:lnTo>
                  <a:lnTo>
                    <a:pt x="20446" y="2538503"/>
                  </a:lnTo>
                  <a:lnTo>
                    <a:pt x="17939" y="2592927"/>
                  </a:lnTo>
                  <a:lnTo>
                    <a:pt x="14689" y="2649982"/>
                  </a:lnTo>
                  <a:lnTo>
                    <a:pt x="11908" y="2703738"/>
                  </a:lnTo>
                  <a:lnTo>
                    <a:pt x="10148" y="2757589"/>
                  </a:lnTo>
                  <a:lnTo>
                    <a:pt x="9257" y="2811302"/>
                  </a:lnTo>
                  <a:lnTo>
                    <a:pt x="9082" y="2864647"/>
                  </a:lnTo>
                  <a:lnTo>
                    <a:pt x="9472" y="2917393"/>
                  </a:lnTo>
                  <a:lnTo>
                    <a:pt x="10275" y="2969308"/>
                  </a:lnTo>
                  <a:lnTo>
                    <a:pt x="11363" y="3021203"/>
                  </a:lnTo>
                  <a:lnTo>
                    <a:pt x="13715" y="3121494"/>
                  </a:lnTo>
                  <a:lnTo>
                    <a:pt x="14574" y="3164045"/>
                  </a:lnTo>
                  <a:lnTo>
                    <a:pt x="15162" y="3208344"/>
                  </a:lnTo>
                  <a:lnTo>
                    <a:pt x="15250" y="3250426"/>
                  </a:lnTo>
                  <a:lnTo>
                    <a:pt x="14689" y="3290062"/>
                  </a:lnTo>
                  <a:lnTo>
                    <a:pt x="14270" y="3329043"/>
                  </a:lnTo>
                  <a:lnTo>
                    <a:pt x="14742" y="3369433"/>
                  </a:lnTo>
                  <a:lnTo>
                    <a:pt x="15880" y="3411312"/>
                  </a:lnTo>
                  <a:lnTo>
                    <a:pt x="17460" y="3454764"/>
                  </a:lnTo>
                  <a:lnTo>
                    <a:pt x="19260" y="3499870"/>
                  </a:lnTo>
                  <a:lnTo>
                    <a:pt x="21054" y="3546713"/>
                  </a:lnTo>
                  <a:lnTo>
                    <a:pt x="22620" y="3595374"/>
                  </a:lnTo>
                  <a:lnTo>
                    <a:pt x="23734" y="3645937"/>
                  </a:lnTo>
                  <a:lnTo>
                    <a:pt x="24172" y="3698482"/>
                  </a:lnTo>
                  <a:lnTo>
                    <a:pt x="23710" y="3753094"/>
                  </a:lnTo>
                  <a:lnTo>
                    <a:pt x="22124" y="3809852"/>
                  </a:lnTo>
                  <a:lnTo>
                    <a:pt x="19192" y="3868841"/>
                  </a:lnTo>
                  <a:lnTo>
                    <a:pt x="14689" y="3930142"/>
                  </a:lnTo>
                  <a:lnTo>
                    <a:pt x="10017" y="3999433"/>
                  </a:lnTo>
                  <a:lnTo>
                    <a:pt x="8243" y="4060629"/>
                  </a:lnTo>
                  <a:lnTo>
                    <a:pt x="8712" y="4115146"/>
                  </a:lnTo>
                  <a:lnTo>
                    <a:pt x="10769" y="4164397"/>
                  </a:lnTo>
                  <a:lnTo>
                    <a:pt x="13761" y="4209798"/>
                  </a:lnTo>
                  <a:lnTo>
                    <a:pt x="17033" y="4252763"/>
                  </a:lnTo>
                  <a:lnTo>
                    <a:pt x="19930" y="4294706"/>
                  </a:lnTo>
                  <a:lnTo>
                    <a:pt x="21799" y="4337043"/>
                  </a:lnTo>
                  <a:lnTo>
                    <a:pt x="21985" y="4381188"/>
                  </a:lnTo>
                  <a:lnTo>
                    <a:pt x="19832" y="4428555"/>
                  </a:lnTo>
                  <a:lnTo>
                    <a:pt x="14689" y="4480560"/>
                  </a:lnTo>
                  <a:lnTo>
                    <a:pt x="18880" y="4481322"/>
                  </a:lnTo>
                  <a:lnTo>
                    <a:pt x="27516" y="4479671"/>
                  </a:lnTo>
                  <a:lnTo>
                    <a:pt x="32905" y="4479671"/>
                  </a:lnTo>
                  <a:lnTo>
                    <a:pt x="29811" y="4441247"/>
                  </a:lnTo>
                  <a:lnTo>
                    <a:pt x="27538" y="4399575"/>
                  </a:lnTo>
                  <a:lnTo>
                    <a:pt x="26058" y="4355640"/>
                  </a:lnTo>
                  <a:lnTo>
                    <a:pt x="25268" y="4309540"/>
                  </a:lnTo>
                  <a:lnTo>
                    <a:pt x="25115" y="4252763"/>
                  </a:lnTo>
                  <a:lnTo>
                    <a:pt x="25371" y="4209798"/>
                  </a:lnTo>
                  <a:lnTo>
                    <a:pt x="26023" y="4159218"/>
                  </a:lnTo>
                  <a:lnTo>
                    <a:pt x="26978" y="4105427"/>
                  </a:lnTo>
                  <a:lnTo>
                    <a:pt x="28115" y="4049958"/>
                  </a:lnTo>
                  <a:lnTo>
                    <a:pt x="29333" y="3992905"/>
                  </a:lnTo>
                  <a:lnTo>
                    <a:pt x="30606" y="3930142"/>
                  </a:lnTo>
                  <a:lnTo>
                    <a:pt x="31604" y="3874443"/>
                  </a:lnTo>
                  <a:lnTo>
                    <a:pt x="32453" y="3813227"/>
                  </a:lnTo>
                  <a:lnTo>
                    <a:pt x="32977" y="3750818"/>
                  </a:lnTo>
                  <a:lnTo>
                    <a:pt x="33585" y="3689282"/>
                  </a:lnTo>
                  <a:lnTo>
                    <a:pt x="34663" y="3630418"/>
                  </a:lnTo>
                  <a:lnTo>
                    <a:pt x="36069" y="3573921"/>
                  </a:lnTo>
                  <a:lnTo>
                    <a:pt x="37664" y="3519485"/>
                  </a:lnTo>
                  <a:lnTo>
                    <a:pt x="39306" y="3466804"/>
                  </a:lnTo>
                  <a:lnTo>
                    <a:pt x="40854" y="3415572"/>
                  </a:lnTo>
                  <a:lnTo>
                    <a:pt x="42168" y="3365484"/>
                  </a:lnTo>
                  <a:lnTo>
                    <a:pt x="43107" y="3316233"/>
                  </a:lnTo>
                  <a:lnTo>
                    <a:pt x="43530" y="3267515"/>
                  </a:lnTo>
                  <a:lnTo>
                    <a:pt x="43296" y="3219023"/>
                  </a:lnTo>
                  <a:lnTo>
                    <a:pt x="42264" y="3170451"/>
                  </a:lnTo>
                  <a:lnTo>
                    <a:pt x="40294" y="3121494"/>
                  </a:lnTo>
                  <a:lnTo>
                    <a:pt x="37245" y="3071847"/>
                  </a:lnTo>
                  <a:lnTo>
                    <a:pt x="32890" y="3020162"/>
                  </a:lnTo>
                  <a:lnTo>
                    <a:pt x="28237" y="2963933"/>
                  </a:lnTo>
                  <a:lnTo>
                    <a:pt x="25321" y="2911088"/>
                  </a:lnTo>
                  <a:lnTo>
                    <a:pt x="23940" y="2861758"/>
                  </a:lnTo>
                  <a:lnTo>
                    <a:pt x="23872" y="2811302"/>
                  </a:lnTo>
                  <a:lnTo>
                    <a:pt x="24627" y="2770008"/>
                  </a:lnTo>
                  <a:lnTo>
                    <a:pt x="26119" y="2725769"/>
                  </a:lnTo>
                  <a:lnTo>
                    <a:pt x="27991" y="2681408"/>
                  </a:lnTo>
                  <a:lnTo>
                    <a:pt x="29957" y="2636016"/>
                  </a:lnTo>
                  <a:lnTo>
                    <a:pt x="31726" y="2588684"/>
                  </a:lnTo>
                  <a:lnTo>
                    <a:pt x="33018" y="2537899"/>
                  </a:lnTo>
                  <a:lnTo>
                    <a:pt x="33525" y="2484562"/>
                  </a:lnTo>
                  <a:lnTo>
                    <a:pt x="32977" y="2425954"/>
                  </a:lnTo>
                  <a:lnTo>
                    <a:pt x="31293" y="2367670"/>
                  </a:lnTo>
                  <a:lnTo>
                    <a:pt x="28814" y="2314586"/>
                  </a:lnTo>
                  <a:lnTo>
                    <a:pt x="25869" y="2265614"/>
                  </a:lnTo>
                  <a:lnTo>
                    <a:pt x="22788" y="2219668"/>
                  </a:lnTo>
                  <a:lnTo>
                    <a:pt x="21621" y="2201852"/>
                  </a:lnTo>
                  <a:close/>
                </a:path>
                <a:path w="46989" h="4481830">
                  <a:moveTo>
                    <a:pt x="32905" y="4479671"/>
                  </a:moveTo>
                  <a:lnTo>
                    <a:pt x="27516" y="4479671"/>
                  </a:lnTo>
                  <a:lnTo>
                    <a:pt x="32977" y="4480560"/>
                  </a:lnTo>
                  <a:lnTo>
                    <a:pt x="32905" y="4479671"/>
                  </a:lnTo>
                  <a:close/>
                </a:path>
                <a:path w="46989" h="4481830">
                  <a:moveTo>
                    <a:pt x="15963" y="2077352"/>
                  </a:moveTo>
                  <a:lnTo>
                    <a:pt x="16045" y="2089113"/>
                  </a:lnTo>
                  <a:lnTo>
                    <a:pt x="17546" y="2132504"/>
                  </a:lnTo>
                  <a:lnTo>
                    <a:pt x="19904" y="2175660"/>
                  </a:lnTo>
                  <a:lnTo>
                    <a:pt x="21621" y="2201852"/>
                  </a:lnTo>
                  <a:lnTo>
                    <a:pt x="21332" y="2192460"/>
                  </a:lnTo>
                  <a:lnTo>
                    <a:pt x="19486" y="2146368"/>
                  </a:lnTo>
                  <a:lnTo>
                    <a:pt x="17259" y="2100484"/>
                  </a:lnTo>
                  <a:lnTo>
                    <a:pt x="15963" y="2077352"/>
                  </a:lnTo>
                  <a:close/>
                </a:path>
                <a:path w="46989" h="4481830">
                  <a:moveTo>
                    <a:pt x="32977" y="0"/>
                  </a:moveTo>
                  <a:lnTo>
                    <a:pt x="27262" y="635"/>
                  </a:lnTo>
                  <a:lnTo>
                    <a:pt x="14710" y="635"/>
                  </a:lnTo>
                  <a:lnTo>
                    <a:pt x="16175" y="43685"/>
                  </a:lnTo>
                  <a:lnTo>
                    <a:pt x="16867" y="89662"/>
                  </a:lnTo>
                  <a:lnTo>
                    <a:pt x="16921" y="137566"/>
                  </a:lnTo>
                  <a:lnTo>
                    <a:pt x="16495" y="187033"/>
                  </a:lnTo>
                  <a:lnTo>
                    <a:pt x="15746" y="237697"/>
                  </a:lnTo>
                  <a:lnTo>
                    <a:pt x="13894" y="342155"/>
                  </a:lnTo>
                  <a:lnTo>
                    <a:pt x="13136" y="393229"/>
                  </a:lnTo>
                  <a:lnTo>
                    <a:pt x="12670" y="445037"/>
                  </a:lnTo>
                  <a:lnTo>
                    <a:pt x="12669" y="496220"/>
                  </a:lnTo>
                  <a:lnTo>
                    <a:pt x="13289" y="546412"/>
                  </a:lnTo>
                  <a:lnTo>
                    <a:pt x="14689" y="595249"/>
                  </a:lnTo>
                  <a:lnTo>
                    <a:pt x="16430" y="637958"/>
                  </a:lnTo>
                  <a:lnTo>
                    <a:pt x="20512" y="731540"/>
                  </a:lnTo>
                  <a:lnTo>
                    <a:pt x="22597" y="781719"/>
                  </a:lnTo>
                  <a:lnTo>
                    <a:pt x="24542" y="833694"/>
                  </a:lnTo>
                  <a:lnTo>
                    <a:pt x="26219" y="887117"/>
                  </a:lnTo>
                  <a:lnTo>
                    <a:pt x="27500" y="941641"/>
                  </a:lnTo>
                  <a:lnTo>
                    <a:pt x="28258" y="996920"/>
                  </a:lnTo>
                  <a:lnTo>
                    <a:pt x="28366" y="1052605"/>
                  </a:lnTo>
                  <a:lnTo>
                    <a:pt x="27696" y="1108351"/>
                  </a:lnTo>
                  <a:lnTo>
                    <a:pt x="26121" y="1163809"/>
                  </a:lnTo>
                  <a:lnTo>
                    <a:pt x="23513" y="1218633"/>
                  </a:lnTo>
                  <a:lnTo>
                    <a:pt x="19744" y="1272476"/>
                  </a:lnTo>
                  <a:lnTo>
                    <a:pt x="14689" y="1324990"/>
                  </a:lnTo>
                  <a:lnTo>
                    <a:pt x="9582" y="1377622"/>
                  </a:lnTo>
                  <a:lnTo>
                    <a:pt x="5678" y="1431780"/>
                  </a:lnTo>
                  <a:lnTo>
                    <a:pt x="2872" y="1487064"/>
                  </a:lnTo>
                  <a:lnTo>
                    <a:pt x="1059" y="1543071"/>
                  </a:lnTo>
                  <a:lnTo>
                    <a:pt x="137" y="1599401"/>
                  </a:lnTo>
                  <a:lnTo>
                    <a:pt x="0" y="1655651"/>
                  </a:lnTo>
                  <a:lnTo>
                    <a:pt x="544" y="1711420"/>
                  </a:lnTo>
                  <a:lnTo>
                    <a:pt x="1666" y="1766306"/>
                  </a:lnTo>
                  <a:lnTo>
                    <a:pt x="3261" y="1819909"/>
                  </a:lnTo>
                  <a:lnTo>
                    <a:pt x="5225" y="1871825"/>
                  </a:lnTo>
                  <a:lnTo>
                    <a:pt x="7454" y="1921655"/>
                  </a:lnTo>
                  <a:lnTo>
                    <a:pt x="9843" y="1968996"/>
                  </a:lnTo>
                  <a:lnTo>
                    <a:pt x="12290" y="2013447"/>
                  </a:lnTo>
                  <a:lnTo>
                    <a:pt x="14689" y="2054606"/>
                  </a:lnTo>
                  <a:lnTo>
                    <a:pt x="15963" y="2077352"/>
                  </a:lnTo>
                  <a:lnTo>
                    <a:pt x="16939" y="1997275"/>
                  </a:lnTo>
                  <a:lnTo>
                    <a:pt x="19994" y="1946655"/>
                  </a:lnTo>
                  <a:lnTo>
                    <a:pt x="25230" y="1891451"/>
                  </a:lnTo>
                  <a:lnTo>
                    <a:pt x="32977" y="1830577"/>
                  </a:lnTo>
                  <a:lnTo>
                    <a:pt x="39550" y="1774177"/>
                  </a:lnTo>
                  <a:lnTo>
                    <a:pt x="43860" y="1715330"/>
                  </a:lnTo>
                  <a:lnTo>
                    <a:pt x="46219" y="1654813"/>
                  </a:lnTo>
                  <a:lnTo>
                    <a:pt x="46939" y="1593402"/>
                  </a:lnTo>
                  <a:lnTo>
                    <a:pt x="46335" y="1531874"/>
                  </a:lnTo>
                  <a:lnTo>
                    <a:pt x="44720" y="1471006"/>
                  </a:lnTo>
                  <a:lnTo>
                    <a:pt x="42406" y="1411573"/>
                  </a:lnTo>
                  <a:lnTo>
                    <a:pt x="39708" y="1354352"/>
                  </a:lnTo>
                  <a:lnTo>
                    <a:pt x="36938" y="1300120"/>
                  </a:lnTo>
                  <a:lnTo>
                    <a:pt x="34409" y="1249652"/>
                  </a:lnTo>
                  <a:lnTo>
                    <a:pt x="32436" y="1203727"/>
                  </a:lnTo>
                  <a:lnTo>
                    <a:pt x="31349" y="1163809"/>
                  </a:lnTo>
                  <a:lnTo>
                    <a:pt x="31406" y="1128605"/>
                  </a:lnTo>
                  <a:lnTo>
                    <a:pt x="32977" y="1100963"/>
                  </a:lnTo>
                  <a:lnTo>
                    <a:pt x="36162" y="1066976"/>
                  </a:lnTo>
                  <a:lnTo>
                    <a:pt x="38877" y="1031580"/>
                  </a:lnTo>
                  <a:lnTo>
                    <a:pt x="41034" y="993921"/>
                  </a:lnTo>
                  <a:lnTo>
                    <a:pt x="42541" y="953145"/>
                  </a:lnTo>
                  <a:lnTo>
                    <a:pt x="43311" y="908399"/>
                  </a:lnTo>
                  <a:lnTo>
                    <a:pt x="43254" y="858829"/>
                  </a:lnTo>
                  <a:lnTo>
                    <a:pt x="42282" y="803583"/>
                  </a:lnTo>
                  <a:lnTo>
                    <a:pt x="40304" y="741806"/>
                  </a:lnTo>
                  <a:lnTo>
                    <a:pt x="37232" y="672646"/>
                  </a:lnTo>
                  <a:lnTo>
                    <a:pt x="32977" y="595249"/>
                  </a:lnTo>
                  <a:lnTo>
                    <a:pt x="29557" y="531736"/>
                  </a:lnTo>
                  <a:lnTo>
                    <a:pt x="27314" y="476349"/>
                  </a:lnTo>
                  <a:lnTo>
                    <a:pt x="26083" y="427410"/>
                  </a:lnTo>
                  <a:lnTo>
                    <a:pt x="25695" y="383238"/>
                  </a:lnTo>
                  <a:lnTo>
                    <a:pt x="25985" y="342155"/>
                  </a:lnTo>
                  <a:lnTo>
                    <a:pt x="26785" y="302482"/>
                  </a:lnTo>
                  <a:lnTo>
                    <a:pt x="27930" y="262538"/>
                  </a:lnTo>
                  <a:lnTo>
                    <a:pt x="29251" y="220646"/>
                  </a:lnTo>
                  <a:lnTo>
                    <a:pt x="30583" y="175125"/>
                  </a:lnTo>
                  <a:lnTo>
                    <a:pt x="31759" y="124296"/>
                  </a:lnTo>
                  <a:lnTo>
                    <a:pt x="32613" y="66481"/>
                  </a:lnTo>
                  <a:lnTo>
                    <a:pt x="32973" y="635"/>
                  </a:lnTo>
                  <a:lnTo>
                    <a:pt x="19261" y="635"/>
                  </a:lnTo>
                  <a:lnTo>
                    <a:pt x="14689" y="0"/>
                  </a:lnTo>
                  <a:lnTo>
                    <a:pt x="3297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762469" y="1027302"/>
              <a:ext cx="49530" cy="4481830"/>
            </a:xfrm>
            <a:custGeom>
              <a:avLst/>
              <a:gdLst/>
              <a:ahLst/>
              <a:cxnLst/>
              <a:rect l="l" t="t" r="r" b="b"/>
              <a:pathLst>
                <a:path w="49529" h="4481830">
                  <a:moveTo>
                    <a:pt x="31272" y="635"/>
                  </a:moveTo>
                  <a:lnTo>
                    <a:pt x="29380" y="63626"/>
                  </a:lnTo>
                  <a:lnTo>
                    <a:pt x="28044" y="119595"/>
                  </a:lnTo>
                  <a:lnTo>
                    <a:pt x="27200" y="169920"/>
                  </a:lnTo>
                  <a:lnTo>
                    <a:pt x="26785" y="215975"/>
                  </a:lnTo>
                  <a:lnTo>
                    <a:pt x="26734" y="259137"/>
                  </a:lnTo>
                  <a:lnTo>
                    <a:pt x="26986" y="300783"/>
                  </a:lnTo>
                  <a:lnTo>
                    <a:pt x="27475" y="342289"/>
                  </a:lnTo>
                  <a:lnTo>
                    <a:pt x="28139" y="385031"/>
                  </a:lnTo>
                  <a:lnTo>
                    <a:pt x="28915" y="430385"/>
                  </a:lnTo>
                  <a:lnTo>
                    <a:pt x="29737" y="479727"/>
                  </a:lnTo>
                  <a:lnTo>
                    <a:pt x="30544" y="534435"/>
                  </a:lnTo>
                  <a:lnTo>
                    <a:pt x="31272" y="595884"/>
                  </a:lnTo>
                  <a:lnTo>
                    <a:pt x="32280" y="667123"/>
                  </a:lnTo>
                  <a:lnTo>
                    <a:pt x="33576" y="726031"/>
                  </a:lnTo>
                  <a:lnTo>
                    <a:pt x="34968" y="775511"/>
                  </a:lnTo>
                  <a:lnTo>
                    <a:pt x="36265" y="818463"/>
                  </a:lnTo>
                  <a:lnTo>
                    <a:pt x="37273" y="857789"/>
                  </a:lnTo>
                  <a:lnTo>
                    <a:pt x="37801" y="896392"/>
                  </a:lnTo>
                  <a:lnTo>
                    <a:pt x="37657" y="937172"/>
                  </a:lnTo>
                  <a:lnTo>
                    <a:pt x="36649" y="983032"/>
                  </a:lnTo>
                  <a:lnTo>
                    <a:pt x="34584" y="1036873"/>
                  </a:lnTo>
                  <a:lnTo>
                    <a:pt x="31272" y="1101598"/>
                  </a:lnTo>
                  <a:lnTo>
                    <a:pt x="28850" y="1162908"/>
                  </a:lnTo>
                  <a:lnTo>
                    <a:pt x="28505" y="1218318"/>
                  </a:lnTo>
                  <a:lnTo>
                    <a:pt x="29706" y="1269042"/>
                  </a:lnTo>
                  <a:lnTo>
                    <a:pt x="31921" y="1316297"/>
                  </a:lnTo>
                  <a:lnTo>
                    <a:pt x="34621" y="1361297"/>
                  </a:lnTo>
                  <a:lnTo>
                    <a:pt x="37275" y="1405258"/>
                  </a:lnTo>
                  <a:lnTo>
                    <a:pt x="39351" y="1449395"/>
                  </a:lnTo>
                  <a:lnTo>
                    <a:pt x="40320" y="1494924"/>
                  </a:lnTo>
                  <a:lnTo>
                    <a:pt x="39650" y="1543060"/>
                  </a:lnTo>
                  <a:lnTo>
                    <a:pt x="36811" y="1595019"/>
                  </a:lnTo>
                  <a:lnTo>
                    <a:pt x="31272" y="1652016"/>
                  </a:lnTo>
                  <a:lnTo>
                    <a:pt x="26146" y="1700277"/>
                  </a:lnTo>
                  <a:lnTo>
                    <a:pt x="21861" y="1750577"/>
                  </a:lnTo>
                  <a:lnTo>
                    <a:pt x="18406" y="1802432"/>
                  </a:lnTo>
                  <a:lnTo>
                    <a:pt x="15765" y="1855358"/>
                  </a:lnTo>
                  <a:lnTo>
                    <a:pt x="13927" y="1908869"/>
                  </a:lnTo>
                  <a:lnTo>
                    <a:pt x="12877" y="1962482"/>
                  </a:lnTo>
                  <a:lnTo>
                    <a:pt x="12603" y="2015712"/>
                  </a:lnTo>
                  <a:lnTo>
                    <a:pt x="13091" y="2068075"/>
                  </a:lnTo>
                  <a:lnTo>
                    <a:pt x="14327" y="2119087"/>
                  </a:lnTo>
                  <a:lnTo>
                    <a:pt x="16299" y="2168263"/>
                  </a:lnTo>
                  <a:lnTo>
                    <a:pt x="18992" y="2215120"/>
                  </a:lnTo>
                  <a:lnTo>
                    <a:pt x="22395" y="2259172"/>
                  </a:lnTo>
                  <a:lnTo>
                    <a:pt x="26492" y="2299936"/>
                  </a:lnTo>
                  <a:lnTo>
                    <a:pt x="31272" y="2336927"/>
                  </a:lnTo>
                  <a:lnTo>
                    <a:pt x="35749" y="2378866"/>
                  </a:lnTo>
                  <a:lnTo>
                    <a:pt x="37604" y="2422991"/>
                  </a:lnTo>
                  <a:lnTo>
                    <a:pt x="37380" y="2469064"/>
                  </a:lnTo>
                  <a:lnTo>
                    <a:pt x="35618" y="2516848"/>
                  </a:lnTo>
                  <a:lnTo>
                    <a:pt x="32862" y="2566105"/>
                  </a:lnTo>
                  <a:lnTo>
                    <a:pt x="29653" y="2616596"/>
                  </a:lnTo>
                  <a:lnTo>
                    <a:pt x="26534" y="2668086"/>
                  </a:lnTo>
                  <a:lnTo>
                    <a:pt x="24047" y="2720335"/>
                  </a:lnTo>
                  <a:lnTo>
                    <a:pt x="22735" y="2773106"/>
                  </a:lnTo>
                  <a:lnTo>
                    <a:pt x="23140" y="2826162"/>
                  </a:lnTo>
                  <a:lnTo>
                    <a:pt x="25805" y="2879264"/>
                  </a:lnTo>
                  <a:lnTo>
                    <a:pt x="31272" y="2932176"/>
                  </a:lnTo>
                  <a:lnTo>
                    <a:pt x="37017" y="2988972"/>
                  </a:lnTo>
                  <a:lnTo>
                    <a:pt x="39372" y="3044321"/>
                  </a:lnTo>
                  <a:lnTo>
                    <a:pt x="39083" y="3098256"/>
                  </a:lnTo>
                  <a:lnTo>
                    <a:pt x="36899" y="3150808"/>
                  </a:lnTo>
                  <a:lnTo>
                    <a:pt x="33565" y="3202011"/>
                  </a:lnTo>
                  <a:lnTo>
                    <a:pt x="29829" y="3251898"/>
                  </a:lnTo>
                  <a:lnTo>
                    <a:pt x="26439" y="3300500"/>
                  </a:lnTo>
                  <a:lnTo>
                    <a:pt x="24141" y="3347851"/>
                  </a:lnTo>
                  <a:lnTo>
                    <a:pt x="23682" y="3393983"/>
                  </a:lnTo>
                  <a:lnTo>
                    <a:pt x="25810" y="3438928"/>
                  </a:lnTo>
                  <a:lnTo>
                    <a:pt x="31272" y="3482721"/>
                  </a:lnTo>
                  <a:lnTo>
                    <a:pt x="35077" y="3508061"/>
                  </a:lnTo>
                  <a:lnTo>
                    <a:pt x="38387" y="3536512"/>
                  </a:lnTo>
                  <a:lnTo>
                    <a:pt x="43586" y="3602399"/>
                  </a:lnTo>
                  <a:lnTo>
                    <a:pt x="46994" y="3679685"/>
                  </a:lnTo>
                  <a:lnTo>
                    <a:pt x="48066" y="3722383"/>
                  </a:lnTo>
                  <a:lnTo>
                    <a:pt x="48737" y="3767670"/>
                  </a:lnTo>
                  <a:lnTo>
                    <a:pt x="49023" y="3815457"/>
                  </a:lnTo>
                  <a:lnTo>
                    <a:pt x="48941" y="3865657"/>
                  </a:lnTo>
                  <a:lnTo>
                    <a:pt x="48505" y="3918184"/>
                  </a:lnTo>
                  <a:lnTo>
                    <a:pt x="47731" y="3972949"/>
                  </a:lnTo>
                  <a:lnTo>
                    <a:pt x="46636" y="4029865"/>
                  </a:lnTo>
                  <a:lnTo>
                    <a:pt x="45234" y="4088846"/>
                  </a:lnTo>
                  <a:lnTo>
                    <a:pt x="43541" y="4149804"/>
                  </a:lnTo>
                  <a:lnTo>
                    <a:pt x="41574" y="4212651"/>
                  </a:lnTo>
                  <a:lnTo>
                    <a:pt x="39348" y="4277302"/>
                  </a:lnTo>
                  <a:lnTo>
                    <a:pt x="36878" y="4343667"/>
                  </a:lnTo>
                  <a:lnTo>
                    <a:pt x="34181" y="4411660"/>
                  </a:lnTo>
                  <a:lnTo>
                    <a:pt x="31272" y="4481195"/>
                  </a:lnTo>
                  <a:lnTo>
                    <a:pt x="23906" y="4481576"/>
                  </a:lnTo>
                  <a:lnTo>
                    <a:pt x="20477" y="4481195"/>
                  </a:lnTo>
                  <a:lnTo>
                    <a:pt x="12984" y="4481195"/>
                  </a:lnTo>
                  <a:lnTo>
                    <a:pt x="13334" y="4440781"/>
                  </a:lnTo>
                  <a:lnTo>
                    <a:pt x="12976" y="4396722"/>
                  </a:lnTo>
                  <a:lnTo>
                    <a:pt x="12089" y="4349612"/>
                  </a:lnTo>
                  <a:lnTo>
                    <a:pt x="10849" y="4300042"/>
                  </a:lnTo>
                  <a:lnTo>
                    <a:pt x="9432" y="4248606"/>
                  </a:lnTo>
                  <a:lnTo>
                    <a:pt x="8017" y="4195897"/>
                  </a:lnTo>
                  <a:lnTo>
                    <a:pt x="6778" y="4142509"/>
                  </a:lnTo>
                  <a:lnTo>
                    <a:pt x="5895" y="4089033"/>
                  </a:lnTo>
                  <a:lnTo>
                    <a:pt x="5542" y="4036064"/>
                  </a:lnTo>
                  <a:lnTo>
                    <a:pt x="5898" y="3984195"/>
                  </a:lnTo>
                  <a:lnTo>
                    <a:pt x="7139" y="3934018"/>
                  </a:lnTo>
                  <a:lnTo>
                    <a:pt x="9442" y="3886127"/>
                  </a:lnTo>
                  <a:lnTo>
                    <a:pt x="12984" y="3841115"/>
                  </a:lnTo>
                  <a:lnTo>
                    <a:pt x="17455" y="3791735"/>
                  </a:lnTo>
                  <a:lnTo>
                    <a:pt x="20919" y="3745411"/>
                  </a:lnTo>
                  <a:lnTo>
                    <a:pt x="23413" y="3701081"/>
                  </a:lnTo>
                  <a:lnTo>
                    <a:pt x="24974" y="3657682"/>
                  </a:lnTo>
                  <a:lnTo>
                    <a:pt x="25642" y="3614151"/>
                  </a:lnTo>
                  <a:lnTo>
                    <a:pt x="25453" y="3569426"/>
                  </a:lnTo>
                  <a:lnTo>
                    <a:pt x="24445" y="3522444"/>
                  </a:lnTo>
                  <a:lnTo>
                    <a:pt x="22657" y="3472142"/>
                  </a:lnTo>
                  <a:lnTo>
                    <a:pt x="20125" y="3417459"/>
                  </a:lnTo>
                  <a:lnTo>
                    <a:pt x="16888" y="3357331"/>
                  </a:lnTo>
                  <a:lnTo>
                    <a:pt x="12984" y="3290697"/>
                  </a:lnTo>
                  <a:lnTo>
                    <a:pt x="10257" y="3236285"/>
                  </a:lnTo>
                  <a:lnTo>
                    <a:pt x="8605" y="3183306"/>
                  </a:lnTo>
                  <a:lnTo>
                    <a:pt x="7866" y="3131490"/>
                  </a:lnTo>
                  <a:lnTo>
                    <a:pt x="7874" y="3080566"/>
                  </a:lnTo>
                  <a:lnTo>
                    <a:pt x="8467" y="3030264"/>
                  </a:lnTo>
                  <a:lnTo>
                    <a:pt x="9478" y="2980314"/>
                  </a:lnTo>
                  <a:lnTo>
                    <a:pt x="10746" y="2930445"/>
                  </a:lnTo>
                  <a:lnTo>
                    <a:pt x="12104" y="2880388"/>
                  </a:lnTo>
                  <a:lnTo>
                    <a:pt x="13390" y="2829872"/>
                  </a:lnTo>
                  <a:lnTo>
                    <a:pt x="14439" y="2778627"/>
                  </a:lnTo>
                  <a:lnTo>
                    <a:pt x="15087" y="2726383"/>
                  </a:lnTo>
                  <a:lnTo>
                    <a:pt x="15170" y="2672870"/>
                  </a:lnTo>
                  <a:lnTo>
                    <a:pt x="14524" y="2617817"/>
                  </a:lnTo>
                  <a:lnTo>
                    <a:pt x="12984" y="2560955"/>
                  </a:lnTo>
                  <a:lnTo>
                    <a:pt x="11204" y="2496006"/>
                  </a:lnTo>
                  <a:lnTo>
                    <a:pt x="10479" y="2435776"/>
                  </a:lnTo>
                  <a:lnTo>
                    <a:pt x="10591" y="2379686"/>
                  </a:lnTo>
                  <a:lnTo>
                    <a:pt x="11319" y="2327157"/>
                  </a:lnTo>
                  <a:lnTo>
                    <a:pt x="12444" y="2277611"/>
                  </a:lnTo>
                  <a:lnTo>
                    <a:pt x="13746" y="2230469"/>
                  </a:lnTo>
                  <a:lnTo>
                    <a:pt x="15006" y="2185152"/>
                  </a:lnTo>
                  <a:lnTo>
                    <a:pt x="16004" y="2141083"/>
                  </a:lnTo>
                  <a:lnTo>
                    <a:pt x="16520" y="2097682"/>
                  </a:lnTo>
                  <a:lnTo>
                    <a:pt x="16335" y="2054371"/>
                  </a:lnTo>
                  <a:lnTo>
                    <a:pt x="15230" y="2010572"/>
                  </a:lnTo>
                  <a:lnTo>
                    <a:pt x="12984" y="1965706"/>
                  </a:lnTo>
                  <a:lnTo>
                    <a:pt x="9572" y="1913449"/>
                  </a:lnTo>
                  <a:lnTo>
                    <a:pt x="6400" y="1865197"/>
                  </a:lnTo>
                  <a:lnTo>
                    <a:pt x="3663" y="1819587"/>
                  </a:lnTo>
                  <a:lnTo>
                    <a:pt x="1554" y="1775258"/>
                  </a:lnTo>
                  <a:lnTo>
                    <a:pt x="268" y="1730851"/>
                  </a:lnTo>
                  <a:lnTo>
                    <a:pt x="0" y="1685003"/>
                  </a:lnTo>
                  <a:lnTo>
                    <a:pt x="942" y="1636354"/>
                  </a:lnTo>
                  <a:lnTo>
                    <a:pt x="3291" y="1583543"/>
                  </a:lnTo>
                  <a:lnTo>
                    <a:pt x="7240" y="1525209"/>
                  </a:lnTo>
                  <a:lnTo>
                    <a:pt x="12984" y="1459992"/>
                  </a:lnTo>
                  <a:lnTo>
                    <a:pt x="16856" y="1409447"/>
                  </a:lnTo>
                  <a:lnTo>
                    <a:pt x="19069" y="1356917"/>
                  </a:lnTo>
                  <a:lnTo>
                    <a:pt x="19889" y="1302963"/>
                  </a:lnTo>
                  <a:lnTo>
                    <a:pt x="19582" y="1248141"/>
                  </a:lnTo>
                  <a:lnTo>
                    <a:pt x="18414" y="1193010"/>
                  </a:lnTo>
                  <a:lnTo>
                    <a:pt x="16650" y="1138129"/>
                  </a:lnTo>
                  <a:lnTo>
                    <a:pt x="14556" y="1084056"/>
                  </a:lnTo>
                  <a:lnTo>
                    <a:pt x="12397" y="1031349"/>
                  </a:lnTo>
                  <a:lnTo>
                    <a:pt x="10441" y="980568"/>
                  </a:lnTo>
                  <a:lnTo>
                    <a:pt x="8952" y="932269"/>
                  </a:lnTo>
                  <a:lnTo>
                    <a:pt x="8196" y="887013"/>
                  </a:lnTo>
                  <a:lnTo>
                    <a:pt x="8439" y="845357"/>
                  </a:lnTo>
                  <a:lnTo>
                    <a:pt x="9946" y="807860"/>
                  </a:lnTo>
                  <a:lnTo>
                    <a:pt x="12984" y="775081"/>
                  </a:lnTo>
                  <a:lnTo>
                    <a:pt x="16513" y="745151"/>
                  </a:lnTo>
                  <a:lnTo>
                    <a:pt x="19796" y="711801"/>
                  </a:lnTo>
                  <a:lnTo>
                    <a:pt x="25387" y="635134"/>
                  </a:lnTo>
                  <a:lnTo>
                    <a:pt x="27575" y="591965"/>
                  </a:lnTo>
                  <a:lnTo>
                    <a:pt x="29279" y="545672"/>
                  </a:lnTo>
                  <a:lnTo>
                    <a:pt x="30438" y="496328"/>
                  </a:lnTo>
                  <a:lnTo>
                    <a:pt x="30995" y="444007"/>
                  </a:lnTo>
                  <a:lnTo>
                    <a:pt x="30888" y="388783"/>
                  </a:lnTo>
                  <a:lnTo>
                    <a:pt x="30058" y="330731"/>
                  </a:lnTo>
                  <a:lnTo>
                    <a:pt x="28447" y="269924"/>
                  </a:lnTo>
                  <a:lnTo>
                    <a:pt x="25993" y="206437"/>
                  </a:lnTo>
                  <a:lnTo>
                    <a:pt x="22638" y="140344"/>
                  </a:lnTo>
                  <a:lnTo>
                    <a:pt x="18321" y="71718"/>
                  </a:lnTo>
                  <a:lnTo>
                    <a:pt x="12984" y="635"/>
                  </a:lnTo>
                  <a:lnTo>
                    <a:pt x="18064" y="0"/>
                  </a:lnTo>
                  <a:lnTo>
                    <a:pt x="24922" y="0"/>
                  </a:lnTo>
                  <a:lnTo>
                    <a:pt x="31272" y="635"/>
                  </a:lnTo>
                  <a:close/>
                </a:path>
              </a:pathLst>
            </a:custGeom>
            <a:ln w="412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662929" y="2030094"/>
            <a:ext cx="5538470" cy="2059939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41300" marR="5080" indent="-228600">
              <a:lnSpc>
                <a:spcPts val="2380"/>
              </a:lnSpc>
              <a:spcBef>
                <a:spcPts val="390"/>
              </a:spcBef>
              <a:buFont typeface="Wingdings"/>
              <a:buChar char=""/>
              <a:tabLst>
                <a:tab pos="332740" algn="l"/>
              </a:tabLst>
            </a:pPr>
            <a:r>
              <a:rPr sz="2200" spc="-5" dirty="0">
                <a:latin typeface="Times New Roman"/>
                <a:cs typeface="Times New Roman"/>
              </a:rPr>
              <a:t>Difference between TCP/IP and OSI reference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Models.</a:t>
            </a:r>
            <a:endParaRPr sz="2200">
              <a:latin typeface="Times New Roman"/>
              <a:cs typeface="Times New Roman"/>
            </a:endParaRPr>
          </a:p>
          <a:p>
            <a:pPr marL="241300" marR="409575" indent="-228600">
              <a:lnSpc>
                <a:spcPts val="2380"/>
              </a:lnSpc>
              <a:spcBef>
                <a:spcPts val="495"/>
              </a:spcBef>
              <a:buFont typeface="Wingdings"/>
              <a:buChar char=""/>
              <a:tabLst>
                <a:tab pos="317500" algn="l"/>
              </a:tabLst>
            </a:pPr>
            <a:r>
              <a:rPr sz="2200" spc="-35" dirty="0">
                <a:latin typeface="Times New Roman"/>
                <a:cs typeface="Times New Roman"/>
              </a:rPr>
              <a:t>ARPANET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Packet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Switching</a:t>
            </a:r>
            <a:r>
              <a:rPr sz="2200" spc="-5" dirty="0">
                <a:latin typeface="Times New Roman"/>
                <a:cs typeface="Times New Roman"/>
              </a:rPr>
              <a:t> Network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DoD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Model</a:t>
            </a:r>
            <a:endParaRPr sz="22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spcBef>
                <a:spcPts val="190"/>
              </a:spcBef>
              <a:buFont typeface="Wingdings"/>
              <a:buChar char=""/>
              <a:tabLst>
                <a:tab pos="332740" algn="l"/>
              </a:tabLst>
            </a:pPr>
            <a:r>
              <a:rPr sz="2200" dirty="0">
                <a:latin typeface="Times New Roman"/>
                <a:cs typeface="Times New Roman"/>
              </a:rPr>
              <a:t>Pros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and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TCP/IP</a:t>
            </a:r>
            <a:endParaRPr sz="2200">
              <a:latin typeface="Times New Roman"/>
              <a:cs typeface="Times New Roman"/>
            </a:endParaRPr>
          </a:p>
          <a:p>
            <a:pPr marL="327660" indent="-315595">
              <a:lnSpc>
                <a:spcPct val="100000"/>
              </a:lnSpc>
              <a:spcBef>
                <a:spcPts val="240"/>
              </a:spcBef>
              <a:buFont typeface="Wingdings"/>
              <a:buChar char=""/>
              <a:tabLst>
                <a:tab pos="328295" algn="l"/>
                <a:tab pos="1328420" algn="l"/>
              </a:tabLst>
            </a:pPr>
            <a:r>
              <a:rPr sz="2200" dirty="0">
                <a:latin typeface="Times New Roman"/>
                <a:cs typeface="Times New Roman"/>
              </a:rPr>
              <a:t>What</a:t>
            </a:r>
            <a:r>
              <a:rPr sz="2200" spc="-5" dirty="0">
                <a:latin typeface="Times New Roman"/>
                <a:cs typeface="Times New Roman"/>
              </a:rPr>
              <a:t> is	NetBEUI</a:t>
            </a:r>
            <a:r>
              <a:rPr sz="2200" dirty="0">
                <a:latin typeface="Times New Roman"/>
                <a:cs typeface="Times New Roman"/>
              </a:rPr>
              <a:t> or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IPX/SPX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?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058920" cy="6858000"/>
          </a:xfrm>
          <a:custGeom>
            <a:avLst/>
            <a:gdLst/>
            <a:ahLst/>
            <a:cxnLst/>
            <a:rect l="l" t="t" r="r" b="b"/>
            <a:pathLst>
              <a:path w="4058920" h="6858000">
                <a:moveTo>
                  <a:pt x="4058412" y="0"/>
                </a:moveTo>
                <a:lnTo>
                  <a:pt x="0" y="0"/>
                </a:lnTo>
                <a:lnTo>
                  <a:pt x="0" y="6858000"/>
                </a:lnTo>
                <a:lnTo>
                  <a:pt x="4058412" y="6858000"/>
                </a:lnTo>
                <a:lnTo>
                  <a:pt x="4058412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1368298"/>
            <a:ext cx="23850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Refe</a:t>
            </a:r>
            <a:r>
              <a:rPr sz="4000" spc="-70" dirty="0"/>
              <a:t>r</a:t>
            </a:r>
            <a:r>
              <a:rPr sz="4000" spc="-5" dirty="0"/>
              <a:t>enc</a:t>
            </a:r>
            <a:r>
              <a:rPr sz="4000" dirty="0"/>
              <a:t>e</a:t>
            </a:r>
            <a:r>
              <a:rPr sz="4000" spc="-5" dirty="0"/>
              <a:t>s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4917440" y="1378725"/>
            <a:ext cx="2738120" cy="88328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76225" indent="-264160">
              <a:lnSpc>
                <a:spcPct val="100000"/>
              </a:lnSpc>
              <a:spcBef>
                <a:spcPts val="459"/>
              </a:spcBef>
              <a:buClr>
                <a:srgbClr val="000000"/>
              </a:buClr>
              <a:buFont typeface="Wingdings"/>
              <a:buChar char=""/>
              <a:tabLst>
                <a:tab pos="276225" algn="l"/>
                <a:tab pos="276860" algn="l"/>
              </a:tabLst>
            </a:pPr>
            <a:r>
              <a:rPr sz="11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2"/>
              </a:rPr>
              <a:t>https://datatracker.ietf.org/doc/html/rfc1180</a:t>
            </a:r>
            <a:endParaRPr sz="1100">
              <a:latin typeface="Times New Roman"/>
              <a:cs typeface="Times New Roman"/>
            </a:endParaRPr>
          </a:p>
          <a:p>
            <a:pPr marL="276225" indent="-264160">
              <a:lnSpc>
                <a:spcPct val="100000"/>
              </a:lnSpc>
              <a:spcBef>
                <a:spcPts val="365"/>
              </a:spcBef>
              <a:buClr>
                <a:srgbClr val="000000"/>
              </a:buClr>
              <a:buFont typeface="Wingdings"/>
              <a:buChar char=""/>
              <a:tabLst>
                <a:tab pos="276225" algn="l"/>
                <a:tab pos="276860" algn="l"/>
              </a:tabLst>
            </a:pPr>
            <a:r>
              <a:rPr sz="11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3"/>
              </a:rPr>
              <a:t>https://datatracker.ietf.org/doc/html/rfc793</a:t>
            </a:r>
            <a:endParaRPr sz="1100">
              <a:latin typeface="Times New Roman"/>
              <a:cs typeface="Times New Roman"/>
            </a:endParaRPr>
          </a:p>
          <a:p>
            <a:pPr marL="276225" indent="-264160">
              <a:lnSpc>
                <a:spcPct val="100000"/>
              </a:lnSpc>
              <a:spcBef>
                <a:spcPts val="370"/>
              </a:spcBef>
              <a:buClr>
                <a:srgbClr val="000000"/>
              </a:buClr>
              <a:buFont typeface="Wingdings"/>
              <a:buChar char=""/>
              <a:tabLst>
                <a:tab pos="276225" algn="l"/>
                <a:tab pos="276860" algn="l"/>
              </a:tabLst>
            </a:pPr>
            <a:r>
              <a:rPr sz="11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4"/>
              </a:rPr>
              <a:t>https://datatracker.ietf.org/doc/html/rfc791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100" dirty="0">
                <a:latin typeface="Wingdings"/>
                <a:cs typeface="Wingdings"/>
              </a:rPr>
              <a:t></a:t>
            </a:r>
            <a:endParaRPr sz="1100">
              <a:latin typeface="Wingdings"/>
              <a:cs typeface="Wingding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17440" y="2218689"/>
            <a:ext cx="2811780" cy="249745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241300" marR="15875">
              <a:lnSpc>
                <a:spcPts val="1190"/>
              </a:lnSpc>
              <a:spcBef>
                <a:spcPts val="250"/>
              </a:spcBef>
            </a:pPr>
            <a:r>
              <a:rPr sz="11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5"/>
              </a:rPr>
              <a:t>https://www.cisco.com/c/en/us/support/docs/i </a:t>
            </a:r>
            <a:r>
              <a:rPr sz="1100" spc="-260" dirty="0">
                <a:solidFill>
                  <a:srgbClr val="0462C1"/>
                </a:solidFill>
                <a:latin typeface="Times New Roman"/>
                <a:cs typeface="Times New Roman"/>
                <a:hlinkClick r:id="rId5"/>
              </a:rPr>
              <a:t> </a:t>
            </a:r>
            <a:r>
              <a:rPr sz="11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5"/>
              </a:rPr>
              <a:t>p/routing-information-protocol-rip/13769- </a:t>
            </a:r>
            <a:r>
              <a:rPr sz="1100" dirty="0">
                <a:solidFill>
                  <a:srgbClr val="0462C1"/>
                </a:solidFill>
                <a:latin typeface="Times New Roman"/>
                <a:cs typeface="Times New Roman"/>
                <a:hlinkClick r:id="rId5"/>
              </a:rPr>
              <a:t> </a:t>
            </a:r>
            <a:r>
              <a:rPr sz="11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5"/>
              </a:rPr>
              <a:t>5.html</a:t>
            </a:r>
            <a:endParaRPr sz="1100">
              <a:latin typeface="Times New Roman"/>
              <a:cs typeface="Times New Roman"/>
            </a:endParaRPr>
          </a:p>
          <a:p>
            <a:pPr marL="276225" indent="-264160">
              <a:lnSpc>
                <a:spcPts val="1255"/>
              </a:lnSpc>
              <a:spcBef>
                <a:spcPts val="340"/>
              </a:spcBef>
              <a:buClr>
                <a:srgbClr val="000000"/>
              </a:buClr>
              <a:buFont typeface="Wingdings"/>
              <a:buChar char=""/>
              <a:tabLst>
                <a:tab pos="276225" algn="l"/>
                <a:tab pos="276860" algn="l"/>
              </a:tabLst>
            </a:pPr>
            <a:r>
              <a:rPr sz="11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6"/>
              </a:rPr>
              <a:t>https://www.cisco.com/E-</a:t>
            </a:r>
            <a:endParaRPr sz="1100">
              <a:latin typeface="Times New Roman"/>
              <a:cs typeface="Times New Roman"/>
            </a:endParaRPr>
          </a:p>
          <a:p>
            <a:pPr marL="241300">
              <a:lnSpc>
                <a:spcPts val="1190"/>
              </a:lnSpc>
            </a:pPr>
            <a:r>
              <a:rPr sz="11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6"/>
              </a:rPr>
              <a:t>Learning/bulk/public/tac/cim/cib/using_cisco</a:t>
            </a:r>
            <a:endParaRPr sz="1100">
              <a:latin typeface="Times New Roman"/>
              <a:cs typeface="Times New Roman"/>
            </a:endParaRPr>
          </a:p>
          <a:p>
            <a:pPr marL="241300">
              <a:lnSpc>
                <a:spcPts val="1255"/>
              </a:lnSpc>
            </a:pPr>
            <a:r>
              <a:rPr sz="11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6"/>
              </a:rPr>
              <a:t>_ios_software/linked/tcpip.htm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55"/>
              </a:lnSpc>
              <a:spcBef>
                <a:spcPts val="370"/>
              </a:spcBef>
            </a:pPr>
            <a:r>
              <a:rPr sz="1100" dirty="0">
                <a:latin typeface="Wingdings"/>
                <a:cs typeface="Wingdings"/>
              </a:rPr>
              <a:t></a:t>
            </a:r>
            <a:endParaRPr sz="1100">
              <a:latin typeface="Wingdings"/>
              <a:cs typeface="Wingdings"/>
            </a:endParaRPr>
          </a:p>
          <a:p>
            <a:pPr marL="241300" marR="29845">
              <a:lnSpc>
                <a:spcPts val="1190"/>
              </a:lnSpc>
              <a:spcBef>
                <a:spcPts val="85"/>
              </a:spcBef>
            </a:pPr>
            <a:r>
              <a:rPr sz="11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7"/>
              </a:rPr>
              <a:t>https://www.juniper.net/documentation/en_U </a:t>
            </a:r>
            <a:r>
              <a:rPr sz="1100" spc="-260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 </a:t>
            </a:r>
            <a:r>
              <a:rPr sz="11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7"/>
              </a:rPr>
              <a:t>S/junose15.1/topics/concept/ip- </a:t>
            </a:r>
            <a:r>
              <a:rPr sz="1100" dirty="0">
                <a:solidFill>
                  <a:srgbClr val="0462C1"/>
                </a:solidFill>
                <a:latin typeface="Times New Roman"/>
                <a:cs typeface="Times New Roman"/>
                <a:hlinkClick r:id="rId7"/>
              </a:rPr>
              <a:t> </a:t>
            </a:r>
            <a:r>
              <a:rPr sz="11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7"/>
              </a:rPr>
              <a:t>overview.html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55"/>
              </a:lnSpc>
              <a:spcBef>
                <a:spcPts val="350"/>
              </a:spcBef>
            </a:pPr>
            <a:r>
              <a:rPr sz="1100" dirty="0">
                <a:latin typeface="Wingdings"/>
                <a:cs typeface="Wingdings"/>
              </a:rPr>
              <a:t></a:t>
            </a:r>
            <a:endParaRPr sz="1100">
              <a:latin typeface="Wingdings"/>
              <a:cs typeface="Wingdings"/>
            </a:endParaRPr>
          </a:p>
          <a:p>
            <a:pPr marL="241300" marR="5080">
              <a:lnSpc>
                <a:spcPct val="90100"/>
              </a:lnSpc>
              <a:spcBef>
                <a:spcPts val="60"/>
              </a:spcBef>
            </a:pPr>
            <a:r>
              <a:rPr sz="11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8"/>
              </a:rPr>
              <a:t>https://www.juniper.net/documentation/us/en/ </a:t>
            </a:r>
            <a:r>
              <a:rPr sz="1100" spc="-260" dirty="0">
                <a:solidFill>
                  <a:srgbClr val="0462C1"/>
                </a:solidFill>
                <a:latin typeface="Times New Roman"/>
                <a:cs typeface="Times New Roman"/>
                <a:hlinkClick r:id="rId8"/>
              </a:rPr>
              <a:t> </a:t>
            </a:r>
            <a:r>
              <a:rPr sz="11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8"/>
              </a:rPr>
              <a:t>software/junos/flow-packet- </a:t>
            </a:r>
            <a:r>
              <a:rPr sz="1100" dirty="0">
                <a:solidFill>
                  <a:srgbClr val="0462C1"/>
                </a:solidFill>
                <a:latin typeface="Times New Roman"/>
                <a:cs typeface="Times New Roman"/>
                <a:hlinkClick r:id="rId8"/>
              </a:rPr>
              <a:t> </a:t>
            </a:r>
            <a:r>
              <a:rPr sz="11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8"/>
              </a:rPr>
              <a:t>processing/topics/topic-map/security-tcp- </a:t>
            </a:r>
            <a:r>
              <a:rPr sz="1100" dirty="0">
                <a:solidFill>
                  <a:srgbClr val="0462C1"/>
                </a:solidFill>
                <a:latin typeface="Times New Roman"/>
                <a:cs typeface="Times New Roman"/>
                <a:hlinkClick r:id="rId8"/>
              </a:rPr>
              <a:t> </a:t>
            </a:r>
            <a:r>
              <a:rPr sz="1100" u="sng" spc="-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8"/>
              </a:rPr>
              <a:t>session-checks.html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130540" y="1412747"/>
            <a:ext cx="0" cy="3657600"/>
          </a:xfrm>
          <a:custGeom>
            <a:avLst/>
            <a:gdLst/>
            <a:ahLst/>
            <a:cxnLst/>
            <a:rect l="l" t="t" r="r" b="b"/>
            <a:pathLst>
              <a:path h="3657600">
                <a:moveTo>
                  <a:pt x="0" y="0"/>
                </a:moveTo>
                <a:lnTo>
                  <a:pt x="0" y="3657600"/>
                </a:lnTo>
              </a:path>
            </a:pathLst>
          </a:custGeom>
          <a:ln w="1270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</TotalTime>
  <Words>3506</Words>
  <Application>Microsoft Office PowerPoint</Application>
  <PresentationFormat>Widescreen</PresentationFormat>
  <Paragraphs>240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Calibri</vt:lpstr>
      <vt:lpstr>Calibri Light</vt:lpstr>
      <vt:lpstr>Times New Roman</vt:lpstr>
      <vt:lpstr>Wingdings</vt:lpstr>
      <vt:lpstr>Office Theme</vt:lpstr>
      <vt:lpstr>1_Office Theme</vt:lpstr>
      <vt:lpstr>Network Models: OSI, DoD and TCP/IP Model</vt:lpstr>
      <vt:lpstr>OSI Versus DoD Model</vt:lpstr>
      <vt:lpstr>Network Model: Layered Architecture</vt:lpstr>
      <vt:lpstr>Network Model: Layered Architecture</vt:lpstr>
      <vt:lpstr>Network Model: Layered Architecture</vt:lpstr>
      <vt:lpstr>Network Model: Layered Architecture</vt:lpstr>
      <vt:lpstr>Layered Architecture Example</vt:lpstr>
      <vt:lpstr>Network Model: OSI Model</vt:lpstr>
      <vt:lpstr>Interaction between the layers</vt:lpstr>
      <vt:lpstr>Exchange using OSI Model</vt:lpstr>
      <vt:lpstr>OSI Model: Physical Layer</vt:lpstr>
      <vt:lpstr>OSI Model: Physical Layer</vt:lpstr>
      <vt:lpstr>OSI Model: Data Link Layer</vt:lpstr>
      <vt:lpstr>OSI Model: Data Link Layer</vt:lpstr>
      <vt:lpstr>OSI Model: Data Link Layer</vt:lpstr>
      <vt:lpstr>OSI Model: Data Link Layer</vt:lpstr>
      <vt:lpstr>OSI Model: Data Link Layer</vt:lpstr>
      <vt:lpstr>OSI Model: Network Layer</vt:lpstr>
      <vt:lpstr>OSI Model: Network Layer</vt:lpstr>
      <vt:lpstr>OSI Model: Network Layer</vt:lpstr>
      <vt:lpstr>OSI Model: Network Layer</vt:lpstr>
      <vt:lpstr>OSI Model: Network Layer</vt:lpstr>
      <vt:lpstr>OSI Model: Transport Layer</vt:lpstr>
      <vt:lpstr>OSI Model: Transport Layer</vt:lpstr>
      <vt:lpstr>OSI Model: Transport Layer</vt:lpstr>
      <vt:lpstr>OSI Model: Transport Layer</vt:lpstr>
      <vt:lpstr>OSI Model: Transport Layer</vt:lpstr>
      <vt:lpstr>OSI Model: Session Layer</vt:lpstr>
      <vt:lpstr>OSI Model: Session Layer</vt:lpstr>
      <vt:lpstr>OSI Model: Presentation Layer</vt:lpstr>
      <vt:lpstr>OSI Model: Presentation Layer</vt:lpstr>
      <vt:lpstr>OSI Model: Application Layer</vt:lpstr>
      <vt:lpstr>OSI Model: Application Layer</vt:lpstr>
      <vt:lpstr>OSI Model: Summary</vt:lpstr>
      <vt:lpstr>OSI and DoD Model</vt:lpstr>
      <vt:lpstr>OSI and DoD Model II</vt:lpstr>
      <vt:lpstr>OSI and DoD Model III</vt:lpstr>
      <vt:lpstr>OSI Model: Protocol and Specification Layout</vt:lpstr>
      <vt:lpstr>DoD Model: Protocol and Specification Layout</vt:lpstr>
      <vt:lpstr>TCP/IP Network Model</vt:lpstr>
      <vt:lpstr>TCP/IP Protocol Stack</vt:lpstr>
      <vt:lpstr>PowerPoint Presentation</vt:lpstr>
      <vt:lpstr>PowerPoint Presentation</vt:lpstr>
      <vt:lpstr>Physical + Data Link Layer</vt:lpstr>
      <vt:lpstr>Network Layer</vt:lpstr>
      <vt:lpstr>Network Layer II</vt:lpstr>
      <vt:lpstr>PowerPoint Presentation</vt:lpstr>
      <vt:lpstr>Application Layer</vt:lpstr>
      <vt:lpstr>PowerPoint Presentation</vt:lpstr>
      <vt:lpstr>Further  Study (For Students)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Abuzar.Sayeed@bennett.edu.in</dc:creator>
  <cp:lastModifiedBy>Gulshan Shrivastava</cp:lastModifiedBy>
  <cp:revision>2</cp:revision>
  <dcterms:created xsi:type="dcterms:W3CDTF">2023-06-16T07:36:50Z</dcterms:created>
  <dcterms:modified xsi:type="dcterms:W3CDTF">2026-01-15T10:21:42Z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2022-02-02T00:00:00Z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2023-06-16T00:00:00Z</vt:filetime>
  </property>
</Properties>
</file>

<file path=[Content_Types].xml><?xml version="1.0" encoding="utf-8"?>
<Types xmlns="http://schemas.openxmlformats.org/package/2006/content-types">
  <Default Extension="jfif"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media/image2.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91" r:id="rId3"/>
    <p:sldId id="258" r:id="rId4"/>
    <p:sldId id="257" r:id="rId5"/>
    <p:sldId id="259" r:id="rId6"/>
    <p:sldId id="260" r:id="rId7"/>
    <p:sldId id="261" r:id="rId8"/>
    <p:sldId id="262" r:id="rId9"/>
    <p:sldId id="263" r:id="rId10"/>
    <p:sldId id="264" r:id="rId11"/>
    <p:sldId id="265" r:id="rId12"/>
    <p:sldId id="266" r:id="rId13"/>
    <p:sldId id="267" r:id="rId14"/>
    <p:sldId id="268" r:id="rId15"/>
    <p:sldId id="292" r:id="rId16"/>
    <p:sldId id="293" r:id="rId17"/>
    <p:sldId id="271" r:id="rId18"/>
    <p:sldId id="272" r:id="rId19"/>
    <p:sldId id="273" r:id="rId20"/>
    <p:sldId id="283" r:id="rId21"/>
    <p:sldId id="284" r:id="rId22"/>
    <p:sldId id="285" r:id="rId23"/>
    <p:sldId id="286" r:id="rId24"/>
    <p:sldId id="287" r:id="rId25"/>
    <p:sldId id="290" r:id="rId2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10B60-7E3C-4A1E-94BE-AFD05842873F}" v="42" dt="2026-01-10T08:26:49.43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648" autoAdjust="0"/>
  </p:normalViewPr>
  <p:slideViewPr>
    <p:cSldViewPr>
      <p:cViewPr varScale="1">
        <p:scale>
          <a:sx n="54" d="100"/>
          <a:sy n="54" d="100"/>
        </p:scale>
        <p:origin x="112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uzar Sayeed" userId="f3c20014-5dab-44db-87de-ec699cb07e88" providerId="ADAL" clId="{5DC4D6F8-F0AE-4377-94AE-EA61B26E750B}"/>
    <pc:docChg chg="delSld modSld">
      <pc:chgData name="Abuzar Sayeed" userId="f3c20014-5dab-44db-87de-ec699cb07e88" providerId="ADAL" clId="{5DC4D6F8-F0AE-4377-94AE-EA61B26E750B}" dt="2023-06-19T08:57:54.120" v="1"/>
      <pc:docMkLst>
        <pc:docMk/>
      </pc:docMkLst>
      <pc:sldChg chg="addSp">
        <pc:chgData name="Abuzar Sayeed" userId="f3c20014-5dab-44db-87de-ec699cb07e88" providerId="ADAL" clId="{5DC4D6F8-F0AE-4377-94AE-EA61B26E750B}" dt="2023-06-19T08:57:54.120" v="1"/>
        <pc:sldMkLst>
          <pc:docMk/>
          <pc:sldMk cId="0" sldId="261"/>
        </pc:sldMkLst>
        <pc:inkChg chg="add">
          <ac:chgData name="Abuzar Sayeed" userId="f3c20014-5dab-44db-87de-ec699cb07e88" providerId="ADAL" clId="{5DC4D6F8-F0AE-4377-94AE-EA61B26E750B}" dt="2023-06-19T08:57:54.120" v="1"/>
          <ac:inkMkLst>
            <pc:docMk/>
            <pc:sldMk cId="0" sldId="261"/>
            <ac:inkMk id="10" creationId="{74AFD224-77D7-4015-8A52-197A3E436025}"/>
          </ac:inkMkLst>
        </pc:inkChg>
      </pc:sldChg>
      <pc:sldChg chg="addSp">
        <pc:chgData name="Abuzar Sayeed" userId="f3c20014-5dab-44db-87de-ec699cb07e88" providerId="ADAL" clId="{5DC4D6F8-F0AE-4377-94AE-EA61B26E750B}" dt="2023-06-19T08:57:54.120" v="1"/>
        <pc:sldMkLst>
          <pc:docMk/>
          <pc:sldMk cId="0" sldId="262"/>
        </pc:sldMkLst>
        <pc:inkChg chg="add">
          <ac:chgData name="Abuzar Sayeed" userId="f3c20014-5dab-44db-87de-ec699cb07e88" providerId="ADAL" clId="{5DC4D6F8-F0AE-4377-94AE-EA61B26E750B}" dt="2023-06-19T08:57:54.120" v="1"/>
          <ac:inkMkLst>
            <pc:docMk/>
            <pc:sldMk cId="0" sldId="262"/>
            <ac:inkMk id="6" creationId="{4C3FD7AA-6085-4395-92F5-1D5FA424130A}"/>
          </ac:inkMkLst>
        </pc:inkChg>
      </pc:sldChg>
      <pc:sldChg chg="addSp">
        <pc:chgData name="Abuzar Sayeed" userId="f3c20014-5dab-44db-87de-ec699cb07e88" providerId="ADAL" clId="{5DC4D6F8-F0AE-4377-94AE-EA61B26E750B}" dt="2023-06-19T08:57:54.120" v="1"/>
        <pc:sldMkLst>
          <pc:docMk/>
          <pc:sldMk cId="0" sldId="264"/>
        </pc:sldMkLst>
        <pc:inkChg chg="add">
          <ac:chgData name="Abuzar Sayeed" userId="f3c20014-5dab-44db-87de-ec699cb07e88" providerId="ADAL" clId="{5DC4D6F8-F0AE-4377-94AE-EA61B26E750B}" dt="2023-06-19T08:57:54.120" v="1"/>
          <ac:inkMkLst>
            <pc:docMk/>
            <pc:sldMk cId="0" sldId="264"/>
            <ac:inkMk id="6" creationId="{9ED1FF73-65A3-4719-B474-4BE933BA374C}"/>
          </ac:inkMkLst>
        </pc:inkChg>
      </pc:sldChg>
      <pc:sldChg chg="addSp">
        <pc:chgData name="Abuzar Sayeed" userId="f3c20014-5dab-44db-87de-ec699cb07e88" providerId="ADAL" clId="{5DC4D6F8-F0AE-4377-94AE-EA61B26E750B}" dt="2023-06-19T08:57:54.120" v="1"/>
        <pc:sldMkLst>
          <pc:docMk/>
          <pc:sldMk cId="0" sldId="265"/>
        </pc:sldMkLst>
        <pc:inkChg chg="add">
          <ac:chgData name="Abuzar Sayeed" userId="f3c20014-5dab-44db-87de-ec699cb07e88" providerId="ADAL" clId="{5DC4D6F8-F0AE-4377-94AE-EA61B26E750B}" dt="2023-06-19T08:57:54.120" v="1"/>
          <ac:inkMkLst>
            <pc:docMk/>
            <pc:sldMk cId="0" sldId="265"/>
            <ac:inkMk id="8" creationId="{26DA71FD-EC2B-4EFD-9DE2-BF465C521A1D}"/>
          </ac:inkMkLst>
        </pc:inkChg>
      </pc:sldChg>
      <pc:sldChg chg="addSp">
        <pc:chgData name="Abuzar Sayeed" userId="f3c20014-5dab-44db-87de-ec699cb07e88" providerId="ADAL" clId="{5DC4D6F8-F0AE-4377-94AE-EA61B26E750B}" dt="2023-06-19T08:57:54.120" v="1"/>
        <pc:sldMkLst>
          <pc:docMk/>
          <pc:sldMk cId="0" sldId="266"/>
        </pc:sldMkLst>
        <pc:inkChg chg="add">
          <ac:chgData name="Abuzar Sayeed" userId="f3c20014-5dab-44db-87de-ec699cb07e88" providerId="ADAL" clId="{5DC4D6F8-F0AE-4377-94AE-EA61B26E750B}" dt="2023-06-19T08:57:54.120" v="1"/>
          <ac:inkMkLst>
            <pc:docMk/>
            <pc:sldMk cId="0" sldId="266"/>
            <ac:inkMk id="6" creationId="{5FE23170-465B-4133-B014-77B89D286586}"/>
          </ac:inkMkLst>
        </pc:inkChg>
      </pc:sldChg>
      <pc:sldChg chg="addSp">
        <pc:chgData name="Abuzar Sayeed" userId="f3c20014-5dab-44db-87de-ec699cb07e88" providerId="ADAL" clId="{5DC4D6F8-F0AE-4377-94AE-EA61B26E750B}" dt="2023-06-19T08:57:54.120" v="1"/>
        <pc:sldMkLst>
          <pc:docMk/>
          <pc:sldMk cId="0" sldId="267"/>
        </pc:sldMkLst>
        <pc:inkChg chg="add">
          <ac:chgData name="Abuzar Sayeed" userId="f3c20014-5dab-44db-87de-ec699cb07e88" providerId="ADAL" clId="{5DC4D6F8-F0AE-4377-94AE-EA61B26E750B}" dt="2023-06-19T08:57:54.120" v="1"/>
          <ac:inkMkLst>
            <pc:docMk/>
            <pc:sldMk cId="0" sldId="267"/>
            <ac:inkMk id="8" creationId="{3453753F-8061-4341-8F9F-20788C10D87E}"/>
          </ac:inkMkLst>
        </pc:inkChg>
      </pc:sldChg>
      <pc:sldChg chg="addSp">
        <pc:chgData name="Abuzar Sayeed" userId="f3c20014-5dab-44db-87de-ec699cb07e88" providerId="ADAL" clId="{5DC4D6F8-F0AE-4377-94AE-EA61B26E750B}" dt="2023-06-19T08:57:54.120" v="1"/>
        <pc:sldMkLst>
          <pc:docMk/>
          <pc:sldMk cId="0" sldId="268"/>
        </pc:sldMkLst>
        <pc:inkChg chg="add">
          <ac:chgData name="Abuzar Sayeed" userId="f3c20014-5dab-44db-87de-ec699cb07e88" providerId="ADAL" clId="{5DC4D6F8-F0AE-4377-94AE-EA61B26E750B}" dt="2023-06-19T08:57:54.120" v="1"/>
          <ac:inkMkLst>
            <pc:docMk/>
            <pc:sldMk cId="0" sldId="268"/>
            <ac:inkMk id="9" creationId="{4EBA9F66-92A9-4AC2-AD75-89A9FF8E9576}"/>
          </ac:inkMkLst>
        </pc:inkChg>
      </pc:sldChg>
      <pc:sldChg chg="addSp">
        <pc:chgData name="Abuzar Sayeed" userId="f3c20014-5dab-44db-87de-ec699cb07e88" providerId="ADAL" clId="{5DC4D6F8-F0AE-4377-94AE-EA61B26E750B}" dt="2023-06-19T08:57:54.120" v="1"/>
        <pc:sldMkLst>
          <pc:docMk/>
          <pc:sldMk cId="0" sldId="269"/>
        </pc:sldMkLst>
        <pc:inkChg chg="add">
          <ac:chgData name="Abuzar Sayeed" userId="f3c20014-5dab-44db-87de-ec699cb07e88" providerId="ADAL" clId="{5DC4D6F8-F0AE-4377-94AE-EA61B26E750B}" dt="2023-06-19T08:57:54.120" v="1"/>
          <ac:inkMkLst>
            <pc:docMk/>
            <pc:sldMk cId="0" sldId="269"/>
            <ac:inkMk id="4" creationId="{6904B117-9137-4957-9744-F1E6F071E3F7}"/>
          </ac:inkMkLst>
        </pc:inkChg>
      </pc:sldChg>
      <pc:sldChg chg="addSp">
        <pc:chgData name="Abuzar Sayeed" userId="f3c20014-5dab-44db-87de-ec699cb07e88" providerId="ADAL" clId="{5DC4D6F8-F0AE-4377-94AE-EA61B26E750B}" dt="2023-06-19T08:57:54.120" v="1"/>
        <pc:sldMkLst>
          <pc:docMk/>
          <pc:sldMk cId="0" sldId="270"/>
        </pc:sldMkLst>
        <pc:inkChg chg="add">
          <ac:chgData name="Abuzar Sayeed" userId="f3c20014-5dab-44db-87de-ec699cb07e88" providerId="ADAL" clId="{5DC4D6F8-F0AE-4377-94AE-EA61B26E750B}" dt="2023-06-19T08:57:54.120" v="1"/>
          <ac:inkMkLst>
            <pc:docMk/>
            <pc:sldMk cId="0" sldId="270"/>
            <ac:inkMk id="4" creationId="{0EE9E760-A98A-435B-BA08-FBC9FA234DF2}"/>
          </ac:inkMkLst>
        </pc:inkChg>
      </pc:sldChg>
      <pc:sldChg chg="addSp">
        <pc:chgData name="Abuzar Sayeed" userId="f3c20014-5dab-44db-87de-ec699cb07e88" providerId="ADAL" clId="{5DC4D6F8-F0AE-4377-94AE-EA61B26E750B}" dt="2023-06-19T08:57:54.120" v="1"/>
        <pc:sldMkLst>
          <pc:docMk/>
          <pc:sldMk cId="0" sldId="272"/>
        </pc:sldMkLst>
        <pc:inkChg chg="add">
          <ac:chgData name="Abuzar Sayeed" userId="f3c20014-5dab-44db-87de-ec699cb07e88" providerId="ADAL" clId="{5DC4D6F8-F0AE-4377-94AE-EA61B26E750B}" dt="2023-06-19T08:57:54.120" v="1"/>
          <ac:inkMkLst>
            <pc:docMk/>
            <pc:sldMk cId="0" sldId="272"/>
            <ac:inkMk id="8" creationId="{696D435C-BAA3-49D0-8EB8-F2D7FC7558DB}"/>
          </ac:inkMkLst>
        </pc:inkChg>
      </pc:sldChg>
      <pc:sldChg chg="del">
        <pc:chgData name="Abuzar Sayeed" userId="f3c20014-5dab-44db-87de-ec699cb07e88" providerId="ADAL" clId="{5DC4D6F8-F0AE-4377-94AE-EA61B26E750B}" dt="2023-06-19T06:58:50.918" v="0" actId="47"/>
        <pc:sldMkLst>
          <pc:docMk/>
          <pc:sldMk cId="0" sldId="274"/>
        </pc:sldMkLst>
      </pc:sldChg>
      <pc:sldChg chg="del">
        <pc:chgData name="Abuzar Sayeed" userId="f3c20014-5dab-44db-87de-ec699cb07e88" providerId="ADAL" clId="{5DC4D6F8-F0AE-4377-94AE-EA61B26E750B}" dt="2023-06-19T06:58:50.918" v="0" actId="47"/>
        <pc:sldMkLst>
          <pc:docMk/>
          <pc:sldMk cId="0" sldId="275"/>
        </pc:sldMkLst>
      </pc:sldChg>
      <pc:sldChg chg="del">
        <pc:chgData name="Abuzar Sayeed" userId="f3c20014-5dab-44db-87de-ec699cb07e88" providerId="ADAL" clId="{5DC4D6F8-F0AE-4377-94AE-EA61B26E750B}" dt="2023-06-19T06:58:50.918" v="0" actId="47"/>
        <pc:sldMkLst>
          <pc:docMk/>
          <pc:sldMk cId="0" sldId="276"/>
        </pc:sldMkLst>
      </pc:sldChg>
      <pc:sldChg chg="del">
        <pc:chgData name="Abuzar Sayeed" userId="f3c20014-5dab-44db-87de-ec699cb07e88" providerId="ADAL" clId="{5DC4D6F8-F0AE-4377-94AE-EA61B26E750B}" dt="2023-06-19T06:58:50.918" v="0" actId="47"/>
        <pc:sldMkLst>
          <pc:docMk/>
          <pc:sldMk cId="0" sldId="277"/>
        </pc:sldMkLst>
      </pc:sldChg>
      <pc:sldChg chg="del">
        <pc:chgData name="Abuzar Sayeed" userId="f3c20014-5dab-44db-87de-ec699cb07e88" providerId="ADAL" clId="{5DC4D6F8-F0AE-4377-94AE-EA61B26E750B}" dt="2023-06-19T06:58:50.918" v="0" actId="47"/>
        <pc:sldMkLst>
          <pc:docMk/>
          <pc:sldMk cId="0" sldId="278"/>
        </pc:sldMkLst>
      </pc:sldChg>
      <pc:sldChg chg="del">
        <pc:chgData name="Abuzar Sayeed" userId="f3c20014-5dab-44db-87de-ec699cb07e88" providerId="ADAL" clId="{5DC4D6F8-F0AE-4377-94AE-EA61B26E750B}" dt="2023-06-19T06:58:50.918" v="0" actId="47"/>
        <pc:sldMkLst>
          <pc:docMk/>
          <pc:sldMk cId="0" sldId="279"/>
        </pc:sldMkLst>
      </pc:sldChg>
      <pc:sldChg chg="del">
        <pc:chgData name="Abuzar Sayeed" userId="f3c20014-5dab-44db-87de-ec699cb07e88" providerId="ADAL" clId="{5DC4D6F8-F0AE-4377-94AE-EA61B26E750B}" dt="2023-06-19T06:58:50.918" v="0" actId="47"/>
        <pc:sldMkLst>
          <pc:docMk/>
          <pc:sldMk cId="0" sldId="280"/>
        </pc:sldMkLst>
      </pc:sldChg>
      <pc:sldChg chg="del">
        <pc:chgData name="Abuzar Sayeed" userId="f3c20014-5dab-44db-87de-ec699cb07e88" providerId="ADAL" clId="{5DC4D6F8-F0AE-4377-94AE-EA61B26E750B}" dt="2023-06-19T06:58:50.918" v="0" actId="47"/>
        <pc:sldMkLst>
          <pc:docMk/>
          <pc:sldMk cId="0" sldId="281"/>
        </pc:sldMkLst>
      </pc:sldChg>
      <pc:sldChg chg="del">
        <pc:chgData name="Abuzar Sayeed" userId="f3c20014-5dab-44db-87de-ec699cb07e88" providerId="ADAL" clId="{5DC4D6F8-F0AE-4377-94AE-EA61B26E750B}" dt="2023-06-19T06:58:50.918" v="0" actId="47"/>
        <pc:sldMkLst>
          <pc:docMk/>
          <pc:sldMk cId="0" sldId="282"/>
        </pc:sldMkLst>
      </pc:sldChg>
      <pc:sldChg chg="del">
        <pc:chgData name="Abuzar Sayeed" userId="f3c20014-5dab-44db-87de-ec699cb07e88" providerId="ADAL" clId="{5DC4D6F8-F0AE-4377-94AE-EA61B26E750B}" dt="2023-06-19T06:58:50.918" v="0" actId="47"/>
        <pc:sldMkLst>
          <pc:docMk/>
          <pc:sldMk cId="0" sldId="288"/>
        </pc:sldMkLst>
      </pc:sldChg>
      <pc:sldChg chg="del">
        <pc:chgData name="Abuzar Sayeed" userId="f3c20014-5dab-44db-87de-ec699cb07e88" providerId="ADAL" clId="{5DC4D6F8-F0AE-4377-94AE-EA61B26E750B}" dt="2023-06-19T06:58:50.918" v="0" actId="47"/>
        <pc:sldMkLst>
          <pc:docMk/>
          <pc:sldMk cId="0" sldId="289"/>
        </pc:sldMkLst>
      </pc:sldChg>
    </pc:docChg>
  </pc:docChgLst>
  <pc:docChgLst>
    <pc:chgData name="Abuzar Sayeed" userId="f3c20014-5dab-44db-87de-ec699cb07e88" providerId="ADAL" clId="{4A910B60-7E3C-4A1E-94BE-AFD05842873F}"/>
    <pc:docChg chg="undo custSel addSld delSld modSld sldOrd">
      <pc:chgData name="Abuzar Sayeed" userId="f3c20014-5dab-44db-87de-ec699cb07e88" providerId="ADAL" clId="{4A910B60-7E3C-4A1E-94BE-AFD05842873F}" dt="2026-01-10T08:28:51.186" v="182" actId="207"/>
      <pc:docMkLst>
        <pc:docMk/>
      </pc:docMkLst>
      <pc:sldChg chg="modSp mod">
        <pc:chgData name="Abuzar Sayeed" userId="f3c20014-5dab-44db-87de-ec699cb07e88" providerId="ADAL" clId="{4A910B60-7E3C-4A1E-94BE-AFD05842873F}" dt="2026-01-10T07:52:35.306" v="0" actId="207"/>
        <pc:sldMkLst>
          <pc:docMk/>
          <pc:sldMk cId="0" sldId="256"/>
        </pc:sldMkLst>
        <pc:spChg chg="mod">
          <ac:chgData name="Abuzar Sayeed" userId="f3c20014-5dab-44db-87de-ec699cb07e88" providerId="ADAL" clId="{4A910B60-7E3C-4A1E-94BE-AFD05842873F}" dt="2026-01-10T07:52:35.306" v="0" actId="207"/>
          <ac:spMkLst>
            <pc:docMk/>
            <pc:sldMk cId="0" sldId="256"/>
            <ac:spMk id="2" creationId="{00000000-0000-0000-0000-000000000000}"/>
          </ac:spMkLst>
        </pc:spChg>
      </pc:sldChg>
      <pc:sldChg chg="addSp modSp mod">
        <pc:chgData name="Abuzar Sayeed" userId="f3c20014-5dab-44db-87de-ec699cb07e88" providerId="ADAL" clId="{4A910B60-7E3C-4A1E-94BE-AFD05842873F}" dt="2026-01-10T08:05:51.115" v="79" actId="1076"/>
        <pc:sldMkLst>
          <pc:docMk/>
          <pc:sldMk cId="0" sldId="257"/>
        </pc:sldMkLst>
        <pc:spChg chg="mod">
          <ac:chgData name="Abuzar Sayeed" userId="f3c20014-5dab-44db-87de-ec699cb07e88" providerId="ADAL" clId="{4A910B60-7E3C-4A1E-94BE-AFD05842873F}" dt="2026-01-10T08:00:50.794" v="57" actId="12"/>
          <ac:spMkLst>
            <pc:docMk/>
            <pc:sldMk cId="0" sldId="257"/>
            <ac:spMk id="2" creationId="{00000000-0000-0000-0000-000000000000}"/>
          </ac:spMkLst>
        </pc:spChg>
        <pc:spChg chg="mod">
          <ac:chgData name="Abuzar Sayeed" userId="f3c20014-5dab-44db-87de-ec699cb07e88" providerId="ADAL" clId="{4A910B60-7E3C-4A1E-94BE-AFD05842873F}" dt="2026-01-10T07:52:52.090" v="1" actId="207"/>
          <ac:spMkLst>
            <pc:docMk/>
            <pc:sldMk cId="0" sldId="257"/>
            <ac:spMk id="3" creationId="{00000000-0000-0000-0000-000000000000}"/>
          </ac:spMkLst>
        </pc:spChg>
        <pc:picChg chg="add mod">
          <ac:chgData name="Abuzar Sayeed" userId="f3c20014-5dab-44db-87de-ec699cb07e88" providerId="ADAL" clId="{4A910B60-7E3C-4A1E-94BE-AFD05842873F}" dt="2026-01-10T08:03:46.732" v="69" actId="1076"/>
          <ac:picMkLst>
            <pc:docMk/>
            <pc:sldMk cId="0" sldId="257"/>
            <ac:picMk id="6" creationId="{3ADFA1D7-8295-4E1D-A653-743CEEB0591F}"/>
          </ac:picMkLst>
        </pc:picChg>
        <pc:picChg chg="add mod">
          <ac:chgData name="Abuzar Sayeed" userId="f3c20014-5dab-44db-87de-ec699cb07e88" providerId="ADAL" clId="{4A910B60-7E3C-4A1E-94BE-AFD05842873F}" dt="2026-01-10T08:05:29.275" v="74" actId="1076"/>
          <ac:picMkLst>
            <pc:docMk/>
            <pc:sldMk cId="0" sldId="257"/>
            <ac:picMk id="8" creationId="{C97472BD-5EA2-49A8-AE08-FBEE0C4B3B48}"/>
          </ac:picMkLst>
        </pc:picChg>
        <pc:picChg chg="add mod">
          <ac:chgData name="Abuzar Sayeed" userId="f3c20014-5dab-44db-87de-ec699cb07e88" providerId="ADAL" clId="{4A910B60-7E3C-4A1E-94BE-AFD05842873F}" dt="2026-01-10T08:05:51.115" v="79" actId="1076"/>
          <ac:picMkLst>
            <pc:docMk/>
            <pc:sldMk cId="0" sldId="257"/>
            <ac:picMk id="10" creationId="{610CDD17-0287-48DB-8CFD-84540089AC4E}"/>
          </ac:picMkLst>
        </pc:picChg>
      </pc:sldChg>
      <pc:sldChg chg="addSp delSp modSp mod ord">
        <pc:chgData name="Abuzar Sayeed" userId="f3c20014-5dab-44db-87de-ec699cb07e88" providerId="ADAL" clId="{4A910B60-7E3C-4A1E-94BE-AFD05842873F}" dt="2026-01-10T08:06:26.562" v="81"/>
        <pc:sldMkLst>
          <pc:docMk/>
          <pc:sldMk cId="0" sldId="258"/>
        </pc:sldMkLst>
        <pc:spChg chg="add del">
          <ac:chgData name="Abuzar Sayeed" userId="f3c20014-5dab-44db-87de-ec699cb07e88" providerId="ADAL" clId="{4A910B60-7E3C-4A1E-94BE-AFD05842873F}" dt="2026-01-10T07:53:32.415" v="7" actId="26606"/>
          <ac:spMkLst>
            <pc:docMk/>
            <pc:sldMk cId="0" sldId="258"/>
            <ac:spMk id="2" creationId="{00000000-0000-0000-0000-000000000000}"/>
          </ac:spMkLst>
        </pc:spChg>
        <pc:spChg chg="mod">
          <ac:chgData name="Abuzar Sayeed" userId="f3c20014-5dab-44db-87de-ec699cb07e88" providerId="ADAL" clId="{4A910B60-7E3C-4A1E-94BE-AFD05842873F}" dt="2026-01-10T07:53:11.385" v="4" actId="13926"/>
          <ac:spMkLst>
            <pc:docMk/>
            <pc:sldMk cId="0" sldId="258"/>
            <ac:spMk id="4" creationId="{00000000-0000-0000-0000-000000000000}"/>
          </ac:spMkLst>
        </pc:spChg>
        <pc:spChg chg="mod">
          <ac:chgData name="Abuzar Sayeed" userId="f3c20014-5dab-44db-87de-ec699cb07e88" providerId="ADAL" clId="{4A910B60-7E3C-4A1E-94BE-AFD05842873F}" dt="2026-01-10T07:53:19.981" v="5" actId="207"/>
          <ac:spMkLst>
            <pc:docMk/>
            <pc:sldMk cId="0" sldId="258"/>
            <ac:spMk id="9" creationId="{00000000-0000-0000-0000-000000000000}"/>
          </ac:spMkLst>
        </pc:spChg>
        <pc:graphicFrameChg chg="add del">
          <ac:chgData name="Abuzar Sayeed" userId="f3c20014-5dab-44db-87de-ec699cb07e88" providerId="ADAL" clId="{4A910B60-7E3C-4A1E-94BE-AFD05842873F}" dt="2026-01-10T07:53:32.415" v="7" actId="26606"/>
          <ac:graphicFrameMkLst>
            <pc:docMk/>
            <pc:sldMk cId="0" sldId="258"/>
            <ac:graphicFrameMk id="13" creationId="{243B0D15-033F-4033-033D-516CC6C6CC05}"/>
          </ac:graphicFrameMkLst>
        </pc:graphicFrameChg>
      </pc:sldChg>
      <pc:sldChg chg="addSp delSp modSp mod">
        <pc:chgData name="Abuzar Sayeed" userId="f3c20014-5dab-44db-87de-ec699cb07e88" providerId="ADAL" clId="{4A910B60-7E3C-4A1E-94BE-AFD05842873F}" dt="2026-01-10T07:54:13.403" v="15" actId="1076"/>
        <pc:sldMkLst>
          <pc:docMk/>
          <pc:sldMk cId="0" sldId="259"/>
        </pc:sldMkLst>
        <pc:spChg chg="add del">
          <ac:chgData name="Abuzar Sayeed" userId="f3c20014-5dab-44db-87de-ec699cb07e88" providerId="ADAL" clId="{4A910B60-7E3C-4A1E-94BE-AFD05842873F}" dt="2026-01-10T07:53:51.242" v="11" actId="26606"/>
          <ac:spMkLst>
            <pc:docMk/>
            <pc:sldMk cId="0" sldId="259"/>
            <ac:spMk id="2" creationId="{00000000-0000-0000-0000-000000000000}"/>
          </ac:spMkLst>
        </pc:spChg>
        <pc:spChg chg="mod">
          <ac:chgData name="Abuzar Sayeed" userId="f3c20014-5dab-44db-87de-ec699cb07e88" providerId="ADAL" clId="{4A910B60-7E3C-4A1E-94BE-AFD05842873F}" dt="2026-01-10T07:53:41.298" v="8" actId="207"/>
          <ac:spMkLst>
            <pc:docMk/>
            <pc:sldMk cId="0" sldId="259"/>
            <ac:spMk id="3" creationId="{00000000-0000-0000-0000-000000000000}"/>
          </ac:spMkLst>
        </pc:spChg>
        <pc:graphicFrameChg chg="add del">
          <ac:chgData name="Abuzar Sayeed" userId="f3c20014-5dab-44db-87de-ec699cb07e88" providerId="ADAL" clId="{4A910B60-7E3C-4A1E-94BE-AFD05842873F}" dt="2026-01-10T07:53:51.206" v="10" actId="26606"/>
          <ac:graphicFrameMkLst>
            <pc:docMk/>
            <pc:sldMk cId="0" sldId="259"/>
            <ac:graphicFrameMk id="6" creationId="{EFCB8F05-414F-F6B4-AC1F-6A2D54B16010}"/>
          </ac:graphicFrameMkLst>
        </pc:graphicFrameChg>
        <pc:graphicFrameChg chg="add mod">
          <ac:chgData name="Abuzar Sayeed" userId="f3c20014-5dab-44db-87de-ec699cb07e88" providerId="ADAL" clId="{4A910B60-7E3C-4A1E-94BE-AFD05842873F}" dt="2026-01-10T07:54:13.403" v="15" actId="1076"/>
          <ac:graphicFrameMkLst>
            <pc:docMk/>
            <pc:sldMk cId="0" sldId="259"/>
            <ac:graphicFrameMk id="8" creationId="{117A271B-E37F-4000-5B1B-AB82D11F9CD4}"/>
          </ac:graphicFrameMkLst>
        </pc:graphicFrameChg>
      </pc:sldChg>
      <pc:sldChg chg="addSp delSp modSp mod">
        <pc:chgData name="Abuzar Sayeed" userId="f3c20014-5dab-44db-87de-ec699cb07e88" providerId="ADAL" clId="{4A910B60-7E3C-4A1E-94BE-AFD05842873F}" dt="2026-01-10T08:06:55.086" v="84" actId="27614"/>
        <pc:sldMkLst>
          <pc:docMk/>
          <pc:sldMk cId="0" sldId="260"/>
        </pc:sldMkLst>
        <pc:spChg chg="add del">
          <ac:chgData name="Abuzar Sayeed" userId="f3c20014-5dab-44db-87de-ec699cb07e88" providerId="ADAL" clId="{4A910B60-7E3C-4A1E-94BE-AFD05842873F}" dt="2026-01-10T08:06:52.465" v="82" actId="26606"/>
          <ac:spMkLst>
            <pc:docMk/>
            <pc:sldMk cId="0" sldId="260"/>
            <ac:spMk id="2" creationId="{00000000-0000-0000-0000-000000000000}"/>
          </ac:spMkLst>
        </pc:spChg>
        <pc:spChg chg="mod">
          <ac:chgData name="Abuzar Sayeed" userId="f3c20014-5dab-44db-87de-ec699cb07e88" providerId="ADAL" clId="{4A910B60-7E3C-4A1E-94BE-AFD05842873F}" dt="2026-01-10T07:54:28.270" v="16" actId="207"/>
          <ac:spMkLst>
            <pc:docMk/>
            <pc:sldMk cId="0" sldId="260"/>
            <ac:spMk id="3" creationId="{00000000-0000-0000-0000-000000000000}"/>
          </ac:spMkLst>
        </pc:spChg>
        <pc:graphicFrameChg chg="add del mod">
          <ac:chgData name="Abuzar Sayeed" userId="f3c20014-5dab-44db-87de-ec699cb07e88" providerId="ADAL" clId="{4A910B60-7E3C-4A1E-94BE-AFD05842873F}" dt="2026-01-10T07:55:27.520" v="33" actId="26606"/>
          <ac:graphicFrameMkLst>
            <pc:docMk/>
            <pc:sldMk cId="0" sldId="260"/>
            <ac:graphicFrameMk id="8" creationId="{36AB4487-7A84-B522-275E-EEC13DF5E44F}"/>
          </ac:graphicFrameMkLst>
        </pc:graphicFrameChg>
        <pc:graphicFrameChg chg="add">
          <ac:chgData name="Abuzar Sayeed" userId="f3c20014-5dab-44db-87de-ec699cb07e88" providerId="ADAL" clId="{4A910B60-7E3C-4A1E-94BE-AFD05842873F}" dt="2026-01-10T08:06:52.465" v="82" actId="26606"/>
          <ac:graphicFrameMkLst>
            <pc:docMk/>
            <pc:sldMk cId="0" sldId="260"/>
            <ac:graphicFrameMk id="9" creationId="{795E59DB-2D61-2A1E-F118-07DA598B9A96}"/>
          </ac:graphicFrameMkLst>
        </pc:graphicFrameChg>
        <pc:picChg chg="mod">
          <ac:chgData name="Abuzar Sayeed" userId="f3c20014-5dab-44db-87de-ec699cb07e88" providerId="ADAL" clId="{4A910B60-7E3C-4A1E-94BE-AFD05842873F}" dt="2026-01-10T08:06:55.086" v="84" actId="27614"/>
          <ac:picMkLst>
            <pc:docMk/>
            <pc:sldMk cId="0" sldId="260"/>
            <ac:picMk id="5" creationId="{00000000-0000-0000-0000-000000000000}"/>
          </ac:picMkLst>
        </pc:picChg>
        <pc:picChg chg="mod">
          <ac:chgData name="Abuzar Sayeed" userId="f3c20014-5dab-44db-87de-ec699cb07e88" providerId="ADAL" clId="{4A910B60-7E3C-4A1E-94BE-AFD05842873F}" dt="2026-01-10T08:06:54.903" v="83" actId="27614"/>
          <ac:picMkLst>
            <pc:docMk/>
            <pc:sldMk cId="0" sldId="260"/>
            <ac:picMk id="6" creationId="{00000000-0000-0000-0000-000000000000}"/>
          </ac:picMkLst>
        </pc:picChg>
      </pc:sldChg>
      <pc:sldChg chg="addSp delSp modSp mod">
        <pc:chgData name="Abuzar Sayeed" userId="f3c20014-5dab-44db-87de-ec699cb07e88" providerId="ADAL" clId="{4A910B60-7E3C-4A1E-94BE-AFD05842873F}" dt="2026-01-10T08:08:46.844" v="89" actId="26606"/>
        <pc:sldMkLst>
          <pc:docMk/>
          <pc:sldMk cId="0" sldId="261"/>
        </pc:sldMkLst>
        <pc:spChg chg="add del">
          <ac:chgData name="Abuzar Sayeed" userId="f3c20014-5dab-44db-87de-ec699cb07e88" providerId="ADAL" clId="{4A910B60-7E3C-4A1E-94BE-AFD05842873F}" dt="2026-01-10T08:08:46.844" v="89" actId="26606"/>
          <ac:spMkLst>
            <pc:docMk/>
            <pc:sldMk cId="0" sldId="261"/>
            <ac:spMk id="4" creationId="{00000000-0000-0000-0000-000000000000}"/>
          </ac:spMkLst>
        </pc:spChg>
        <pc:spChg chg="mod">
          <ac:chgData name="Abuzar Sayeed" userId="f3c20014-5dab-44db-87de-ec699cb07e88" providerId="ADAL" clId="{4A910B60-7E3C-4A1E-94BE-AFD05842873F}" dt="2026-01-10T08:07:16.443" v="85" actId="207"/>
          <ac:spMkLst>
            <pc:docMk/>
            <pc:sldMk cId="0" sldId="261"/>
            <ac:spMk id="8" creationId="{00000000-0000-0000-0000-000000000000}"/>
          </ac:spMkLst>
        </pc:spChg>
        <pc:graphicFrameChg chg="add del">
          <ac:chgData name="Abuzar Sayeed" userId="f3c20014-5dab-44db-87de-ec699cb07e88" providerId="ADAL" clId="{4A910B60-7E3C-4A1E-94BE-AFD05842873F}" dt="2026-01-10T08:08:46.796" v="88" actId="26606"/>
          <ac:graphicFrameMkLst>
            <pc:docMk/>
            <pc:sldMk cId="0" sldId="261"/>
            <ac:graphicFrameMk id="11" creationId="{06CA8982-F254-18EB-1742-E329B3B1B13F}"/>
          </ac:graphicFrameMkLst>
        </pc:graphicFrameChg>
        <pc:graphicFrameChg chg="add">
          <ac:chgData name="Abuzar Sayeed" userId="f3c20014-5dab-44db-87de-ec699cb07e88" providerId="ADAL" clId="{4A910B60-7E3C-4A1E-94BE-AFD05842873F}" dt="2026-01-10T08:08:46.844" v="89" actId="26606"/>
          <ac:graphicFrameMkLst>
            <pc:docMk/>
            <pc:sldMk cId="0" sldId="261"/>
            <ac:graphicFrameMk id="13" creationId="{B981EF26-F56B-7D6A-C3C5-B80EDF8C610B}"/>
          </ac:graphicFrameMkLst>
        </pc:graphicFrameChg>
        <pc:inkChg chg="del">
          <ac:chgData name="Abuzar Sayeed" userId="f3c20014-5dab-44db-87de-ec699cb07e88" providerId="ADAL" clId="{4A910B60-7E3C-4A1E-94BE-AFD05842873F}" dt="2026-01-10T08:07:31.737" v="86" actId="478"/>
          <ac:inkMkLst>
            <pc:docMk/>
            <pc:sldMk cId="0" sldId="261"/>
            <ac:inkMk id="10" creationId="{74AFD224-77D7-4015-8A52-197A3E436025}"/>
          </ac:inkMkLst>
        </pc:inkChg>
      </pc:sldChg>
      <pc:sldChg chg="addSp delSp modSp mod">
        <pc:chgData name="Abuzar Sayeed" userId="f3c20014-5dab-44db-87de-ec699cb07e88" providerId="ADAL" clId="{4A910B60-7E3C-4A1E-94BE-AFD05842873F}" dt="2026-01-10T08:10:15.231" v="104" actId="207"/>
        <pc:sldMkLst>
          <pc:docMk/>
          <pc:sldMk cId="0" sldId="262"/>
        </pc:sldMkLst>
        <pc:spChg chg="del">
          <ac:chgData name="Abuzar Sayeed" userId="f3c20014-5dab-44db-87de-ec699cb07e88" providerId="ADAL" clId="{4A910B60-7E3C-4A1E-94BE-AFD05842873F}" dt="2026-01-10T08:09:19.411" v="91" actId="26606"/>
          <ac:spMkLst>
            <pc:docMk/>
            <pc:sldMk cId="0" sldId="262"/>
            <ac:spMk id="2" creationId="{00000000-0000-0000-0000-000000000000}"/>
          </ac:spMkLst>
        </pc:spChg>
        <pc:spChg chg="mod">
          <ac:chgData name="Abuzar Sayeed" userId="f3c20014-5dab-44db-87de-ec699cb07e88" providerId="ADAL" clId="{4A910B60-7E3C-4A1E-94BE-AFD05842873F}" dt="2026-01-10T08:10:09.070" v="103" actId="207"/>
          <ac:spMkLst>
            <pc:docMk/>
            <pc:sldMk cId="0" sldId="262"/>
            <ac:spMk id="3" creationId="{00000000-0000-0000-0000-000000000000}"/>
          </ac:spMkLst>
        </pc:spChg>
        <pc:graphicFrameChg chg="add mod">
          <ac:chgData name="Abuzar Sayeed" userId="f3c20014-5dab-44db-87de-ec699cb07e88" providerId="ADAL" clId="{4A910B60-7E3C-4A1E-94BE-AFD05842873F}" dt="2026-01-10T08:10:15.231" v="104" actId="207"/>
          <ac:graphicFrameMkLst>
            <pc:docMk/>
            <pc:sldMk cId="0" sldId="262"/>
            <ac:graphicFrameMk id="7" creationId="{C37FF88B-39FB-0EC2-025D-D4459B6B9C3E}"/>
          </ac:graphicFrameMkLst>
        </pc:graphicFrameChg>
        <pc:picChg chg="mod">
          <ac:chgData name="Abuzar Sayeed" userId="f3c20014-5dab-44db-87de-ec699cb07e88" providerId="ADAL" clId="{4A910B60-7E3C-4A1E-94BE-AFD05842873F}" dt="2026-01-10T08:09:28.982" v="93" actId="27614"/>
          <ac:picMkLst>
            <pc:docMk/>
            <pc:sldMk cId="0" sldId="262"/>
            <ac:picMk id="5" creationId="{00000000-0000-0000-0000-000000000000}"/>
          </ac:picMkLst>
        </pc:picChg>
        <pc:inkChg chg="del">
          <ac:chgData name="Abuzar Sayeed" userId="f3c20014-5dab-44db-87de-ec699cb07e88" providerId="ADAL" clId="{4A910B60-7E3C-4A1E-94BE-AFD05842873F}" dt="2026-01-10T08:08:58.461" v="90" actId="478"/>
          <ac:inkMkLst>
            <pc:docMk/>
            <pc:sldMk cId="0" sldId="262"/>
            <ac:inkMk id="6" creationId="{4C3FD7AA-6085-4395-92F5-1D5FA424130A}"/>
          </ac:inkMkLst>
        </pc:inkChg>
      </pc:sldChg>
      <pc:sldChg chg="addSp delSp modSp mod">
        <pc:chgData name="Abuzar Sayeed" userId="f3c20014-5dab-44db-87de-ec699cb07e88" providerId="ADAL" clId="{4A910B60-7E3C-4A1E-94BE-AFD05842873F}" dt="2026-01-10T08:21:32.612" v="123" actId="14100"/>
        <pc:sldMkLst>
          <pc:docMk/>
          <pc:sldMk cId="0" sldId="263"/>
        </pc:sldMkLst>
        <pc:spChg chg="mod">
          <ac:chgData name="Abuzar Sayeed" userId="f3c20014-5dab-44db-87de-ec699cb07e88" providerId="ADAL" clId="{4A910B60-7E3C-4A1E-94BE-AFD05842873F}" dt="2026-01-10T08:10:30.901" v="105" actId="207"/>
          <ac:spMkLst>
            <pc:docMk/>
            <pc:sldMk cId="0" sldId="263"/>
            <ac:spMk id="3" creationId="{00000000-0000-0000-0000-000000000000}"/>
          </ac:spMkLst>
        </pc:spChg>
        <pc:picChg chg="del">
          <ac:chgData name="Abuzar Sayeed" userId="f3c20014-5dab-44db-87de-ec699cb07e88" providerId="ADAL" clId="{4A910B60-7E3C-4A1E-94BE-AFD05842873F}" dt="2026-01-10T08:21:20.156" v="117" actId="478"/>
          <ac:picMkLst>
            <pc:docMk/>
            <pc:sldMk cId="0" sldId="263"/>
            <ac:picMk id="2" creationId="{00000000-0000-0000-0000-000000000000}"/>
          </ac:picMkLst>
        </pc:picChg>
        <pc:picChg chg="add del mod">
          <ac:chgData name="Abuzar Sayeed" userId="f3c20014-5dab-44db-87de-ec699cb07e88" providerId="ADAL" clId="{4A910B60-7E3C-4A1E-94BE-AFD05842873F}" dt="2026-01-10T08:18:16.377" v="107" actId="478"/>
          <ac:picMkLst>
            <pc:docMk/>
            <pc:sldMk cId="0" sldId="263"/>
            <ac:picMk id="6" creationId="{5C92B00D-E766-4107-8A26-8AEEBC5234F6}"/>
          </ac:picMkLst>
        </pc:picChg>
        <pc:picChg chg="add del mod">
          <ac:chgData name="Abuzar Sayeed" userId="f3c20014-5dab-44db-87de-ec699cb07e88" providerId="ADAL" clId="{4A910B60-7E3C-4A1E-94BE-AFD05842873F}" dt="2026-01-10T08:18:44.025" v="111" actId="478"/>
          <ac:picMkLst>
            <pc:docMk/>
            <pc:sldMk cId="0" sldId="263"/>
            <ac:picMk id="8" creationId="{37AFA9F7-6705-473E-B3FF-566447C600AF}"/>
          </ac:picMkLst>
        </pc:picChg>
        <pc:picChg chg="add del mod">
          <ac:chgData name="Abuzar Sayeed" userId="f3c20014-5dab-44db-87de-ec699cb07e88" providerId="ADAL" clId="{4A910B60-7E3C-4A1E-94BE-AFD05842873F}" dt="2026-01-10T08:21:15.790" v="116" actId="478"/>
          <ac:picMkLst>
            <pc:docMk/>
            <pc:sldMk cId="0" sldId="263"/>
            <ac:picMk id="10" creationId="{AF488DEF-20E0-4610-BA9D-59EF2C4C5A59}"/>
          </ac:picMkLst>
        </pc:picChg>
        <pc:picChg chg="add mod">
          <ac:chgData name="Abuzar Sayeed" userId="f3c20014-5dab-44db-87de-ec699cb07e88" providerId="ADAL" clId="{4A910B60-7E3C-4A1E-94BE-AFD05842873F}" dt="2026-01-10T08:21:32.612" v="123" actId="14100"/>
          <ac:picMkLst>
            <pc:docMk/>
            <pc:sldMk cId="0" sldId="263"/>
            <ac:picMk id="12" creationId="{A4BA86CF-5C92-4978-93AA-6798DFDFDEB9}"/>
          </ac:picMkLst>
        </pc:picChg>
      </pc:sldChg>
      <pc:sldChg chg="delSp modSp mod">
        <pc:chgData name="Abuzar Sayeed" userId="f3c20014-5dab-44db-87de-ec699cb07e88" providerId="ADAL" clId="{4A910B60-7E3C-4A1E-94BE-AFD05842873F}" dt="2026-01-10T08:21:54.972" v="125" actId="207"/>
        <pc:sldMkLst>
          <pc:docMk/>
          <pc:sldMk cId="0" sldId="264"/>
        </pc:sldMkLst>
        <pc:spChg chg="mod">
          <ac:chgData name="Abuzar Sayeed" userId="f3c20014-5dab-44db-87de-ec699cb07e88" providerId="ADAL" clId="{4A910B60-7E3C-4A1E-94BE-AFD05842873F}" dt="2026-01-10T08:21:54.972" v="125" actId="207"/>
          <ac:spMkLst>
            <pc:docMk/>
            <pc:sldMk cId="0" sldId="264"/>
            <ac:spMk id="3" creationId="{00000000-0000-0000-0000-000000000000}"/>
          </ac:spMkLst>
        </pc:spChg>
        <pc:inkChg chg="del">
          <ac:chgData name="Abuzar Sayeed" userId="f3c20014-5dab-44db-87de-ec699cb07e88" providerId="ADAL" clId="{4A910B60-7E3C-4A1E-94BE-AFD05842873F}" dt="2026-01-10T08:21:49.256" v="124" actId="478"/>
          <ac:inkMkLst>
            <pc:docMk/>
            <pc:sldMk cId="0" sldId="264"/>
            <ac:inkMk id="6" creationId="{9ED1FF73-65A3-4719-B474-4BE933BA374C}"/>
          </ac:inkMkLst>
        </pc:inkChg>
      </pc:sldChg>
      <pc:sldChg chg="delSp modSp mod">
        <pc:chgData name="Abuzar Sayeed" userId="f3c20014-5dab-44db-87de-ec699cb07e88" providerId="ADAL" clId="{4A910B60-7E3C-4A1E-94BE-AFD05842873F}" dt="2026-01-10T08:22:17.459" v="127" actId="207"/>
        <pc:sldMkLst>
          <pc:docMk/>
          <pc:sldMk cId="0" sldId="265"/>
        </pc:sldMkLst>
        <pc:spChg chg="mod">
          <ac:chgData name="Abuzar Sayeed" userId="f3c20014-5dab-44db-87de-ec699cb07e88" providerId="ADAL" clId="{4A910B60-7E3C-4A1E-94BE-AFD05842873F}" dt="2026-01-10T08:22:17.459" v="127" actId="207"/>
          <ac:spMkLst>
            <pc:docMk/>
            <pc:sldMk cId="0" sldId="265"/>
            <ac:spMk id="3" creationId="{00000000-0000-0000-0000-000000000000}"/>
          </ac:spMkLst>
        </pc:spChg>
        <pc:inkChg chg="del">
          <ac:chgData name="Abuzar Sayeed" userId="f3c20014-5dab-44db-87de-ec699cb07e88" providerId="ADAL" clId="{4A910B60-7E3C-4A1E-94BE-AFD05842873F}" dt="2026-01-10T08:22:10.677" v="126" actId="478"/>
          <ac:inkMkLst>
            <pc:docMk/>
            <pc:sldMk cId="0" sldId="265"/>
            <ac:inkMk id="8" creationId="{26DA71FD-EC2B-4EFD-9DE2-BF465C521A1D}"/>
          </ac:inkMkLst>
        </pc:inkChg>
      </pc:sldChg>
      <pc:sldChg chg="addSp delSp modSp mod">
        <pc:chgData name="Abuzar Sayeed" userId="f3c20014-5dab-44db-87de-ec699cb07e88" providerId="ADAL" clId="{4A910B60-7E3C-4A1E-94BE-AFD05842873F}" dt="2026-01-10T08:22:43.040" v="130" actId="26606"/>
        <pc:sldMkLst>
          <pc:docMk/>
          <pc:sldMk cId="0" sldId="266"/>
        </pc:sldMkLst>
        <pc:spChg chg="del">
          <ac:chgData name="Abuzar Sayeed" userId="f3c20014-5dab-44db-87de-ec699cb07e88" providerId="ADAL" clId="{4A910B60-7E3C-4A1E-94BE-AFD05842873F}" dt="2026-01-10T08:22:43.040" v="130" actId="26606"/>
          <ac:spMkLst>
            <pc:docMk/>
            <pc:sldMk cId="0" sldId="266"/>
            <ac:spMk id="2" creationId="{00000000-0000-0000-0000-000000000000}"/>
          </ac:spMkLst>
        </pc:spChg>
        <pc:spChg chg="mod">
          <ac:chgData name="Abuzar Sayeed" userId="f3c20014-5dab-44db-87de-ec699cb07e88" providerId="ADAL" clId="{4A910B60-7E3C-4A1E-94BE-AFD05842873F}" dt="2026-01-10T08:22:29.730" v="128" actId="207"/>
          <ac:spMkLst>
            <pc:docMk/>
            <pc:sldMk cId="0" sldId="266"/>
            <ac:spMk id="3" creationId="{00000000-0000-0000-0000-000000000000}"/>
          </ac:spMkLst>
        </pc:spChg>
        <pc:graphicFrameChg chg="add">
          <ac:chgData name="Abuzar Sayeed" userId="f3c20014-5dab-44db-87de-ec699cb07e88" providerId="ADAL" clId="{4A910B60-7E3C-4A1E-94BE-AFD05842873F}" dt="2026-01-10T08:22:43.040" v="130" actId="26606"/>
          <ac:graphicFrameMkLst>
            <pc:docMk/>
            <pc:sldMk cId="0" sldId="266"/>
            <ac:graphicFrameMk id="7" creationId="{628B76C3-936F-B6A2-DC66-E1A9BF0AE986}"/>
          </ac:graphicFrameMkLst>
        </pc:graphicFrameChg>
        <pc:inkChg chg="del">
          <ac:chgData name="Abuzar Sayeed" userId="f3c20014-5dab-44db-87de-ec699cb07e88" providerId="ADAL" clId="{4A910B60-7E3C-4A1E-94BE-AFD05842873F}" dt="2026-01-10T08:22:34.959" v="129" actId="478"/>
          <ac:inkMkLst>
            <pc:docMk/>
            <pc:sldMk cId="0" sldId="266"/>
            <ac:inkMk id="6" creationId="{5FE23170-465B-4133-B014-77B89D286586}"/>
          </ac:inkMkLst>
        </pc:inkChg>
      </pc:sldChg>
      <pc:sldChg chg="addSp delSp modSp mod">
        <pc:chgData name="Abuzar Sayeed" userId="f3c20014-5dab-44db-87de-ec699cb07e88" providerId="ADAL" clId="{4A910B60-7E3C-4A1E-94BE-AFD05842873F}" dt="2026-01-10T08:23:00.801" v="134" actId="207"/>
        <pc:sldMkLst>
          <pc:docMk/>
          <pc:sldMk cId="0" sldId="267"/>
        </pc:sldMkLst>
        <pc:spChg chg="mod">
          <ac:chgData name="Abuzar Sayeed" userId="f3c20014-5dab-44db-87de-ec699cb07e88" providerId="ADAL" clId="{4A910B60-7E3C-4A1E-94BE-AFD05842873F}" dt="2026-01-10T08:23:00.801" v="134" actId="207"/>
          <ac:spMkLst>
            <pc:docMk/>
            <pc:sldMk cId="0" sldId="267"/>
            <ac:spMk id="3" creationId="{00000000-0000-0000-0000-000000000000}"/>
          </ac:spMkLst>
        </pc:spChg>
        <pc:picChg chg="add del">
          <ac:chgData name="Abuzar Sayeed" userId="f3c20014-5dab-44db-87de-ec699cb07e88" providerId="ADAL" clId="{4A910B60-7E3C-4A1E-94BE-AFD05842873F}" dt="2026-01-10T08:22:51.520" v="132" actId="478"/>
          <ac:picMkLst>
            <pc:docMk/>
            <pc:sldMk cId="0" sldId="267"/>
            <ac:picMk id="5" creationId="{00000000-0000-0000-0000-000000000000}"/>
          </ac:picMkLst>
        </pc:picChg>
        <pc:inkChg chg="del">
          <ac:chgData name="Abuzar Sayeed" userId="f3c20014-5dab-44db-87de-ec699cb07e88" providerId="ADAL" clId="{4A910B60-7E3C-4A1E-94BE-AFD05842873F}" dt="2026-01-10T08:22:55.014" v="133" actId="478"/>
          <ac:inkMkLst>
            <pc:docMk/>
            <pc:sldMk cId="0" sldId="267"/>
            <ac:inkMk id="8" creationId="{3453753F-8061-4341-8F9F-20788C10D87E}"/>
          </ac:inkMkLst>
        </pc:inkChg>
      </pc:sldChg>
      <pc:sldChg chg="delSp modSp mod">
        <pc:chgData name="Abuzar Sayeed" userId="f3c20014-5dab-44db-87de-ec699cb07e88" providerId="ADAL" clId="{4A910B60-7E3C-4A1E-94BE-AFD05842873F}" dt="2026-01-10T08:23:19.489" v="136" actId="207"/>
        <pc:sldMkLst>
          <pc:docMk/>
          <pc:sldMk cId="0" sldId="268"/>
        </pc:sldMkLst>
        <pc:spChg chg="mod">
          <ac:chgData name="Abuzar Sayeed" userId="f3c20014-5dab-44db-87de-ec699cb07e88" providerId="ADAL" clId="{4A910B60-7E3C-4A1E-94BE-AFD05842873F}" dt="2026-01-10T08:23:19.489" v="136" actId="207"/>
          <ac:spMkLst>
            <pc:docMk/>
            <pc:sldMk cId="0" sldId="268"/>
            <ac:spMk id="3" creationId="{00000000-0000-0000-0000-000000000000}"/>
          </ac:spMkLst>
        </pc:spChg>
        <pc:inkChg chg="del">
          <ac:chgData name="Abuzar Sayeed" userId="f3c20014-5dab-44db-87de-ec699cb07e88" providerId="ADAL" clId="{4A910B60-7E3C-4A1E-94BE-AFD05842873F}" dt="2026-01-10T08:23:10.049" v="135" actId="478"/>
          <ac:inkMkLst>
            <pc:docMk/>
            <pc:sldMk cId="0" sldId="268"/>
            <ac:inkMk id="9" creationId="{4EBA9F66-92A9-4AC2-AD75-89A9FF8E9576}"/>
          </ac:inkMkLst>
        </pc:inkChg>
      </pc:sldChg>
      <pc:sldChg chg="delSp del mod">
        <pc:chgData name="Abuzar Sayeed" userId="f3c20014-5dab-44db-87de-ec699cb07e88" providerId="ADAL" clId="{4A910B60-7E3C-4A1E-94BE-AFD05842873F}" dt="2026-01-10T08:26:17.652" v="152" actId="2696"/>
        <pc:sldMkLst>
          <pc:docMk/>
          <pc:sldMk cId="0" sldId="269"/>
        </pc:sldMkLst>
        <pc:inkChg chg="del">
          <ac:chgData name="Abuzar Sayeed" userId="f3c20014-5dab-44db-87de-ec699cb07e88" providerId="ADAL" clId="{4A910B60-7E3C-4A1E-94BE-AFD05842873F}" dt="2026-01-10T08:24:40.363" v="137" actId="478"/>
          <ac:inkMkLst>
            <pc:docMk/>
            <pc:sldMk cId="0" sldId="269"/>
            <ac:inkMk id="4" creationId="{6904B117-9137-4957-9744-F1E6F071E3F7}"/>
          </ac:inkMkLst>
        </pc:inkChg>
      </pc:sldChg>
      <pc:sldChg chg="delSp del mod">
        <pc:chgData name="Abuzar Sayeed" userId="f3c20014-5dab-44db-87de-ec699cb07e88" providerId="ADAL" clId="{4A910B60-7E3C-4A1E-94BE-AFD05842873F}" dt="2026-01-10T08:27:31.476" v="172" actId="2696"/>
        <pc:sldMkLst>
          <pc:docMk/>
          <pc:sldMk cId="0" sldId="270"/>
        </pc:sldMkLst>
        <pc:inkChg chg="del">
          <ac:chgData name="Abuzar Sayeed" userId="f3c20014-5dab-44db-87de-ec699cb07e88" providerId="ADAL" clId="{4A910B60-7E3C-4A1E-94BE-AFD05842873F}" dt="2026-01-10T08:26:24.752" v="153" actId="478"/>
          <ac:inkMkLst>
            <pc:docMk/>
            <pc:sldMk cId="0" sldId="270"/>
            <ac:inkMk id="4" creationId="{0EE9E760-A98A-435B-BA08-FBC9FA234DF2}"/>
          </ac:inkMkLst>
        </pc:inkChg>
      </pc:sldChg>
      <pc:sldChg chg="modSp mod">
        <pc:chgData name="Abuzar Sayeed" userId="f3c20014-5dab-44db-87de-ec699cb07e88" providerId="ADAL" clId="{4A910B60-7E3C-4A1E-94BE-AFD05842873F}" dt="2026-01-10T08:27:39.894" v="173" actId="207"/>
        <pc:sldMkLst>
          <pc:docMk/>
          <pc:sldMk cId="0" sldId="271"/>
        </pc:sldMkLst>
        <pc:spChg chg="mod">
          <ac:chgData name="Abuzar Sayeed" userId="f3c20014-5dab-44db-87de-ec699cb07e88" providerId="ADAL" clId="{4A910B60-7E3C-4A1E-94BE-AFD05842873F}" dt="2026-01-10T08:27:39.894" v="173" actId="207"/>
          <ac:spMkLst>
            <pc:docMk/>
            <pc:sldMk cId="0" sldId="271"/>
            <ac:spMk id="3" creationId="{00000000-0000-0000-0000-000000000000}"/>
          </ac:spMkLst>
        </pc:spChg>
      </pc:sldChg>
      <pc:sldChg chg="delSp modSp mod">
        <pc:chgData name="Abuzar Sayeed" userId="f3c20014-5dab-44db-87de-ec699cb07e88" providerId="ADAL" clId="{4A910B60-7E3C-4A1E-94BE-AFD05842873F}" dt="2026-01-10T08:27:54.625" v="175" actId="207"/>
        <pc:sldMkLst>
          <pc:docMk/>
          <pc:sldMk cId="0" sldId="272"/>
        </pc:sldMkLst>
        <pc:spChg chg="mod">
          <ac:chgData name="Abuzar Sayeed" userId="f3c20014-5dab-44db-87de-ec699cb07e88" providerId="ADAL" clId="{4A910B60-7E3C-4A1E-94BE-AFD05842873F}" dt="2026-01-10T08:27:54.625" v="175" actId="207"/>
          <ac:spMkLst>
            <pc:docMk/>
            <pc:sldMk cId="0" sldId="272"/>
            <ac:spMk id="4" creationId="{00000000-0000-0000-0000-000000000000}"/>
          </ac:spMkLst>
        </pc:spChg>
        <pc:inkChg chg="del">
          <ac:chgData name="Abuzar Sayeed" userId="f3c20014-5dab-44db-87de-ec699cb07e88" providerId="ADAL" clId="{4A910B60-7E3C-4A1E-94BE-AFD05842873F}" dt="2026-01-10T08:27:47.281" v="174" actId="478"/>
          <ac:inkMkLst>
            <pc:docMk/>
            <pc:sldMk cId="0" sldId="272"/>
            <ac:inkMk id="8" creationId="{696D435C-BAA3-49D0-8EB8-F2D7FC7558DB}"/>
          </ac:inkMkLst>
        </pc:inkChg>
      </pc:sldChg>
      <pc:sldChg chg="modSp mod">
        <pc:chgData name="Abuzar Sayeed" userId="f3c20014-5dab-44db-87de-ec699cb07e88" providerId="ADAL" clId="{4A910B60-7E3C-4A1E-94BE-AFD05842873F}" dt="2026-01-10T08:28:01.548" v="176" actId="207"/>
        <pc:sldMkLst>
          <pc:docMk/>
          <pc:sldMk cId="0" sldId="273"/>
        </pc:sldMkLst>
        <pc:spChg chg="mod">
          <ac:chgData name="Abuzar Sayeed" userId="f3c20014-5dab-44db-87de-ec699cb07e88" providerId="ADAL" clId="{4A910B60-7E3C-4A1E-94BE-AFD05842873F}" dt="2026-01-10T08:28:01.548" v="176" actId="207"/>
          <ac:spMkLst>
            <pc:docMk/>
            <pc:sldMk cId="0" sldId="273"/>
            <ac:spMk id="3" creationId="{00000000-0000-0000-0000-000000000000}"/>
          </ac:spMkLst>
        </pc:spChg>
      </pc:sldChg>
      <pc:sldChg chg="modSp mod">
        <pc:chgData name="Abuzar Sayeed" userId="f3c20014-5dab-44db-87de-ec699cb07e88" providerId="ADAL" clId="{4A910B60-7E3C-4A1E-94BE-AFD05842873F}" dt="2026-01-10T08:28:12.675" v="177" actId="207"/>
        <pc:sldMkLst>
          <pc:docMk/>
          <pc:sldMk cId="0" sldId="283"/>
        </pc:sldMkLst>
        <pc:spChg chg="mod">
          <ac:chgData name="Abuzar Sayeed" userId="f3c20014-5dab-44db-87de-ec699cb07e88" providerId="ADAL" clId="{4A910B60-7E3C-4A1E-94BE-AFD05842873F}" dt="2026-01-10T08:28:12.675" v="177" actId="207"/>
          <ac:spMkLst>
            <pc:docMk/>
            <pc:sldMk cId="0" sldId="283"/>
            <ac:spMk id="3" creationId="{00000000-0000-0000-0000-000000000000}"/>
          </ac:spMkLst>
        </pc:spChg>
      </pc:sldChg>
      <pc:sldChg chg="modSp mod">
        <pc:chgData name="Abuzar Sayeed" userId="f3c20014-5dab-44db-87de-ec699cb07e88" providerId="ADAL" clId="{4A910B60-7E3C-4A1E-94BE-AFD05842873F}" dt="2026-01-10T08:28:19.453" v="178" actId="207"/>
        <pc:sldMkLst>
          <pc:docMk/>
          <pc:sldMk cId="0" sldId="284"/>
        </pc:sldMkLst>
        <pc:spChg chg="mod">
          <ac:chgData name="Abuzar Sayeed" userId="f3c20014-5dab-44db-87de-ec699cb07e88" providerId="ADAL" clId="{4A910B60-7E3C-4A1E-94BE-AFD05842873F}" dt="2026-01-10T08:28:19.453" v="178" actId="207"/>
          <ac:spMkLst>
            <pc:docMk/>
            <pc:sldMk cId="0" sldId="284"/>
            <ac:spMk id="2" creationId="{00000000-0000-0000-0000-000000000000}"/>
          </ac:spMkLst>
        </pc:spChg>
      </pc:sldChg>
      <pc:sldChg chg="modSp mod">
        <pc:chgData name="Abuzar Sayeed" userId="f3c20014-5dab-44db-87de-ec699cb07e88" providerId="ADAL" clId="{4A910B60-7E3C-4A1E-94BE-AFD05842873F}" dt="2026-01-10T08:28:25.463" v="179" actId="207"/>
        <pc:sldMkLst>
          <pc:docMk/>
          <pc:sldMk cId="0" sldId="285"/>
        </pc:sldMkLst>
        <pc:spChg chg="mod">
          <ac:chgData name="Abuzar Sayeed" userId="f3c20014-5dab-44db-87de-ec699cb07e88" providerId="ADAL" clId="{4A910B60-7E3C-4A1E-94BE-AFD05842873F}" dt="2026-01-10T08:28:25.463" v="179" actId="207"/>
          <ac:spMkLst>
            <pc:docMk/>
            <pc:sldMk cId="0" sldId="285"/>
            <ac:spMk id="3" creationId="{00000000-0000-0000-0000-000000000000}"/>
          </ac:spMkLst>
        </pc:spChg>
      </pc:sldChg>
      <pc:sldChg chg="modSp mod">
        <pc:chgData name="Abuzar Sayeed" userId="f3c20014-5dab-44db-87de-ec699cb07e88" providerId="ADAL" clId="{4A910B60-7E3C-4A1E-94BE-AFD05842873F}" dt="2026-01-10T08:28:31.297" v="180" actId="207"/>
        <pc:sldMkLst>
          <pc:docMk/>
          <pc:sldMk cId="0" sldId="286"/>
        </pc:sldMkLst>
        <pc:spChg chg="mod">
          <ac:chgData name="Abuzar Sayeed" userId="f3c20014-5dab-44db-87de-ec699cb07e88" providerId="ADAL" clId="{4A910B60-7E3C-4A1E-94BE-AFD05842873F}" dt="2026-01-10T08:28:31.297" v="180" actId="207"/>
          <ac:spMkLst>
            <pc:docMk/>
            <pc:sldMk cId="0" sldId="286"/>
            <ac:spMk id="3" creationId="{00000000-0000-0000-0000-000000000000}"/>
          </ac:spMkLst>
        </pc:spChg>
      </pc:sldChg>
      <pc:sldChg chg="modSp mod">
        <pc:chgData name="Abuzar Sayeed" userId="f3c20014-5dab-44db-87de-ec699cb07e88" providerId="ADAL" clId="{4A910B60-7E3C-4A1E-94BE-AFD05842873F}" dt="2026-01-10T08:28:39.678" v="181" actId="207"/>
        <pc:sldMkLst>
          <pc:docMk/>
          <pc:sldMk cId="0" sldId="287"/>
        </pc:sldMkLst>
        <pc:spChg chg="mod">
          <ac:chgData name="Abuzar Sayeed" userId="f3c20014-5dab-44db-87de-ec699cb07e88" providerId="ADAL" clId="{4A910B60-7E3C-4A1E-94BE-AFD05842873F}" dt="2026-01-10T08:28:39.678" v="181" actId="207"/>
          <ac:spMkLst>
            <pc:docMk/>
            <pc:sldMk cId="0" sldId="287"/>
            <ac:spMk id="3" creationId="{00000000-0000-0000-0000-000000000000}"/>
          </ac:spMkLst>
        </pc:spChg>
      </pc:sldChg>
      <pc:sldChg chg="modSp mod">
        <pc:chgData name="Abuzar Sayeed" userId="f3c20014-5dab-44db-87de-ec699cb07e88" providerId="ADAL" clId="{4A910B60-7E3C-4A1E-94BE-AFD05842873F}" dt="2026-01-10T08:28:51.186" v="182" actId="207"/>
        <pc:sldMkLst>
          <pc:docMk/>
          <pc:sldMk cId="0" sldId="290"/>
        </pc:sldMkLst>
        <pc:spChg chg="mod">
          <ac:chgData name="Abuzar Sayeed" userId="f3c20014-5dab-44db-87de-ec699cb07e88" providerId="ADAL" clId="{4A910B60-7E3C-4A1E-94BE-AFD05842873F}" dt="2026-01-10T08:28:51.186" v="182" actId="207"/>
          <ac:spMkLst>
            <pc:docMk/>
            <pc:sldMk cId="0" sldId="290"/>
            <ac:spMk id="3" creationId="{00000000-0000-0000-0000-000000000000}"/>
          </ac:spMkLst>
        </pc:spChg>
      </pc:sldChg>
      <pc:sldChg chg="addSp delSp modSp add mod">
        <pc:chgData name="Abuzar Sayeed" userId="f3c20014-5dab-44db-87de-ec699cb07e88" providerId="ADAL" clId="{4A910B60-7E3C-4A1E-94BE-AFD05842873F}" dt="2026-01-10T08:00:01.019" v="49" actId="14100"/>
        <pc:sldMkLst>
          <pc:docMk/>
          <pc:sldMk cId="1413500359" sldId="291"/>
        </pc:sldMkLst>
        <pc:spChg chg="del mod">
          <ac:chgData name="Abuzar Sayeed" userId="f3c20014-5dab-44db-87de-ec699cb07e88" providerId="ADAL" clId="{4A910B60-7E3C-4A1E-94BE-AFD05842873F}" dt="2026-01-10T07:58:29.264" v="37" actId="478"/>
          <ac:spMkLst>
            <pc:docMk/>
            <pc:sldMk cId="1413500359" sldId="291"/>
            <ac:spMk id="4" creationId="{00000000-0000-0000-0000-000000000000}"/>
          </ac:spMkLst>
        </pc:spChg>
        <pc:picChg chg="del">
          <ac:chgData name="Abuzar Sayeed" userId="f3c20014-5dab-44db-87de-ec699cb07e88" providerId="ADAL" clId="{4A910B60-7E3C-4A1E-94BE-AFD05842873F}" dt="2026-01-10T07:58:22.984" v="35" actId="478"/>
          <ac:picMkLst>
            <pc:docMk/>
            <pc:sldMk cId="1413500359" sldId="291"/>
            <ac:picMk id="5" creationId="{00000000-0000-0000-0000-000000000000}"/>
          </ac:picMkLst>
        </pc:picChg>
        <pc:picChg chg="add mod">
          <ac:chgData name="Abuzar Sayeed" userId="f3c20014-5dab-44db-87de-ec699cb07e88" providerId="ADAL" clId="{4A910B60-7E3C-4A1E-94BE-AFD05842873F}" dt="2026-01-10T07:59:34.411" v="42" actId="1076"/>
          <ac:picMkLst>
            <pc:docMk/>
            <pc:sldMk cId="1413500359" sldId="291"/>
            <ac:picMk id="7" creationId="{D04E4BD3-E4AE-4E1C-B8BA-721BA86FBADC}"/>
          </ac:picMkLst>
        </pc:picChg>
        <pc:picChg chg="add mod">
          <ac:chgData name="Abuzar Sayeed" userId="f3c20014-5dab-44db-87de-ec699cb07e88" providerId="ADAL" clId="{4A910B60-7E3C-4A1E-94BE-AFD05842873F}" dt="2026-01-10T08:00:01.019" v="49" actId="14100"/>
          <ac:picMkLst>
            <pc:docMk/>
            <pc:sldMk cId="1413500359" sldId="291"/>
            <ac:picMk id="9" creationId="{DE8050E4-AAD1-405E-9070-A562A6FB2249}"/>
          </ac:picMkLst>
        </pc:picChg>
      </pc:sldChg>
      <pc:sldChg chg="addSp delSp modSp add mod">
        <pc:chgData name="Abuzar Sayeed" userId="f3c20014-5dab-44db-87de-ec699cb07e88" providerId="ADAL" clId="{4A910B60-7E3C-4A1E-94BE-AFD05842873F}" dt="2026-01-10T08:26:09.061" v="151" actId="1076"/>
        <pc:sldMkLst>
          <pc:docMk/>
          <pc:sldMk cId="303786325" sldId="292"/>
        </pc:sldMkLst>
        <pc:spChg chg="del">
          <ac:chgData name="Abuzar Sayeed" userId="f3c20014-5dab-44db-87de-ec699cb07e88" providerId="ADAL" clId="{4A910B60-7E3C-4A1E-94BE-AFD05842873F}" dt="2026-01-10T08:26:01.952" v="149" actId="478"/>
          <ac:spMkLst>
            <pc:docMk/>
            <pc:sldMk cId="303786325" sldId="292"/>
            <ac:spMk id="2" creationId="{00000000-0000-0000-0000-000000000000}"/>
          </ac:spMkLst>
        </pc:spChg>
        <pc:spChg chg="mod">
          <ac:chgData name="Abuzar Sayeed" userId="f3c20014-5dab-44db-87de-ec699cb07e88" providerId="ADAL" clId="{4A910B60-7E3C-4A1E-94BE-AFD05842873F}" dt="2026-01-10T08:25:43.436" v="147" actId="1076"/>
          <ac:spMkLst>
            <pc:docMk/>
            <pc:sldMk cId="303786325" sldId="292"/>
            <ac:spMk id="4" creationId="{00000000-0000-0000-0000-000000000000}"/>
          </ac:spMkLst>
        </pc:spChg>
        <pc:grpChg chg="del">
          <ac:chgData name="Abuzar Sayeed" userId="f3c20014-5dab-44db-87de-ec699cb07e88" providerId="ADAL" clId="{4A910B60-7E3C-4A1E-94BE-AFD05842873F}" dt="2026-01-10T08:25:56.411" v="148" actId="478"/>
          <ac:grpSpMkLst>
            <pc:docMk/>
            <pc:sldMk cId="303786325" sldId="292"/>
            <ac:grpSpMk id="5" creationId="{00000000-0000-0000-0000-000000000000}"/>
          </ac:grpSpMkLst>
        </pc:grpChg>
        <pc:picChg chg="add mod">
          <ac:chgData name="Abuzar Sayeed" userId="f3c20014-5dab-44db-87de-ec699cb07e88" providerId="ADAL" clId="{4A910B60-7E3C-4A1E-94BE-AFD05842873F}" dt="2026-01-10T08:26:09.061" v="151" actId="1076"/>
          <ac:picMkLst>
            <pc:docMk/>
            <pc:sldMk cId="303786325" sldId="292"/>
            <ac:picMk id="9" creationId="{670BC319-4F27-4065-8245-60FA1804B452}"/>
          </ac:picMkLst>
        </pc:picChg>
      </pc:sldChg>
      <pc:sldChg chg="addSp delSp modSp add mod">
        <pc:chgData name="Abuzar Sayeed" userId="f3c20014-5dab-44db-87de-ec699cb07e88" providerId="ADAL" clId="{4A910B60-7E3C-4A1E-94BE-AFD05842873F}" dt="2026-01-10T08:27:21.140" v="171" actId="1076"/>
        <pc:sldMkLst>
          <pc:docMk/>
          <pc:sldMk cId="1734039976" sldId="293"/>
        </pc:sldMkLst>
        <pc:spChg chg="mod">
          <ac:chgData name="Abuzar Sayeed" userId="f3c20014-5dab-44db-87de-ec699cb07e88" providerId="ADAL" clId="{4A910B60-7E3C-4A1E-94BE-AFD05842873F}" dt="2026-01-10T08:27:21.140" v="171" actId="1076"/>
          <ac:spMkLst>
            <pc:docMk/>
            <pc:sldMk cId="1734039976" sldId="293"/>
            <ac:spMk id="4" creationId="{00000000-0000-0000-0000-000000000000}"/>
          </ac:spMkLst>
        </pc:spChg>
        <pc:picChg chg="add mod">
          <ac:chgData name="Abuzar Sayeed" userId="f3c20014-5dab-44db-87de-ec699cb07e88" providerId="ADAL" clId="{4A910B60-7E3C-4A1E-94BE-AFD05842873F}" dt="2026-01-10T08:26:53.908" v="157" actId="1076"/>
          <ac:picMkLst>
            <pc:docMk/>
            <pc:sldMk cId="1734039976" sldId="293"/>
            <ac:picMk id="2" creationId="{5B7DBB2A-BA60-4DAB-BFA7-23966054CF95}"/>
          </ac:picMkLst>
        </pc:picChg>
        <pc:picChg chg="del">
          <ac:chgData name="Abuzar Sayeed" userId="f3c20014-5dab-44db-87de-ec699cb07e88" providerId="ADAL" clId="{4A910B60-7E3C-4A1E-94BE-AFD05842873F}" dt="2026-01-10T08:26:39.388" v="155" actId="478"/>
          <ac:picMkLst>
            <pc:docMk/>
            <pc:sldMk cId="1734039976" sldId="293"/>
            <ac:picMk id="9" creationId="{670BC319-4F27-4065-8245-60FA1804B452}"/>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F383D-13BE-40CB-8A0C-3C1CDE18DDCA}"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A557440-1CDB-4E5F-9AD2-E5E2CAC50AD3}">
      <dgm:prSet/>
      <dgm:spPr/>
      <dgm:t>
        <a:bodyPr/>
        <a:lstStyle/>
        <a:p>
          <a:r>
            <a:rPr lang="en-US" b="1" dirty="0"/>
            <a:t>Representation of Bits: </a:t>
          </a:r>
          <a:r>
            <a:rPr lang="en-US" dirty="0"/>
            <a:t>Data in this layer consists of stream of bits. The bits must be encoded into signals for  transmission. It defines the type of encoding i.e., how 0's and 1's are changed to signal.</a:t>
          </a:r>
        </a:p>
      </dgm:t>
    </dgm:pt>
    <dgm:pt modelId="{F11F2A6D-2EC7-4AE8-A168-9139BC924281}" type="parTrans" cxnId="{2C1E7FEB-62D8-464B-AF4F-63BD08C84DE6}">
      <dgm:prSet/>
      <dgm:spPr/>
      <dgm:t>
        <a:bodyPr/>
        <a:lstStyle/>
        <a:p>
          <a:endParaRPr lang="en-US"/>
        </a:p>
      </dgm:t>
    </dgm:pt>
    <dgm:pt modelId="{78BC6F67-C25F-45DF-8267-C47A90BF91C0}" type="sibTrans" cxnId="{2C1E7FEB-62D8-464B-AF4F-63BD08C84DE6}">
      <dgm:prSet/>
      <dgm:spPr/>
      <dgm:t>
        <a:bodyPr/>
        <a:lstStyle/>
        <a:p>
          <a:endParaRPr lang="en-US"/>
        </a:p>
      </dgm:t>
    </dgm:pt>
    <dgm:pt modelId="{994A9945-5B8E-4608-A233-E04FA62090E3}">
      <dgm:prSet/>
      <dgm:spPr/>
      <dgm:t>
        <a:bodyPr/>
        <a:lstStyle/>
        <a:p>
          <a:r>
            <a:rPr lang="en-US" b="1"/>
            <a:t>Data Rate: </a:t>
          </a:r>
          <a:r>
            <a:rPr lang="en-US"/>
            <a:t>This layer defines the rate of transmission which is the number of bits per second.</a:t>
          </a:r>
        </a:p>
      </dgm:t>
    </dgm:pt>
    <dgm:pt modelId="{B0EC77E1-4B11-47F4-90E9-FCE8206EAD86}" type="parTrans" cxnId="{1E0A615C-3A87-430E-82D0-935E6A183533}">
      <dgm:prSet/>
      <dgm:spPr/>
      <dgm:t>
        <a:bodyPr/>
        <a:lstStyle/>
        <a:p>
          <a:endParaRPr lang="en-US"/>
        </a:p>
      </dgm:t>
    </dgm:pt>
    <dgm:pt modelId="{70ACC6C1-2F23-4525-8FC1-E6CDBCD65EA3}" type="sibTrans" cxnId="{1E0A615C-3A87-430E-82D0-935E6A183533}">
      <dgm:prSet/>
      <dgm:spPr/>
      <dgm:t>
        <a:bodyPr/>
        <a:lstStyle/>
        <a:p>
          <a:endParaRPr lang="en-US"/>
        </a:p>
      </dgm:t>
    </dgm:pt>
    <dgm:pt modelId="{AFE661D4-8E8D-4779-B9CD-E34347C2151D}">
      <dgm:prSet/>
      <dgm:spPr/>
      <dgm:t>
        <a:bodyPr/>
        <a:lstStyle/>
        <a:p>
          <a:r>
            <a:rPr lang="en-US" b="1"/>
            <a:t>Synchronization: </a:t>
          </a:r>
          <a:r>
            <a:rPr lang="en-US"/>
            <a:t>The sender and receiver are synchronized at bit level.</a:t>
          </a:r>
        </a:p>
      </dgm:t>
    </dgm:pt>
    <dgm:pt modelId="{686E19E9-E7A7-4113-B87E-3306C5721700}" type="parTrans" cxnId="{AC57FC35-8578-4762-AE45-7E604F9347D0}">
      <dgm:prSet/>
      <dgm:spPr/>
      <dgm:t>
        <a:bodyPr/>
        <a:lstStyle/>
        <a:p>
          <a:endParaRPr lang="en-US"/>
        </a:p>
      </dgm:t>
    </dgm:pt>
    <dgm:pt modelId="{288F61C7-42D2-4648-9996-0FD545F2F8AB}" type="sibTrans" cxnId="{AC57FC35-8578-4762-AE45-7E604F9347D0}">
      <dgm:prSet/>
      <dgm:spPr/>
      <dgm:t>
        <a:bodyPr/>
        <a:lstStyle/>
        <a:p>
          <a:endParaRPr lang="en-US"/>
        </a:p>
      </dgm:t>
    </dgm:pt>
    <dgm:pt modelId="{3D69A672-B4AE-40C1-ACB6-2A00ECF6954A}">
      <dgm:prSet/>
      <dgm:spPr/>
      <dgm:t>
        <a:bodyPr/>
        <a:lstStyle/>
        <a:p>
          <a:r>
            <a:rPr lang="en-US" b="1"/>
            <a:t>Interface: </a:t>
          </a:r>
          <a:r>
            <a:rPr lang="en-US"/>
            <a:t>Transmission interface between devices and transmission medium.</a:t>
          </a:r>
        </a:p>
      </dgm:t>
    </dgm:pt>
    <dgm:pt modelId="{73E5E8FD-A798-474F-BE5E-3C2F78BE9492}" type="parTrans" cxnId="{609B5DC6-0422-4B76-A08D-AD89CEF085FA}">
      <dgm:prSet/>
      <dgm:spPr/>
      <dgm:t>
        <a:bodyPr/>
        <a:lstStyle/>
        <a:p>
          <a:endParaRPr lang="en-US"/>
        </a:p>
      </dgm:t>
    </dgm:pt>
    <dgm:pt modelId="{DC08CE39-6341-401E-BECA-C77B97629D6A}" type="sibTrans" cxnId="{609B5DC6-0422-4B76-A08D-AD89CEF085FA}">
      <dgm:prSet/>
      <dgm:spPr/>
      <dgm:t>
        <a:bodyPr/>
        <a:lstStyle/>
        <a:p>
          <a:endParaRPr lang="en-US"/>
        </a:p>
      </dgm:t>
    </dgm:pt>
    <dgm:pt modelId="{9F10C007-0D04-4F04-B375-5223CE0982DA}">
      <dgm:prSet/>
      <dgm:spPr/>
      <dgm:t>
        <a:bodyPr/>
        <a:lstStyle/>
        <a:p>
          <a:r>
            <a:rPr lang="en-US" b="1"/>
            <a:t>Line Configuration: </a:t>
          </a:r>
          <a:r>
            <a:rPr lang="en-US"/>
            <a:t>Point to Point configuration and Multipoint configuration.</a:t>
          </a:r>
        </a:p>
      </dgm:t>
    </dgm:pt>
    <dgm:pt modelId="{4A051AC4-749F-4B48-8071-0E22966E11D4}" type="parTrans" cxnId="{D50288E8-1B93-4198-AACA-76A92018BF6C}">
      <dgm:prSet/>
      <dgm:spPr/>
      <dgm:t>
        <a:bodyPr/>
        <a:lstStyle/>
        <a:p>
          <a:endParaRPr lang="en-US"/>
        </a:p>
      </dgm:t>
    </dgm:pt>
    <dgm:pt modelId="{AD669845-4A68-416E-9F65-C8605C25295C}" type="sibTrans" cxnId="{D50288E8-1B93-4198-AACA-76A92018BF6C}">
      <dgm:prSet/>
      <dgm:spPr/>
      <dgm:t>
        <a:bodyPr/>
        <a:lstStyle/>
        <a:p>
          <a:endParaRPr lang="en-US"/>
        </a:p>
      </dgm:t>
    </dgm:pt>
    <dgm:pt modelId="{3460CB9F-C05E-4EBD-8E55-DCF4255C3C2B}">
      <dgm:prSet/>
      <dgm:spPr/>
      <dgm:t>
        <a:bodyPr/>
        <a:lstStyle/>
        <a:p>
          <a:r>
            <a:rPr lang="en-US" b="1"/>
            <a:t>Network topologies: </a:t>
          </a:r>
          <a:r>
            <a:rPr lang="en-US"/>
            <a:t>Mesh, Star, Ring, Bus, Tree, and Hybrid.</a:t>
          </a:r>
        </a:p>
      </dgm:t>
    </dgm:pt>
    <dgm:pt modelId="{F4CCBD1F-4FFB-4F9C-A6EC-827AA039EA1E}" type="parTrans" cxnId="{0A60327C-DDFA-42E3-B2C7-39F6C346576C}">
      <dgm:prSet/>
      <dgm:spPr/>
      <dgm:t>
        <a:bodyPr/>
        <a:lstStyle/>
        <a:p>
          <a:endParaRPr lang="en-US"/>
        </a:p>
      </dgm:t>
    </dgm:pt>
    <dgm:pt modelId="{687C0379-EF5C-48F8-9587-8F595B14B4CA}" type="sibTrans" cxnId="{0A60327C-DDFA-42E3-B2C7-39F6C346576C}">
      <dgm:prSet/>
      <dgm:spPr/>
      <dgm:t>
        <a:bodyPr/>
        <a:lstStyle/>
        <a:p>
          <a:endParaRPr lang="en-US"/>
        </a:p>
      </dgm:t>
    </dgm:pt>
    <dgm:pt modelId="{1059C2F8-D776-4422-BC30-09B04271AEF1}">
      <dgm:prSet/>
      <dgm:spPr/>
      <dgm:t>
        <a:bodyPr/>
        <a:lstStyle/>
        <a:p>
          <a:r>
            <a:rPr lang="en-US" b="1"/>
            <a:t>Transmission Modes: </a:t>
          </a:r>
          <a:r>
            <a:rPr lang="en-US"/>
            <a:t>Simplex, Half Duplex, Full Duplex.</a:t>
          </a:r>
        </a:p>
      </dgm:t>
    </dgm:pt>
    <dgm:pt modelId="{B17BAE2B-F3F6-470B-BD4B-984064407843}" type="parTrans" cxnId="{F1F972FB-683D-4E1A-A682-40714D12987A}">
      <dgm:prSet/>
      <dgm:spPr/>
      <dgm:t>
        <a:bodyPr/>
        <a:lstStyle/>
        <a:p>
          <a:endParaRPr lang="en-US"/>
        </a:p>
      </dgm:t>
    </dgm:pt>
    <dgm:pt modelId="{99A5839E-DF9B-4FD2-92F0-BC6E8A23F277}" type="sibTrans" cxnId="{F1F972FB-683D-4E1A-A682-40714D12987A}">
      <dgm:prSet/>
      <dgm:spPr/>
      <dgm:t>
        <a:bodyPr/>
        <a:lstStyle/>
        <a:p>
          <a:endParaRPr lang="en-US"/>
        </a:p>
      </dgm:t>
    </dgm:pt>
    <dgm:pt modelId="{257CA8C7-B4B3-4050-9FA6-048D8AE8DF38}">
      <dgm:prSet/>
      <dgm:spPr/>
      <dgm:t>
        <a:bodyPr/>
        <a:lstStyle/>
        <a:p>
          <a:r>
            <a:rPr lang="en-US"/>
            <a:t>Deals with baseband and broadband transmission.</a:t>
          </a:r>
        </a:p>
      </dgm:t>
    </dgm:pt>
    <dgm:pt modelId="{6BF48BBD-6507-45E9-A9EA-767C66D5AF9C}" type="parTrans" cxnId="{F2D2C04B-C3A3-4574-9674-AFA67A76B47A}">
      <dgm:prSet/>
      <dgm:spPr/>
      <dgm:t>
        <a:bodyPr/>
        <a:lstStyle/>
        <a:p>
          <a:endParaRPr lang="en-US"/>
        </a:p>
      </dgm:t>
    </dgm:pt>
    <dgm:pt modelId="{B91F61ED-5EF6-4CA1-A312-13E20EF6CB37}" type="sibTrans" cxnId="{F2D2C04B-C3A3-4574-9674-AFA67A76B47A}">
      <dgm:prSet/>
      <dgm:spPr/>
      <dgm:t>
        <a:bodyPr/>
        <a:lstStyle/>
        <a:p>
          <a:endParaRPr lang="en-US"/>
        </a:p>
      </dgm:t>
    </dgm:pt>
    <dgm:pt modelId="{99E3BF5C-2691-4FE1-960C-EAD4F974AA7C}" type="pres">
      <dgm:prSet presAssocID="{0DDF383D-13BE-40CB-8A0C-3C1CDE18DDCA}" presName="vert0" presStyleCnt="0">
        <dgm:presLayoutVars>
          <dgm:dir/>
          <dgm:animOne val="branch"/>
          <dgm:animLvl val="lvl"/>
        </dgm:presLayoutVars>
      </dgm:prSet>
      <dgm:spPr/>
    </dgm:pt>
    <dgm:pt modelId="{9D0FE25A-4282-483C-A73E-83A553FF18C4}" type="pres">
      <dgm:prSet presAssocID="{CA557440-1CDB-4E5F-9AD2-E5E2CAC50AD3}" presName="thickLine" presStyleLbl="alignNode1" presStyleIdx="0" presStyleCnt="8"/>
      <dgm:spPr/>
    </dgm:pt>
    <dgm:pt modelId="{E4D7E885-7278-4FA2-9060-1488853723B4}" type="pres">
      <dgm:prSet presAssocID="{CA557440-1CDB-4E5F-9AD2-E5E2CAC50AD3}" presName="horz1" presStyleCnt="0"/>
      <dgm:spPr/>
    </dgm:pt>
    <dgm:pt modelId="{065B2161-631A-4D21-8932-B5B1388968ED}" type="pres">
      <dgm:prSet presAssocID="{CA557440-1CDB-4E5F-9AD2-E5E2CAC50AD3}" presName="tx1" presStyleLbl="revTx" presStyleIdx="0" presStyleCnt="8"/>
      <dgm:spPr/>
    </dgm:pt>
    <dgm:pt modelId="{03023C01-C064-44DB-B3F2-02F2CD6B6405}" type="pres">
      <dgm:prSet presAssocID="{CA557440-1CDB-4E5F-9AD2-E5E2CAC50AD3}" presName="vert1" presStyleCnt="0"/>
      <dgm:spPr/>
    </dgm:pt>
    <dgm:pt modelId="{3EFDB763-54CE-4DCA-AC0A-E2F5E2598622}" type="pres">
      <dgm:prSet presAssocID="{994A9945-5B8E-4608-A233-E04FA62090E3}" presName="thickLine" presStyleLbl="alignNode1" presStyleIdx="1" presStyleCnt="8"/>
      <dgm:spPr/>
    </dgm:pt>
    <dgm:pt modelId="{9E0EAD62-1559-477D-B0D8-37D62CE18495}" type="pres">
      <dgm:prSet presAssocID="{994A9945-5B8E-4608-A233-E04FA62090E3}" presName="horz1" presStyleCnt="0"/>
      <dgm:spPr/>
    </dgm:pt>
    <dgm:pt modelId="{F82776D1-5667-4989-B1A9-CA8F8A827746}" type="pres">
      <dgm:prSet presAssocID="{994A9945-5B8E-4608-A233-E04FA62090E3}" presName="tx1" presStyleLbl="revTx" presStyleIdx="1" presStyleCnt="8"/>
      <dgm:spPr/>
    </dgm:pt>
    <dgm:pt modelId="{D9C16872-9250-4E82-815C-E4AE870143B7}" type="pres">
      <dgm:prSet presAssocID="{994A9945-5B8E-4608-A233-E04FA62090E3}" presName="vert1" presStyleCnt="0"/>
      <dgm:spPr/>
    </dgm:pt>
    <dgm:pt modelId="{ADE3DC67-3892-4382-B35C-7C8355B4393C}" type="pres">
      <dgm:prSet presAssocID="{AFE661D4-8E8D-4779-B9CD-E34347C2151D}" presName="thickLine" presStyleLbl="alignNode1" presStyleIdx="2" presStyleCnt="8"/>
      <dgm:spPr/>
    </dgm:pt>
    <dgm:pt modelId="{F59AD294-3C9A-4796-8108-8A76720B6367}" type="pres">
      <dgm:prSet presAssocID="{AFE661D4-8E8D-4779-B9CD-E34347C2151D}" presName="horz1" presStyleCnt="0"/>
      <dgm:spPr/>
    </dgm:pt>
    <dgm:pt modelId="{0BED997A-2A83-4597-9527-046CE6CD7B60}" type="pres">
      <dgm:prSet presAssocID="{AFE661D4-8E8D-4779-B9CD-E34347C2151D}" presName="tx1" presStyleLbl="revTx" presStyleIdx="2" presStyleCnt="8"/>
      <dgm:spPr/>
    </dgm:pt>
    <dgm:pt modelId="{E28B7091-B4B0-4E7D-A3FA-E9DBAE3B9DB9}" type="pres">
      <dgm:prSet presAssocID="{AFE661D4-8E8D-4779-B9CD-E34347C2151D}" presName="vert1" presStyleCnt="0"/>
      <dgm:spPr/>
    </dgm:pt>
    <dgm:pt modelId="{66FA3094-70F0-4540-BE66-F7220D534721}" type="pres">
      <dgm:prSet presAssocID="{3D69A672-B4AE-40C1-ACB6-2A00ECF6954A}" presName="thickLine" presStyleLbl="alignNode1" presStyleIdx="3" presStyleCnt="8"/>
      <dgm:spPr/>
    </dgm:pt>
    <dgm:pt modelId="{E82AC5AB-2C51-413A-9EBE-9308D69CFAC8}" type="pres">
      <dgm:prSet presAssocID="{3D69A672-B4AE-40C1-ACB6-2A00ECF6954A}" presName="horz1" presStyleCnt="0"/>
      <dgm:spPr/>
    </dgm:pt>
    <dgm:pt modelId="{9E082759-6EC1-4C69-A00D-A8796920D941}" type="pres">
      <dgm:prSet presAssocID="{3D69A672-B4AE-40C1-ACB6-2A00ECF6954A}" presName="tx1" presStyleLbl="revTx" presStyleIdx="3" presStyleCnt="8"/>
      <dgm:spPr/>
    </dgm:pt>
    <dgm:pt modelId="{8430CC00-8F15-44BD-9E0F-59F986266471}" type="pres">
      <dgm:prSet presAssocID="{3D69A672-B4AE-40C1-ACB6-2A00ECF6954A}" presName="vert1" presStyleCnt="0"/>
      <dgm:spPr/>
    </dgm:pt>
    <dgm:pt modelId="{151DE813-40B5-4FAB-B423-9FF56B4C163C}" type="pres">
      <dgm:prSet presAssocID="{9F10C007-0D04-4F04-B375-5223CE0982DA}" presName="thickLine" presStyleLbl="alignNode1" presStyleIdx="4" presStyleCnt="8"/>
      <dgm:spPr/>
    </dgm:pt>
    <dgm:pt modelId="{B26AF646-8228-4076-865D-B0C88E2D0B47}" type="pres">
      <dgm:prSet presAssocID="{9F10C007-0D04-4F04-B375-5223CE0982DA}" presName="horz1" presStyleCnt="0"/>
      <dgm:spPr/>
    </dgm:pt>
    <dgm:pt modelId="{89026148-9038-4E69-99F7-D258947A6F9D}" type="pres">
      <dgm:prSet presAssocID="{9F10C007-0D04-4F04-B375-5223CE0982DA}" presName="tx1" presStyleLbl="revTx" presStyleIdx="4" presStyleCnt="8"/>
      <dgm:spPr/>
    </dgm:pt>
    <dgm:pt modelId="{A8B2EA6A-2E24-4094-BE3F-2E6C2C507089}" type="pres">
      <dgm:prSet presAssocID="{9F10C007-0D04-4F04-B375-5223CE0982DA}" presName="vert1" presStyleCnt="0"/>
      <dgm:spPr/>
    </dgm:pt>
    <dgm:pt modelId="{1E7A19A6-58E9-4F1E-937A-3B9226BADD53}" type="pres">
      <dgm:prSet presAssocID="{3460CB9F-C05E-4EBD-8E55-DCF4255C3C2B}" presName="thickLine" presStyleLbl="alignNode1" presStyleIdx="5" presStyleCnt="8"/>
      <dgm:spPr/>
    </dgm:pt>
    <dgm:pt modelId="{8F7F876A-5B14-41F9-9735-B2AB113F1928}" type="pres">
      <dgm:prSet presAssocID="{3460CB9F-C05E-4EBD-8E55-DCF4255C3C2B}" presName="horz1" presStyleCnt="0"/>
      <dgm:spPr/>
    </dgm:pt>
    <dgm:pt modelId="{6172845E-9A2E-4F76-A1F5-B65C5A989390}" type="pres">
      <dgm:prSet presAssocID="{3460CB9F-C05E-4EBD-8E55-DCF4255C3C2B}" presName="tx1" presStyleLbl="revTx" presStyleIdx="5" presStyleCnt="8"/>
      <dgm:spPr/>
    </dgm:pt>
    <dgm:pt modelId="{ADCB77C8-9223-4489-A2CC-E417258035B3}" type="pres">
      <dgm:prSet presAssocID="{3460CB9F-C05E-4EBD-8E55-DCF4255C3C2B}" presName="vert1" presStyleCnt="0"/>
      <dgm:spPr/>
    </dgm:pt>
    <dgm:pt modelId="{379B2FC8-47B5-4E9A-8683-5DFF396A2900}" type="pres">
      <dgm:prSet presAssocID="{1059C2F8-D776-4422-BC30-09B04271AEF1}" presName="thickLine" presStyleLbl="alignNode1" presStyleIdx="6" presStyleCnt="8"/>
      <dgm:spPr/>
    </dgm:pt>
    <dgm:pt modelId="{7618FBAE-860F-409C-B7DA-B4670D3A29F2}" type="pres">
      <dgm:prSet presAssocID="{1059C2F8-D776-4422-BC30-09B04271AEF1}" presName="horz1" presStyleCnt="0"/>
      <dgm:spPr/>
    </dgm:pt>
    <dgm:pt modelId="{371B5733-DD45-4FCA-84D9-0AD992DD0383}" type="pres">
      <dgm:prSet presAssocID="{1059C2F8-D776-4422-BC30-09B04271AEF1}" presName="tx1" presStyleLbl="revTx" presStyleIdx="6" presStyleCnt="8"/>
      <dgm:spPr/>
    </dgm:pt>
    <dgm:pt modelId="{6B9C12EB-1DC5-4E9B-B122-C6FF87EAC7EC}" type="pres">
      <dgm:prSet presAssocID="{1059C2F8-D776-4422-BC30-09B04271AEF1}" presName="vert1" presStyleCnt="0"/>
      <dgm:spPr/>
    </dgm:pt>
    <dgm:pt modelId="{37F579F0-B7E3-4755-8BC7-99D68247BFA5}" type="pres">
      <dgm:prSet presAssocID="{257CA8C7-B4B3-4050-9FA6-048D8AE8DF38}" presName="thickLine" presStyleLbl="alignNode1" presStyleIdx="7" presStyleCnt="8"/>
      <dgm:spPr/>
    </dgm:pt>
    <dgm:pt modelId="{F6C2613B-8F0F-4007-AFBC-71090F54C876}" type="pres">
      <dgm:prSet presAssocID="{257CA8C7-B4B3-4050-9FA6-048D8AE8DF38}" presName="horz1" presStyleCnt="0"/>
      <dgm:spPr/>
    </dgm:pt>
    <dgm:pt modelId="{B0CBD879-5F81-4AB6-84C8-8F2CE5E6A920}" type="pres">
      <dgm:prSet presAssocID="{257CA8C7-B4B3-4050-9FA6-048D8AE8DF38}" presName="tx1" presStyleLbl="revTx" presStyleIdx="7" presStyleCnt="8"/>
      <dgm:spPr/>
    </dgm:pt>
    <dgm:pt modelId="{3B538FEB-4330-4078-9D19-BC5BB8C1E248}" type="pres">
      <dgm:prSet presAssocID="{257CA8C7-B4B3-4050-9FA6-048D8AE8DF38}" presName="vert1" presStyleCnt="0"/>
      <dgm:spPr/>
    </dgm:pt>
  </dgm:ptLst>
  <dgm:cxnLst>
    <dgm:cxn modelId="{AC57FC35-8578-4762-AE45-7E604F9347D0}" srcId="{0DDF383D-13BE-40CB-8A0C-3C1CDE18DDCA}" destId="{AFE661D4-8E8D-4779-B9CD-E34347C2151D}" srcOrd="2" destOrd="0" parTransId="{686E19E9-E7A7-4113-B87E-3306C5721700}" sibTransId="{288F61C7-42D2-4648-9996-0FD545F2F8AB}"/>
    <dgm:cxn modelId="{1E0A615C-3A87-430E-82D0-935E6A183533}" srcId="{0DDF383D-13BE-40CB-8A0C-3C1CDE18DDCA}" destId="{994A9945-5B8E-4608-A233-E04FA62090E3}" srcOrd="1" destOrd="0" parTransId="{B0EC77E1-4B11-47F4-90E9-FCE8206EAD86}" sibTransId="{70ACC6C1-2F23-4525-8FC1-E6CDBCD65EA3}"/>
    <dgm:cxn modelId="{55951764-4E41-41E4-807C-28C95D5C04A8}" type="presOf" srcId="{1059C2F8-D776-4422-BC30-09B04271AEF1}" destId="{371B5733-DD45-4FCA-84D9-0AD992DD0383}" srcOrd="0" destOrd="0" presId="urn:microsoft.com/office/officeart/2008/layout/LinedList"/>
    <dgm:cxn modelId="{F2D2C04B-C3A3-4574-9674-AFA67A76B47A}" srcId="{0DDF383D-13BE-40CB-8A0C-3C1CDE18DDCA}" destId="{257CA8C7-B4B3-4050-9FA6-048D8AE8DF38}" srcOrd="7" destOrd="0" parTransId="{6BF48BBD-6507-45E9-A9EA-767C66D5AF9C}" sibTransId="{B91F61ED-5EF6-4CA1-A312-13E20EF6CB37}"/>
    <dgm:cxn modelId="{16762678-DB97-48FC-8F22-4B30DFA5505E}" type="presOf" srcId="{0DDF383D-13BE-40CB-8A0C-3C1CDE18DDCA}" destId="{99E3BF5C-2691-4FE1-960C-EAD4F974AA7C}" srcOrd="0" destOrd="0" presId="urn:microsoft.com/office/officeart/2008/layout/LinedList"/>
    <dgm:cxn modelId="{0A60327C-DDFA-42E3-B2C7-39F6C346576C}" srcId="{0DDF383D-13BE-40CB-8A0C-3C1CDE18DDCA}" destId="{3460CB9F-C05E-4EBD-8E55-DCF4255C3C2B}" srcOrd="5" destOrd="0" parTransId="{F4CCBD1F-4FFB-4F9C-A6EC-827AA039EA1E}" sibTransId="{687C0379-EF5C-48F8-9587-8F595B14B4CA}"/>
    <dgm:cxn modelId="{5133148B-C2B1-4568-8745-3FF90069525A}" type="presOf" srcId="{CA557440-1CDB-4E5F-9AD2-E5E2CAC50AD3}" destId="{065B2161-631A-4D21-8932-B5B1388968ED}" srcOrd="0" destOrd="0" presId="urn:microsoft.com/office/officeart/2008/layout/LinedList"/>
    <dgm:cxn modelId="{12D07394-E87C-4A1D-820F-4DB106C71F06}" type="presOf" srcId="{AFE661D4-8E8D-4779-B9CD-E34347C2151D}" destId="{0BED997A-2A83-4597-9527-046CE6CD7B60}" srcOrd="0" destOrd="0" presId="urn:microsoft.com/office/officeart/2008/layout/LinedList"/>
    <dgm:cxn modelId="{77C84597-8CDC-4AA1-8326-EF94C6868A79}" type="presOf" srcId="{9F10C007-0D04-4F04-B375-5223CE0982DA}" destId="{89026148-9038-4E69-99F7-D258947A6F9D}" srcOrd="0" destOrd="0" presId="urn:microsoft.com/office/officeart/2008/layout/LinedList"/>
    <dgm:cxn modelId="{E14FCAC3-DE52-4EB5-B0C7-B2AFE75BA5DA}" type="presOf" srcId="{257CA8C7-B4B3-4050-9FA6-048D8AE8DF38}" destId="{B0CBD879-5F81-4AB6-84C8-8F2CE5E6A920}" srcOrd="0" destOrd="0" presId="urn:microsoft.com/office/officeart/2008/layout/LinedList"/>
    <dgm:cxn modelId="{609B5DC6-0422-4B76-A08D-AD89CEF085FA}" srcId="{0DDF383D-13BE-40CB-8A0C-3C1CDE18DDCA}" destId="{3D69A672-B4AE-40C1-ACB6-2A00ECF6954A}" srcOrd="3" destOrd="0" parTransId="{73E5E8FD-A798-474F-BE5E-3C2F78BE9492}" sibTransId="{DC08CE39-6341-401E-BECA-C77B97629D6A}"/>
    <dgm:cxn modelId="{8463A9D4-F5CA-43FF-A9FA-26C29424B4D4}" type="presOf" srcId="{3D69A672-B4AE-40C1-ACB6-2A00ECF6954A}" destId="{9E082759-6EC1-4C69-A00D-A8796920D941}" srcOrd="0" destOrd="0" presId="urn:microsoft.com/office/officeart/2008/layout/LinedList"/>
    <dgm:cxn modelId="{BFD48CDE-E6A4-49DA-9C97-675042762BEF}" type="presOf" srcId="{994A9945-5B8E-4608-A233-E04FA62090E3}" destId="{F82776D1-5667-4989-B1A9-CA8F8A827746}" srcOrd="0" destOrd="0" presId="urn:microsoft.com/office/officeart/2008/layout/LinedList"/>
    <dgm:cxn modelId="{D50288E8-1B93-4198-AACA-76A92018BF6C}" srcId="{0DDF383D-13BE-40CB-8A0C-3C1CDE18DDCA}" destId="{9F10C007-0D04-4F04-B375-5223CE0982DA}" srcOrd="4" destOrd="0" parTransId="{4A051AC4-749F-4B48-8071-0E22966E11D4}" sibTransId="{AD669845-4A68-416E-9F65-C8605C25295C}"/>
    <dgm:cxn modelId="{2C1E7FEB-62D8-464B-AF4F-63BD08C84DE6}" srcId="{0DDF383D-13BE-40CB-8A0C-3C1CDE18DDCA}" destId="{CA557440-1CDB-4E5F-9AD2-E5E2CAC50AD3}" srcOrd="0" destOrd="0" parTransId="{F11F2A6D-2EC7-4AE8-A168-9139BC924281}" sibTransId="{78BC6F67-C25F-45DF-8267-C47A90BF91C0}"/>
    <dgm:cxn modelId="{4BDAA0F1-F950-4962-8179-B7ED3B5B61F5}" type="presOf" srcId="{3460CB9F-C05E-4EBD-8E55-DCF4255C3C2B}" destId="{6172845E-9A2E-4F76-A1F5-B65C5A989390}" srcOrd="0" destOrd="0" presId="urn:microsoft.com/office/officeart/2008/layout/LinedList"/>
    <dgm:cxn modelId="{F1F972FB-683D-4E1A-A682-40714D12987A}" srcId="{0DDF383D-13BE-40CB-8A0C-3C1CDE18DDCA}" destId="{1059C2F8-D776-4422-BC30-09B04271AEF1}" srcOrd="6" destOrd="0" parTransId="{B17BAE2B-F3F6-470B-BD4B-984064407843}" sibTransId="{99A5839E-DF9B-4FD2-92F0-BC6E8A23F277}"/>
    <dgm:cxn modelId="{C53CB19D-759A-47EB-B014-512311A77EA0}" type="presParOf" srcId="{99E3BF5C-2691-4FE1-960C-EAD4F974AA7C}" destId="{9D0FE25A-4282-483C-A73E-83A553FF18C4}" srcOrd="0" destOrd="0" presId="urn:microsoft.com/office/officeart/2008/layout/LinedList"/>
    <dgm:cxn modelId="{051D03B4-C1BA-4B07-87E3-DB1F6A3FB789}" type="presParOf" srcId="{99E3BF5C-2691-4FE1-960C-EAD4F974AA7C}" destId="{E4D7E885-7278-4FA2-9060-1488853723B4}" srcOrd="1" destOrd="0" presId="urn:microsoft.com/office/officeart/2008/layout/LinedList"/>
    <dgm:cxn modelId="{AF3481A8-6BE4-416C-80AD-B3B4ACC470EA}" type="presParOf" srcId="{E4D7E885-7278-4FA2-9060-1488853723B4}" destId="{065B2161-631A-4D21-8932-B5B1388968ED}" srcOrd="0" destOrd="0" presId="urn:microsoft.com/office/officeart/2008/layout/LinedList"/>
    <dgm:cxn modelId="{CE6CE934-81B9-45A4-8A29-8CF54B334659}" type="presParOf" srcId="{E4D7E885-7278-4FA2-9060-1488853723B4}" destId="{03023C01-C064-44DB-B3F2-02F2CD6B6405}" srcOrd="1" destOrd="0" presId="urn:microsoft.com/office/officeart/2008/layout/LinedList"/>
    <dgm:cxn modelId="{94BE43CF-767C-4F9D-9823-EC627EC8ABB3}" type="presParOf" srcId="{99E3BF5C-2691-4FE1-960C-EAD4F974AA7C}" destId="{3EFDB763-54CE-4DCA-AC0A-E2F5E2598622}" srcOrd="2" destOrd="0" presId="urn:microsoft.com/office/officeart/2008/layout/LinedList"/>
    <dgm:cxn modelId="{97124106-35C9-4557-923B-6620E9291808}" type="presParOf" srcId="{99E3BF5C-2691-4FE1-960C-EAD4F974AA7C}" destId="{9E0EAD62-1559-477D-B0D8-37D62CE18495}" srcOrd="3" destOrd="0" presId="urn:microsoft.com/office/officeart/2008/layout/LinedList"/>
    <dgm:cxn modelId="{7687CE68-1ACA-4124-9EC6-79C5B0037070}" type="presParOf" srcId="{9E0EAD62-1559-477D-B0D8-37D62CE18495}" destId="{F82776D1-5667-4989-B1A9-CA8F8A827746}" srcOrd="0" destOrd="0" presId="urn:microsoft.com/office/officeart/2008/layout/LinedList"/>
    <dgm:cxn modelId="{003C2237-98B5-4DA1-9D5A-F271A1C9B4C5}" type="presParOf" srcId="{9E0EAD62-1559-477D-B0D8-37D62CE18495}" destId="{D9C16872-9250-4E82-815C-E4AE870143B7}" srcOrd="1" destOrd="0" presId="urn:microsoft.com/office/officeart/2008/layout/LinedList"/>
    <dgm:cxn modelId="{FB961A92-C414-499D-980E-B5A83CD40833}" type="presParOf" srcId="{99E3BF5C-2691-4FE1-960C-EAD4F974AA7C}" destId="{ADE3DC67-3892-4382-B35C-7C8355B4393C}" srcOrd="4" destOrd="0" presId="urn:microsoft.com/office/officeart/2008/layout/LinedList"/>
    <dgm:cxn modelId="{14F68508-F9C9-467F-85AC-A5B6B947FA08}" type="presParOf" srcId="{99E3BF5C-2691-4FE1-960C-EAD4F974AA7C}" destId="{F59AD294-3C9A-4796-8108-8A76720B6367}" srcOrd="5" destOrd="0" presId="urn:microsoft.com/office/officeart/2008/layout/LinedList"/>
    <dgm:cxn modelId="{7B5843BF-373A-49E2-B234-05A6DECC3D21}" type="presParOf" srcId="{F59AD294-3C9A-4796-8108-8A76720B6367}" destId="{0BED997A-2A83-4597-9527-046CE6CD7B60}" srcOrd="0" destOrd="0" presId="urn:microsoft.com/office/officeart/2008/layout/LinedList"/>
    <dgm:cxn modelId="{C8ABAECF-732F-417E-8F8A-454F78CAE9F5}" type="presParOf" srcId="{F59AD294-3C9A-4796-8108-8A76720B6367}" destId="{E28B7091-B4B0-4E7D-A3FA-E9DBAE3B9DB9}" srcOrd="1" destOrd="0" presId="urn:microsoft.com/office/officeart/2008/layout/LinedList"/>
    <dgm:cxn modelId="{DAB59363-782A-46F5-8181-35FA1802E49C}" type="presParOf" srcId="{99E3BF5C-2691-4FE1-960C-EAD4F974AA7C}" destId="{66FA3094-70F0-4540-BE66-F7220D534721}" srcOrd="6" destOrd="0" presId="urn:microsoft.com/office/officeart/2008/layout/LinedList"/>
    <dgm:cxn modelId="{18363A90-45F6-4A7E-9FBF-419097149242}" type="presParOf" srcId="{99E3BF5C-2691-4FE1-960C-EAD4F974AA7C}" destId="{E82AC5AB-2C51-413A-9EBE-9308D69CFAC8}" srcOrd="7" destOrd="0" presId="urn:microsoft.com/office/officeart/2008/layout/LinedList"/>
    <dgm:cxn modelId="{0CB1F912-7BFA-43A4-9C7D-A671F839C6EA}" type="presParOf" srcId="{E82AC5AB-2C51-413A-9EBE-9308D69CFAC8}" destId="{9E082759-6EC1-4C69-A00D-A8796920D941}" srcOrd="0" destOrd="0" presId="urn:microsoft.com/office/officeart/2008/layout/LinedList"/>
    <dgm:cxn modelId="{9488469B-CB20-4841-BCCD-ACD0C9648610}" type="presParOf" srcId="{E82AC5AB-2C51-413A-9EBE-9308D69CFAC8}" destId="{8430CC00-8F15-44BD-9E0F-59F986266471}" srcOrd="1" destOrd="0" presId="urn:microsoft.com/office/officeart/2008/layout/LinedList"/>
    <dgm:cxn modelId="{A69CA7E4-47E3-48EC-8D11-E7D9532B2AA5}" type="presParOf" srcId="{99E3BF5C-2691-4FE1-960C-EAD4F974AA7C}" destId="{151DE813-40B5-4FAB-B423-9FF56B4C163C}" srcOrd="8" destOrd="0" presId="urn:microsoft.com/office/officeart/2008/layout/LinedList"/>
    <dgm:cxn modelId="{88F91FDF-FAD3-47E2-AA79-FBD3AB54C42A}" type="presParOf" srcId="{99E3BF5C-2691-4FE1-960C-EAD4F974AA7C}" destId="{B26AF646-8228-4076-865D-B0C88E2D0B47}" srcOrd="9" destOrd="0" presId="urn:microsoft.com/office/officeart/2008/layout/LinedList"/>
    <dgm:cxn modelId="{0A2005D5-4E5E-4FA3-9550-EC051364CE88}" type="presParOf" srcId="{B26AF646-8228-4076-865D-B0C88E2D0B47}" destId="{89026148-9038-4E69-99F7-D258947A6F9D}" srcOrd="0" destOrd="0" presId="urn:microsoft.com/office/officeart/2008/layout/LinedList"/>
    <dgm:cxn modelId="{F80B70A2-594F-4D15-9016-3CB25672673B}" type="presParOf" srcId="{B26AF646-8228-4076-865D-B0C88E2D0B47}" destId="{A8B2EA6A-2E24-4094-BE3F-2E6C2C507089}" srcOrd="1" destOrd="0" presId="urn:microsoft.com/office/officeart/2008/layout/LinedList"/>
    <dgm:cxn modelId="{58297EDB-BAF8-4C3D-BB6F-8C07890B003A}" type="presParOf" srcId="{99E3BF5C-2691-4FE1-960C-EAD4F974AA7C}" destId="{1E7A19A6-58E9-4F1E-937A-3B9226BADD53}" srcOrd="10" destOrd="0" presId="urn:microsoft.com/office/officeart/2008/layout/LinedList"/>
    <dgm:cxn modelId="{C6FFC490-2071-41D6-92FB-8D5DB0EB0EF5}" type="presParOf" srcId="{99E3BF5C-2691-4FE1-960C-EAD4F974AA7C}" destId="{8F7F876A-5B14-41F9-9735-B2AB113F1928}" srcOrd="11" destOrd="0" presId="urn:microsoft.com/office/officeart/2008/layout/LinedList"/>
    <dgm:cxn modelId="{CC2982FF-8384-4E3E-9760-8503490C732C}" type="presParOf" srcId="{8F7F876A-5B14-41F9-9735-B2AB113F1928}" destId="{6172845E-9A2E-4F76-A1F5-B65C5A989390}" srcOrd="0" destOrd="0" presId="urn:microsoft.com/office/officeart/2008/layout/LinedList"/>
    <dgm:cxn modelId="{FCEE485F-63D1-4856-B51E-161ACB2BD1A2}" type="presParOf" srcId="{8F7F876A-5B14-41F9-9735-B2AB113F1928}" destId="{ADCB77C8-9223-4489-A2CC-E417258035B3}" srcOrd="1" destOrd="0" presId="urn:microsoft.com/office/officeart/2008/layout/LinedList"/>
    <dgm:cxn modelId="{DB858765-76B1-4C63-8472-6EF43BD05439}" type="presParOf" srcId="{99E3BF5C-2691-4FE1-960C-EAD4F974AA7C}" destId="{379B2FC8-47B5-4E9A-8683-5DFF396A2900}" srcOrd="12" destOrd="0" presId="urn:microsoft.com/office/officeart/2008/layout/LinedList"/>
    <dgm:cxn modelId="{30E5AAFC-B2EF-4616-81A8-3D5E7AF19A3A}" type="presParOf" srcId="{99E3BF5C-2691-4FE1-960C-EAD4F974AA7C}" destId="{7618FBAE-860F-409C-B7DA-B4670D3A29F2}" srcOrd="13" destOrd="0" presId="urn:microsoft.com/office/officeart/2008/layout/LinedList"/>
    <dgm:cxn modelId="{C21F8156-1F96-4C6D-AC84-E7124CB5083E}" type="presParOf" srcId="{7618FBAE-860F-409C-B7DA-B4670D3A29F2}" destId="{371B5733-DD45-4FCA-84D9-0AD992DD0383}" srcOrd="0" destOrd="0" presId="urn:microsoft.com/office/officeart/2008/layout/LinedList"/>
    <dgm:cxn modelId="{1D88B40A-408C-415D-89E8-AE22B664A166}" type="presParOf" srcId="{7618FBAE-860F-409C-B7DA-B4670D3A29F2}" destId="{6B9C12EB-1DC5-4E9B-B122-C6FF87EAC7EC}" srcOrd="1" destOrd="0" presId="urn:microsoft.com/office/officeart/2008/layout/LinedList"/>
    <dgm:cxn modelId="{3EAC70FE-3FE3-4085-9467-CDC0356DCA02}" type="presParOf" srcId="{99E3BF5C-2691-4FE1-960C-EAD4F974AA7C}" destId="{37F579F0-B7E3-4755-8BC7-99D68247BFA5}" srcOrd="14" destOrd="0" presId="urn:microsoft.com/office/officeart/2008/layout/LinedList"/>
    <dgm:cxn modelId="{FC5E0E93-6428-461C-A7E9-4BD221F50E36}" type="presParOf" srcId="{99E3BF5C-2691-4FE1-960C-EAD4F974AA7C}" destId="{F6C2613B-8F0F-4007-AFBC-71090F54C876}" srcOrd="15" destOrd="0" presId="urn:microsoft.com/office/officeart/2008/layout/LinedList"/>
    <dgm:cxn modelId="{00B6E67C-1A0D-4C9D-8FD7-06DC52EC79EC}" type="presParOf" srcId="{F6C2613B-8F0F-4007-AFBC-71090F54C876}" destId="{B0CBD879-5F81-4AB6-84C8-8F2CE5E6A920}" srcOrd="0" destOrd="0" presId="urn:microsoft.com/office/officeart/2008/layout/LinedList"/>
    <dgm:cxn modelId="{51F3D2B1-2700-4906-AB81-C94444E0D8F8}" type="presParOf" srcId="{F6C2613B-8F0F-4007-AFBC-71090F54C876}" destId="{3B538FEB-4330-4078-9D19-BC5BB8C1E24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0896C2D-8D51-41D9-92B5-44BA58EC21B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98F32B6-9C8C-4530-BDB3-A85075FB2B40}">
      <dgm:prSet/>
      <dgm:spPr/>
      <dgm:t>
        <a:bodyPr/>
        <a:lstStyle/>
        <a:p>
          <a:pPr>
            <a:lnSpc>
              <a:spcPct val="100000"/>
            </a:lnSpc>
          </a:pPr>
          <a:r>
            <a:rPr lang="en-US"/>
            <a:t>Line coding – Conversion of  digital data to digital signal.</a:t>
          </a:r>
        </a:p>
      </dgm:t>
    </dgm:pt>
    <dgm:pt modelId="{361C5FE0-AE12-43AC-8504-3EC4BC94372A}" type="parTrans" cxnId="{172BC1CF-794C-4796-A862-B02CCCAF60F4}">
      <dgm:prSet/>
      <dgm:spPr/>
      <dgm:t>
        <a:bodyPr/>
        <a:lstStyle/>
        <a:p>
          <a:endParaRPr lang="en-US"/>
        </a:p>
      </dgm:t>
    </dgm:pt>
    <dgm:pt modelId="{E769B03F-8B19-49BA-9F5A-034DFCFBDD5A}" type="sibTrans" cxnId="{172BC1CF-794C-4796-A862-B02CCCAF60F4}">
      <dgm:prSet/>
      <dgm:spPr/>
      <dgm:t>
        <a:bodyPr/>
        <a:lstStyle/>
        <a:p>
          <a:endParaRPr lang="en-US"/>
        </a:p>
      </dgm:t>
    </dgm:pt>
    <dgm:pt modelId="{AF876A4B-F01F-4885-BE21-8247DE3416B2}">
      <dgm:prSet/>
      <dgm:spPr/>
      <dgm:t>
        <a:bodyPr/>
        <a:lstStyle/>
        <a:p>
          <a:pPr>
            <a:lnSpc>
              <a:spcPct val="100000"/>
            </a:lnSpc>
          </a:pPr>
          <a:r>
            <a:rPr lang="en-US"/>
            <a:t>Sender converts sequence to bits  (or encoding) into a digital signal  which then again converted into  bits (or decoded) by the receiver.</a:t>
          </a:r>
        </a:p>
      </dgm:t>
    </dgm:pt>
    <dgm:pt modelId="{89F11719-8916-4329-BA9F-FCAA826A8042}" type="parTrans" cxnId="{F88C8F54-4C00-41C3-9C1A-19740648EA9A}">
      <dgm:prSet/>
      <dgm:spPr/>
      <dgm:t>
        <a:bodyPr/>
        <a:lstStyle/>
        <a:p>
          <a:endParaRPr lang="en-US"/>
        </a:p>
      </dgm:t>
    </dgm:pt>
    <dgm:pt modelId="{3F219784-252A-427D-974F-2AE1244D20C1}" type="sibTrans" cxnId="{F88C8F54-4C00-41C3-9C1A-19740648EA9A}">
      <dgm:prSet/>
      <dgm:spPr/>
      <dgm:t>
        <a:bodyPr/>
        <a:lstStyle/>
        <a:p>
          <a:endParaRPr lang="en-US"/>
        </a:p>
      </dgm:t>
    </dgm:pt>
    <dgm:pt modelId="{5A83A671-BEAF-4A86-888B-131E64BCC259}" type="pres">
      <dgm:prSet presAssocID="{40896C2D-8D51-41D9-92B5-44BA58EC21BC}" presName="root" presStyleCnt="0">
        <dgm:presLayoutVars>
          <dgm:dir/>
          <dgm:resizeHandles val="exact"/>
        </dgm:presLayoutVars>
      </dgm:prSet>
      <dgm:spPr/>
    </dgm:pt>
    <dgm:pt modelId="{7CC73C1A-A6B6-4F27-9DB4-30A6203CA806}" type="pres">
      <dgm:prSet presAssocID="{298F32B6-9C8C-4530-BDB3-A85075FB2B40}" presName="compNode" presStyleCnt="0"/>
      <dgm:spPr/>
    </dgm:pt>
    <dgm:pt modelId="{B14197A3-49E0-49F8-B24E-19A0051F3B6A}" type="pres">
      <dgm:prSet presAssocID="{298F32B6-9C8C-4530-BDB3-A85075FB2B40}" presName="bgRect" presStyleLbl="bgShp" presStyleIdx="0" presStyleCnt="2"/>
      <dgm:spPr/>
    </dgm:pt>
    <dgm:pt modelId="{694D70C6-BAEC-41ED-998B-E62EB775A6DC}" type="pres">
      <dgm:prSet presAssocID="{298F32B6-9C8C-4530-BDB3-A85075FB2B4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23AEE3EF-E401-471E-B0DF-79F9DC3F9FFC}" type="pres">
      <dgm:prSet presAssocID="{298F32B6-9C8C-4530-BDB3-A85075FB2B40}" presName="spaceRect" presStyleCnt="0"/>
      <dgm:spPr/>
    </dgm:pt>
    <dgm:pt modelId="{710106F3-A5E1-4DC1-BBDE-3469946AF42C}" type="pres">
      <dgm:prSet presAssocID="{298F32B6-9C8C-4530-BDB3-A85075FB2B40}" presName="parTx" presStyleLbl="revTx" presStyleIdx="0" presStyleCnt="2">
        <dgm:presLayoutVars>
          <dgm:chMax val="0"/>
          <dgm:chPref val="0"/>
        </dgm:presLayoutVars>
      </dgm:prSet>
      <dgm:spPr/>
    </dgm:pt>
    <dgm:pt modelId="{D69873A4-C2A0-41E6-B110-CF2F9DEB1AAD}" type="pres">
      <dgm:prSet presAssocID="{E769B03F-8B19-49BA-9F5A-034DFCFBDD5A}" presName="sibTrans" presStyleCnt="0"/>
      <dgm:spPr/>
    </dgm:pt>
    <dgm:pt modelId="{E1909122-CBDF-472B-9F53-CDA0E615FC7B}" type="pres">
      <dgm:prSet presAssocID="{AF876A4B-F01F-4885-BE21-8247DE3416B2}" presName="compNode" presStyleCnt="0"/>
      <dgm:spPr/>
    </dgm:pt>
    <dgm:pt modelId="{1A2D039D-920E-445A-8A79-ADFF0EBE7813}" type="pres">
      <dgm:prSet presAssocID="{AF876A4B-F01F-4885-BE21-8247DE3416B2}" presName="bgRect" presStyleLbl="bgShp" presStyleIdx="1" presStyleCnt="2"/>
      <dgm:spPr/>
    </dgm:pt>
    <dgm:pt modelId="{6404E358-C4C9-47B9-936E-153ED8E9F31E}" type="pres">
      <dgm:prSet presAssocID="{AF876A4B-F01F-4885-BE21-8247DE3416B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ocessor"/>
        </a:ext>
      </dgm:extLst>
    </dgm:pt>
    <dgm:pt modelId="{98805A20-711F-4B9E-851B-82546857EBF5}" type="pres">
      <dgm:prSet presAssocID="{AF876A4B-F01F-4885-BE21-8247DE3416B2}" presName="spaceRect" presStyleCnt="0"/>
      <dgm:spPr/>
    </dgm:pt>
    <dgm:pt modelId="{6C702013-15C0-46A5-A7B4-925685935176}" type="pres">
      <dgm:prSet presAssocID="{AF876A4B-F01F-4885-BE21-8247DE3416B2}" presName="parTx" presStyleLbl="revTx" presStyleIdx="1" presStyleCnt="2">
        <dgm:presLayoutVars>
          <dgm:chMax val="0"/>
          <dgm:chPref val="0"/>
        </dgm:presLayoutVars>
      </dgm:prSet>
      <dgm:spPr/>
    </dgm:pt>
  </dgm:ptLst>
  <dgm:cxnLst>
    <dgm:cxn modelId="{3196F14A-BFD7-4185-9596-03938A547215}" type="presOf" srcId="{AF876A4B-F01F-4885-BE21-8247DE3416B2}" destId="{6C702013-15C0-46A5-A7B4-925685935176}" srcOrd="0" destOrd="0" presId="urn:microsoft.com/office/officeart/2018/2/layout/IconVerticalSolidList"/>
    <dgm:cxn modelId="{F88C8F54-4C00-41C3-9C1A-19740648EA9A}" srcId="{40896C2D-8D51-41D9-92B5-44BA58EC21BC}" destId="{AF876A4B-F01F-4885-BE21-8247DE3416B2}" srcOrd="1" destOrd="0" parTransId="{89F11719-8916-4329-BA9F-FCAA826A8042}" sibTransId="{3F219784-252A-427D-974F-2AE1244D20C1}"/>
    <dgm:cxn modelId="{4A30C688-E029-4F72-BD29-D1D0C01DF6AE}" type="presOf" srcId="{40896C2D-8D51-41D9-92B5-44BA58EC21BC}" destId="{5A83A671-BEAF-4A86-888B-131E64BCC259}" srcOrd="0" destOrd="0" presId="urn:microsoft.com/office/officeart/2018/2/layout/IconVerticalSolidList"/>
    <dgm:cxn modelId="{172BC1CF-794C-4796-A862-B02CCCAF60F4}" srcId="{40896C2D-8D51-41D9-92B5-44BA58EC21BC}" destId="{298F32B6-9C8C-4530-BDB3-A85075FB2B40}" srcOrd="0" destOrd="0" parTransId="{361C5FE0-AE12-43AC-8504-3EC4BC94372A}" sibTransId="{E769B03F-8B19-49BA-9F5A-034DFCFBDD5A}"/>
    <dgm:cxn modelId="{D5BBA7E8-119B-462C-A1DC-82D48C872720}" type="presOf" srcId="{298F32B6-9C8C-4530-BDB3-A85075FB2B40}" destId="{710106F3-A5E1-4DC1-BBDE-3469946AF42C}" srcOrd="0" destOrd="0" presId="urn:microsoft.com/office/officeart/2018/2/layout/IconVerticalSolidList"/>
    <dgm:cxn modelId="{597DBE1B-CE20-417E-A2D1-A1423DEC68F5}" type="presParOf" srcId="{5A83A671-BEAF-4A86-888B-131E64BCC259}" destId="{7CC73C1A-A6B6-4F27-9DB4-30A6203CA806}" srcOrd="0" destOrd="0" presId="urn:microsoft.com/office/officeart/2018/2/layout/IconVerticalSolidList"/>
    <dgm:cxn modelId="{7FB59ED9-E342-493C-A024-6F50C234E3C2}" type="presParOf" srcId="{7CC73C1A-A6B6-4F27-9DB4-30A6203CA806}" destId="{B14197A3-49E0-49F8-B24E-19A0051F3B6A}" srcOrd="0" destOrd="0" presId="urn:microsoft.com/office/officeart/2018/2/layout/IconVerticalSolidList"/>
    <dgm:cxn modelId="{30E8A329-2AD7-469B-BC2B-1F1C4DB83F43}" type="presParOf" srcId="{7CC73C1A-A6B6-4F27-9DB4-30A6203CA806}" destId="{694D70C6-BAEC-41ED-998B-E62EB775A6DC}" srcOrd="1" destOrd="0" presId="urn:microsoft.com/office/officeart/2018/2/layout/IconVerticalSolidList"/>
    <dgm:cxn modelId="{F6D46AA3-AFF9-4428-9A5C-A976B5B83859}" type="presParOf" srcId="{7CC73C1A-A6B6-4F27-9DB4-30A6203CA806}" destId="{23AEE3EF-E401-471E-B0DF-79F9DC3F9FFC}" srcOrd="2" destOrd="0" presId="urn:microsoft.com/office/officeart/2018/2/layout/IconVerticalSolidList"/>
    <dgm:cxn modelId="{2D57A468-E3D8-4788-BE0A-CD7D07FB5897}" type="presParOf" srcId="{7CC73C1A-A6B6-4F27-9DB4-30A6203CA806}" destId="{710106F3-A5E1-4DC1-BBDE-3469946AF42C}" srcOrd="3" destOrd="0" presId="urn:microsoft.com/office/officeart/2018/2/layout/IconVerticalSolidList"/>
    <dgm:cxn modelId="{A4997A83-6663-4D81-B584-C90D736F8EF3}" type="presParOf" srcId="{5A83A671-BEAF-4A86-888B-131E64BCC259}" destId="{D69873A4-C2A0-41E6-B110-CF2F9DEB1AAD}" srcOrd="1" destOrd="0" presId="urn:microsoft.com/office/officeart/2018/2/layout/IconVerticalSolidList"/>
    <dgm:cxn modelId="{63F63128-F1D0-4255-804C-91FA3440D481}" type="presParOf" srcId="{5A83A671-BEAF-4A86-888B-131E64BCC259}" destId="{E1909122-CBDF-472B-9F53-CDA0E615FC7B}" srcOrd="2" destOrd="0" presId="urn:microsoft.com/office/officeart/2018/2/layout/IconVerticalSolidList"/>
    <dgm:cxn modelId="{53862DE9-98BE-4DD9-97C4-7D929CC6413B}" type="presParOf" srcId="{E1909122-CBDF-472B-9F53-CDA0E615FC7B}" destId="{1A2D039D-920E-445A-8A79-ADFF0EBE7813}" srcOrd="0" destOrd="0" presId="urn:microsoft.com/office/officeart/2018/2/layout/IconVerticalSolidList"/>
    <dgm:cxn modelId="{1EF4D019-50BD-42E4-B02E-0735F0EBA82D}" type="presParOf" srcId="{E1909122-CBDF-472B-9F53-CDA0E615FC7B}" destId="{6404E358-C4C9-47B9-936E-153ED8E9F31E}" srcOrd="1" destOrd="0" presId="urn:microsoft.com/office/officeart/2018/2/layout/IconVerticalSolidList"/>
    <dgm:cxn modelId="{89CF9954-1742-404A-970A-972327E69342}" type="presParOf" srcId="{E1909122-CBDF-472B-9F53-CDA0E615FC7B}" destId="{98805A20-711F-4B9E-851B-82546857EBF5}" srcOrd="2" destOrd="0" presId="urn:microsoft.com/office/officeart/2018/2/layout/IconVerticalSolidList"/>
    <dgm:cxn modelId="{B1FDCEE1-A5BC-4A20-92C5-264302640F51}" type="presParOf" srcId="{E1909122-CBDF-472B-9F53-CDA0E615FC7B}" destId="{6C702013-15C0-46A5-A7B4-92568593517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960BCB-75DF-4285-9ADD-B9457F64672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D211039-1D19-45FF-A607-CB65A0AFCAAD}">
      <dgm:prSet/>
      <dgm:spPr/>
      <dgm:t>
        <a:bodyPr/>
        <a:lstStyle/>
        <a:p>
          <a:pPr>
            <a:lnSpc>
              <a:spcPct val="100000"/>
            </a:lnSpc>
          </a:pPr>
          <a:r>
            <a:rPr lang="en-US"/>
            <a:t>Data elements are being carried whereas signal elements are the carriers.</a:t>
          </a:r>
        </a:p>
      </dgm:t>
    </dgm:pt>
    <dgm:pt modelId="{270BCC6C-38BF-4DAE-99E0-280EF8B7B532}" type="parTrans" cxnId="{89F2352F-6A2A-41F2-A9EC-470A8D3DBC73}">
      <dgm:prSet/>
      <dgm:spPr/>
      <dgm:t>
        <a:bodyPr/>
        <a:lstStyle/>
        <a:p>
          <a:endParaRPr lang="en-US"/>
        </a:p>
      </dgm:t>
    </dgm:pt>
    <dgm:pt modelId="{A53FC059-051E-4B34-97ED-BC1B6E4C8586}" type="sibTrans" cxnId="{89F2352F-6A2A-41F2-A9EC-470A8D3DBC73}">
      <dgm:prSet/>
      <dgm:spPr/>
      <dgm:t>
        <a:bodyPr/>
        <a:lstStyle/>
        <a:p>
          <a:endParaRPr lang="en-US"/>
        </a:p>
      </dgm:t>
    </dgm:pt>
    <dgm:pt modelId="{64E5DB0F-0946-4B22-9084-4616204F2BC9}">
      <dgm:prSet/>
      <dgm:spPr/>
      <dgm:t>
        <a:bodyPr/>
        <a:lstStyle/>
        <a:p>
          <a:pPr>
            <a:lnSpc>
              <a:spcPct val="100000"/>
            </a:lnSpc>
          </a:pPr>
          <a:r>
            <a:rPr lang="en-US" dirty="0"/>
            <a:t>The number of data elements sent per second is known as </a:t>
          </a:r>
          <a:r>
            <a:rPr lang="en-US" b="1" dirty="0"/>
            <a:t>bit rate</a:t>
          </a:r>
          <a:r>
            <a:rPr lang="en-US" dirty="0"/>
            <a:t>.</a:t>
          </a:r>
        </a:p>
      </dgm:t>
    </dgm:pt>
    <dgm:pt modelId="{7BC3C354-3567-42D7-875A-6F31D9E60983}" type="parTrans" cxnId="{8EB8EF6F-853C-42EE-BE30-ED22158C373B}">
      <dgm:prSet/>
      <dgm:spPr/>
      <dgm:t>
        <a:bodyPr/>
        <a:lstStyle/>
        <a:p>
          <a:endParaRPr lang="en-US"/>
        </a:p>
      </dgm:t>
    </dgm:pt>
    <dgm:pt modelId="{491374DB-EDD6-4763-8505-F4382F3C3E86}" type="sibTrans" cxnId="{8EB8EF6F-853C-42EE-BE30-ED22158C373B}">
      <dgm:prSet/>
      <dgm:spPr/>
      <dgm:t>
        <a:bodyPr/>
        <a:lstStyle/>
        <a:p>
          <a:endParaRPr lang="en-US"/>
        </a:p>
      </dgm:t>
    </dgm:pt>
    <dgm:pt modelId="{DBBFC8AE-7CB4-4435-A0AA-01B0AB236DC2}">
      <dgm:prSet/>
      <dgm:spPr/>
      <dgm:t>
        <a:bodyPr/>
        <a:lstStyle/>
        <a:p>
          <a:pPr>
            <a:lnSpc>
              <a:spcPct val="100000"/>
            </a:lnSpc>
          </a:pPr>
          <a:r>
            <a:rPr lang="en-US" dirty="0"/>
            <a:t>The signal that can be sent per second is known as </a:t>
          </a:r>
          <a:r>
            <a:rPr lang="en-US" b="1" dirty="0"/>
            <a:t>baud rate </a:t>
          </a:r>
          <a:r>
            <a:rPr lang="en-US" dirty="0"/>
            <a:t>or </a:t>
          </a:r>
          <a:r>
            <a:rPr lang="en-US" b="1" dirty="0"/>
            <a:t>pulse rate</a:t>
          </a:r>
          <a:r>
            <a:rPr lang="en-US" dirty="0"/>
            <a:t>.</a:t>
          </a:r>
        </a:p>
      </dgm:t>
    </dgm:pt>
    <dgm:pt modelId="{40BB002C-5F37-4F58-8A4E-ABC6BC21DC0E}" type="parTrans" cxnId="{19D45005-0B74-4660-9EC8-F5C96A213DCE}">
      <dgm:prSet/>
      <dgm:spPr/>
      <dgm:t>
        <a:bodyPr/>
        <a:lstStyle/>
        <a:p>
          <a:endParaRPr lang="en-US"/>
        </a:p>
      </dgm:t>
    </dgm:pt>
    <dgm:pt modelId="{60A93A58-4C7D-4AEA-BEC0-D8BBDE633D8F}" type="sibTrans" cxnId="{19D45005-0B74-4660-9EC8-F5C96A213DCE}">
      <dgm:prSet/>
      <dgm:spPr/>
      <dgm:t>
        <a:bodyPr/>
        <a:lstStyle/>
        <a:p>
          <a:endParaRPr lang="en-US"/>
        </a:p>
      </dgm:t>
    </dgm:pt>
    <dgm:pt modelId="{79E4A183-3EB4-4A98-8B36-659F22C2301E}">
      <dgm:prSet/>
      <dgm:spPr/>
      <dgm:t>
        <a:bodyPr/>
        <a:lstStyle/>
        <a:p>
          <a:pPr>
            <a:lnSpc>
              <a:spcPct val="100000"/>
            </a:lnSpc>
          </a:pPr>
          <a:r>
            <a:rPr lang="en-US"/>
            <a:t>The relationship between them is given as follows:</a:t>
          </a:r>
        </a:p>
      </dgm:t>
    </dgm:pt>
    <dgm:pt modelId="{5A0B87BE-B5F7-4D21-AA28-BA6449E4FF0F}" type="parTrans" cxnId="{4BEC33D9-6827-4B2C-9381-36BF0ED05E4D}">
      <dgm:prSet/>
      <dgm:spPr/>
      <dgm:t>
        <a:bodyPr/>
        <a:lstStyle/>
        <a:p>
          <a:endParaRPr lang="en-US"/>
        </a:p>
      </dgm:t>
    </dgm:pt>
    <dgm:pt modelId="{AF2DE118-3449-47FB-B699-7A4B6956DA22}" type="sibTrans" cxnId="{4BEC33D9-6827-4B2C-9381-36BF0ED05E4D}">
      <dgm:prSet/>
      <dgm:spPr/>
      <dgm:t>
        <a:bodyPr/>
        <a:lstStyle/>
        <a:p>
          <a:endParaRPr lang="en-US"/>
        </a:p>
      </dgm:t>
    </dgm:pt>
    <dgm:pt modelId="{9351A7B0-5CD2-4F32-85AC-C2DB0E2C672C}" type="pres">
      <dgm:prSet presAssocID="{4C960BCB-75DF-4285-9ADD-B9457F64672A}" presName="root" presStyleCnt="0">
        <dgm:presLayoutVars>
          <dgm:dir/>
          <dgm:resizeHandles val="exact"/>
        </dgm:presLayoutVars>
      </dgm:prSet>
      <dgm:spPr/>
    </dgm:pt>
    <dgm:pt modelId="{5355FB74-E585-4919-B72B-B8B649299F46}" type="pres">
      <dgm:prSet presAssocID="{0D211039-1D19-45FF-A607-CB65A0AFCAAD}" presName="compNode" presStyleCnt="0"/>
      <dgm:spPr/>
    </dgm:pt>
    <dgm:pt modelId="{5EEABD20-86A7-4288-B2E5-7DAD708DC2B5}" type="pres">
      <dgm:prSet presAssocID="{0D211039-1D19-45FF-A607-CB65A0AFCAAD}" presName="bgRect" presStyleLbl="bgShp" presStyleIdx="0" presStyleCnt="4"/>
      <dgm:spPr/>
    </dgm:pt>
    <dgm:pt modelId="{D0A876C9-09FC-4DA1-BF00-5B5DBED8D7E6}" type="pres">
      <dgm:prSet presAssocID="{0D211039-1D19-45FF-A607-CB65A0AFCAA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BBC05E38-7C39-43F3-93C0-A21B7B44B63F}" type="pres">
      <dgm:prSet presAssocID="{0D211039-1D19-45FF-A607-CB65A0AFCAAD}" presName="spaceRect" presStyleCnt="0"/>
      <dgm:spPr/>
    </dgm:pt>
    <dgm:pt modelId="{3233DE48-4C2C-49F9-81AE-60E1A5ED84A4}" type="pres">
      <dgm:prSet presAssocID="{0D211039-1D19-45FF-A607-CB65A0AFCAAD}" presName="parTx" presStyleLbl="revTx" presStyleIdx="0" presStyleCnt="4">
        <dgm:presLayoutVars>
          <dgm:chMax val="0"/>
          <dgm:chPref val="0"/>
        </dgm:presLayoutVars>
      </dgm:prSet>
      <dgm:spPr/>
    </dgm:pt>
    <dgm:pt modelId="{F09EC670-FACC-4166-8DBB-BABE7557F542}" type="pres">
      <dgm:prSet presAssocID="{A53FC059-051E-4B34-97ED-BC1B6E4C8586}" presName="sibTrans" presStyleCnt="0"/>
      <dgm:spPr/>
    </dgm:pt>
    <dgm:pt modelId="{040F81C7-4566-48DC-8C0E-794704D3E2F6}" type="pres">
      <dgm:prSet presAssocID="{64E5DB0F-0946-4B22-9084-4616204F2BC9}" presName="compNode" presStyleCnt="0"/>
      <dgm:spPr/>
    </dgm:pt>
    <dgm:pt modelId="{B9593986-57A5-41BE-A30F-CAD3CBFDC978}" type="pres">
      <dgm:prSet presAssocID="{64E5DB0F-0946-4B22-9084-4616204F2BC9}" presName="bgRect" presStyleLbl="bgShp" presStyleIdx="1" presStyleCnt="4"/>
      <dgm:spPr/>
    </dgm:pt>
    <dgm:pt modelId="{DA666A67-3C9C-4634-B520-98AFC2E74485}" type="pres">
      <dgm:prSet presAssocID="{64E5DB0F-0946-4B22-9084-4616204F2BC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itcoin"/>
        </a:ext>
      </dgm:extLst>
    </dgm:pt>
    <dgm:pt modelId="{DD593B78-1043-44C0-A35F-ADA2F5B3B4C8}" type="pres">
      <dgm:prSet presAssocID="{64E5DB0F-0946-4B22-9084-4616204F2BC9}" presName="spaceRect" presStyleCnt="0"/>
      <dgm:spPr/>
    </dgm:pt>
    <dgm:pt modelId="{F556A395-190A-491B-8E09-6A02A2981623}" type="pres">
      <dgm:prSet presAssocID="{64E5DB0F-0946-4B22-9084-4616204F2BC9}" presName="parTx" presStyleLbl="revTx" presStyleIdx="1" presStyleCnt="4">
        <dgm:presLayoutVars>
          <dgm:chMax val="0"/>
          <dgm:chPref val="0"/>
        </dgm:presLayoutVars>
      </dgm:prSet>
      <dgm:spPr/>
    </dgm:pt>
    <dgm:pt modelId="{CC56DEA3-F0FB-4A7B-B7EE-7FE20DC4F83D}" type="pres">
      <dgm:prSet presAssocID="{491374DB-EDD6-4763-8505-F4382F3C3E86}" presName="sibTrans" presStyleCnt="0"/>
      <dgm:spPr/>
    </dgm:pt>
    <dgm:pt modelId="{FCAF66F3-0CB7-4236-95D3-8AA8E7C69AC3}" type="pres">
      <dgm:prSet presAssocID="{DBBFC8AE-7CB4-4435-A0AA-01B0AB236DC2}" presName="compNode" presStyleCnt="0"/>
      <dgm:spPr/>
    </dgm:pt>
    <dgm:pt modelId="{24BF3194-ED47-4337-AF66-68859DEC1399}" type="pres">
      <dgm:prSet presAssocID="{DBBFC8AE-7CB4-4435-A0AA-01B0AB236DC2}" presName="bgRect" presStyleLbl="bgShp" presStyleIdx="2" presStyleCnt="4"/>
      <dgm:spPr/>
    </dgm:pt>
    <dgm:pt modelId="{499D220B-F90F-4168-B48D-C437F9F1A36A}" type="pres">
      <dgm:prSet presAssocID="{DBBFC8AE-7CB4-4435-A0AA-01B0AB236DC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rt with Pulse"/>
        </a:ext>
      </dgm:extLst>
    </dgm:pt>
    <dgm:pt modelId="{6A0D7828-10BB-418B-9682-8381ECEB4B0E}" type="pres">
      <dgm:prSet presAssocID="{DBBFC8AE-7CB4-4435-A0AA-01B0AB236DC2}" presName="spaceRect" presStyleCnt="0"/>
      <dgm:spPr/>
    </dgm:pt>
    <dgm:pt modelId="{1FA928AB-17C0-4191-8B3D-3AE53DF643C6}" type="pres">
      <dgm:prSet presAssocID="{DBBFC8AE-7CB4-4435-A0AA-01B0AB236DC2}" presName="parTx" presStyleLbl="revTx" presStyleIdx="2" presStyleCnt="4">
        <dgm:presLayoutVars>
          <dgm:chMax val="0"/>
          <dgm:chPref val="0"/>
        </dgm:presLayoutVars>
      </dgm:prSet>
      <dgm:spPr/>
    </dgm:pt>
    <dgm:pt modelId="{8AD69642-2F4E-482C-9293-BD790FB9D452}" type="pres">
      <dgm:prSet presAssocID="{60A93A58-4C7D-4AEA-BEC0-D8BBDE633D8F}" presName="sibTrans" presStyleCnt="0"/>
      <dgm:spPr/>
    </dgm:pt>
    <dgm:pt modelId="{8C9E19DE-FBDB-42F7-B1BF-DE3DB6F4F97E}" type="pres">
      <dgm:prSet presAssocID="{79E4A183-3EB4-4A98-8B36-659F22C2301E}" presName="compNode" presStyleCnt="0"/>
      <dgm:spPr/>
    </dgm:pt>
    <dgm:pt modelId="{8500C12E-198E-425A-BB3A-A320C2F3CD76}" type="pres">
      <dgm:prSet presAssocID="{79E4A183-3EB4-4A98-8B36-659F22C2301E}" presName="bgRect" presStyleLbl="bgShp" presStyleIdx="3" presStyleCnt="4"/>
      <dgm:spPr/>
    </dgm:pt>
    <dgm:pt modelId="{DFF98842-97C0-40FB-965D-32D9D4499096}" type="pres">
      <dgm:prSet presAssocID="{79E4A183-3EB4-4A98-8B36-659F22C2301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ycle with People"/>
        </a:ext>
      </dgm:extLst>
    </dgm:pt>
    <dgm:pt modelId="{AA59D517-FD25-4119-B238-A09F3C09EE2E}" type="pres">
      <dgm:prSet presAssocID="{79E4A183-3EB4-4A98-8B36-659F22C2301E}" presName="spaceRect" presStyleCnt="0"/>
      <dgm:spPr/>
    </dgm:pt>
    <dgm:pt modelId="{B7C8B582-C2B0-4567-AE6D-535012CAEB91}" type="pres">
      <dgm:prSet presAssocID="{79E4A183-3EB4-4A98-8B36-659F22C2301E}" presName="parTx" presStyleLbl="revTx" presStyleIdx="3" presStyleCnt="4">
        <dgm:presLayoutVars>
          <dgm:chMax val="0"/>
          <dgm:chPref val="0"/>
        </dgm:presLayoutVars>
      </dgm:prSet>
      <dgm:spPr/>
    </dgm:pt>
  </dgm:ptLst>
  <dgm:cxnLst>
    <dgm:cxn modelId="{19D45005-0B74-4660-9EC8-F5C96A213DCE}" srcId="{4C960BCB-75DF-4285-9ADD-B9457F64672A}" destId="{DBBFC8AE-7CB4-4435-A0AA-01B0AB236DC2}" srcOrd="2" destOrd="0" parTransId="{40BB002C-5F37-4F58-8A4E-ABC6BC21DC0E}" sibTransId="{60A93A58-4C7D-4AEA-BEC0-D8BBDE633D8F}"/>
    <dgm:cxn modelId="{329E630A-D002-4318-9FD1-9E61D90EC2E6}" type="presOf" srcId="{4C960BCB-75DF-4285-9ADD-B9457F64672A}" destId="{9351A7B0-5CD2-4F32-85AC-C2DB0E2C672C}" srcOrd="0" destOrd="0" presId="urn:microsoft.com/office/officeart/2018/2/layout/IconVerticalSolidList"/>
    <dgm:cxn modelId="{F4F66528-CFAF-4CA9-8CA7-EE5F92753773}" type="presOf" srcId="{64E5DB0F-0946-4B22-9084-4616204F2BC9}" destId="{F556A395-190A-491B-8E09-6A02A2981623}" srcOrd="0" destOrd="0" presId="urn:microsoft.com/office/officeart/2018/2/layout/IconVerticalSolidList"/>
    <dgm:cxn modelId="{89F2352F-6A2A-41F2-A9EC-470A8D3DBC73}" srcId="{4C960BCB-75DF-4285-9ADD-B9457F64672A}" destId="{0D211039-1D19-45FF-A607-CB65A0AFCAAD}" srcOrd="0" destOrd="0" parTransId="{270BCC6C-38BF-4DAE-99E0-280EF8B7B532}" sibTransId="{A53FC059-051E-4B34-97ED-BC1B6E4C8586}"/>
    <dgm:cxn modelId="{8EB8EF6F-853C-42EE-BE30-ED22158C373B}" srcId="{4C960BCB-75DF-4285-9ADD-B9457F64672A}" destId="{64E5DB0F-0946-4B22-9084-4616204F2BC9}" srcOrd="1" destOrd="0" parTransId="{7BC3C354-3567-42D7-875A-6F31D9E60983}" sibTransId="{491374DB-EDD6-4763-8505-F4382F3C3E86}"/>
    <dgm:cxn modelId="{42BBBAD2-737A-4BD1-A42C-3EE404C0B14D}" type="presOf" srcId="{0D211039-1D19-45FF-A607-CB65A0AFCAAD}" destId="{3233DE48-4C2C-49F9-81AE-60E1A5ED84A4}" srcOrd="0" destOrd="0" presId="urn:microsoft.com/office/officeart/2018/2/layout/IconVerticalSolidList"/>
    <dgm:cxn modelId="{EFA540D3-65B3-48F0-AC71-BD159740B9DE}" type="presOf" srcId="{79E4A183-3EB4-4A98-8B36-659F22C2301E}" destId="{B7C8B582-C2B0-4567-AE6D-535012CAEB91}" srcOrd="0" destOrd="0" presId="urn:microsoft.com/office/officeart/2018/2/layout/IconVerticalSolidList"/>
    <dgm:cxn modelId="{DD28C7D3-7C34-44CC-943A-1FFBC33BCD45}" type="presOf" srcId="{DBBFC8AE-7CB4-4435-A0AA-01B0AB236DC2}" destId="{1FA928AB-17C0-4191-8B3D-3AE53DF643C6}" srcOrd="0" destOrd="0" presId="urn:microsoft.com/office/officeart/2018/2/layout/IconVerticalSolidList"/>
    <dgm:cxn modelId="{4BEC33D9-6827-4B2C-9381-36BF0ED05E4D}" srcId="{4C960BCB-75DF-4285-9ADD-B9457F64672A}" destId="{79E4A183-3EB4-4A98-8B36-659F22C2301E}" srcOrd="3" destOrd="0" parTransId="{5A0B87BE-B5F7-4D21-AA28-BA6449E4FF0F}" sibTransId="{AF2DE118-3449-47FB-B699-7A4B6956DA22}"/>
    <dgm:cxn modelId="{D161583A-B754-45AC-BCB6-5C3332836799}" type="presParOf" srcId="{9351A7B0-5CD2-4F32-85AC-C2DB0E2C672C}" destId="{5355FB74-E585-4919-B72B-B8B649299F46}" srcOrd="0" destOrd="0" presId="urn:microsoft.com/office/officeart/2018/2/layout/IconVerticalSolidList"/>
    <dgm:cxn modelId="{17B28B98-4B1B-4270-B7C8-FBD96C1299E6}" type="presParOf" srcId="{5355FB74-E585-4919-B72B-B8B649299F46}" destId="{5EEABD20-86A7-4288-B2E5-7DAD708DC2B5}" srcOrd="0" destOrd="0" presId="urn:microsoft.com/office/officeart/2018/2/layout/IconVerticalSolidList"/>
    <dgm:cxn modelId="{9AADD5CF-7FD2-4897-BF95-17C5BE378AC6}" type="presParOf" srcId="{5355FB74-E585-4919-B72B-B8B649299F46}" destId="{D0A876C9-09FC-4DA1-BF00-5B5DBED8D7E6}" srcOrd="1" destOrd="0" presId="urn:microsoft.com/office/officeart/2018/2/layout/IconVerticalSolidList"/>
    <dgm:cxn modelId="{8438B05D-8300-4C6C-9E1B-BB74D74444FF}" type="presParOf" srcId="{5355FB74-E585-4919-B72B-B8B649299F46}" destId="{BBC05E38-7C39-43F3-93C0-A21B7B44B63F}" srcOrd="2" destOrd="0" presId="urn:microsoft.com/office/officeart/2018/2/layout/IconVerticalSolidList"/>
    <dgm:cxn modelId="{62AE8D8F-7C1B-42C0-8B61-AF2643FDC377}" type="presParOf" srcId="{5355FB74-E585-4919-B72B-B8B649299F46}" destId="{3233DE48-4C2C-49F9-81AE-60E1A5ED84A4}" srcOrd="3" destOrd="0" presId="urn:microsoft.com/office/officeart/2018/2/layout/IconVerticalSolidList"/>
    <dgm:cxn modelId="{518E7E67-8C51-4D29-A2F1-447B63E479FF}" type="presParOf" srcId="{9351A7B0-5CD2-4F32-85AC-C2DB0E2C672C}" destId="{F09EC670-FACC-4166-8DBB-BABE7557F542}" srcOrd="1" destOrd="0" presId="urn:microsoft.com/office/officeart/2018/2/layout/IconVerticalSolidList"/>
    <dgm:cxn modelId="{A2C2AF61-6329-406A-81A7-787DCFF13A2B}" type="presParOf" srcId="{9351A7B0-5CD2-4F32-85AC-C2DB0E2C672C}" destId="{040F81C7-4566-48DC-8C0E-794704D3E2F6}" srcOrd="2" destOrd="0" presId="urn:microsoft.com/office/officeart/2018/2/layout/IconVerticalSolidList"/>
    <dgm:cxn modelId="{565183BC-6CA7-4FF2-800B-25BF2227D579}" type="presParOf" srcId="{040F81C7-4566-48DC-8C0E-794704D3E2F6}" destId="{B9593986-57A5-41BE-A30F-CAD3CBFDC978}" srcOrd="0" destOrd="0" presId="urn:microsoft.com/office/officeart/2018/2/layout/IconVerticalSolidList"/>
    <dgm:cxn modelId="{27E0BAE7-586F-4090-B256-1BADB228C348}" type="presParOf" srcId="{040F81C7-4566-48DC-8C0E-794704D3E2F6}" destId="{DA666A67-3C9C-4634-B520-98AFC2E74485}" srcOrd="1" destOrd="0" presId="urn:microsoft.com/office/officeart/2018/2/layout/IconVerticalSolidList"/>
    <dgm:cxn modelId="{8BCF434D-233F-484B-994E-97F77D6B34C2}" type="presParOf" srcId="{040F81C7-4566-48DC-8C0E-794704D3E2F6}" destId="{DD593B78-1043-44C0-A35F-ADA2F5B3B4C8}" srcOrd="2" destOrd="0" presId="urn:microsoft.com/office/officeart/2018/2/layout/IconVerticalSolidList"/>
    <dgm:cxn modelId="{82E7C4E4-0433-4B9E-AD8C-BBBF03E8B8A4}" type="presParOf" srcId="{040F81C7-4566-48DC-8C0E-794704D3E2F6}" destId="{F556A395-190A-491B-8E09-6A02A2981623}" srcOrd="3" destOrd="0" presId="urn:microsoft.com/office/officeart/2018/2/layout/IconVerticalSolidList"/>
    <dgm:cxn modelId="{881FCDA0-A83B-4AE0-AF64-DC847F812CC3}" type="presParOf" srcId="{9351A7B0-5CD2-4F32-85AC-C2DB0E2C672C}" destId="{CC56DEA3-F0FB-4A7B-B7EE-7FE20DC4F83D}" srcOrd="3" destOrd="0" presId="urn:microsoft.com/office/officeart/2018/2/layout/IconVerticalSolidList"/>
    <dgm:cxn modelId="{3658DC90-FB14-463E-BD5F-443AAF4DC771}" type="presParOf" srcId="{9351A7B0-5CD2-4F32-85AC-C2DB0E2C672C}" destId="{FCAF66F3-0CB7-4236-95D3-8AA8E7C69AC3}" srcOrd="4" destOrd="0" presId="urn:microsoft.com/office/officeart/2018/2/layout/IconVerticalSolidList"/>
    <dgm:cxn modelId="{5B783E7D-16D3-45BD-BAAB-A4AEF7DD7E49}" type="presParOf" srcId="{FCAF66F3-0CB7-4236-95D3-8AA8E7C69AC3}" destId="{24BF3194-ED47-4337-AF66-68859DEC1399}" srcOrd="0" destOrd="0" presId="urn:microsoft.com/office/officeart/2018/2/layout/IconVerticalSolidList"/>
    <dgm:cxn modelId="{6FDF3FCC-255F-4EA2-BDA7-EDB747055B6E}" type="presParOf" srcId="{FCAF66F3-0CB7-4236-95D3-8AA8E7C69AC3}" destId="{499D220B-F90F-4168-B48D-C437F9F1A36A}" srcOrd="1" destOrd="0" presId="urn:microsoft.com/office/officeart/2018/2/layout/IconVerticalSolidList"/>
    <dgm:cxn modelId="{21DB3089-D75C-41F6-938E-441C1146173E}" type="presParOf" srcId="{FCAF66F3-0CB7-4236-95D3-8AA8E7C69AC3}" destId="{6A0D7828-10BB-418B-9682-8381ECEB4B0E}" srcOrd="2" destOrd="0" presId="urn:microsoft.com/office/officeart/2018/2/layout/IconVerticalSolidList"/>
    <dgm:cxn modelId="{7B6D5196-1251-4CE5-9FB4-7D792ABFEF81}" type="presParOf" srcId="{FCAF66F3-0CB7-4236-95D3-8AA8E7C69AC3}" destId="{1FA928AB-17C0-4191-8B3D-3AE53DF643C6}" srcOrd="3" destOrd="0" presId="urn:microsoft.com/office/officeart/2018/2/layout/IconVerticalSolidList"/>
    <dgm:cxn modelId="{58DF58DE-8A3D-4C4C-ADA0-737C5B326E39}" type="presParOf" srcId="{9351A7B0-5CD2-4F32-85AC-C2DB0E2C672C}" destId="{8AD69642-2F4E-482C-9293-BD790FB9D452}" srcOrd="5" destOrd="0" presId="urn:microsoft.com/office/officeart/2018/2/layout/IconVerticalSolidList"/>
    <dgm:cxn modelId="{FA65971E-9744-4F91-8314-ADCB7F0E9467}" type="presParOf" srcId="{9351A7B0-5CD2-4F32-85AC-C2DB0E2C672C}" destId="{8C9E19DE-FBDB-42F7-B1BF-DE3DB6F4F97E}" srcOrd="6" destOrd="0" presId="urn:microsoft.com/office/officeart/2018/2/layout/IconVerticalSolidList"/>
    <dgm:cxn modelId="{963D0778-6793-4067-81FB-0BD62CCC144F}" type="presParOf" srcId="{8C9E19DE-FBDB-42F7-B1BF-DE3DB6F4F97E}" destId="{8500C12E-198E-425A-BB3A-A320C2F3CD76}" srcOrd="0" destOrd="0" presId="urn:microsoft.com/office/officeart/2018/2/layout/IconVerticalSolidList"/>
    <dgm:cxn modelId="{58FC0619-1B2C-42BE-89B5-84FE7166729C}" type="presParOf" srcId="{8C9E19DE-FBDB-42F7-B1BF-DE3DB6F4F97E}" destId="{DFF98842-97C0-40FB-965D-32D9D4499096}" srcOrd="1" destOrd="0" presId="urn:microsoft.com/office/officeart/2018/2/layout/IconVerticalSolidList"/>
    <dgm:cxn modelId="{B00865FE-95CE-4749-89AD-40B95EEEF2C7}" type="presParOf" srcId="{8C9E19DE-FBDB-42F7-B1BF-DE3DB6F4F97E}" destId="{AA59D517-FD25-4119-B238-A09F3C09EE2E}" srcOrd="2" destOrd="0" presId="urn:microsoft.com/office/officeart/2018/2/layout/IconVerticalSolidList"/>
    <dgm:cxn modelId="{BA8F042B-AA22-43C0-9CCD-8D572F124C86}" type="presParOf" srcId="{8C9E19DE-FBDB-42F7-B1BF-DE3DB6F4F97E}" destId="{B7C8B582-C2B0-4567-AE6D-535012CAEB9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28910C-EADF-4211-82FC-04D41C0B996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853E54F-4E14-4E85-BEB4-786C36E3608E}">
      <dgm:prSet/>
      <dgm:spPr>
        <a:solidFill>
          <a:schemeClr val="tx1"/>
        </a:solidFill>
      </dgm:spPr>
      <dgm:t>
        <a:bodyPr/>
        <a:lstStyle/>
        <a:p>
          <a:r>
            <a:rPr lang="en-US" b="1"/>
            <a:t>E.g.- </a:t>
          </a:r>
          <a:r>
            <a:rPr lang="en-US"/>
            <a:t>A signal is carrying data in which  one data element is encoded as one  signal element (</a:t>
          </a:r>
          <a:r>
            <a:rPr lang="en-US" i="1"/>
            <a:t>r = 1</a:t>
          </a:r>
          <a:r>
            <a:rPr lang="en-US"/>
            <a:t>). If bit rate is 1  Mbps and case factor c is ½ (in most of  the cases) then what will the value of  baud rate?</a:t>
          </a:r>
        </a:p>
      </dgm:t>
    </dgm:pt>
    <dgm:pt modelId="{CDBFA59E-AF86-4098-90E3-5DB93BAD0185}" type="parTrans" cxnId="{8BE8D2D8-50E7-4D42-A00B-0368064F28AA}">
      <dgm:prSet/>
      <dgm:spPr/>
      <dgm:t>
        <a:bodyPr/>
        <a:lstStyle/>
        <a:p>
          <a:endParaRPr lang="en-US"/>
        </a:p>
      </dgm:t>
    </dgm:pt>
    <dgm:pt modelId="{B0F1229C-7F65-403E-9D0D-E337B15BBA62}" type="sibTrans" cxnId="{8BE8D2D8-50E7-4D42-A00B-0368064F28AA}">
      <dgm:prSet/>
      <dgm:spPr/>
      <dgm:t>
        <a:bodyPr/>
        <a:lstStyle/>
        <a:p>
          <a:endParaRPr lang="en-US"/>
        </a:p>
      </dgm:t>
    </dgm:pt>
    <dgm:pt modelId="{F6E4F686-5E8C-4E49-AA0A-C8FFE18DB544}">
      <dgm:prSet/>
      <dgm:spPr>
        <a:solidFill>
          <a:schemeClr val="tx1"/>
        </a:solidFill>
      </dgm:spPr>
      <dgm:t>
        <a:bodyPr/>
        <a:lstStyle/>
        <a:p>
          <a:r>
            <a:rPr lang="en-US" dirty="0"/>
            <a:t>Sol: S = ((1/2) * 1000000) * 1/1 = 500 </a:t>
          </a:r>
          <a:r>
            <a:rPr lang="en-US" dirty="0" err="1"/>
            <a:t>kbaud</a:t>
          </a:r>
          <a:endParaRPr lang="en-US" dirty="0"/>
        </a:p>
      </dgm:t>
    </dgm:pt>
    <dgm:pt modelId="{0E5ECF03-3E00-4D66-81A4-4C44CDF3F37E}" type="parTrans" cxnId="{B22FD460-0A8B-40BB-BB68-E9B4604C5C5C}">
      <dgm:prSet/>
      <dgm:spPr/>
      <dgm:t>
        <a:bodyPr/>
        <a:lstStyle/>
        <a:p>
          <a:endParaRPr lang="en-US"/>
        </a:p>
      </dgm:t>
    </dgm:pt>
    <dgm:pt modelId="{67788750-3B53-4001-B912-C9970986387D}" type="sibTrans" cxnId="{B22FD460-0A8B-40BB-BB68-E9B4604C5C5C}">
      <dgm:prSet/>
      <dgm:spPr/>
      <dgm:t>
        <a:bodyPr/>
        <a:lstStyle/>
        <a:p>
          <a:endParaRPr lang="en-US"/>
        </a:p>
      </dgm:t>
    </dgm:pt>
    <dgm:pt modelId="{6FB6700A-5283-4E79-A812-33BB876B7769}" type="pres">
      <dgm:prSet presAssocID="{3B28910C-EADF-4211-82FC-04D41C0B9962}" presName="linear" presStyleCnt="0">
        <dgm:presLayoutVars>
          <dgm:animLvl val="lvl"/>
          <dgm:resizeHandles val="exact"/>
        </dgm:presLayoutVars>
      </dgm:prSet>
      <dgm:spPr/>
    </dgm:pt>
    <dgm:pt modelId="{2FAE0F14-61F0-41CA-B3F8-DF8640ED3DFC}" type="pres">
      <dgm:prSet presAssocID="{2853E54F-4E14-4E85-BEB4-786C36E3608E}" presName="parentText" presStyleLbl="node1" presStyleIdx="0" presStyleCnt="2">
        <dgm:presLayoutVars>
          <dgm:chMax val="0"/>
          <dgm:bulletEnabled val="1"/>
        </dgm:presLayoutVars>
      </dgm:prSet>
      <dgm:spPr/>
    </dgm:pt>
    <dgm:pt modelId="{8C168D71-7101-422A-AEC6-CD0FCED14D2A}" type="pres">
      <dgm:prSet presAssocID="{B0F1229C-7F65-403E-9D0D-E337B15BBA62}" presName="spacer" presStyleCnt="0"/>
      <dgm:spPr/>
    </dgm:pt>
    <dgm:pt modelId="{59A543D0-7B11-4E16-8E94-219E0FC675C7}" type="pres">
      <dgm:prSet presAssocID="{F6E4F686-5E8C-4E49-AA0A-C8FFE18DB544}" presName="parentText" presStyleLbl="node1" presStyleIdx="1" presStyleCnt="2">
        <dgm:presLayoutVars>
          <dgm:chMax val="0"/>
          <dgm:bulletEnabled val="1"/>
        </dgm:presLayoutVars>
      </dgm:prSet>
      <dgm:spPr/>
    </dgm:pt>
  </dgm:ptLst>
  <dgm:cxnLst>
    <dgm:cxn modelId="{B22FD460-0A8B-40BB-BB68-E9B4604C5C5C}" srcId="{3B28910C-EADF-4211-82FC-04D41C0B9962}" destId="{F6E4F686-5E8C-4E49-AA0A-C8FFE18DB544}" srcOrd="1" destOrd="0" parTransId="{0E5ECF03-3E00-4D66-81A4-4C44CDF3F37E}" sibTransId="{67788750-3B53-4001-B912-C9970986387D}"/>
    <dgm:cxn modelId="{94DDF98A-2881-4078-BE95-4E56B64136D7}" type="presOf" srcId="{F6E4F686-5E8C-4E49-AA0A-C8FFE18DB544}" destId="{59A543D0-7B11-4E16-8E94-219E0FC675C7}" srcOrd="0" destOrd="0" presId="urn:microsoft.com/office/officeart/2005/8/layout/vList2"/>
    <dgm:cxn modelId="{6AACDFB0-A72B-4957-93B5-4549697308BE}" type="presOf" srcId="{3B28910C-EADF-4211-82FC-04D41C0B9962}" destId="{6FB6700A-5283-4E79-A812-33BB876B7769}" srcOrd="0" destOrd="0" presId="urn:microsoft.com/office/officeart/2005/8/layout/vList2"/>
    <dgm:cxn modelId="{8BE8D2D8-50E7-4D42-A00B-0368064F28AA}" srcId="{3B28910C-EADF-4211-82FC-04D41C0B9962}" destId="{2853E54F-4E14-4E85-BEB4-786C36E3608E}" srcOrd="0" destOrd="0" parTransId="{CDBFA59E-AF86-4098-90E3-5DB93BAD0185}" sibTransId="{B0F1229C-7F65-403E-9D0D-E337B15BBA62}"/>
    <dgm:cxn modelId="{645B5DFA-8A61-40DC-8C4B-EBC7400B07BF}" type="presOf" srcId="{2853E54F-4E14-4E85-BEB4-786C36E3608E}" destId="{2FAE0F14-61F0-41CA-B3F8-DF8640ED3DFC}" srcOrd="0" destOrd="0" presId="urn:microsoft.com/office/officeart/2005/8/layout/vList2"/>
    <dgm:cxn modelId="{5001B4C6-9F83-40CE-9819-1AC240827F51}" type="presParOf" srcId="{6FB6700A-5283-4E79-A812-33BB876B7769}" destId="{2FAE0F14-61F0-41CA-B3F8-DF8640ED3DFC}" srcOrd="0" destOrd="0" presId="urn:microsoft.com/office/officeart/2005/8/layout/vList2"/>
    <dgm:cxn modelId="{F872FC42-AAD4-40D9-B17E-58866C095143}" type="presParOf" srcId="{6FB6700A-5283-4E79-A812-33BB876B7769}" destId="{8C168D71-7101-422A-AEC6-CD0FCED14D2A}" srcOrd="1" destOrd="0" presId="urn:microsoft.com/office/officeart/2005/8/layout/vList2"/>
    <dgm:cxn modelId="{5775846D-D5E0-44EB-99F4-30BBFC0FE5BC}" type="presParOf" srcId="{6FB6700A-5283-4E79-A812-33BB876B7769}" destId="{59A543D0-7B11-4E16-8E94-219E0FC675C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D66A792-0E8C-4412-B6F1-010E23138CA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228C4DD-6600-41D3-963B-F552187F2522}">
      <dgm:prSet/>
      <dgm:spPr/>
      <dgm:t>
        <a:bodyPr/>
        <a:lstStyle/>
        <a:p>
          <a:r>
            <a:rPr lang="en-US"/>
            <a:t>It uses two voltage levels – one positive and the other one negative.</a:t>
          </a:r>
        </a:p>
      </dgm:t>
    </dgm:pt>
    <dgm:pt modelId="{75F47C75-F3F5-4C47-8103-C94B631F3899}" type="parTrans" cxnId="{FD1385B4-3D2B-4DCA-B976-6E299F4A0092}">
      <dgm:prSet/>
      <dgm:spPr/>
      <dgm:t>
        <a:bodyPr/>
        <a:lstStyle/>
        <a:p>
          <a:endParaRPr lang="en-US"/>
        </a:p>
      </dgm:t>
    </dgm:pt>
    <dgm:pt modelId="{0BE61631-2A7A-4BDC-854B-0D3A60B8AE7C}" type="sibTrans" cxnId="{FD1385B4-3D2B-4DCA-B976-6E299F4A0092}">
      <dgm:prSet/>
      <dgm:spPr/>
      <dgm:t>
        <a:bodyPr/>
        <a:lstStyle/>
        <a:p>
          <a:endParaRPr lang="en-US"/>
        </a:p>
      </dgm:t>
    </dgm:pt>
    <dgm:pt modelId="{E0917BA2-76F6-4D43-8190-2FCF1225AF86}">
      <dgm:prSet/>
      <dgm:spPr/>
      <dgm:t>
        <a:bodyPr/>
        <a:lstStyle/>
        <a:p>
          <a:r>
            <a:rPr lang="en-US"/>
            <a:t>The voltages are on both sides of the time axis.</a:t>
          </a:r>
        </a:p>
      </dgm:t>
    </dgm:pt>
    <dgm:pt modelId="{17BC284B-8828-4CE4-A8B1-E6A6A68ED72F}" type="parTrans" cxnId="{32C05428-52B2-4BD2-97E3-186C5E9379BB}">
      <dgm:prSet/>
      <dgm:spPr/>
      <dgm:t>
        <a:bodyPr/>
        <a:lstStyle/>
        <a:p>
          <a:endParaRPr lang="en-US"/>
        </a:p>
      </dgm:t>
    </dgm:pt>
    <dgm:pt modelId="{F3421860-BCF5-4320-A291-1B6D50DAE6FF}" type="sibTrans" cxnId="{32C05428-52B2-4BD2-97E3-186C5E9379BB}">
      <dgm:prSet/>
      <dgm:spPr/>
      <dgm:t>
        <a:bodyPr/>
        <a:lstStyle/>
        <a:p>
          <a:endParaRPr lang="en-US"/>
        </a:p>
      </dgm:t>
    </dgm:pt>
    <dgm:pt modelId="{F2927939-2984-4B32-8AC0-1BBAB580358E}">
      <dgm:prSet/>
      <dgm:spPr/>
      <dgm:t>
        <a:bodyPr/>
        <a:lstStyle/>
        <a:p>
          <a:r>
            <a:rPr lang="en-US"/>
            <a:t>Binary values; 0 and 1, are used to show +ve and –ve voltage, respectively.</a:t>
          </a:r>
        </a:p>
      </dgm:t>
    </dgm:pt>
    <dgm:pt modelId="{A1AD5E90-72BC-4909-86D1-F18E85E2670A}" type="parTrans" cxnId="{4C4A36F1-A9AA-46EB-BC25-5C8B31DE6DF6}">
      <dgm:prSet/>
      <dgm:spPr/>
      <dgm:t>
        <a:bodyPr/>
        <a:lstStyle/>
        <a:p>
          <a:endParaRPr lang="en-US"/>
        </a:p>
      </dgm:t>
    </dgm:pt>
    <dgm:pt modelId="{E1BC9BE6-3504-48D2-9852-F54E3CADAA3E}" type="sibTrans" cxnId="{4C4A36F1-A9AA-46EB-BC25-5C8B31DE6DF6}">
      <dgm:prSet/>
      <dgm:spPr/>
      <dgm:t>
        <a:bodyPr/>
        <a:lstStyle/>
        <a:p>
          <a:endParaRPr lang="en-US"/>
        </a:p>
      </dgm:t>
    </dgm:pt>
    <dgm:pt modelId="{79D29895-E731-48B6-B837-683A182AF9C7}" type="pres">
      <dgm:prSet presAssocID="{DD66A792-0E8C-4412-B6F1-010E23138CA5}" presName="linear" presStyleCnt="0">
        <dgm:presLayoutVars>
          <dgm:animLvl val="lvl"/>
          <dgm:resizeHandles val="exact"/>
        </dgm:presLayoutVars>
      </dgm:prSet>
      <dgm:spPr/>
    </dgm:pt>
    <dgm:pt modelId="{7F218B75-73FD-4696-9746-2308CEF63E49}" type="pres">
      <dgm:prSet presAssocID="{2228C4DD-6600-41D3-963B-F552187F2522}" presName="parentText" presStyleLbl="node1" presStyleIdx="0" presStyleCnt="3">
        <dgm:presLayoutVars>
          <dgm:chMax val="0"/>
          <dgm:bulletEnabled val="1"/>
        </dgm:presLayoutVars>
      </dgm:prSet>
      <dgm:spPr/>
    </dgm:pt>
    <dgm:pt modelId="{03394A01-6A45-4FA8-A230-54F70639F737}" type="pres">
      <dgm:prSet presAssocID="{0BE61631-2A7A-4BDC-854B-0D3A60B8AE7C}" presName="spacer" presStyleCnt="0"/>
      <dgm:spPr/>
    </dgm:pt>
    <dgm:pt modelId="{B3150626-1777-4432-9AA1-B2CFF457EA2F}" type="pres">
      <dgm:prSet presAssocID="{E0917BA2-76F6-4D43-8190-2FCF1225AF86}" presName="parentText" presStyleLbl="node1" presStyleIdx="1" presStyleCnt="3">
        <dgm:presLayoutVars>
          <dgm:chMax val="0"/>
          <dgm:bulletEnabled val="1"/>
        </dgm:presLayoutVars>
      </dgm:prSet>
      <dgm:spPr/>
    </dgm:pt>
    <dgm:pt modelId="{7EBFFC5D-DED3-4A66-9AF3-65BAF0752CB1}" type="pres">
      <dgm:prSet presAssocID="{F3421860-BCF5-4320-A291-1B6D50DAE6FF}" presName="spacer" presStyleCnt="0"/>
      <dgm:spPr/>
    </dgm:pt>
    <dgm:pt modelId="{97901242-3FD5-43F3-AD1A-B845FED77DCE}" type="pres">
      <dgm:prSet presAssocID="{F2927939-2984-4B32-8AC0-1BBAB580358E}" presName="parentText" presStyleLbl="node1" presStyleIdx="2" presStyleCnt="3">
        <dgm:presLayoutVars>
          <dgm:chMax val="0"/>
          <dgm:bulletEnabled val="1"/>
        </dgm:presLayoutVars>
      </dgm:prSet>
      <dgm:spPr/>
    </dgm:pt>
  </dgm:ptLst>
  <dgm:cxnLst>
    <dgm:cxn modelId="{2F197A03-DF7D-4B6C-B486-6D8B649F49F3}" type="presOf" srcId="{2228C4DD-6600-41D3-963B-F552187F2522}" destId="{7F218B75-73FD-4696-9746-2308CEF63E49}" srcOrd="0" destOrd="0" presId="urn:microsoft.com/office/officeart/2005/8/layout/vList2"/>
    <dgm:cxn modelId="{6B22AF06-26BF-42A2-90B2-FE84C03DDFA9}" type="presOf" srcId="{DD66A792-0E8C-4412-B6F1-010E23138CA5}" destId="{79D29895-E731-48B6-B837-683A182AF9C7}" srcOrd="0" destOrd="0" presId="urn:microsoft.com/office/officeart/2005/8/layout/vList2"/>
    <dgm:cxn modelId="{32C05428-52B2-4BD2-97E3-186C5E9379BB}" srcId="{DD66A792-0E8C-4412-B6F1-010E23138CA5}" destId="{E0917BA2-76F6-4D43-8190-2FCF1225AF86}" srcOrd="1" destOrd="0" parTransId="{17BC284B-8828-4CE4-A8B1-E6A6A68ED72F}" sibTransId="{F3421860-BCF5-4320-A291-1B6D50DAE6FF}"/>
    <dgm:cxn modelId="{FD1385B4-3D2B-4DCA-B976-6E299F4A0092}" srcId="{DD66A792-0E8C-4412-B6F1-010E23138CA5}" destId="{2228C4DD-6600-41D3-963B-F552187F2522}" srcOrd="0" destOrd="0" parTransId="{75F47C75-F3F5-4C47-8103-C94B631F3899}" sibTransId="{0BE61631-2A7A-4BDC-854B-0D3A60B8AE7C}"/>
    <dgm:cxn modelId="{1114C0BB-0580-4DA2-BD1C-C30C3B6F3901}" type="presOf" srcId="{E0917BA2-76F6-4D43-8190-2FCF1225AF86}" destId="{B3150626-1777-4432-9AA1-B2CFF457EA2F}" srcOrd="0" destOrd="0" presId="urn:microsoft.com/office/officeart/2005/8/layout/vList2"/>
    <dgm:cxn modelId="{DCAA40F0-497F-45C7-A147-58065EE1A6D8}" type="presOf" srcId="{F2927939-2984-4B32-8AC0-1BBAB580358E}" destId="{97901242-3FD5-43F3-AD1A-B845FED77DCE}" srcOrd="0" destOrd="0" presId="urn:microsoft.com/office/officeart/2005/8/layout/vList2"/>
    <dgm:cxn modelId="{4C4A36F1-A9AA-46EB-BC25-5C8B31DE6DF6}" srcId="{DD66A792-0E8C-4412-B6F1-010E23138CA5}" destId="{F2927939-2984-4B32-8AC0-1BBAB580358E}" srcOrd="2" destOrd="0" parTransId="{A1AD5E90-72BC-4909-86D1-F18E85E2670A}" sibTransId="{E1BC9BE6-3504-48D2-9852-F54E3CADAA3E}"/>
    <dgm:cxn modelId="{14AFF39D-4854-4E45-BDB5-F29088C494A7}" type="presParOf" srcId="{79D29895-E731-48B6-B837-683A182AF9C7}" destId="{7F218B75-73FD-4696-9746-2308CEF63E49}" srcOrd="0" destOrd="0" presId="urn:microsoft.com/office/officeart/2005/8/layout/vList2"/>
    <dgm:cxn modelId="{174F4ACF-0272-458F-8F78-5D3CA3E1D841}" type="presParOf" srcId="{79D29895-E731-48B6-B837-683A182AF9C7}" destId="{03394A01-6A45-4FA8-A230-54F70639F737}" srcOrd="1" destOrd="0" presId="urn:microsoft.com/office/officeart/2005/8/layout/vList2"/>
    <dgm:cxn modelId="{313E53F8-6847-4134-B305-5606C2FE5FB9}" type="presParOf" srcId="{79D29895-E731-48B6-B837-683A182AF9C7}" destId="{B3150626-1777-4432-9AA1-B2CFF457EA2F}" srcOrd="2" destOrd="0" presId="urn:microsoft.com/office/officeart/2005/8/layout/vList2"/>
    <dgm:cxn modelId="{4B0A8E8F-02B8-468B-AD4B-4A55ACB9B78A}" type="presParOf" srcId="{79D29895-E731-48B6-B837-683A182AF9C7}" destId="{7EBFFC5D-DED3-4A66-9AF3-65BAF0752CB1}" srcOrd="3" destOrd="0" presId="urn:microsoft.com/office/officeart/2005/8/layout/vList2"/>
    <dgm:cxn modelId="{BB73B31D-FC43-45A8-9027-9D343CBFF367}" type="presParOf" srcId="{79D29895-E731-48B6-B837-683A182AF9C7}" destId="{97901242-3FD5-43F3-AD1A-B845FED77DC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FE25A-4282-483C-A73E-83A553FF18C4}">
      <dsp:nvSpPr>
        <dsp:cNvPr id="0" name=""/>
        <dsp:cNvSpPr/>
      </dsp:nvSpPr>
      <dsp:spPr>
        <a:xfrm>
          <a:off x="0" y="0"/>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5B2161-631A-4D21-8932-B5B1388968ED}">
      <dsp:nvSpPr>
        <dsp:cNvPr id="0" name=""/>
        <dsp:cNvSpPr/>
      </dsp:nvSpPr>
      <dsp:spPr>
        <a:xfrm>
          <a:off x="0" y="0"/>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Representation of Bits: </a:t>
          </a:r>
          <a:r>
            <a:rPr lang="en-US" sz="1700" kern="1200" dirty="0"/>
            <a:t>Data in this layer consists of stream of bits. The bits must be encoded into signals for  transmission. It defines the type of encoding i.e., how 0's and 1's are changed to signal.</a:t>
          </a:r>
        </a:p>
      </dsp:txBody>
      <dsp:txXfrm>
        <a:off x="0" y="0"/>
        <a:ext cx="11740577" cy="617362"/>
      </dsp:txXfrm>
    </dsp:sp>
    <dsp:sp modelId="{3EFDB763-54CE-4DCA-AC0A-E2F5E2598622}">
      <dsp:nvSpPr>
        <dsp:cNvPr id="0" name=""/>
        <dsp:cNvSpPr/>
      </dsp:nvSpPr>
      <dsp:spPr>
        <a:xfrm>
          <a:off x="0" y="617362"/>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2776D1-5667-4989-B1A9-CA8F8A827746}">
      <dsp:nvSpPr>
        <dsp:cNvPr id="0" name=""/>
        <dsp:cNvSpPr/>
      </dsp:nvSpPr>
      <dsp:spPr>
        <a:xfrm>
          <a:off x="0" y="617362"/>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Data Rate: </a:t>
          </a:r>
          <a:r>
            <a:rPr lang="en-US" sz="1700" kern="1200"/>
            <a:t>This layer defines the rate of transmission which is the number of bits per second.</a:t>
          </a:r>
        </a:p>
      </dsp:txBody>
      <dsp:txXfrm>
        <a:off x="0" y="617362"/>
        <a:ext cx="11740577" cy="617362"/>
      </dsp:txXfrm>
    </dsp:sp>
    <dsp:sp modelId="{ADE3DC67-3892-4382-B35C-7C8355B4393C}">
      <dsp:nvSpPr>
        <dsp:cNvPr id="0" name=""/>
        <dsp:cNvSpPr/>
      </dsp:nvSpPr>
      <dsp:spPr>
        <a:xfrm>
          <a:off x="0" y="1234724"/>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ED997A-2A83-4597-9527-046CE6CD7B60}">
      <dsp:nvSpPr>
        <dsp:cNvPr id="0" name=""/>
        <dsp:cNvSpPr/>
      </dsp:nvSpPr>
      <dsp:spPr>
        <a:xfrm>
          <a:off x="0" y="1234724"/>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Synchronization: </a:t>
          </a:r>
          <a:r>
            <a:rPr lang="en-US" sz="1700" kern="1200"/>
            <a:t>The sender and receiver are synchronized at bit level.</a:t>
          </a:r>
        </a:p>
      </dsp:txBody>
      <dsp:txXfrm>
        <a:off x="0" y="1234724"/>
        <a:ext cx="11740577" cy="617362"/>
      </dsp:txXfrm>
    </dsp:sp>
    <dsp:sp modelId="{66FA3094-70F0-4540-BE66-F7220D534721}">
      <dsp:nvSpPr>
        <dsp:cNvPr id="0" name=""/>
        <dsp:cNvSpPr/>
      </dsp:nvSpPr>
      <dsp:spPr>
        <a:xfrm>
          <a:off x="0" y="1852086"/>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082759-6EC1-4C69-A00D-A8796920D941}">
      <dsp:nvSpPr>
        <dsp:cNvPr id="0" name=""/>
        <dsp:cNvSpPr/>
      </dsp:nvSpPr>
      <dsp:spPr>
        <a:xfrm>
          <a:off x="0" y="1852086"/>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Interface: </a:t>
          </a:r>
          <a:r>
            <a:rPr lang="en-US" sz="1700" kern="1200"/>
            <a:t>Transmission interface between devices and transmission medium.</a:t>
          </a:r>
        </a:p>
      </dsp:txBody>
      <dsp:txXfrm>
        <a:off x="0" y="1852086"/>
        <a:ext cx="11740577" cy="617362"/>
      </dsp:txXfrm>
    </dsp:sp>
    <dsp:sp modelId="{151DE813-40B5-4FAB-B423-9FF56B4C163C}">
      <dsp:nvSpPr>
        <dsp:cNvPr id="0" name=""/>
        <dsp:cNvSpPr/>
      </dsp:nvSpPr>
      <dsp:spPr>
        <a:xfrm>
          <a:off x="0" y="2469448"/>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9026148-9038-4E69-99F7-D258947A6F9D}">
      <dsp:nvSpPr>
        <dsp:cNvPr id="0" name=""/>
        <dsp:cNvSpPr/>
      </dsp:nvSpPr>
      <dsp:spPr>
        <a:xfrm>
          <a:off x="0" y="2469448"/>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Line Configuration: </a:t>
          </a:r>
          <a:r>
            <a:rPr lang="en-US" sz="1700" kern="1200"/>
            <a:t>Point to Point configuration and Multipoint configuration.</a:t>
          </a:r>
        </a:p>
      </dsp:txBody>
      <dsp:txXfrm>
        <a:off x="0" y="2469448"/>
        <a:ext cx="11740577" cy="617362"/>
      </dsp:txXfrm>
    </dsp:sp>
    <dsp:sp modelId="{1E7A19A6-58E9-4F1E-937A-3B9226BADD53}">
      <dsp:nvSpPr>
        <dsp:cNvPr id="0" name=""/>
        <dsp:cNvSpPr/>
      </dsp:nvSpPr>
      <dsp:spPr>
        <a:xfrm>
          <a:off x="0" y="3086810"/>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72845E-9A2E-4F76-A1F5-B65C5A989390}">
      <dsp:nvSpPr>
        <dsp:cNvPr id="0" name=""/>
        <dsp:cNvSpPr/>
      </dsp:nvSpPr>
      <dsp:spPr>
        <a:xfrm>
          <a:off x="0" y="3086810"/>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Network topologies: </a:t>
          </a:r>
          <a:r>
            <a:rPr lang="en-US" sz="1700" kern="1200"/>
            <a:t>Mesh, Star, Ring, Bus, Tree, and Hybrid.</a:t>
          </a:r>
        </a:p>
      </dsp:txBody>
      <dsp:txXfrm>
        <a:off x="0" y="3086810"/>
        <a:ext cx="11740577" cy="617362"/>
      </dsp:txXfrm>
    </dsp:sp>
    <dsp:sp modelId="{379B2FC8-47B5-4E9A-8683-5DFF396A2900}">
      <dsp:nvSpPr>
        <dsp:cNvPr id="0" name=""/>
        <dsp:cNvSpPr/>
      </dsp:nvSpPr>
      <dsp:spPr>
        <a:xfrm>
          <a:off x="0" y="3704172"/>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1B5733-DD45-4FCA-84D9-0AD992DD0383}">
      <dsp:nvSpPr>
        <dsp:cNvPr id="0" name=""/>
        <dsp:cNvSpPr/>
      </dsp:nvSpPr>
      <dsp:spPr>
        <a:xfrm>
          <a:off x="0" y="3704172"/>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Transmission Modes: </a:t>
          </a:r>
          <a:r>
            <a:rPr lang="en-US" sz="1700" kern="1200"/>
            <a:t>Simplex, Half Duplex, Full Duplex.</a:t>
          </a:r>
        </a:p>
      </dsp:txBody>
      <dsp:txXfrm>
        <a:off x="0" y="3704172"/>
        <a:ext cx="11740577" cy="617362"/>
      </dsp:txXfrm>
    </dsp:sp>
    <dsp:sp modelId="{37F579F0-B7E3-4755-8BC7-99D68247BFA5}">
      <dsp:nvSpPr>
        <dsp:cNvPr id="0" name=""/>
        <dsp:cNvSpPr/>
      </dsp:nvSpPr>
      <dsp:spPr>
        <a:xfrm>
          <a:off x="0" y="4321534"/>
          <a:ext cx="117405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CBD879-5F81-4AB6-84C8-8F2CE5E6A920}">
      <dsp:nvSpPr>
        <dsp:cNvPr id="0" name=""/>
        <dsp:cNvSpPr/>
      </dsp:nvSpPr>
      <dsp:spPr>
        <a:xfrm>
          <a:off x="0" y="4321534"/>
          <a:ext cx="11740577" cy="617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Deals with baseband and broadband transmission.</a:t>
          </a:r>
        </a:p>
      </dsp:txBody>
      <dsp:txXfrm>
        <a:off x="0" y="4321534"/>
        <a:ext cx="11740577" cy="6173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4197A3-49E0-49F8-B24E-19A0051F3B6A}">
      <dsp:nvSpPr>
        <dsp:cNvPr id="0" name=""/>
        <dsp:cNvSpPr/>
      </dsp:nvSpPr>
      <dsp:spPr>
        <a:xfrm>
          <a:off x="0" y="638936"/>
          <a:ext cx="5335270" cy="1179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4D70C6-BAEC-41ED-998B-E62EB775A6DC}">
      <dsp:nvSpPr>
        <dsp:cNvPr id="0" name=""/>
        <dsp:cNvSpPr/>
      </dsp:nvSpPr>
      <dsp:spPr>
        <a:xfrm>
          <a:off x="356821" y="904341"/>
          <a:ext cx="648766" cy="6487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0106F3-A5E1-4DC1-BBDE-3469946AF42C}">
      <dsp:nvSpPr>
        <dsp:cNvPr id="0" name=""/>
        <dsp:cNvSpPr/>
      </dsp:nvSpPr>
      <dsp:spPr>
        <a:xfrm>
          <a:off x="1362410" y="638936"/>
          <a:ext cx="3972859" cy="1179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38" tIns="124838" rIns="124838" bIns="124838" numCol="1" spcCol="1270" anchor="ctr" anchorCtr="0">
          <a:noAutofit/>
        </a:bodyPr>
        <a:lstStyle/>
        <a:p>
          <a:pPr marL="0" lvl="0" indent="0" algn="l" defTabSz="666750">
            <a:lnSpc>
              <a:spcPct val="100000"/>
            </a:lnSpc>
            <a:spcBef>
              <a:spcPct val="0"/>
            </a:spcBef>
            <a:spcAft>
              <a:spcPct val="35000"/>
            </a:spcAft>
            <a:buNone/>
          </a:pPr>
          <a:r>
            <a:rPr lang="en-US" sz="1500" kern="1200"/>
            <a:t>Line coding – Conversion of  digital data to digital signal.</a:t>
          </a:r>
        </a:p>
      </dsp:txBody>
      <dsp:txXfrm>
        <a:off x="1362410" y="638936"/>
        <a:ext cx="3972859" cy="1179576"/>
      </dsp:txXfrm>
    </dsp:sp>
    <dsp:sp modelId="{1A2D039D-920E-445A-8A79-ADFF0EBE7813}">
      <dsp:nvSpPr>
        <dsp:cNvPr id="0" name=""/>
        <dsp:cNvSpPr/>
      </dsp:nvSpPr>
      <dsp:spPr>
        <a:xfrm>
          <a:off x="0" y="2113407"/>
          <a:ext cx="5335270" cy="1179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04E358-C4C9-47B9-936E-153ED8E9F31E}">
      <dsp:nvSpPr>
        <dsp:cNvPr id="0" name=""/>
        <dsp:cNvSpPr/>
      </dsp:nvSpPr>
      <dsp:spPr>
        <a:xfrm>
          <a:off x="356821" y="2378811"/>
          <a:ext cx="648766" cy="6487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702013-15C0-46A5-A7B4-925685935176}">
      <dsp:nvSpPr>
        <dsp:cNvPr id="0" name=""/>
        <dsp:cNvSpPr/>
      </dsp:nvSpPr>
      <dsp:spPr>
        <a:xfrm>
          <a:off x="1362410" y="2113407"/>
          <a:ext cx="3972859" cy="1179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38" tIns="124838" rIns="124838" bIns="124838" numCol="1" spcCol="1270" anchor="ctr" anchorCtr="0">
          <a:noAutofit/>
        </a:bodyPr>
        <a:lstStyle/>
        <a:p>
          <a:pPr marL="0" lvl="0" indent="0" algn="l" defTabSz="666750">
            <a:lnSpc>
              <a:spcPct val="100000"/>
            </a:lnSpc>
            <a:spcBef>
              <a:spcPct val="0"/>
            </a:spcBef>
            <a:spcAft>
              <a:spcPct val="35000"/>
            </a:spcAft>
            <a:buNone/>
          </a:pPr>
          <a:r>
            <a:rPr lang="en-US" sz="1500" kern="1200"/>
            <a:t>Sender converts sequence to bits  (or encoding) into a digital signal  which then again converted into  bits (or decoded) by the receiver.</a:t>
          </a:r>
        </a:p>
      </dsp:txBody>
      <dsp:txXfrm>
        <a:off x="1362410" y="2113407"/>
        <a:ext cx="3972859" cy="11795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ABD20-86A7-4288-B2E5-7DAD708DC2B5}">
      <dsp:nvSpPr>
        <dsp:cNvPr id="0" name=""/>
        <dsp:cNvSpPr/>
      </dsp:nvSpPr>
      <dsp:spPr>
        <a:xfrm>
          <a:off x="0" y="1063"/>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876C9-09FC-4DA1-BF00-5B5DBED8D7E6}">
      <dsp:nvSpPr>
        <dsp:cNvPr id="0" name=""/>
        <dsp:cNvSpPr/>
      </dsp:nvSpPr>
      <dsp:spPr>
        <a:xfrm>
          <a:off x="163078" y="122361"/>
          <a:ext cx="296505" cy="2965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33DE48-4C2C-49F9-81AE-60E1A5ED84A4}">
      <dsp:nvSpPr>
        <dsp:cNvPr id="0" name=""/>
        <dsp:cNvSpPr/>
      </dsp:nvSpPr>
      <dsp:spPr>
        <a:xfrm>
          <a:off x="622662" y="1063"/>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Data elements are being carried whereas signal elements are the carriers.</a:t>
          </a:r>
        </a:p>
      </dsp:txBody>
      <dsp:txXfrm>
        <a:off x="622662" y="1063"/>
        <a:ext cx="10179322" cy="539101"/>
      </dsp:txXfrm>
    </dsp:sp>
    <dsp:sp modelId="{B9593986-57A5-41BE-A30F-CAD3CBFDC978}">
      <dsp:nvSpPr>
        <dsp:cNvPr id="0" name=""/>
        <dsp:cNvSpPr/>
      </dsp:nvSpPr>
      <dsp:spPr>
        <a:xfrm>
          <a:off x="0" y="674940"/>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66A67-3C9C-4634-B520-98AFC2E74485}">
      <dsp:nvSpPr>
        <dsp:cNvPr id="0" name=""/>
        <dsp:cNvSpPr/>
      </dsp:nvSpPr>
      <dsp:spPr>
        <a:xfrm>
          <a:off x="163078" y="796238"/>
          <a:ext cx="296505" cy="2965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56A395-190A-491B-8E09-6A02A2981623}">
      <dsp:nvSpPr>
        <dsp:cNvPr id="0" name=""/>
        <dsp:cNvSpPr/>
      </dsp:nvSpPr>
      <dsp:spPr>
        <a:xfrm>
          <a:off x="622662" y="674940"/>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dirty="0"/>
            <a:t>The number of data elements sent per second is known as </a:t>
          </a:r>
          <a:r>
            <a:rPr lang="en-US" sz="2200" b="1" kern="1200" dirty="0"/>
            <a:t>bit rate</a:t>
          </a:r>
          <a:r>
            <a:rPr lang="en-US" sz="2200" kern="1200" dirty="0"/>
            <a:t>.</a:t>
          </a:r>
        </a:p>
      </dsp:txBody>
      <dsp:txXfrm>
        <a:off x="622662" y="674940"/>
        <a:ext cx="10179322" cy="539101"/>
      </dsp:txXfrm>
    </dsp:sp>
    <dsp:sp modelId="{24BF3194-ED47-4337-AF66-68859DEC1399}">
      <dsp:nvSpPr>
        <dsp:cNvPr id="0" name=""/>
        <dsp:cNvSpPr/>
      </dsp:nvSpPr>
      <dsp:spPr>
        <a:xfrm>
          <a:off x="0" y="1348817"/>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9D220B-F90F-4168-B48D-C437F9F1A36A}">
      <dsp:nvSpPr>
        <dsp:cNvPr id="0" name=""/>
        <dsp:cNvSpPr/>
      </dsp:nvSpPr>
      <dsp:spPr>
        <a:xfrm>
          <a:off x="163078" y="1470115"/>
          <a:ext cx="296505" cy="29650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A928AB-17C0-4191-8B3D-3AE53DF643C6}">
      <dsp:nvSpPr>
        <dsp:cNvPr id="0" name=""/>
        <dsp:cNvSpPr/>
      </dsp:nvSpPr>
      <dsp:spPr>
        <a:xfrm>
          <a:off x="622662" y="1348817"/>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dirty="0"/>
            <a:t>The signal that can be sent per second is known as </a:t>
          </a:r>
          <a:r>
            <a:rPr lang="en-US" sz="2200" b="1" kern="1200" dirty="0"/>
            <a:t>baud rate </a:t>
          </a:r>
          <a:r>
            <a:rPr lang="en-US" sz="2200" kern="1200" dirty="0"/>
            <a:t>or </a:t>
          </a:r>
          <a:r>
            <a:rPr lang="en-US" sz="2200" b="1" kern="1200" dirty="0"/>
            <a:t>pulse rate</a:t>
          </a:r>
          <a:r>
            <a:rPr lang="en-US" sz="2200" kern="1200" dirty="0"/>
            <a:t>.</a:t>
          </a:r>
        </a:p>
      </dsp:txBody>
      <dsp:txXfrm>
        <a:off x="622662" y="1348817"/>
        <a:ext cx="10179322" cy="539101"/>
      </dsp:txXfrm>
    </dsp:sp>
    <dsp:sp modelId="{8500C12E-198E-425A-BB3A-A320C2F3CD76}">
      <dsp:nvSpPr>
        <dsp:cNvPr id="0" name=""/>
        <dsp:cNvSpPr/>
      </dsp:nvSpPr>
      <dsp:spPr>
        <a:xfrm>
          <a:off x="0" y="2022694"/>
          <a:ext cx="10801985" cy="5391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F98842-97C0-40FB-965D-32D9D4499096}">
      <dsp:nvSpPr>
        <dsp:cNvPr id="0" name=""/>
        <dsp:cNvSpPr/>
      </dsp:nvSpPr>
      <dsp:spPr>
        <a:xfrm>
          <a:off x="163078" y="2143992"/>
          <a:ext cx="296505" cy="29650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C8B582-C2B0-4567-AE6D-535012CAEB91}">
      <dsp:nvSpPr>
        <dsp:cNvPr id="0" name=""/>
        <dsp:cNvSpPr/>
      </dsp:nvSpPr>
      <dsp:spPr>
        <a:xfrm>
          <a:off x="622662" y="2022694"/>
          <a:ext cx="10179322" cy="539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055" tIns="57055" rIns="57055" bIns="57055" numCol="1" spcCol="1270" anchor="ctr" anchorCtr="0">
          <a:noAutofit/>
        </a:bodyPr>
        <a:lstStyle/>
        <a:p>
          <a:pPr marL="0" lvl="0" indent="0" algn="l" defTabSz="977900">
            <a:lnSpc>
              <a:spcPct val="100000"/>
            </a:lnSpc>
            <a:spcBef>
              <a:spcPct val="0"/>
            </a:spcBef>
            <a:spcAft>
              <a:spcPct val="35000"/>
            </a:spcAft>
            <a:buNone/>
          </a:pPr>
          <a:r>
            <a:rPr lang="en-US" sz="2200" kern="1200"/>
            <a:t>The relationship between them is given as follows:</a:t>
          </a:r>
        </a:p>
      </dsp:txBody>
      <dsp:txXfrm>
        <a:off x="622662" y="2022694"/>
        <a:ext cx="10179322" cy="5391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AE0F14-61F0-41CA-B3F8-DF8640ED3DFC}">
      <dsp:nvSpPr>
        <dsp:cNvPr id="0" name=""/>
        <dsp:cNvSpPr/>
      </dsp:nvSpPr>
      <dsp:spPr>
        <a:xfrm>
          <a:off x="0" y="20372"/>
          <a:ext cx="5282565" cy="2368080"/>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a:t>E.g.- </a:t>
          </a:r>
          <a:r>
            <a:rPr lang="en-US" sz="2300" kern="1200"/>
            <a:t>A signal is carrying data in which  one data element is encoded as one  signal element (</a:t>
          </a:r>
          <a:r>
            <a:rPr lang="en-US" sz="2300" i="1" kern="1200"/>
            <a:t>r = 1</a:t>
          </a:r>
          <a:r>
            <a:rPr lang="en-US" sz="2300" kern="1200"/>
            <a:t>). If bit rate is 1  Mbps and case factor c is ½ (in most of  the cases) then what will the value of  baud rate?</a:t>
          </a:r>
        </a:p>
      </dsp:txBody>
      <dsp:txXfrm>
        <a:off x="115600" y="135972"/>
        <a:ext cx="5051365" cy="2136880"/>
      </dsp:txXfrm>
    </dsp:sp>
    <dsp:sp modelId="{59A543D0-7B11-4E16-8E94-219E0FC675C7}">
      <dsp:nvSpPr>
        <dsp:cNvPr id="0" name=""/>
        <dsp:cNvSpPr/>
      </dsp:nvSpPr>
      <dsp:spPr>
        <a:xfrm>
          <a:off x="0" y="2454692"/>
          <a:ext cx="5282565" cy="2368080"/>
        </a:xfrm>
        <a:prstGeom prst="roundRect">
          <a:avLst/>
        </a:prstGeom>
        <a:solidFill>
          <a:schemeClr val="tx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Sol: S = ((1/2) * 1000000) * 1/1 = 500 </a:t>
          </a:r>
          <a:r>
            <a:rPr lang="en-US" sz="2300" kern="1200" dirty="0" err="1"/>
            <a:t>kbaud</a:t>
          </a:r>
          <a:endParaRPr lang="en-US" sz="2300" kern="1200" dirty="0"/>
        </a:p>
      </dsp:txBody>
      <dsp:txXfrm>
        <a:off x="115600" y="2570292"/>
        <a:ext cx="5051365" cy="2136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218B75-73FD-4696-9746-2308CEF63E49}">
      <dsp:nvSpPr>
        <dsp:cNvPr id="0" name=""/>
        <dsp:cNvSpPr/>
      </dsp:nvSpPr>
      <dsp:spPr>
        <a:xfrm>
          <a:off x="0" y="785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It uses two voltage levels – one positive and the other one negative.</a:t>
          </a:r>
        </a:p>
      </dsp:txBody>
      <dsp:txXfrm>
        <a:off x="28100" y="35955"/>
        <a:ext cx="10148885" cy="519439"/>
      </dsp:txXfrm>
    </dsp:sp>
    <dsp:sp modelId="{B3150626-1777-4432-9AA1-B2CFF457EA2F}">
      <dsp:nvSpPr>
        <dsp:cNvPr id="0" name=""/>
        <dsp:cNvSpPr/>
      </dsp:nvSpPr>
      <dsp:spPr>
        <a:xfrm>
          <a:off x="0" y="65261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voltages are on both sides of the time axis.</a:t>
          </a:r>
        </a:p>
      </dsp:txBody>
      <dsp:txXfrm>
        <a:off x="28100" y="680715"/>
        <a:ext cx="10148885" cy="519439"/>
      </dsp:txXfrm>
    </dsp:sp>
    <dsp:sp modelId="{97901242-3FD5-43F3-AD1A-B845FED77DCE}">
      <dsp:nvSpPr>
        <dsp:cNvPr id="0" name=""/>
        <dsp:cNvSpPr/>
      </dsp:nvSpPr>
      <dsp:spPr>
        <a:xfrm>
          <a:off x="0" y="1297375"/>
          <a:ext cx="10205085" cy="57563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Binary values; 0 and 1, are used to show +ve and –ve voltage, respectively.</a:t>
          </a:r>
        </a:p>
      </dsp:txBody>
      <dsp:txXfrm>
        <a:off x="28100" y="1325475"/>
        <a:ext cx="10148885" cy="51943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1296917-515D-49B0-A166-2353A804588B}" type="datetimeFigureOut">
              <a:rPr lang="en-US" smtClean="0"/>
              <a:t>1/16/2026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539805-BFED-476F-A1F5-7ADD481BC6EE}" type="slidenum">
              <a:rPr lang="en-US" smtClean="0"/>
              <a:t>‹#›</a:t>
            </a:fld>
            <a:endParaRPr lang="en-US"/>
          </a:p>
        </p:txBody>
      </p:sp>
    </p:spTree>
    <p:extLst>
      <p:ext uri="{BB962C8B-B14F-4D97-AF65-F5344CB8AC3E}">
        <p14:creationId xmlns:p14="http://schemas.microsoft.com/office/powerpoint/2010/main" val="1872869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DTE (Data Terminal Equipment)</a:t>
            </a:r>
            <a:r>
              <a:rPr lang="en-US" sz="1200" b="0" i="0" kern="1200" dirty="0">
                <a:solidFill>
                  <a:schemeClr val="tx1"/>
                </a:solidFill>
                <a:effectLst/>
                <a:latin typeface="+mn-lt"/>
                <a:ea typeface="+mn-ea"/>
                <a:cs typeface="+mn-cs"/>
              </a:rPr>
              <a:t> refers to end devices like computers or routers that generate/consume data, while </a:t>
            </a:r>
            <a:r>
              <a:rPr lang="en-US" sz="1200" b="1" i="0" kern="1200" dirty="0">
                <a:solidFill>
                  <a:schemeClr val="tx1"/>
                </a:solidFill>
                <a:effectLst/>
                <a:latin typeface="+mn-lt"/>
                <a:ea typeface="+mn-ea"/>
                <a:cs typeface="+mn-cs"/>
              </a:rPr>
              <a:t>DCE (Data Communication Equipment)</a:t>
            </a:r>
            <a:r>
              <a:rPr lang="en-US" sz="1200" b="0" i="0" kern="1200" dirty="0">
                <a:solidFill>
                  <a:schemeClr val="tx1"/>
                </a:solidFill>
                <a:effectLst/>
                <a:latin typeface="+mn-lt"/>
                <a:ea typeface="+mn-ea"/>
                <a:cs typeface="+mn-cs"/>
              </a:rPr>
              <a:t> includes devices like modems or switches that handle the actual transmission over the network medium, converting digital signals to appropriate forms (like analog) for the line and back, with the DCE providing clocking signals to the DTE for synchronization.</a:t>
            </a:r>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3</a:t>
            </a:fld>
            <a:endParaRPr lang="en-US"/>
          </a:p>
        </p:txBody>
      </p:sp>
    </p:spTree>
    <p:extLst>
      <p:ext uri="{BB962C8B-B14F-4D97-AF65-F5344CB8AC3E}">
        <p14:creationId xmlns:p14="http://schemas.microsoft.com/office/powerpoint/2010/main" val="2424168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Line coding is the process of converting digital data (binary 0s and 1s) into digital signals for transmission over a physical medium. This is necessary to create a pattern of voltage or current fluctuations that represent the binary data. Common line coding schemes include: </a:t>
            </a:r>
            <a:r>
              <a:rPr lang="en-US" sz="1200" b="1" i="0" kern="1200" dirty="0">
                <a:solidFill>
                  <a:schemeClr val="tx1"/>
                </a:solidFill>
                <a:effectLst/>
                <a:latin typeface="+mn-lt"/>
                <a:ea typeface="+mn-ea"/>
                <a:cs typeface="+mn-cs"/>
              </a:rPr>
              <a:t>NRZ (Non-Return to Zero), Manchester Encoding, Bipolar AMI (Alternate Mark Inversion)</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Modulation is the process of converting a signal from one form to another, specifically transforming digital data into analog signals to travel over an analog communication channel or wireless medium. This is commonly used in broadband transmission, where a carrier wave's characteristics (amplitude, frequency, or phase) are altered according to the digital data. </a:t>
            </a:r>
            <a:r>
              <a:rPr lang="en-US" sz="1200" b="1" i="0" kern="1200" dirty="0">
                <a:solidFill>
                  <a:schemeClr val="tx1"/>
                </a:solidFill>
                <a:effectLst/>
                <a:latin typeface="+mn-lt"/>
                <a:ea typeface="+mn-ea"/>
                <a:cs typeface="+mn-cs"/>
              </a:rPr>
              <a:t>Amplitude Shift Keying (ASK), Frequency Shift Keying (FSK), Phase Shift Keying (PSK), Quadrature Amplitude Modulation (QAM)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Multiplexing is a technique that allows multiple signals or data streams to share a single physical communication medium or link simultaneously, maximizing the use of available bandwidth. A multiplexer (MUX) combines signals at the sending end, and a demultiplexer (DEMUX) separates them at the receiving end. The main types of multiplexing at the physical layer are: </a:t>
            </a:r>
            <a:r>
              <a:rPr lang="en-US" sz="1200" b="1" i="0" kern="1200" dirty="0">
                <a:solidFill>
                  <a:schemeClr val="tx1"/>
                </a:solidFill>
                <a:effectLst/>
                <a:latin typeface="+mn-lt"/>
                <a:ea typeface="+mn-ea"/>
                <a:cs typeface="+mn-cs"/>
              </a:rPr>
              <a:t>Frequency-Division Multiplexing (FDM), Wavelength-Division Multiplexing (WDM), Time-Division Multiplexing (TDM)</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Switching in the context of the physical layer (primarily in traditional telephony networks) refers to establishing a dedicated physical connection between two devices for the duration of a communication session. </a:t>
            </a:r>
            <a:r>
              <a:rPr lang="en-US" sz="1200" b="1" i="0" kern="1200" dirty="0">
                <a:solidFill>
                  <a:schemeClr val="tx1"/>
                </a:solidFill>
                <a:effectLst/>
                <a:latin typeface="+mn-lt"/>
                <a:ea typeface="+mn-ea"/>
                <a:cs typeface="+mn-cs"/>
              </a:rPr>
              <a:t>circuit switching</a:t>
            </a:r>
            <a:r>
              <a:rPr lang="en-US" sz="1200" b="0" i="0" kern="1200" dirty="0">
                <a:solidFill>
                  <a:schemeClr val="tx1"/>
                </a:solidFill>
                <a:effectLst/>
                <a:latin typeface="+mn-lt"/>
                <a:ea typeface="+mn-ea"/>
                <a:cs typeface="+mn-cs"/>
              </a:rPr>
              <a:t>. In a circuit-switched network, once a path is established, the entire bandwidth of the link is reserved for the two communicating parties until the connection is terminated. While the physical layer handles the hardware aspects of this connection, the concept of switching as a mechanism to route data through a network involves higher layers in modern data networks. </a:t>
            </a:r>
            <a:r>
              <a:rPr lang="en-US" sz="1200" b="1" i="0" kern="1200" dirty="0">
                <a:solidFill>
                  <a:schemeClr val="tx1"/>
                </a:solidFill>
                <a:effectLst/>
                <a:latin typeface="+mn-lt"/>
                <a:ea typeface="+mn-ea"/>
                <a:cs typeface="+mn-cs"/>
              </a:rPr>
              <a:t>Hardware Control:</a:t>
            </a:r>
            <a:r>
              <a:rPr lang="en-US" sz="1200" b="0" i="0" kern="1200" dirty="0">
                <a:solidFill>
                  <a:schemeClr val="tx1"/>
                </a:solidFill>
                <a:effectLst/>
                <a:latin typeface="+mn-lt"/>
                <a:ea typeface="+mn-ea"/>
                <a:cs typeface="+mn-cs"/>
              </a:rPr>
              <a:t> Manages the hardware-level routing of signals through physical ports and paths.</a:t>
            </a:r>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4</a:t>
            </a:fld>
            <a:endParaRPr lang="en-US"/>
          </a:p>
        </p:txBody>
      </p:sp>
    </p:spTree>
    <p:extLst>
      <p:ext uri="{BB962C8B-B14F-4D97-AF65-F5344CB8AC3E}">
        <p14:creationId xmlns:p14="http://schemas.microsoft.com/office/powerpoint/2010/main" val="2334217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Uses </a:t>
            </a:r>
            <a:r>
              <a:rPr lang="en-US" b="1" dirty="0"/>
              <a:t>only one voltage level</a:t>
            </a:r>
            <a:r>
              <a:rPr lang="en-US" dirty="0"/>
              <a:t> (usually positive).</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10</a:t>
            </a:fld>
            <a:endParaRPr lang="en-US"/>
          </a:p>
        </p:txBody>
      </p:sp>
    </p:spTree>
    <p:extLst>
      <p:ext uri="{BB962C8B-B14F-4D97-AF65-F5344CB8AC3E}">
        <p14:creationId xmlns:p14="http://schemas.microsoft.com/office/powerpoint/2010/main" val="3925075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Drawback:</a:t>
            </a:r>
            <a:r>
              <a:rPr lang="en-US" dirty="0"/>
              <a:t> Large DC component, poor synchronization.</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11</a:t>
            </a:fld>
            <a:endParaRPr lang="en-US"/>
          </a:p>
        </p:txBody>
      </p:sp>
    </p:spTree>
    <p:extLst>
      <p:ext uri="{BB962C8B-B14F-4D97-AF65-F5344CB8AC3E}">
        <p14:creationId xmlns:p14="http://schemas.microsoft.com/office/powerpoint/2010/main" val="1052573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Better than unipolar because it reduces DC component.</a:t>
            </a:r>
          </a:p>
        </p:txBody>
      </p:sp>
      <p:sp>
        <p:nvSpPr>
          <p:cNvPr id="4" name="Slide Number Placeholder 3"/>
          <p:cNvSpPr>
            <a:spLocks noGrp="1"/>
          </p:cNvSpPr>
          <p:nvPr>
            <p:ph type="sldNum" sz="quarter" idx="5"/>
          </p:nvPr>
        </p:nvSpPr>
        <p:spPr/>
        <p:txBody>
          <a:bodyPr/>
          <a:lstStyle/>
          <a:p>
            <a:fld id="{67539805-BFED-476F-A1F5-7ADD481BC6EE}" type="slidenum">
              <a:rPr lang="en-US" smtClean="0"/>
              <a:t>12</a:t>
            </a:fld>
            <a:endParaRPr lang="en-US"/>
          </a:p>
        </p:txBody>
      </p:sp>
    </p:spTree>
    <p:extLst>
      <p:ext uri="{BB962C8B-B14F-4D97-AF65-F5344CB8AC3E}">
        <p14:creationId xmlns:p14="http://schemas.microsoft.com/office/powerpoint/2010/main" val="2608405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Issues:</a:t>
            </a:r>
            <a:r>
              <a:rPr lang="en-US" dirty="0"/>
              <a:t> Long runs of identical bits cause synchronization problems.</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13</a:t>
            </a:fld>
            <a:endParaRPr lang="en-US"/>
          </a:p>
        </p:txBody>
      </p:sp>
    </p:spTree>
    <p:extLst>
      <p:ext uri="{BB962C8B-B14F-4D97-AF65-F5344CB8AC3E}">
        <p14:creationId xmlns:p14="http://schemas.microsoft.com/office/powerpoint/2010/main" val="1010427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Improves synchronization.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Drawback:</a:t>
            </a:r>
            <a:r>
              <a:rPr lang="en-US" dirty="0"/>
              <a:t> Requires more bandwidth.</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14</a:t>
            </a:fld>
            <a:endParaRPr lang="en-US"/>
          </a:p>
        </p:txBody>
      </p:sp>
    </p:spTree>
    <p:extLst>
      <p:ext uri="{BB962C8B-B14F-4D97-AF65-F5344CB8AC3E}">
        <p14:creationId xmlns:p14="http://schemas.microsoft.com/office/powerpoint/2010/main" val="1018244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Biphase</a:t>
            </a:r>
            <a:r>
              <a:rPr lang="en-US" dirty="0"/>
              <a:t> Encoding</a:t>
            </a:r>
            <a:br>
              <a:rPr lang="en-US" dirty="0"/>
            </a:br>
            <a:r>
              <a:rPr lang="en-US" dirty="0"/>
              <a:t>1 → High to Low</a:t>
            </a:r>
          </a:p>
          <a:p>
            <a:r>
              <a:rPr lang="en-US" dirty="0"/>
              <a:t>0 → Low to High</a:t>
            </a:r>
            <a:br>
              <a:rPr lang="en-US" dirty="0"/>
            </a:br>
            <a:r>
              <a:rPr lang="en-US" b="1" dirty="0"/>
              <a:t>Advantages:</a:t>
            </a:r>
            <a:endParaRPr lang="en-US" dirty="0"/>
          </a:p>
          <a:p>
            <a:r>
              <a:rPr lang="en-US" dirty="0"/>
              <a:t>Self-synchronizing.</a:t>
            </a:r>
          </a:p>
          <a:p>
            <a:r>
              <a:rPr lang="en-US" dirty="0"/>
              <a:t>No DC component.</a:t>
            </a:r>
          </a:p>
          <a:p>
            <a:r>
              <a:rPr lang="en-US" b="1" dirty="0"/>
              <a:t>Disadvantage:</a:t>
            </a:r>
            <a:endParaRPr lang="en-US" dirty="0"/>
          </a:p>
          <a:p>
            <a:r>
              <a:rPr lang="en-US" dirty="0"/>
              <a:t>Requires double the bandwidth</a:t>
            </a:r>
          </a:p>
          <a:p>
            <a:endParaRPr lang="en-US" dirty="0"/>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15</a:t>
            </a:fld>
            <a:endParaRPr lang="en-US"/>
          </a:p>
        </p:txBody>
      </p:sp>
    </p:spTree>
    <p:extLst>
      <p:ext uri="{BB962C8B-B14F-4D97-AF65-F5344CB8AC3E}">
        <p14:creationId xmlns:p14="http://schemas.microsoft.com/office/powerpoint/2010/main" val="1779021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Mid-bit transition always present (clock).</a:t>
            </a:r>
          </a:p>
          <a:p>
            <a:r>
              <a:rPr lang="en-US" dirty="0"/>
              <a:t>Bit value depends on transition at the beginning of the bit.</a:t>
            </a:r>
          </a:p>
          <a:p>
            <a:r>
              <a:rPr lang="en-US" b="1" dirty="0"/>
              <a:t>Advantage:</a:t>
            </a:r>
            <a:r>
              <a:rPr lang="en-US" dirty="0"/>
              <a:t> Polarity inversion does not affect data interpretation.</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16</a:t>
            </a:fld>
            <a:endParaRPr lang="en-US"/>
          </a:p>
        </p:txBody>
      </p:sp>
    </p:spTree>
    <p:extLst>
      <p:ext uri="{BB962C8B-B14F-4D97-AF65-F5344CB8AC3E}">
        <p14:creationId xmlns:p14="http://schemas.microsoft.com/office/powerpoint/2010/main" val="2459170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Concept</a:t>
            </a:r>
          </a:p>
          <a:p>
            <a:r>
              <a:rPr lang="en-US" dirty="0"/>
              <a:t>Uses </a:t>
            </a:r>
            <a:r>
              <a:rPr lang="en-US" b="1" dirty="0"/>
              <a:t>three voltage levels</a:t>
            </a:r>
            <a:r>
              <a:rPr lang="en-US" dirty="0"/>
              <a:t>: +V, 0, −V.</a:t>
            </a:r>
          </a:p>
          <a:p>
            <a:r>
              <a:rPr lang="en-US" b="1" dirty="0"/>
              <a:t>Rule</a:t>
            </a:r>
          </a:p>
          <a:p>
            <a:r>
              <a:rPr lang="en-US" dirty="0"/>
              <a:t>0 → 0 voltage</a:t>
            </a:r>
          </a:p>
          <a:p>
            <a:r>
              <a:rPr lang="en-US" dirty="0"/>
              <a:t>1 → Alternates between +V and −V</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17</a:t>
            </a:fld>
            <a:endParaRPr lang="en-US"/>
          </a:p>
        </p:txBody>
      </p:sp>
    </p:spTree>
    <p:extLst>
      <p:ext uri="{BB962C8B-B14F-4D97-AF65-F5344CB8AC3E}">
        <p14:creationId xmlns:p14="http://schemas.microsoft.com/office/powerpoint/2010/main" val="27776610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AMI (Alternate Mark Inversion)</a:t>
            </a:r>
          </a:p>
          <a:p>
            <a:r>
              <a:rPr lang="en-US" dirty="0"/>
              <a:t>Each successive 1 alternates polarity.</a:t>
            </a:r>
          </a:p>
          <a:p>
            <a:r>
              <a:rPr lang="en-US" dirty="0"/>
              <a:t>Helps in error detection.</a:t>
            </a:r>
          </a:p>
          <a:p>
            <a:r>
              <a:rPr lang="en-US" b="1" dirty="0"/>
              <a:t>(b) </a:t>
            </a:r>
            <a:r>
              <a:rPr lang="en-US" b="1" dirty="0" err="1"/>
              <a:t>Pseudoternary</a:t>
            </a:r>
            <a:endParaRPr lang="en-US" b="1" dirty="0"/>
          </a:p>
          <a:p>
            <a:r>
              <a:rPr lang="en-US" dirty="0"/>
              <a:t>Opposite of AMI.</a:t>
            </a:r>
          </a:p>
          <a:p>
            <a:r>
              <a:rPr lang="en-US" dirty="0"/>
              <a:t>1 → 0</a:t>
            </a:r>
          </a:p>
          <a:p>
            <a:r>
              <a:rPr lang="en-US" dirty="0"/>
              <a:t>0 → Alternates between +V and −V</a:t>
            </a:r>
          </a:p>
          <a:p>
            <a:r>
              <a:rPr lang="en-US" b="1" dirty="0"/>
              <a:t>Advantages</a:t>
            </a:r>
          </a:p>
          <a:p>
            <a:r>
              <a:rPr lang="en-US" dirty="0"/>
              <a:t>No DC component.</a:t>
            </a:r>
          </a:p>
          <a:p>
            <a:r>
              <a:rPr lang="en-US" dirty="0"/>
              <a:t>Easy error detection.</a:t>
            </a:r>
          </a:p>
          <a:p>
            <a:r>
              <a:rPr lang="en-US" b="1" dirty="0"/>
              <a:t>Disadvantages</a:t>
            </a:r>
          </a:p>
          <a:p>
            <a:r>
              <a:rPr lang="en-US" dirty="0"/>
              <a:t>Long sequences of 0s cause synchronization problems.</a:t>
            </a:r>
          </a:p>
          <a:p>
            <a:endParaRPr lang="en-US" dirty="0"/>
          </a:p>
        </p:txBody>
      </p:sp>
      <p:sp>
        <p:nvSpPr>
          <p:cNvPr id="4" name="Slide Number Placeholder 3"/>
          <p:cNvSpPr>
            <a:spLocks noGrp="1"/>
          </p:cNvSpPr>
          <p:nvPr>
            <p:ph type="sldNum" sz="quarter" idx="5"/>
          </p:nvPr>
        </p:nvSpPr>
        <p:spPr/>
        <p:txBody>
          <a:bodyPr/>
          <a:lstStyle/>
          <a:p>
            <a:fld id="{67539805-BFED-476F-A1F5-7ADD481BC6EE}" type="slidenum">
              <a:rPr lang="en-US" smtClean="0"/>
              <a:t>18</a:t>
            </a:fld>
            <a:endParaRPr lang="en-US"/>
          </a:p>
        </p:txBody>
      </p:sp>
    </p:spTree>
    <p:extLst>
      <p:ext uri="{BB962C8B-B14F-4D97-AF65-F5344CB8AC3E}">
        <p14:creationId xmlns:p14="http://schemas.microsoft.com/office/powerpoint/2010/main" val="109086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200" b="0" i="0">
                <a:solidFill>
                  <a:srgbClr val="202429"/>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rgbClr val="00AFE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15160" y="431038"/>
            <a:ext cx="9361678" cy="696594"/>
          </a:xfrm>
          <a:prstGeom prst="rect">
            <a:avLst/>
          </a:prstGeom>
        </p:spPr>
        <p:txBody>
          <a:bodyPr wrap="square" lIns="0" tIns="0" rIns="0" bIns="0">
            <a:spAutoFit/>
          </a:bodyPr>
          <a:lstStyle>
            <a:lvl1pPr>
              <a:defRPr sz="4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56133" y="1489405"/>
            <a:ext cx="6202680" cy="3282950"/>
          </a:xfrm>
          <a:prstGeom prst="rect">
            <a:avLst/>
          </a:prstGeom>
        </p:spPr>
        <p:txBody>
          <a:bodyPr wrap="square" lIns="0" tIns="0" rIns="0" bIns="0">
            <a:spAutoFit/>
          </a:bodyPr>
          <a:lstStyle>
            <a:lvl1pPr>
              <a:defRPr sz="2200" b="0" i="0">
                <a:solidFill>
                  <a:srgbClr val="202429"/>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9.jpg"/><Relationship Id="rId7" Type="http://schemas.openxmlformats.org/officeDocument/2006/relationships/diagramColors" Target="../diagrams/colors2.xm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1.jf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5.jpg"/><Relationship Id="rId7" Type="http://schemas.openxmlformats.org/officeDocument/2006/relationships/diagramColors" Target="../diagrams/colors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mHvV_Tv8HDQ" TargetMode="External"/><Relationship Id="rId3" Type="http://schemas.openxmlformats.org/officeDocument/2006/relationships/hyperlink" Target="https://www.javatpoint.com/computer-network-switching-techniques" TargetMode="External"/><Relationship Id="rId7" Type="http://schemas.openxmlformats.org/officeDocument/2006/relationships/hyperlink" Target="https://www.youtube.com/watch?v=-HlJ4psu5aU&amp;t=350s" TargetMode="External"/><Relationship Id="rId2" Type="http://schemas.openxmlformats.org/officeDocument/2006/relationships/hyperlink" Target="https://circuitglobe.com/difference-between-circuit-switching-and-packet-switching.html" TargetMode="External"/><Relationship Id="rId1" Type="http://schemas.openxmlformats.org/officeDocument/2006/relationships/slideLayout" Target="../slideLayouts/slideLayout2.xml"/><Relationship Id="rId6" Type="http://schemas.openxmlformats.org/officeDocument/2006/relationships/hyperlink" Target="https://data-flair.training/blogs/multiplexing-in-computer-network/" TargetMode="External"/><Relationship Id="rId5" Type="http://schemas.openxmlformats.org/officeDocument/2006/relationships/hyperlink" Target="https://www.javatpoint.com/multiplexing-in-computer-network" TargetMode="External"/><Relationship Id="rId4" Type="http://schemas.openxmlformats.org/officeDocument/2006/relationships/hyperlink" Target="https://www.studytonight.com/computer-networks/multiplexing-in-computer-network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4392929" y="571322"/>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sp>
        <p:nvSpPr>
          <p:cNvPr id="4" name="object 4"/>
          <p:cNvSpPr txBox="1"/>
          <p:nvPr/>
        </p:nvSpPr>
        <p:spPr>
          <a:xfrm>
            <a:off x="2689098" y="5481929"/>
            <a:ext cx="7451725" cy="1049655"/>
          </a:xfrm>
          <a:prstGeom prst="rect">
            <a:avLst/>
          </a:prstGeom>
        </p:spPr>
        <p:txBody>
          <a:bodyPr vert="horz" wrap="square" lIns="0" tIns="53975" rIns="0" bIns="0" rtlCol="0">
            <a:spAutoFit/>
          </a:bodyPr>
          <a:lstStyle/>
          <a:p>
            <a:pPr marL="12700" marR="5080" algn="ctr">
              <a:lnSpc>
                <a:spcPts val="2590"/>
              </a:lnSpc>
              <a:spcBef>
                <a:spcPts val="425"/>
              </a:spcBef>
            </a:pPr>
            <a:r>
              <a:rPr sz="2400" b="1" spc="-5" dirty="0">
                <a:latin typeface="Times New Roman"/>
                <a:cs typeface="Times New Roman"/>
              </a:rPr>
              <a:t>School </a:t>
            </a:r>
            <a:r>
              <a:rPr sz="2400" b="1" dirty="0">
                <a:latin typeface="Times New Roman"/>
                <a:cs typeface="Times New Roman"/>
              </a:rPr>
              <a:t>of </a:t>
            </a:r>
            <a:r>
              <a:rPr sz="2400" b="1" spc="-5" dirty="0">
                <a:latin typeface="Times New Roman"/>
                <a:cs typeface="Times New Roman"/>
              </a:rPr>
              <a:t>Computer Science Engineering and </a:t>
            </a:r>
            <a:r>
              <a:rPr sz="2400" b="1" spc="-25" dirty="0">
                <a:latin typeface="Times New Roman"/>
                <a:cs typeface="Times New Roman"/>
              </a:rPr>
              <a:t>Technology </a:t>
            </a:r>
            <a:r>
              <a:rPr sz="2400" b="1" spc="-585" dirty="0">
                <a:latin typeface="Times New Roman"/>
                <a:cs typeface="Times New Roman"/>
              </a:rPr>
              <a:t> </a:t>
            </a:r>
            <a:r>
              <a:rPr sz="2400" b="1" spc="-5" dirty="0">
                <a:latin typeface="Times New Roman"/>
                <a:cs typeface="Times New Roman"/>
              </a:rPr>
              <a:t>Bennett</a:t>
            </a:r>
            <a:r>
              <a:rPr sz="2400" b="1" spc="5" dirty="0">
                <a:latin typeface="Times New Roman"/>
                <a:cs typeface="Times New Roman"/>
              </a:rPr>
              <a:t> </a:t>
            </a:r>
            <a:r>
              <a:rPr sz="2400" b="1" spc="-5" dirty="0">
                <a:latin typeface="Times New Roman"/>
                <a:cs typeface="Times New Roman"/>
              </a:rPr>
              <a:t>University</a:t>
            </a:r>
            <a:endParaRPr sz="2400">
              <a:latin typeface="Times New Roman"/>
              <a:cs typeface="Times New Roman"/>
            </a:endParaRPr>
          </a:p>
          <a:p>
            <a:pPr marL="2540" algn="ctr">
              <a:lnSpc>
                <a:spcPts val="2555"/>
              </a:lnSpc>
            </a:pPr>
            <a:r>
              <a:rPr sz="2400" b="1" spc="-10" dirty="0">
                <a:latin typeface="Times New Roman"/>
                <a:cs typeface="Times New Roman"/>
              </a:rPr>
              <a:t>Greater</a:t>
            </a:r>
            <a:r>
              <a:rPr sz="2400" b="1" spc="-80" dirty="0">
                <a:latin typeface="Times New Roman"/>
                <a:cs typeface="Times New Roman"/>
              </a:rPr>
              <a:t> </a:t>
            </a:r>
            <a:r>
              <a:rPr sz="2400" b="1" spc="-5" dirty="0">
                <a:latin typeface="Times New Roman"/>
                <a:cs typeface="Times New Roman"/>
              </a:rPr>
              <a:t>Noida</a:t>
            </a:r>
            <a:r>
              <a:rPr sz="2400" b="1" spc="-15" dirty="0">
                <a:latin typeface="Times New Roman"/>
                <a:cs typeface="Times New Roman"/>
              </a:rPr>
              <a:t> </a:t>
            </a:r>
            <a:r>
              <a:rPr sz="2400" b="1" dirty="0">
                <a:latin typeface="Times New Roman"/>
                <a:cs typeface="Times New Roman"/>
              </a:rPr>
              <a:t>–</a:t>
            </a:r>
            <a:r>
              <a:rPr sz="2400" b="1" spc="-10" dirty="0">
                <a:latin typeface="Times New Roman"/>
                <a:cs typeface="Times New Roman"/>
              </a:rPr>
              <a:t> </a:t>
            </a:r>
            <a:r>
              <a:rPr sz="2400" b="1" dirty="0">
                <a:latin typeface="Times New Roman"/>
                <a:cs typeface="Times New Roman"/>
              </a:rPr>
              <a:t>201310</a:t>
            </a:r>
            <a:endParaRPr sz="2400">
              <a:latin typeface="Times New Roman"/>
              <a:cs typeface="Times New Roman"/>
            </a:endParaRPr>
          </a:p>
        </p:txBody>
      </p:sp>
      <p:pic>
        <p:nvPicPr>
          <p:cNvPr id="5" name="object 5"/>
          <p:cNvPicPr/>
          <p:nvPr/>
        </p:nvPicPr>
        <p:blipFill>
          <a:blip r:embed="rId2" cstate="print"/>
          <a:stretch>
            <a:fillRect/>
          </a:stretch>
        </p:blipFill>
        <p:spPr>
          <a:xfrm>
            <a:off x="5643371" y="4027932"/>
            <a:ext cx="1280159" cy="1243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4392929" y="571322"/>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pic>
        <p:nvPicPr>
          <p:cNvPr id="7" name="Picture 6" descr="A diagram of a network process&#10;&#10;Description automatically generated with medium confidence">
            <a:extLst>
              <a:ext uri="{FF2B5EF4-FFF2-40B4-BE49-F238E27FC236}">
                <a16:creationId xmlns:a16="http://schemas.microsoft.com/office/drawing/2014/main" id="{D04E4BD3-E4AE-4E1C-B8BA-721BA86FB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600200"/>
            <a:ext cx="3581995" cy="5029200"/>
          </a:xfrm>
          <a:prstGeom prst="rect">
            <a:avLst/>
          </a:prstGeom>
        </p:spPr>
      </p:pic>
      <p:pic>
        <p:nvPicPr>
          <p:cNvPr id="9" name="Picture 8" descr="A black text on a white background&#10;&#10;Description automatically generated">
            <a:extLst>
              <a:ext uri="{FF2B5EF4-FFF2-40B4-BE49-F238E27FC236}">
                <a16:creationId xmlns:a16="http://schemas.microsoft.com/office/drawing/2014/main" id="{DE8050E4-AAD1-405E-9070-A562A6FB22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0407" y="2133600"/>
            <a:ext cx="7696793" cy="4319016"/>
          </a:xfrm>
          <a:prstGeom prst="rect">
            <a:avLst/>
          </a:prstGeom>
        </p:spPr>
      </p:pic>
    </p:spTree>
    <p:extLst>
      <p:ext uri="{BB962C8B-B14F-4D97-AF65-F5344CB8AC3E}">
        <p14:creationId xmlns:p14="http://schemas.microsoft.com/office/powerpoint/2010/main" val="141350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2065" rIns="0" bIns="0" rtlCol="0">
            <a:spAutoFit/>
          </a:bodyPr>
          <a:lstStyle/>
          <a:p>
            <a:pPr marL="241300" indent="-228600">
              <a:lnSpc>
                <a:spcPts val="2510"/>
              </a:lnSpc>
              <a:spcBef>
                <a:spcPts val="95"/>
              </a:spcBef>
              <a:buSzPct val="95454"/>
              <a:buFont typeface="Wingdings"/>
              <a:buChar char=""/>
              <a:tabLst>
                <a:tab pos="241300" algn="l"/>
                <a:tab pos="806450" algn="l"/>
                <a:tab pos="1868805" algn="l"/>
                <a:tab pos="2559050" algn="l"/>
                <a:tab pos="2875915" algn="l"/>
                <a:tab pos="3348990" algn="l"/>
                <a:tab pos="4208780" algn="l"/>
                <a:tab pos="4899025" algn="l"/>
                <a:tab pos="5262880" algn="l"/>
                <a:tab pos="5735955" algn="l"/>
              </a:tabLst>
            </a:pPr>
            <a:r>
              <a:rPr spc="-5" dirty="0"/>
              <a:t>The</a:t>
            </a:r>
            <a:r>
              <a:rPr dirty="0"/>
              <a:t>	</a:t>
            </a:r>
            <a:r>
              <a:rPr spc="-5" dirty="0"/>
              <a:t>physical</a:t>
            </a:r>
            <a:r>
              <a:rPr dirty="0"/>
              <a:t>	</a:t>
            </a:r>
            <a:r>
              <a:rPr spc="-5" dirty="0"/>
              <a:t>la</a:t>
            </a:r>
            <a:r>
              <a:rPr spc="5" dirty="0"/>
              <a:t>y</a:t>
            </a:r>
            <a:r>
              <a:rPr spc="-5" dirty="0"/>
              <a:t>er</a:t>
            </a:r>
            <a:r>
              <a:rPr dirty="0"/>
              <a:t>	</a:t>
            </a:r>
            <a:r>
              <a:rPr spc="-5" dirty="0"/>
              <a:t>is</a:t>
            </a:r>
            <a:r>
              <a:rPr dirty="0"/>
              <a:t>	</a:t>
            </a:r>
            <a:r>
              <a:rPr spc="-5" dirty="0"/>
              <a:t>the</a:t>
            </a:r>
            <a:r>
              <a:rPr dirty="0"/>
              <a:t>	</a:t>
            </a:r>
            <a:r>
              <a:rPr spc="-5" dirty="0"/>
              <a:t>lowest</a:t>
            </a:r>
            <a:r>
              <a:rPr dirty="0"/>
              <a:t>	</a:t>
            </a:r>
            <a:r>
              <a:rPr spc="-5" dirty="0"/>
              <a:t>la</a:t>
            </a:r>
            <a:r>
              <a:rPr spc="5" dirty="0"/>
              <a:t>y</a:t>
            </a:r>
            <a:r>
              <a:rPr spc="-5" dirty="0"/>
              <a:t>er</a:t>
            </a:r>
            <a:r>
              <a:rPr dirty="0"/>
              <a:t>	</a:t>
            </a:r>
            <a:r>
              <a:rPr spc="-5" dirty="0"/>
              <a:t>of</a:t>
            </a:r>
            <a:r>
              <a:rPr dirty="0"/>
              <a:t>	</a:t>
            </a:r>
            <a:r>
              <a:rPr spc="-5" dirty="0"/>
              <a:t>the</a:t>
            </a:r>
            <a:r>
              <a:rPr dirty="0"/>
              <a:t>	</a:t>
            </a:r>
            <a:r>
              <a:rPr spc="-5" dirty="0"/>
              <a:t>O</a:t>
            </a:r>
            <a:r>
              <a:rPr dirty="0"/>
              <a:t>S</a:t>
            </a:r>
            <a:r>
              <a:rPr spc="-5" dirty="0"/>
              <a:t>I</a:t>
            </a:r>
          </a:p>
          <a:p>
            <a:pPr marL="241300">
              <a:lnSpc>
                <a:spcPts val="2510"/>
              </a:lnSpc>
            </a:pPr>
            <a:r>
              <a:rPr spc="-5" dirty="0"/>
              <a:t>model.</a:t>
            </a:r>
          </a:p>
          <a:p>
            <a:pPr marL="241300" marR="5080" indent="-228600" algn="just">
              <a:lnSpc>
                <a:spcPts val="2380"/>
              </a:lnSpc>
              <a:spcBef>
                <a:spcPts val="1030"/>
              </a:spcBef>
              <a:buSzPct val="95454"/>
              <a:buFont typeface="Wingdings"/>
              <a:buChar char=""/>
              <a:tabLst>
                <a:tab pos="241300" algn="l"/>
              </a:tabLst>
            </a:pPr>
            <a:r>
              <a:rPr spc="-5" dirty="0"/>
              <a:t>This </a:t>
            </a:r>
            <a:r>
              <a:rPr dirty="0"/>
              <a:t>layer </a:t>
            </a:r>
            <a:r>
              <a:rPr spc="-5" dirty="0"/>
              <a:t>controls the way unstructured, </a:t>
            </a:r>
            <a:r>
              <a:rPr spc="-40" dirty="0"/>
              <a:t>raw, </a:t>
            </a:r>
            <a:r>
              <a:rPr dirty="0"/>
              <a:t>bit </a:t>
            </a:r>
            <a:r>
              <a:rPr spc="-5" dirty="0"/>
              <a:t>- </a:t>
            </a:r>
            <a:r>
              <a:rPr dirty="0"/>
              <a:t> </a:t>
            </a:r>
            <a:r>
              <a:rPr spc="-5" dirty="0"/>
              <a:t>stream</a:t>
            </a:r>
            <a:r>
              <a:rPr dirty="0"/>
              <a:t> </a:t>
            </a:r>
            <a:r>
              <a:rPr spc="-5" dirty="0"/>
              <a:t>data</a:t>
            </a:r>
            <a:r>
              <a:rPr dirty="0"/>
              <a:t> </a:t>
            </a:r>
            <a:r>
              <a:rPr spc="-5" dirty="0"/>
              <a:t>is</a:t>
            </a:r>
            <a:r>
              <a:rPr dirty="0"/>
              <a:t> </a:t>
            </a:r>
            <a:r>
              <a:rPr spc="-5" dirty="0"/>
              <a:t>sent</a:t>
            </a:r>
            <a:r>
              <a:rPr dirty="0"/>
              <a:t> </a:t>
            </a:r>
            <a:r>
              <a:rPr spc="-10" dirty="0"/>
              <a:t>and</a:t>
            </a:r>
            <a:r>
              <a:rPr spc="-5" dirty="0"/>
              <a:t> received</a:t>
            </a:r>
            <a:r>
              <a:rPr dirty="0"/>
              <a:t> </a:t>
            </a:r>
            <a:r>
              <a:rPr spc="-5" dirty="0"/>
              <a:t>over</a:t>
            </a:r>
            <a:r>
              <a:rPr dirty="0"/>
              <a:t> </a:t>
            </a:r>
            <a:r>
              <a:rPr spc="-5" dirty="0"/>
              <a:t>a</a:t>
            </a:r>
            <a:r>
              <a:rPr dirty="0"/>
              <a:t> </a:t>
            </a:r>
            <a:r>
              <a:rPr spc="-5" dirty="0"/>
              <a:t>physical </a:t>
            </a:r>
            <a:r>
              <a:rPr dirty="0"/>
              <a:t> </a:t>
            </a:r>
            <a:r>
              <a:rPr spc="-10" dirty="0"/>
              <a:t>medium.</a:t>
            </a:r>
          </a:p>
          <a:p>
            <a:pPr marL="241300" marR="5080" indent="-228600" algn="just">
              <a:lnSpc>
                <a:spcPts val="2380"/>
              </a:lnSpc>
              <a:spcBef>
                <a:spcPts val="1000"/>
              </a:spcBef>
              <a:buSzPct val="95454"/>
              <a:buFont typeface="Wingdings"/>
              <a:buChar char=""/>
              <a:tabLst>
                <a:tab pos="241300" algn="l"/>
              </a:tabLst>
            </a:pPr>
            <a:r>
              <a:rPr spc="-5" dirty="0"/>
              <a:t>This </a:t>
            </a:r>
            <a:r>
              <a:rPr dirty="0"/>
              <a:t>layer </a:t>
            </a:r>
            <a:r>
              <a:rPr spc="-5" dirty="0"/>
              <a:t>is composed </a:t>
            </a:r>
            <a:r>
              <a:rPr dirty="0"/>
              <a:t>of the </a:t>
            </a:r>
            <a:r>
              <a:rPr spc="-5" dirty="0"/>
              <a:t>electrical, optical, and </a:t>
            </a:r>
            <a:r>
              <a:rPr dirty="0"/>
              <a:t> </a:t>
            </a:r>
            <a:r>
              <a:rPr spc="-5" dirty="0"/>
              <a:t>physical</a:t>
            </a:r>
            <a:r>
              <a:rPr spc="-15" dirty="0"/>
              <a:t> </a:t>
            </a:r>
            <a:r>
              <a:rPr spc="-5" dirty="0"/>
              <a:t>components</a:t>
            </a:r>
            <a:r>
              <a:rPr spc="15" dirty="0"/>
              <a:t> </a:t>
            </a:r>
            <a:r>
              <a:rPr dirty="0"/>
              <a:t>of</a:t>
            </a:r>
            <a:r>
              <a:rPr spc="-10" dirty="0"/>
              <a:t> </a:t>
            </a:r>
            <a:r>
              <a:rPr spc="-5" dirty="0"/>
              <a:t>the</a:t>
            </a:r>
            <a:r>
              <a:rPr spc="5" dirty="0"/>
              <a:t> </a:t>
            </a:r>
            <a:r>
              <a:rPr spc="-5" dirty="0"/>
              <a:t>network.</a:t>
            </a:r>
          </a:p>
          <a:p>
            <a:pPr marL="241300" indent="-228600" algn="just">
              <a:lnSpc>
                <a:spcPct val="100000"/>
              </a:lnSpc>
              <a:spcBef>
                <a:spcPts val="690"/>
              </a:spcBef>
              <a:buSzPct val="95454"/>
              <a:buFont typeface="Wingdings"/>
              <a:buChar char=""/>
              <a:tabLst>
                <a:tab pos="241300" algn="l"/>
              </a:tabLst>
            </a:pPr>
            <a:r>
              <a:rPr spc="-5" dirty="0"/>
              <a:t>It</a:t>
            </a:r>
            <a:r>
              <a:rPr spc="5" dirty="0"/>
              <a:t> </a:t>
            </a:r>
            <a:r>
              <a:rPr spc="-5" dirty="0"/>
              <a:t>carries</a:t>
            </a:r>
            <a:r>
              <a:rPr spc="25" dirty="0"/>
              <a:t> </a:t>
            </a:r>
            <a:r>
              <a:rPr spc="-5" dirty="0"/>
              <a:t>the signals</a:t>
            </a:r>
            <a:r>
              <a:rPr spc="5" dirty="0"/>
              <a:t> </a:t>
            </a:r>
            <a:r>
              <a:rPr spc="-5" dirty="0"/>
              <a:t>for</a:t>
            </a:r>
            <a:r>
              <a:rPr spc="15" dirty="0"/>
              <a:t> </a:t>
            </a:r>
            <a:r>
              <a:rPr spc="-5" dirty="0"/>
              <a:t>all</a:t>
            </a:r>
            <a:r>
              <a:rPr spc="10" dirty="0"/>
              <a:t> </a:t>
            </a:r>
            <a:r>
              <a:rPr dirty="0"/>
              <a:t>of</a:t>
            </a:r>
            <a:r>
              <a:rPr spc="5" dirty="0"/>
              <a:t> </a:t>
            </a:r>
            <a:r>
              <a:rPr spc="-5" dirty="0"/>
              <a:t>the</a:t>
            </a:r>
            <a:r>
              <a:rPr spc="5" dirty="0"/>
              <a:t> </a:t>
            </a:r>
            <a:r>
              <a:rPr spc="-5" dirty="0"/>
              <a:t>higher</a:t>
            </a:r>
            <a:r>
              <a:rPr spc="10" dirty="0"/>
              <a:t> </a:t>
            </a:r>
            <a:r>
              <a:rPr spc="-5" dirty="0"/>
              <a:t>layers.</a:t>
            </a:r>
          </a:p>
          <a:p>
            <a:pPr marL="241300" indent="-228600" algn="just">
              <a:lnSpc>
                <a:spcPct val="100000"/>
              </a:lnSpc>
              <a:spcBef>
                <a:spcPts val="735"/>
              </a:spcBef>
              <a:buSzPct val="95454"/>
              <a:buFont typeface="Wingdings"/>
              <a:buChar char=""/>
              <a:tabLst>
                <a:tab pos="241300" algn="l"/>
              </a:tabLst>
            </a:pPr>
            <a:r>
              <a:rPr spc="-5" dirty="0"/>
              <a:t>This</a:t>
            </a:r>
            <a:r>
              <a:rPr spc="95" dirty="0"/>
              <a:t> </a:t>
            </a:r>
            <a:r>
              <a:rPr dirty="0"/>
              <a:t>layer</a:t>
            </a:r>
            <a:r>
              <a:rPr spc="95" dirty="0"/>
              <a:t> </a:t>
            </a:r>
            <a:r>
              <a:rPr spc="-5" dirty="0"/>
              <a:t>plays</a:t>
            </a:r>
            <a:r>
              <a:rPr spc="85" dirty="0"/>
              <a:t> </a:t>
            </a:r>
            <a:r>
              <a:rPr spc="-5" dirty="0"/>
              <a:t>with</a:t>
            </a:r>
            <a:r>
              <a:rPr spc="110" dirty="0"/>
              <a:t> </a:t>
            </a:r>
            <a:r>
              <a:rPr spc="-10" dirty="0"/>
              <a:t>most</a:t>
            </a:r>
            <a:r>
              <a:rPr spc="105" dirty="0"/>
              <a:t> </a:t>
            </a:r>
            <a:r>
              <a:rPr dirty="0"/>
              <a:t>of</a:t>
            </a:r>
            <a:r>
              <a:rPr spc="100" dirty="0"/>
              <a:t> </a:t>
            </a:r>
            <a:r>
              <a:rPr spc="-5" dirty="0"/>
              <a:t>the</a:t>
            </a:r>
            <a:r>
              <a:rPr spc="95" dirty="0"/>
              <a:t> </a:t>
            </a:r>
            <a:r>
              <a:rPr spc="-15" dirty="0"/>
              <a:t>network’s</a:t>
            </a:r>
            <a:r>
              <a:rPr spc="90" dirty="0"/>
              <a:t> </a:t>
            </a:r>
            <a:r>
              <a:rPr spc="-5" dirty="0"/>
              <a:t>physical</a:t>
            </a:r>
          </a:p>
        </p:txBody>
      </p:sp>
      <p:sp>
        <p:nvSpPr>
          <p:cNvPr id="3" name="object 3"/>
          <p:cNvSpPr txBox="1"/>
          <p:nvPr/>
        </p:nvSpPr>
        <p:spPr>
          <a:xfrm>
            <a:off x="497433" y="4760340"/>
            <a:ext cx="1591310" cy="309880"/>
          </a:xfrm>
          <a:prstGeom prst="rect">
            <a:avLst/>
          </a:prstGeom>
        </p:spPr>
        <p:txBody>
          <a:bodyPr vert="horz" wrap="square" lIns="0" tIns="0" rIns="0" bIns="0" rtlCol="0">
            <a:spAutoFit/>
          </a:bodyPr>
          <a:lstStyle/>
          <a:p>
            <a:pPr>
              <a:lnSpc>
                <a:spcPts val="2370"/>
              </a:lnSpc>
            </a:pPr>
            <a:r>
              <a:rPr sz="2200" spc="-5" dirty="0">
                <a:solidFill>
                  <a:srgbClr val="202429"/>
                </a:solidFill>
                <a:latin typeface="Times New Roman"/>
                <a:cs typeface="Times New Roman"/>
              </a:rPr>
              <a:t>connections</a:t>
            </a:r>
            <a:r>
              <a:rPr sz="2200" spc="80" dirty="0">
                <a:solidFill>
                  <a:srgbClr val="202429"/>
                </a:solidFill>
                <a:latin typeface="Times New Roman"/>
                <a:cs typeface="Times New Roman"/>
              </a:rPr>
              <a:t> </a:t>
            </a:r>
            <a:r>
              <a:rPr sz="2200" spc="-5" dirty="0">
                <a:solidFill>
                  <a:srgbClr val="202429"/>
                </a:solidFill>
                <a:latin typeface="Times New Roman"/>
                <a:cs typeface="Times New Roman"/>
              </a:rPr>
              <a:t>-</a:t>
            </a:r>
            <a:endParaRPr sz="2200">
              <a:latin typeface="Times New Roman"/>
              <a:cs typeface="Times New Roman"/>
            </a:endParaRPr>
          </a:p>
        </p:txBody>
      </p:sp>
      <p:sp>
        <p:nvSpPr>
          <p:cNvPr id="4" name="object 4"/>
          <p:cNvSpPr txBox="1"/>
          <p:nvPr/>
        </p:nvSpPr>
        <p:spPr>
          <a:xfrm>
            <a:off x="2088514" y="4760340"/>
            <a:ext cx="4425950" cy="309880"/>
          </a:xfrm>
          <a:prstGeom prst="rect">
            <a:avLst/>
          </a:prstGeom>
          <a:solidFill>
            <a:srgbClr val="FFFF00"/>
          </a:solidFill>
        </p:spPr>
        <p:txBody>
          <a:bodyPr vert="horz" wrap="square" lIns="0" tIns="0" rIns="0" bIns="0" rtlCol="0">
            <a:spAutoFit/>
          </a:bodyPr>
          <a:lstStyle/>
          <a:p>
            <a:pPr>
              <a:lnSpc>
                <a:spcPts val="2370"/>
              </a:lnSpc>
            </a:pPr>
            <a:r>
              <a:rPr sz="2200" spc="-5" dirty="0">
                <a:solidFill>
                  <a:srgbClr val="202429"/>
                </a:solidFill>
                <a:latin typeface="Times New Roman"/>
                <a:cs typeface="Times New Roman"/>
              </a:rPr>
              <a:t>wireless</a:t>
            </a:r>
            <a:r>
              <a:rPr sz="2200" spc="90" dirty="0">
                <a:solidFill>
                  <a:srgbClr val="202429"/>
                </a:solidFill>
                <a:latin typeface="Times New Roman"/>
                <a:cs typeface="Times New Roman"/>
              </a:rPr>
              <a:t> </a:t>
            </a:r>
            <a:r>
              <a:rPr sz="2200" spc="-5" dirty="0">
                <a:solidFill>
                  <a:srgbClr val="202429"/>
                </a:solidFill>
                <a:latin typeface="Times New Roman"/>
                <a:cs typeface="Times New Roman"/>
              </a:rPr>
              <a:t>transmission,</a:t>
            </a:r>
            <a:r>
              <a:rPr sz="2200" spc="114" dirty="0">
                <a:solidFill>
                  <a:srgbClr val="202429"/>
                </a:solidFill>
                <a:latin typeface="Times New Roman"/>
                <a:cs typeface="Times New Roman"/>
              </a:rPr>
              <a:t> </a:t>
            </a:r>
            <a:r>
              <a:rPr sz="2200" spc="-5" dirty="0">
                <a:solidFill>
                  <a:srgbClr val="202429"/>
                </a:solidFill>
                <a:latin typeface="Times New Roman"/>
                <a:cs typeface="Times New Roman"/>
              </a:rPr>
              <a:t>cabling,</a:t>
            </a:r>
            <a:r>
              <a:rPr sz="2200" spc="110" dirty="0">
                <a:solidFill>
                  <a:srgbClr val="202429"/>
                </a:solidFill>
                <a:latin typeface="Times New Roman"/>
                <a:cs typeface="Times New Roman"/>
              </a:rPr>
              <a:t> </a:t>
            </a:r>
            <a:r>
              <a:rPr sz="2200" spc="-5" dirty="0">
                <a:solidFill>
                  <a:srgbClr val="202429"/>
                </a:solidFill>
                <a:latin typeface="Times New Roman"/>
                <a:cs typeface="Times New Roman"/>
              </a:rPr>
              <a:t>cabling</a:t>
            </a:r>
            <a:endParaRPr sz="2200" dirty="0">
              <a:latin typeface="Times New Roman"/>
              <a:cs typeface="Times New Roman"/>
            </a:endParaRPr>
          </a:p>
        </p:txBody>
      </p:sp>
      <p:sp>
        <p:nvSpPr>
          <p:cNvPr id="5" name="object 5"/>
          <p:cNvSpPr txBox="1"/>
          <p:nvPr/>
        </p:nvSpPr>
        <p:spPr>
          <a:xfrm>
            <a:off x="497433" y="5069713"/>
            <a:ext cx="6017260" cy="302260"/>
          </a:xfrm>
          <a:prstGeom prst="rect">
            <a:avLst/>
          </a:prstGeom>
          <a:solidFill>
            <a:srgbClr val="FFFF00"/>
          </a:solidFill>
        </p:spPr>
        <p:txBody>
          <a:bodyPr vert="horz" wrap="square" lIns="0" tIns="0" rIns="0" bIns="0" rtlCol="0">
            <a:spAutoFit/>
          </a:bodyPr>
          <a:lstStyle/>
          <a:p>
            <a:pPr>
              <a:lnSpc>
                <a:spcPts val="2310"/>
              </a:lnSpc>
            </a:pPr>
            <a:r>
              <a:rPr sz="2200" spc="-5" dirty="0">
                <a:solidFill>
                  <a:srgbClr val="202429"/>
                </a:solidFill>
                <a:latin typeface="Times New Roman"/>
                <a:cs typeface="Times New Roman"/>
              </a:rPr>
              <a:t>standards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and</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types,</a:t>
            </a:r>
            <a:r>
              <a:rPr sz="2200" spc="305" dirty="0">
                <a:solidFill>
                  <a:srgbClr val="202429"/>
                </a:solidFill>
                <a:latin typeface="Times New Roman"/>
                <a:cs typeface="Times New Roman"/>
              </a:rPr>
              <a:t> </a:t>
            </a:r>
            <a:r>
              <a:rPr sz="2200" spc="-5" dirty="0">
                <a:solidFill>
                  <a:srgbClr val="202429"/>
                </a:solidFill>
                <a:latin typeface="Times New Roman"/>
                <a:cs typeface="Times New Roman"/>
              </a:rPr>
              <a:t>connectors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and</a:t>
            </a:r>
            <a:r>
              <a:rPr sz="2200" spc="305" dirty="0">
                <a:solidFill>
                  <a:srgbClr val="202429"/>
                </a:solidFill>
                <a:latin typeface="Times New Roman"/>
                <a:cs typeface="Times New Roman"/>
              </a:rPr>
              <a:t> </a:t>
            </a:r>
            <a:r>
              <a:rPr sz="2200" spc="-5" dirty="0">
                <a:solidFill>
                  <a:srgbClr val="202429"/>
                </a:solidFill>
                <a:latin typeface="Times New Roman"/>
                <a:cs typeface="Times New Roman"/>
              </a:rPr>
              <a:t>types,</a:t>
            </a:r>
            <a:r>
              <a:rPr sz="2200" spc="300" dirty="0">
                <a:solidFill>
                  <a:srgbClr val="202429"/>
                </a:solidFill>
                <a:latin typeface="Times New Roman"/>
                <a:cs typeface="Times New Roman"/>
              </a:rPr>
              <a:t> </a:t>
            </a:r>
            <a:r>
              <a:rPr sz="2200" spc="-5" dirty="0">
                <a:solidFill>
                  <a:srgbClr val="202429"/>
                </a:solidFill>
                <a:latin typeface="Times New Roman"/>
                <a:cs typeface="Times New Roman"/>
              </a:rPr>
              <a:t>network</a:t>
            </a:r>
            <a:endParaRPr sz="2200">
              <a:latin typeface="Times New Roman"/>
              <a:cs typeface="Times New Roman"/>
            </a:endParaRPr>
          </a:p>
        </p:txBody>
      </p:sp>
      <p:sp>
        <p:nvSpPr>
          <p:cNvPr id="6" name="object 6"/>
          <p:cNvSpPr txBox="1"/>
          <p:nvPr/>
        </p:nvSpPr>
        <p:spPr>
          <a:xfrm>
            <a:off x="497433" y="5371465"/>
            <a:ext cx="1828164" cy="303530"/>
          </a:xfrm>
          <a:prstGeom prst="rect">
            <a:avLst/>
          </a:prstGeom>
          <a:solidFill>
            <a:srgbClr val="FFFF00"/>
          </a:solidFill>
        </p:spPr>
        <p:txBody>
          <a:bodyPr vert="horz" wrap="square" lIns="0" tIns="0" rIns="0" bIns="0" rtlCol="0">
            <a:spAutoFit/>
          </a:bodyPr>
          <a:lstStyle/>
          <a:p>
            <a:pPr>
              <a:lnSpc>
                <a:spcPts val="2310"/>
              </a:lnSpc>
              <a:tabLst>
                <a:tab pos="1224915" algn="l"/>
              </a:tabLst>
            </a:pPr>
            <a:r>
              <a:rPr sz="2200" spc="-5" dirty="0">
                <a:solidFill>
                  <a:srgbClr val="202429"/>
                </a:solidFill>
                <a:latin typeface="Times New Roman"/>
                <a:cs typeface="Times New Roman"/>
              </a:rPr>
              <a:t>interface	car</a:t>
            </a:r>
            <a:r>
              <a:rPr sz="2200" dirty="0">
                <a:solidFill>
                  <a:srgbClr val="202429"/>
                </a:solidFill>
                <a:latin typeface="Times New Roman"/>
                <a:cs typeface="Times New Roman"/>
              </a:rPr>
              <a:t>d</a:t>
            </a:r>
            <a:r>
              <a:rPr sz="2200" spc="-5" dirty="0">
                <a:solidFill>
                  <a:srgbClr val="202429"/>
                </a:solidFill>
                <a:latin typeface="Times New Roman"/>
                <a:cs typeface="Times New Roman"/>
              </a:rPr>
              <a:t>s</a:t>
            </a:r>
            <a:endParaRPr sz="2200">
              <a:latin typeface="Times New Roman"/>
              <a:cs typeface="Times New Roman"/>
            </a:endParaRPr>
          </a:p>
        </p:txBody>
      </p:sp>
      <p:sp>
        <p:nvSpPr>
          <p:cNvPr id="7" name="object 7"/>
          <p:cNvSpPr txBox="1"/>
          <p:nvPr/>
        </p:nvSpPr>
        <p:spPr>
          <a:xfrm>
            <a:off x="2300097" y="5317032"/>
            <a:ext cx="4156710" cy="360680"/>
          </a:xfrm>
          <a:prstGeom prst="rect">
            <a:avLst/>
          </a:prstGeom>
        </p:spPr>
        <p:txBody>
          <a:bodyPr vert="horz" wrap="square" lIns="0" tIns="12065" rIns="0" bIns="0" rtlCol="0">
            <a:spAutoFit/>
          </a:bodyPr>
          <a:lstStyle/>
          <a:p>
            <a:pPr marL="12700">
              <a:lnSpc>
                <a:spcPct val="100000"/>
              </a:lnSpc>
              <a:spcBef>
                <a:spcPts val="95"/>
              </a:spcBef>
              <a:tabLst>
                <a:tab pos="330835" algn="l"/>
                <a:tab pos="981710" algn="l"/>
                <a:tab pos="1803400" algn="l"/>
                <a:tab pos="2145030" algn="l"/>
                <a:tab pos="2623185" algn="l"/>
                <a:tab pos="3228340" algn="l"/>
              </a:tabLst>
            </a:pPr>
            <a:r>
              <a:rPr sz="2200" spc="-5" dirty="0">
                <a:solidFill>
                  <a:srgbClr val="202429"/>
                </a:solidFill>
                <a:latin typeface="Times New Roman"/>
                <a:cs typeface="Times New Roman"/>
              </a:rPr>
              <a:t>,	and	more	-	as	per	network</a:t>
            </a:r>
            <a:endParaRPr sz="2200">
              <a:latin typeface="Times New Roman"/>
              <a:cs typeface="Times New Roman"/>
            </a:endParaRPr>
          </a:p>
        </p:txBody>
      </p:sp>
      <p:sp>
        <p:nvSpPr>
          <p:cNvPr id="8" name="object 8"/>
          <p:cNvSpPr txBox="1"/>
          <p:nvPr/>
        </p:nvSpPr>
        <p:spPr>
          <a:xfrm>
            <a:off x="484733" y="5619394"/>
            <a:ext cx="1544955" cy="360680"/>
          </a:xfrm>
          <a:prstGeom prst="rect">
            <a:avLst/>
          </a:prstGeom>
        </p:spPr>
        <p:txBody>
          <a:bodyPr vert="horz" wrap="square" lIns="0" tIns="12065" rIns="0" bIns="0" rtlCol="0">
            <a:spAutoFit/>
          </a:bodyPr>
          <a:lstStyle/>
          <a:p>
            <a:pPr marL="12700">
              <a:lnSpc>
                <a:spcPct val="100000"/>
              </a:lnSpc>
              <a:spcBef>
                <a:spcPts val="95"/>
              </a:spcBef>
            </a:pPr>
            <a:r>
              <a:rPr sz="2200" spc="-5" dirty="0">
                <a:solidFill>
                  <a:srgbClr val="202429"/>
                </a:solidFill>
                <a:latin typeface="Times New Roman"/>
                <a:cs typeface="Times New Roman"/>
              </a:rPr>
              <a:t>requirements</a:t>
            </a:r>
            <a:r>
              <a:rPr sz="2000" b="1" spc="-5" dirty="0">
                <a:solidFill>
                  <a:srgbClr val="202429"/>
                </a:solidFill>
                <a:latin typeface="Times New Roman"/>
                <a:cs typeface="Times New Roman"/>
              </a:rPr>
              <a:t>.</a:t>
            </a:r>
            <a:endParaRPr sz="2000">
              <a:latin typeface="Times New Roman"/>
              <a:cs typeface="Times New Roman"/>
            </a:endParaRPr>
          </a:p>
        </p:txBody>
      </p:sp>
      <p:sp>
        <p:nvSpPr>
          <p:cNvPr id="9" name="object 9"/>
          <p:cNvSpPr/>
          <p:nvPr/>
        </p:nvSpPr>
        <p:spPr>
          <a:xfrm>
            <a:off x="0" y="457200"/>
            <a:ext cx="12192000" cy="948055"/>
          </a:xfrm>
          <a:custGeom>
            <a:avLst/>
            <a:gdLst/>
            <a:ahLst/>
            <a:cxnLst/>
            <a:rect l="l" t="t" r="r" b="b"/>
            <a:pathLst>
              <a:path w="12192000" h="948055">
                <a:moveTo>
                  <a:pt x="0" y="947927"/>
                </a:moveTo>
                <a:lnTo>
                  <a:pt x="12192000" y="947927"/>
                </a:lnTo>
                <a:lnTo>
                  <a:pt x="12192000" y="0"/>
                </a:lnTo>
                <a:lnTo>
                  <a:pt x="0" y="0"/>
                </a:lnTo>
                <a:lnTo>
                  <a:pt x="0" y="947927"/>
                </a:lnTo>
                <a:close/>
              </a:path>
            </a:pathLst>
          </a:custGeom>
          <a:solidFill>
            <a:schemeClr val="tx1"/>
          </a:solidFill>
        </p:spPr>
        <p:txBody>
          <a:bodyPr wrap="square" lIns="0" tIns="0" rIns="0" bIns="0" rtlCol="0"/>
          <a:lstStyle/>
          <a:p>
            <a:endParaRPr/>
          </a:p>
        </p:txBody>
      </p:sp>
      <p:sp>
        <p:nvSpPr>
          <p:cNvPr id="10" name="object 10"/>
          <p:cNvSpPr txBox="1">
            <a:spLocks noGrp="1"/>
          </p:cNvSpPr>
          <p:nvPr>
            <p:ph type="title"/>
          </p:nvPr>
        </p:nvSpPr>
        <p:spPr>
          <a:xfrm>
            <a:off x="4392929" y="543255"/>
            <a:ext cx="3418840"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100" dirty="0"/>
              <a:t>h</a:t>
            </a:r>
            <a:r>
              <a:rPr spc="-95" dirty="0"/>
              <a:t>ys</a:t>
            </a:r>
            <a:r>
              <a:rPr spc="-100" dirty="0"/>
              <a:t>ic</a:t>
            </a:r>
            <a:r>
              <a:rPr spc="-105" dirty="0"/>
              <a:t>a</a:t>
            </a:r>
            <a:r>
              <a:rPr dirty="0"/>
              <a:t>l</a:t>
            </a:r>
            <a:r>
              <a:rPr spc="-240" dirty="0"/>
              <a:t> </a:t>
            </a:r>
            <a:r>
              <a:rPr spc="-100" dirty="0"/>
              <a:t>L</a:t>
            </a:r>
            <a:r>
              <a:rPr spc="-95" dirty="0"/>
              <a:t>ay</a:t>
            </a:r>
            <a:r>
              <a:rPr spc="-110" dirty="0"/>
              <a:t>e</a:t>
            </a:r>
            <a:r>
              <a:rPr dirty="0"/>
              <a:t>r</a:t>
            </a:r>
          </a:p>
        </p:txBody>
      </p:sp>
      <p:pic>
        <p:nvPicPr>
          <p:cNvPr id="11" name="object 11"/>
          <p:cNvPicPr/>
          <p:nvPr/>
        </p:nvPicPr>
        <p:blipFill>
          <a:blip r:embed="rId3" cstate="print"/>
          <a:stretch>
            <a:fillRect/>
          </a:stretch>
        </p:blipFill>
        <p:spPr>
          <a:xfrm>
            <a:off x="7109459" y="2055876"/>
            <a:ext cx="4639055" cy="32964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69396" y="1413406"/>
            <a:ext cx="3551554" cy="3549048"/>
          </a:xfrm>
          <a:prstGeom prst="rect">
            <a:avLst/>
          </a:prstGeom>
        </p:spPr>
        <p:txBody>
          <a:bodyPr vert="horz" wrap="square" lIns="0" tIns="235585" rIns="0" bIns="0" rtlCol="0">
            <a:spAutoFit/>
          </a:bodyPr>
          <a:lstStyle/>
          <a:p>
            <a:pPr marL="12065">
              <a:lnSpc>
                <a:spcPct val="100000"/>
              </a:lnSpc>
              <a:spcBef>
                <a:spcPts val="1855"/>
              </a:spcBef>
              <a:buSzPct val="96153"/>
              <a:tabLst>
                <a:tab pos="276860" algn="l"/>
              </a:tabLst>
            </a:pPr>
            <a:r>
              <a:rPr sz="2600" dirty="0">
                <a:latin typeface="Times New Roman"/>
                <a:cs typeface="Times New Roman"/>
              </a:rPr>
              <a:t>Physical</a:t>
            </a:r>
            <a:r>
              <a:rPr sz="2600" spc="-50" dirty="0">
                <a:latin typeface="Times New Roman"/>
                <a:cs typeface="Times New Roman"/>
              </a:rPr>
              <a:t> </a:t>
            </a:r>
            <a:r>
              <a:rPr sz="2600" dirty="0">
                <a:latin typeface="Times New Roman"/>
                <a:cs typeface="Times New Roman"/>
              </a:rPr>
              <a:t>Layer:</a:t>
            </a:r>
            <a:r>
              <a:rPr lang="en-US" sz="2600" dirty="0">
                <a:latin typeface="Times New Roman"/>
                <a:cs typeface="Times New Roman"/>
              </a:rPr>
              <a:t> Key Techniques</a:t>
            </a:r>
            <a:endParaRPr sz="2600" dirty="0">
              <a:latin typeface="Times New Roman"/>
              <a:cs typeface="Times New Roman"/>
            </a:endParaRPr>
          </a:p>
          <a:p>
            <a:pPr marL="469265" indent="-457200">
              <a:lnSpc>
                <a:spcPct val="100000"/>
              </a:lnSpc>
              <a:spcBef>
                <a:spcPts val="1755"/>
              </a:spcBef>
              <a:buSzPct val="96153"/>
              <a:buFont typeface="Wingdings" panose="05000000000000000000" pitchFamily="2" charset="2"/>
              <a:buChar char="v"/>
              <a:tabLst>
                <a:tab pos="276225" algn="l"/>
              </a:tabLst>
            </a:pPr>
            <a:r>
              <a:rPr sz="2600" dirty="0">
                <a:latin typeface="Times New Roman"/>
                <a:cs typeface="Times New Roman"/>
              </a:rPr>
              <a:t>Line</a:t>
            </a:r>
            <a:r>
              <a:rPr sz="2600" spc="-50" dirty="0">
                <a:latin typeface="Times New Roman"/>
                <a:cs typeface="Times New Roman"/>
              </a:rPr>
              <a:t> </a:t>
            </a:r>
            <a:r>
              <a:rPr sz="2600" dirty="0">
                <a:latin typeface="Times New Roman"/>
                <a:cs typeface="Times New Roman"/>
              </a:rPr>
              <a:t>coding</a:t>
            </a:r>
          </a:p>
          <a:p>
            <a:pPr marL="469265" indent="-457200">
              <a:lnSpc>
                <a:spcPct val="100000"/>
              </a:lnSpc>
              <a:spcBef>
                <a:spcPts val="1739"/>
              </a:spcBef>
              <a:buSzPct val="96153"/>
              <a:buFont typeface="Wingdings" panose="05000000000000000000" pitchFamily="2" charset="2"/>
              <a:buChar char="v"/>
              <a:tabLst>
                <a:tab pos="276860" algn="l"/>
              </a:tabLst>
            </a:pPr>
            <a:r>
              <a:rPr sz="2600" dirty="0">
                <a:latin typeface="Times New Roman"/>
                <a:cs typeface="Times New Roman"/>
              </a:rPr>
              <a:t>Modulation</a:t>
            </a:r>
          </a:p>
          <a:p>
            <a:pPr marL="469265" indent="-457200">
              <a:lnSpc>
                <a:spcPct val="100000"/>
              </a:lnSpc>
              <a:spcBef>
                <a:spcPts val="1755"/>
              </a:spcBef>
              <a:buSzPct val="96153"/>
              <a:buFont typeface="Wingdings" panose="05000000000000000000" pitchFamily="2" charset="2"/>
              <a:buChar char="v"/>
              <a:tabLst>
                <a:tab pos="276225" algn="l"/>
              </a:tabLst>
            </a:pPr>
            <a:r>
              <a:rPr sz="2600" dirty="0">
                <a:latin typeface="Times New Roman"/>
                <a:cs typeface="Times New Roman"/>
              </a:rPr>
              <a:t>Multiplexing</a:t>
            </a:r>
          </a:p>
          <a:p>
            <a:pPr marL="469265" indent="-457200">
              <a:lnSpc>
                <a:spcPct val="100000"/>
              </a:lnSpc>
              <a:spcBef>
                <a:spcPts val="1750"/>
              </a:spcBef>
              <a:buSzPct val="96153"/>
              <a:buFont typeface="Wingdings" panose="05000000000000000000" pitchFamily="2" charset="2"/>
              <a:buChar char="v"/>
              <a:tabLst>
                <a:tab pos="276860" algn="l"/>
              </a:tabLst>
            </a:pPr>
            <a:r>
              <a:rPr sz="2600" dirty="0">
                <a:latin typeface="Times New Roman"/>
                <a:cs typeface="Times New Roman"/>
              </a:rPr>
              <a:t>Switching</a:t>
            </a: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5225034" y="571322"/>
            <a:ext cx="1753870" cy="697230"/>
          </a:xfrm>
          <a:prstGeom prst="rect">
            <a:avLst/>
          </a:prstGeom>
        </p:spPr>
        <p:txBody>
          <a:bodyPr vert="horz" wrap="square" lIns="0" tIns="13335" rIns="0" bIns="0" rtlCol="0">
            <a:spAutoFit/>
          </a:bodyPr>
          <a:lstStyle/>
          <a:p>
            <a:pPr marL="12700">
              <a:lnSpc>
                <a:spcPct val="100000"/>
              </a:lnSpc>
              <a:spcBef>
                <a:spcPts val="105"/>
              </a:spcBef>
            </a:pPr>
            <a:r>
              <a:rPr spc="-100" dirty="0"/>
              <a:t>Ou</a:t>
            </a:r>
            <a:r>
              <a:rPr spc="-105" dirty="0"/>
              <a:t>t</a:t>
            </a:r>
            <a:r>
              <a:rPr spc="-100" dirty="0"/>
              <a:t>lin</a:t>
            </a:r>
            <a:r>
              <a:rPr dirty="0"/>
              <a:t>e</a:t>
            </a:r>
          </a:p>
        </p:txBody>
      </p:sp>
      <p:pic>
        <p:nvPicPr>
          <p:cNvPr id="6" name="Picture 5" descr="A line coding process with a black arrow&#10;&#10;Description automatically generated">
            <a:extLst>
              <a:ext uri="{FF2B5EF4-FFF2-40B4-BE49-F238E27FC236}">
                <a16:creationId xmlns:a16="http://schemas.microsoft.com/office/drawing/2014/main" id="{3ADFA1D7-8295-4E1D-A653-743CEEB05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7552" y="1828800"/>
            <a:ext cx="5739847" cy="1600200"/>
          </a:xfrm>
          <a:prstGeom prst="rect">
            <a:avLst/>
          </a:prstGeom>
        </p:spPr>
      </p:pic>
      <p:pic>
        <p:nvPicPr>
          <p:cNvPr id="8" name="Picture 7" descr="A diagram of a diagram&#10;&#10;Description automatically generated">
            <a:extLst>
              <a:ext uri="{FF2B5EF4-FFF2-40B4-BE49-F238E27FC236}">
                <a16:creationId xmlns:a16="http://schemas.microsoft.com/office/drawing/2014/main" id="{C97472BD-5EA2-49A8-AE08-FBEE0C4B3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1051" y="3281206"/>
            <a:ext cx="4501058" cy="2243709"/>
          </a:xfrm>
          <a:prstGeom prst="rect">
            <a:avLst/>
          </a:prstGeom>
        </p:spPr>
      </p:pic>
      <p:pic>
        <p:nvPicPr>
          <p:cNvPr id="10" name="Picture 9" descr="A line of black and green text&#10;&#10;Description automatically generated with medium confidence">
            <a:extLst>
              <a:ext uri="{FF2B5EF4-FFF2-40B4-BE49-F238E27FC236}">
                <a16:creationId xmlns:a16="http://schemas.microsoft.com/office/drawing/2014/main" id="{610CDD17-0287-48DB-8CFD-84540089AC4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1200" y="4943045"/>
            <a:ext cx="5189697" cy="18913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358140"/>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316985" y="525018"/>
            <a:ext cx="5572760" cy="696595"/>
          </a:xfrm>
          <a:prstGeom prst="rect">
            <a:avLst/>
          </a:prstGeom>
        </p:spPr>
        <p:txBody>
          <a:bodyPr vert="horz" wrap="square" lIns="0" tIns="13335" rIns="0" bIns="0" rtlCol="0">
            <a:spAutoFit/>
          </a:bodyPr>
          <a:lstStyle/>
          <a:p>
            <a:pPr marL="12700">
              <a:lnSpc>
                <a:spcPct val="100000"/>
              </a:lnSpc>
              <a:spcBef>
                <a:spcPts val="105"/>
              </a:spcBef>
            </a:pPr>
            <a:r>
              <a:rPr spc="-100" dirty="0"/>
              <a:t>Ph</a:t>
            </a:r>
            <a:r>
              <a:rPr spc="-90" dirty="0"/>
              <a:t>y</a:t>
            </a:r>
            <a:r>
              <a:rPr spc="-95" dirty="0"/>
              <a:t>s</a:t>
            </a:r>
            <a:r>
              <a:rPr spc="-100" dirty="0"/>
              <a:t>ic</a:t>
            </a:r>
            <a:r>
              <a:rPr spc="-105" dirty="0"/>
              <a:t>a</a:t>
            </a:r>
            <a:r>
              <a:rPr dirty="0"/>
              <a:t>l</a:t>
            </a:r>
            <a:r>
              <a:rPr spc="-240" dirty="0"/>
              <a:t> </a:t>
            </a:r>
            <a:r>
              <a:rPr spc="-95" dirty="0"/>
              <a:t>L</a:t>
            </a:r>
            <a:r>
              <a:rPr spc="-90" dirty="0"/>
              <a:t>ay</a:t>
            </a:r>
            <a:r>
              <a:rPr spc="-110" dirty="0"/>
              <a:t>e</a:t>
            </a:r>
            <a:r>
              <a:rPr spc="-100" dirty="0"/>
              <a:t>r</a:t>
            </a:r>
            <a:r>
              <a:rPr dirty="0"/>
              <a:t>:</a:t>
            </a:r>
            <a:r>
              <a:rPr spc="-240" dirty="0"/>
              <a:t> </a:t>
            </a:r>
            <a:r>
              <a:rPr spc="-100" dirty="0"/>
              <a:t>Ser</a:t>
            </a:r>
            <a:r>
              <a:rPr spc="-90" dirty="0"/>
              <a:t>v</a:t>
            </a:r>
            <a:r>
              <a:rPr spc="-110" dirty="0"/>
              <a:t>i</a:t>
            </a:r>
            <a:r>
              <a:rPr spc="-100" dirty="0"/>
              <a:t>c</a:t>
            </a:r>
            <a:r>
              <a:rPr spc="-110" dirty="0"/>
              <a:t>e</a:t>
            </a:r>
            <a:r>
              <a:rPr dirty="0"/>
              <a:t>s</a:t>
            </a:r>
          </a:p>
        </p:txBody>
      </p:sp>
      <p:graphicFrame>
        <p:nvGraphicFramePr>
          <p:cNvPr id="8" name="object 2">
            <a:extLst>
              <a:ext uri="{FF2B5EF4-FFF2-40B4-BE49-F238E27FC236}">
                <a16:creationId xmlns:a16="http://schemas.microsoft.com/office/drawing/2014/main" id="{117A271B-E37F-4000-5B1B-AB82D11F9CD4}"/>
              </a:ext>
            </a:extLst>
          </p:cNvPr>
          <p:cNvGraphicFramePr/>
          <p:nvPr>
            <p:extLst>
              <p:ext uri="{D42A27DB-BD31-4B8C-83A1-F6EECF244321}">
                <p14:modId xmlns:p14="http://schemas.microsoft.com/office/powerpoint/2010/main" val="734254751"/>
              </p:ext>
            </p:extLst>
          </p:nvPr>
        </p:nvGraphicFramePr>
        <p:xfrm>
          <a:off x="225711" y="1676400"/>
          <a:ext cx="11740577" cy="4938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358140"/>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744973" y="525018"/>
            <a:ext cx="271399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dirty="0"/>
              <a:t>g</a:t>
            </a:r>
          </a:p>
        </p:txBody>
      </p:sp>
      <p:pic>
        <p:nvPicPr>
          <p:cNvPr id="5" name="object 5" descr="A blue square with black text and a pink arrow&#10;&#10;Description automatically generated"/>
          <p:cNvPicPr/>
          <p:nvPr/>
        </p:nvPicPr>
        <p:blipFill>
          <a:blip r:embed="rId2" cstate="print"/>
          <a:stretch>
            <a:fillRect/>
          </a:stretch>
        </p:blipFill>
        <p:spPr>
          <a:xfrm>
            <a:off x="6091164" y="4474083"/>
            <a:ext cx="5941683" cy="1390650"/>
          </a:xfrm>
          <a:prstGeom prst="rect">
            <a:avLst/>
          </a:prstGeom>
        </p:spPr>
      </p:pic>
      <p:pic>
        <p:nvPicPr>
          <p:cNvPr id="6" name="object 6" descr="A line of lines with text&#10;&#10;Description automatically generated"/>
          <p:cNvPicPr/>
          <p:nvPr/>
        </p:nvPicPr>
        <p:blipFill>
          <a:blip r:embed="rId3" cstate="print"/>
          <a:stretch>
            <a:fillRect/>
          </a:stretch>
        </p:blipFill>
        <p:spPr>
          <a:xfrm>
            <a:off x="6089903" y="1968626"/>
            <a:ext cx="5943600" cy="1914525"/>
          </a:xfrm>
          <a:prstGeom prst="rect">
            <a:avLst/>
          </a:prstGeom>
        </p:spPr>
      </p:pic>
      <p:graphicFrame>
        <p:nvGraphicFramePr>
          <p:cNvPr id="9" name="object 2">
            <a:extLst>
              <a:ext uri="{FF2B5EF4-FFF2-40B4-BE49-F238E27FC236}">
                <a16:creationId xmlns:a16="http://schemas.microsoft.com/office/drawing/2014/main" id="{795E59DB-2D61-2A1E-F118-07DA598B9A96}"/>
              </a:ext>
            </a:extLst>
          </p:cNvPr>
          <p:cNvGraphicFramePr/>
          <p:nvPr/>
        </p:nvGraphicFramePr>
        <p:xfrm>
          <a:off x="535940" y="1769215"/>
          <a:ext cx="5335270" cy="3931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105900" y="2391917"/>
            <a:ext cx="995680" cy="394970"/>
          </a:xfrm>
          <a:custGeom>
            <a:avLst/>
            <a:gdLst/>
            <a:ahLst/>
            <a:cxnLst/>
            <a:rect l="l" t="t" r="r" b="b"/>
            <a:pathLst>
              <a:path w="995679" h="394969">
                <a:moveTo>
                  <a:pt x="995172" y="0"/>
                </a:moveTo>
                <a:lnTo>
                  <a:pt x="0" y="0"/>
                </a:lnTo>
                <a:lnTo>
                  <a:pt x="0" y="394715"/>
                </a:lnTo>
                <a:lnTo>
                  <a:pt x="995172" y="394715"/>
                </a:lnTo>
                <a:lnTo>
                  <a:pt x="995172" y="0"/>
                </a:lnTo>
                <a:close/>
              </a:path>
            </a:pathLst>
          </a:custGeom>
          <a:solidFill>
            <a:srgbClr val="FFFF00"/>
          </a:solidFill>
        </p:spPr>
        <p:txBody>
          <a:bodyPr wrap="square" lIns="0" tIns="0" rIns="0" bIns="0" rtlCol="0"/>
          <a:lstStyle/>
          <a:p>
            <a:endParaRPr/>
          </a:p>
        </p:txBody>
      </p:sp>
      <p:sp>
        <p:nvSpPr>
          <p:cNvPr id="3" name="object 3"/>
          <p:cNvSpPr/>
          <p:nvPr/>
        </p:nvSpPr>
        <p:spPr>
          <a:xfrm>
            <a:off x="8078723" y="3094482"/>
            <a:ext cx="3156585" cy="394970"/>
          </a:xfrm>
          <a:custGeom>
            <a:avLst/>
            <a:gdLst/>
            <a:ahLst/>
            <a:cxnLst/>
            <a:rect l="l" t="t" r="r" b="b"/>
            <a:pathLst>
              <a:path w="3156584" h="394970">
                <a:moveTo>
                  <a:pt x="3156204" y="0"/>
                </a:moveTo>
                <a:lnTo>
                  <a:pt x="0" y="0"/>
                </a:lnTo>
                <a:lnTo>
                  <a:pt x="0" y="394715"/>
                </a:lnTo>
                <a:lnTo>
                  <a:pt x="3156204" y="394715"/>
                </a:lnTo>
                <a:lnTo>
                  <a:pt x="3156204" y="0"/>
                </a:lnTo>
                <a:close/>
              </a:path>
            </a:pathLst>
          </a:custGeom>
          <a:solidFill>
            <a:srgbClr val="FFFF00"/>
          </a:solidFill>
        </p:spPr>
        <p:txBody>
          <a:bodyPr wrap="square" lIns="0" tIns="0" rIns="0" bIns="0" rtlCol="0"/>
          <a:lstStyle/>
          <a:p>
            <a:endParaRPr/>
          </a:p>
        </p:txBody>
      </p:sp>
      <p:sp>
        <p:nvSpPr>
          <p:cNvPr id="5" name="object 5"/>
          <p:cNvSpPr/>
          <p:nvPr/>
        </p:nvSpPr>
        <p:spPr>
          <a:xfrm>
            <a:off x="6307835" y="5025390"/>
            <a:ext cx="428625" cy="29209"/>
          </a:xfrm>
          <a:custGeom>
            <a:avLst/>
            <a:gdLst/>
            <a:ahLst/>
            <a:cxnLst/>
            <a:rect l="l" t="t" r="r" b="b"/>
            <a:pathLst>
              <a:path w="428625" h="29210">
                <a:moveTo>
                  <a:pt x="428243" y="0"/>
                </a:moveTo>
                <a:lnTo>
                  <a:pt x="0" y="0"/>
                </a:lnTo>
                <a:lnTo>
                  <a:pt x="0" y="28956"/>
                </a:lnTo>
                <a:lnTo>
                  <a:pt x="428243" y="28956"/>
                </a:lnTo>
                <a:lnTo>
                  <a:pt x="428243" y="0"/>
                </a:lnTo>
                <a:close/>
              </a:path>
            </a:pathLst>
          </a:custGeom>
          <a:solidFill>
            <a:srgbClr val="000000"/>
          </a:solidFill>
        </p:spPr>
        <p:txBody>
          <a:bodyPr wrap="square" lIns="0" tIns="0" rIns="0" bIns="0" rtlCol="0"/>
          <a:lstStyle/>
          <a:p>
            <a:endParaRPr/>
          </a:p>
        </p:txBody>
      </p:sp>
      <p:sp>
        <p:nvSpPr>
          <p:cNvPr id="6" name="object 6"/>
          <p:cNvSpPr txBox="1"/>
          <p:nvPr/>
        </p:nvSpPr>
        <p:spPr>
          <a:xfrm>
            <a:off x="5325490" y="4700981"/>
            <a:ext cx="2454910" cy="574675"/>
          </a:xfrm>
          <a:prstGeom prst="rect">
            <a:avLst/>
          </a:prstGeom>
        </p:spPr>
        <p:txBody>
          <a:bodyPr vert="horz" wrap="square" lIns="0" tIns="12700" rIns="0" bIns="0" rtlCol="0">
            <a:spAutoFit/>
          </a:bodyPr>
          <a:lstStyle/>
          <a:p>
            <a:pPr marL="38100">
              <a:lnSpc>
                <a:spcPct val="100000"/>
              </a:lnSpc>
              <a:spcBef>
                <a:spcPts val="100"/>
              </a:spcBef>
              <a:tabLst>
                <a:tab pos="982980" algn="l"/>
              </a:tabLst>
            </a:pPr>
            <a:r>
              <a:rPr sz="3600" dirty="0">
                <a:latin typeface="Cambria Math"/>
                <a:cs typeface="Cambria Math"/>
              </a:rPr>
              <a:t>𝑆</a:t>
            </a:r>
            <a:r>
              <a:rPr sz="3600" spc="275" dirty="0">
                <a:latin typeface="Cambria Math"/>
                <a:cs typeface="Cambria Math"/>
              </a:rPr>
              <a:t> </a:t>
            </a:r>
            <a:r>
              <a:rPr sz="3600" dirty="0">
                <a:latin typeface="Cambria Math"/>
                <a:cs typeface="Cambria Math"/>
              </a:rPr>
              <a:t>=	</a:t>
            </a:r>
            <a:r>
              <a:rPr sz="3900" spc="157" baseline="44871" dirty="0">
                <a:latin typeface="Cambria Math"/>
                <a:cs typeface="Cambria Math"/>
              </a:rPr>
              <a:t>𝑐𝑁</a:t>
            </a:r>
            <a:r>
              <a:rPr sz="3900" spc="472" baseline="44871" dirty="0">
                <a:latin typeface="Cambria Math"/>
                <a:cs typeface="Cambria Math"/>
              </a:rPr>
              <a:t> </a:t>
            </a:r>
            <a:r>
              <a:rPr sz="3600" dirty="0">
                <a:latin typeface="Times New Roman"/>
                <a:cs typeface="Times New Roman"/>
              </a:rPr>
              <a:t>baud</a:t>
            </a:r>
            <a:endParaRPr sz="3600">
              <a:latin typeface="Times New Roman"/>
              <a:cs typeface="Times New Roman"/>
            </a:endParaRPr>
          </a:p>
        </p:txBody>
      </p:sp>
      <p:sp>
        <p:nvSpPr>
          <p:cNvPr id="7" name="object 7"/>
          <p:cNvSpPr txBox="1"/>
          <p:nvPr/>
        </p:nvSpPr>
        <p:spPr>
          <a:xfrm>
            <a:off x="993139" y="4850134"/>
            <a:ext cx="11068050" cy="1915795"/>
          </a:xfrm>
          <a:prstGeom prst="rect">
            <a:avLst/>
          </a:prstGeom>
        </p:spPr>
        <p:txBody>
          <a:bodyPr vert="horz" wrap="square" lIns="0" tIns="220979" rIns="0" bIns="0" rtlCol="0">
            <a:spAutoFit/>
          </a:bodyPr>
          <a:lstStyle/>
          <a:p>
            <a:pPr marR="10795" algn="ctr">
              <a:lnSpc>
                <a:spcPct val="100000"/>
              </a:lnSpc>
              <a:spcBef>
                <a:spcPts val="1739"/>
              </a:spcBef>
            </a:pPr>
            <a:r>
              <a:rPr sz="2600" spc="150" dirty="0">
                <a:latin typeface="Cambria Math"/>
                <a:cs typeface="Cambria Math"/>
              </a:rPr>
              <a:t>𝑟</a:t>
            </a:r>
            <a:endParaRPr sz="2600">
              <a:latin typeface="Cambria Math"/>
              <a:cs typeface="Cambria Math"/>
            </a:endParaRPr>
          </a:p>
          <a:p>
            <a:pPr marL="12700" marR="5080">
              <a:lnSpc>
                <a:spcPct val="150100"/>
              </a:lnSpc>
              <a:spcBef>
                <a:spcPts val="40"/>
              </a:spcBef>
            </a:pPr>
            <a:r>
              <a:rPr sz="2800" spc="-5" dirty="0">
                <a:latin typeface="Times New Roman"/>
                <a:cs typeface="Times New Roman"/>
              </a:rPr>
              <a:t>where S</a:t>
            </a:r>
            <a:r>
              <a:rPr sz="2800" spc="25" dirty="0">
                <a:latin typeface="Times New Roman"/>
                <a:cs typeface="Times New Roman"/>
              </a:rPr>
              <a:t> </a:t>
            </a:r>
            <a:r>
              <a:rPr sz="2800" spc="-5" dirty="0">
                <a:latin typeface="Times New Roman"/>
                <a:cs typeface="Times New Roman"/>
              </a:rPr>
              <a:t>= baud</a:t>
            </a:r>
            <a:r>
              <a:rPr sz="2800" spc="5" dirty="0">
                <a:latin typeface="Times New Roman"/>
                <a:cs typeface="Times New Roman"/>
              </a:rPr>
              <a:t> </a:t>
            </a:r>
            <a:r>
              <a:rPr sz="2800" spc="-5" dirty="0">
                <a:latin typeface="Times New Roman"/>
                <a:cs typeface="Times New Roman"/>
              </a:rPr>
              <a:t>rate,</a:t>
            </a:r>
            <a:r>
              <a:rPr sz="2800" dirty="0">
                <a:latin typeface="Times New Roman"/>
                <a:cs typeface="Times New Roman"/>
              </a:rPr>
              <a:t> </a:t>
            </a:r>
            <a:r>
              <a:rPr sz="2800" spc="-5" dirty="0">
                <a:latin typeface="Times New Roman"/>
                <a:cs typeface="Times New Roman"/>
              </a:rPr>
              <a:t>c =</a:t>
            </a:r>
            <a:r>
              <a:rPr sz="2800" dirty="0">
                <a:latin typeface="Times New Roman"/>
                <a:cs typeface="Times New Roman"/>
              </a:rPr>
              <a:t> </a:t>
            </a:r>
            <a:r>
              <a:rPr sz="2800" spc="-5" dirty="0">
                <a:latin typeface="Times New Roman"/>
                <a:cs typeface="Times New Roman"/>
              </a:rPr>
              <a:t>case</a:t>
            </a:r>
            <a:r>
              <a:rPr sz="2800" spc="5" dirty="0">
                <a:latin typeface="Times New Roman"/>
                <a:cs typeface="Times New Roman"/>
              </a:rPr>
              <a:t> </a:t>
            </a:r>
            <a:r>
              <a:rPr sz="2800" spc="-15" dirty="0">
                <a:latin typeface="Times New Roman"/>
                <a:cs typeface="Times New Roman"/>
              </a:rPr>
              <a:t>factor,</a:t>
            </a:r>
            <a:r>
              <a:rPr sz="2800" spc="-60" dirty="0">
                <a:latin typeface="Times New Roman"/>
                <a:cs typeface="Times New Roman"/>
              </a:rPr>
              <a:t> </a:t>
            </a:r>
            <a:r>
              <a:rPr sz="2800" i="1" spc="-5" dirty="0">
                <a:latin typeface="Times New Roman"/>
                <a:cs typeface="Times New Roman"/>
              </a:rPr>
              <a:t>N</a:t>
            </a:r>
            <a:r>
              <a:rPr sz="2800" i="1" spc="-10" dirty="0">
                <a:latin typeface="Times New Roman"/>
                <a:cs typeface="Times New Roman"/>
              </a:rPr>
              <a:t> </a:t>
            </a:r>
            <a:r>
              <a:rPr sz="2800" spc="-5" dirty="0">
                <a:latin typeface="Times New Roman"/>
                <a:cs typeface="Times New Roman"/>
              </a:rPr>
              <a:t>=</a:t>
            </a:r>
            <a:r>
              <a:rPr sz="2800" dirty="0">
                <a:latin typeface="Times New Roman"/>
                <a:cs typeface="Times New Roman"/>
              </a:rPr>
              <a:t> bit</a:t>
            </a:r>
            <a:r>
              <a:rPr sz="2800" spc="-5" dirty="0">
                <a:latin typeface="Times New Roman"/>
                <a:cs typeface="Times New Roman"/>
              </a:rPr>
              <a:t> rate,</a:t>
            </a:r>
            <a:r>
              <a:rPr sz="2800" dirty="0">
                <a:latin typeface="Times New Roman"/>
                <a:cs typeface="Times New Roman"/>
              </a:rPr>
              <a:t> </a:t>
            </a:r>
            <a:r>
              <a:rPr sz="2800" i="1" spc="-5" dirty="0">
                <a:latin typeface="Times New Roman"/>
                <a:cs typeface="Times New Roman"/>
              </a:rPr>
              <a:t>r</a:t>
            </a:r>
            <a:r>
              <a:rPr sz="2800" i="1" spc="5" dirty="0">
                <a:latin typeface="Times New Roman"/>
                <a:cs typeface="Times New Roman"/>
              </a:rPr>
              <a:t> </a:t>
            </a:r>
            <a:r>
              <a:rPr sz="2800" spc="-5" dirty="0">
                <a:latin typeface="Times New Roman"/>
                <a:cs typeface="Times New Roman"/>
              </a:rPr>
              <a:t>is</a:t>
            </a:r>
            <a:r>
              <a:rPr sz="2800" spc="-10" dirty="0">
                <a:latin typeface="Times New Roman"/>
                <a:cs typeface="Times New Roman"/>
              </a:rPr>
              <a:t> </a:t>
            </a:r>
            <a:r>
              <a:rPr sz="2800" dirty="0">
                <a:latin typeface="Times New Roman"/>
                <a:cs typeface="Times New Roman"/>
              </a:rPr>
              <a:t>the </a:t>
            </a:r>
            <a:r>
              <a:rPr sz="2800" spc="-5" dirty="0">
                <a:latin typeface="Times New Roman"/>
                <a:cs typeface="Times New Roman"/>
              </a:rPr>
              <a:t>ratio </a:t>
            </a:r>
            <a:r>
              <a:rPr sz="2800" dirty="0">
                <a:latin typeface="Times New Roman"/>
                <a:cs typeface="Times New Roman"/>
              </a:rPr>
              <a:t>of</a:t>
            </a:r>
            <a:r>
              <a:rPr sz="2800" spc="-5" dirty="0">
                <a:latin typeface="Times New Roman"/>
                <a:cs typeface="Times New Roman"/>
              </a:rPr>
              <a:t> </a:t>
            </a:r>
            <a:r>
              <a:rPr sz="2800" dirty="0">
                <a:latin typeface="Times New Roman"/>
                <a:cs typeface="Times New Roman"/>
              </a:rPr>
              <a:t>data </a:t>
            </a:r>
            <a:r>
              <a:rPr sz="2800" spc="-5" dirty="0">
                <a:latin typeface="Times New Roman"/>
                <a:cs typeface="Times New Roman"/>
              </a:rPr>
              <a:t>element </a:t>
            </a:r>
            <a:r>
              <a:rPr sz="2800" spc="-685" dirty="0">
                <a:latin typeface="Times New Roman"/>
                <a:cs typeface="Times New Roman"/>
              </a:rPr>
              <a:t> </a:t>
            </a:r>
            <a:r>
              <a:rPr sz="2800" spc="-5" dirty="0">
                <a:latin typeface="Times New Roman"/>
                <a:cs typeface="Times New Roman"/>
              </a:rPr>
              <a:t>carried</a:t>
            </a:r>
            <a:r>
              <a:rPr sz="2800" dirty="0">
                <a:latin typeface="Times New Roman"/>
                <a:cs typeface="Times New Roman"/>
              </a:rPr>
              <a:t> </a:t>
            </a:r>
            <a:r>
              <a:rPr sz="2800" spc="-5" dirty="0">
                <a:latin typeface="Times New Roman"/>
                <a:cs typeface="Times New Roman"/>
              </a:rPr>
              <a:t>by</a:t>
            </a:r>
            <a:r>
              <a:rPr sz="2800" spc="10" dirty="0">
                <a:latin typeface="Times New Roman"/>
                <a:cs typeface="Times New Roman"/>
              </a:rPr>
              <a:t> </a:t>
            </a:r>
            <a:r>
              <a:rPr sz="2800" spc="-5" dirty="0">
                <a:latin typeface="Times New Roman"/>
                <a:cs typeface="Times New Roman"/>
              </a:rPr>
              <a:t>each</a:t>
            </a:r>
            <a:r>
              <a:rPr sz="2800" dirty="0">
                <a:latin typeface="Times New Roman"/>
                <a:cs typeface="Times New Roman"/>
              </a:rPr>
              <a:t> signal</a:t>
            </a:r>
            <a:endParaRPr sz="2800">
              <a:latin typeface="Times New Roman"/>
              <a:cs typeface="Times New Roman"/>
            </a:endParaRPr>
          </a:p>
        </p:txBody>
      </p:sp>
      <p:sp>
        <p:nvSpPr>
          <p:cNvPr id="8" name="object 8"/>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9" name="object 9"/>
          <p:cNvSpPr txBox="1">
            <a:spLocks noGrp="1"/>
          </p:cNvSpPr>
          <p:nvPr>
            <p:ph type="title"/>
          </p:nvPr>
        </p:nvSpPr>
        <p:spPr>
          <a:xfrm>
            <a:off x="382625" y="571322"/>
            <a:ext cx="11446510" cy="697230"/>
          </a:xfrm>
          <a:prstGeom prst="rect">
            <a:avLst/>
          </a:prstGeom>
        </p:spPr>
        <p:txBody>
          <a:bodyPr vert="horz" wrap="square" lIns="0" tIns="13335" rIns="0" bIns="0" rtlCol="0">
            <a:spAutoFit/>
          </a:bodyPr>
          <a:lstStyle/>
          <a:p>
            <a:pPr marL="12700">
              <a:lnSpc>
                <a:spcPct val="100000"/>
              </a:lnSpc>
              <a:spcBef>
                <a:spcPts val="105"/>
              </a:spcBef>
            </a:pPr>
            <a:r>
              <a:rPr spc="-75" dirty="0"/>
              <a:t>Line</a:t>
            </a:r>
            <a:r>
              <a:rPr spc="-210" dirty="0"/>
              <a:t> </a:t>
            </a:r>
            <a:r>
              <a:rPr spc="-85" dirty="0"/>
              <a:t>coding:</a:t>
            </a:r>
            <a:r>
              <a:rPr spc="-240" dirty="0"/>
              <a:t> </a:t>
            </a:r>
            <a:r>
              <a:rPr spc="-90" dirty="0"/>
              <a:t>Relationship</a:t>
            </a:r>
            <a:r>
              <a:rPr spc="-240" dirty="0"/>
              <a:t> </a:t>
            </a:r>
            <a:r>
              <a:rPr spc="-85" dirty="0"/>
              <a:t>between</a:t>
            </a:r>
            <a:r>
              <a:rPr spc="-229" dirty="0"/>
              <a:t> </a:t>
            </a:r>
            <a:r>
              <a:rPr spc="-75" dirty="0"/>
              <a:t>data</a:t>
            </a:r>
            <a:r>
              <a:rPr spc="-229" dirty="0"/>
              <a:t> </a:t>
            </a:r>
            <a:r>
              <a:rPr spc="-65" dirty="0"/>
              <a:t>and</a:t>
            </a:r>
            <a:r>
              <a:rPr spc="-210" dirty="0"/>
              <a:t> </a:t>
            </a:r>
            <a:r>
              <a:rPr spc="-80" dirty="0"/>
              <a:t>signal</a:t>
            </a:r>
          </a:p>
        </p:txBody>
      </p:sp>
      <p:graphicFrame>
        <p:nvGraphicFramePr>
          <p:cNvPr id="13" name="object 4">
            <a:extLst>
              <a:ext uri="{FF2B5EF4-FFF2-40B4-BE49-F238E27FC236}">
                <a16:creationId xmlns:a16="http://schemas.microsoft.com/office/drawing/2014/main" id="{B981EF26-F56B-7D6A-C3C5-B80EDF8C610B}"/>
              </a:ext>
            </a:extLst>
          </p:cNvPr>
          <p:cNvGraphicFramePr/>
          <p:nvPr>
            <p:extLst>
              <p:ext uri="{D42A27DB-BD31-4B8C-83A1-F6EECF244321}">
                <p14:modId xmlns:p14="http://schemas.microsoft.com/office/powerpoint/2010/main" val="18288096"/>
              </p:ext>
            </p:extLst>
          </p:nvPr>
        </p:nvGraphicFramePr>
        <p:xfrm>
          <a:off x="535940" y="1631442"/>
          <a:ext cx="10801985" cy="25628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82625" y="571322"/>
            <a:ext cx="11446510" cy="697230"/>
          </a:xfrm>
          <a:prstGeom prst="rect">
            <a:avLst/>
          </a:prstGeom>
        </p:spPr>
        <p:txBody>
          <a:bodyPr vert="horz" wrap="square" lIns="0" tIns="13335" rIns="0" bIns="0" rtlCol="0">
            <a:spAutoFit/>
          </a:bodyPr>
          <a:lstStyle/>
          <a:p>
            <a:pPr marL="12700">
              <a:lnSpc>
                <a:spcPct val="100000"/>
              </a:lnSpc>
              <a:spcBef>
                <a:spcPts val="105"/>
              </a:spcBef>
            </a:pPr>
            <a:r>
              <a:rPr spc="-75" dirty="0"/>
              <a:t>Line</a:t>
            </a:r>
            <a:r>
              <a:rPr spc="-210" dirty="0"/>
              <a:t> </a:t>
            </a:r>
            <a:r>
              <a:rPr spc="-85" dirty="0"/>
              <a:t>coding:</a:t>
            </a:r>
            <a:r>
              <a:rPr spc="-240" dirty="0"/>
              <a:t> </a:t>
            </a:r>
            <a:r>
              <a:rPr spc="-90" dirty="0"/>
              <a:t>Relationship</a:t>
            </a:r>
            <a:r>
              <a:rPr spc="-240" dirty="0"/>
              <a:t> </a:t>
            </a:r>
            <a:r>
              <a:rPr spc="-85" dirty="0"/>
              <a:t>between</a:t>
            </a:r>
            <a:r>
              <a:rPr spc="-229" dirty="0"/>
              <a:t> </a:t>
            </a:r>
            <a:r>
              <a:rPr spc="-75" dirty="0"/>
              <a:t>data</a:t>
            </a:r>
            <a:r>
              <a:rPr spc="-229" dirty="0"/>
              <a:t> </a:t>
            </a:r>
            <a:r>
              <a:rPr spc="-65" dirty="0"/>
              <a:t>and</a:t>
            </a:r>
            <a:r>
              <a:rPr spc="-210" dirty="0"/>
              <a:t> </a:t>
            </a:r>
            <a:r>
              <a:rPr spc="-80" dirty="0"/>
              <a:t>signal</a:t>
            </a:r>
          </a:p>
        </p:txBody>
      </p:sp>
      <p:pic>
        <p:nvPicPr>
          <p:cNvPr id="5" name="object 5" descr="A diagram of data elements&#10;&#10;Description automatically generated"/>
          <p:cNvPicPr/>
          <p:nvPr/>
        </p:nvPicPr>
        <p:blipFill>
          <a:blip r:embed="rId2" cstate="print"/>
          <a:stretch>
            <a:fillRect/>
          </a:stretch>
        </p:blipFill>
        <p:spPr>
          <a:xfrm>
            <a:off x="6189784" y="1472182"/>
            <a:ext cx="6002215" cy="5227831"/>
          </a:xfrm>
          <a:prstGeom prst="rect">
            <a:avLst/>
          </a:prstGeom>
        </p:spPr>
      </p:pic>
      <p:graphicFrame>
        <p:nvGraphicFramePr>
          <p:cNvPr id="7" name="object 2">
            <a:extLst>
              <a:ext uri="{FF2B5EF4-FFF2-40B4-BE49-F238E27FC236}">
                <a16:creationId xmlns:a16="http://schemas.microsoft.com/office/drawing/2014/main" id="{C37FF88B-39FB-0EC2-025D-D4459B6B9C3E}"/>
              </a:ext>
            </a:extLst>
          </p:cNvPr>
          <p:cNvGraphicFramePr/>
          <p:nvPr>
            <p:extLst>
              <p:ext uri="{D42A27DB-BD31-4B8C-83A1-F6EECF244321}">
                <p14:modId xmlns:p14="http://schemas.microsoft.com/office/powerpoint/2010/main" val="1666660558"/>
              </p:ext>
            </p:extLst>
          </p:nvPr>
        </p:nvGraphicFramePr>
        <p:xfrm>
          <a:off x="535940" y="1425274"/>
          <a:ext cx="5282565" cy="4843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615690" y="571322"/>
            <a:ext cx="4973320"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Sche</a:t>
            </a:r>
            <a:r>
              <a:rPr spc="-90" dirty="0"/>
              <a:t>m</a:t>
            </a:r>
            <a:r>
              <a:rPr spc="-110" dirty="0"/>
              <a:t>e</a:t>
            </a:r>
            <a:r>
              <a:rPr dirty="0"/>
              <a:t>s</a:t>
            </a:r>
          </a:p>
        </p:txBody>
      </p:sp>
      <p:pic>
        <p:nvPicPr>
          <p:cNvPr id="12" name="Picture 11" descr="A diagram of a number of different types of multitransnsmitters&#10;&#10;Description automatically generated">
            <a:extLst>
              <a:ext uri="{FF2B5EF4-FFF2-40B4-BE49-F238E27FC236}">
                <a16:creationId xmlns:a16="http://schemas.microsoft.com/office/drawing/2014/main" id="{A4BA86CF-5C92-4978-93AA-6798DFDFDE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440308"/>
            <a:ext cx="10114330" cy="51890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602485"/>
            <a:ext cx="5265420" cy="4779010"/>
          </a:xfrm>
          <a:prstGeom prst="rect">
            <a:avLst/>
          </a:prstGeom>
        </p:spPr>
        <p:txBody>
          <a:bodyPr vert="horz" wrap="square" lIns="0" tIns="186055" rIns="0" bIns="0" rtlCol="0">
            <a:spAutoFit/>
          </a:bodyPr>
          <a:lstStyle/>
          <a:p>
            <a:pPr marL="255270" indent="-243204">
              <a:lnSpc>
                <a:spcPct val="100000"/>
              </a:lnSpc>
              <a:spcBef>
                <a:spcPts val="1465"/>
              </a:spcBef>
              <a:buSzPct val="95833"/>
              <a:buFont typeface="Wingdings"/>
              <a:buChar char=""/>
              <a:tabLst>
                <a:tab pos="255904" algn="l"/>
              </a:tabLst>
            </a:pPr>
            <a:r>
              <a:rPr sz="2400" dirty="0">
                <a:latin typeface="Times New Roman"/>
                <a:cs typeface="Times New Roman"/>
              </a:rPr>
              <a:t>It</a:t>
            </a:r>
            <a:r>
              <a:rPr sz="2400" spc="-20" dirty="0">
                <a:latin typeface="Times New Roman"/>
                <a:cs typeface="Times New Roman"/>
              </a:rPr>
              <a:t> </a:t>
            </a:r>
            <a:r>
              <a:rPr sz="2400" spc="-5" dirty="0">
                <a:latin typeface="Times New Roman"/>
                <a:cs typeface="Times New Roman"/>
              </a:rPr>
              <a:t>uses</a:t>
            </a:r>
            <a:r>
              <a:rPr sz="2400" spc="-10" dirty="0">
                <a:latin typeface="Times New Roman"/>
                <a:cs typeface="Times New Roman"/>
              </a:rPr>
              <a:t> </a:t>
            </a:r>
            <a:r>
              <a:rPr sz="2400" dirty="0">
                <a:latin typeface="Times New Roman"/>
                <a:cs typeface="Times New Roman"/>
              </a:rPr>
              <a:t>only</a:t>
            </a:r>
            <a:r>
              <a:rPr sz="2400" spc="-20" dirty="0">
                <a:latin typeface="Times New Roman"/>
                <a:cs typeface="Times New Roman"/>
              </a:rPr>
              <a:t> </a:t>
            </a:r>
            <a:r>
              <a:rPr sz="2400" dirty="0">
                <a:latin typeface="Times New Roman"/>
                <a:cs typeface="Times New Roman"/>
              </a:rPr>
              <a:t>one</a:t>
            </a:r>
            <a:r>
              <a:rPr sz="2400" spc="-20" dirty="0">
                <a:latin typeface="Times New Roman"/>
                <a:cs typeface="Times New Roman"/>
              </a:rPr>
              <a:t> </a:t>
            </a:r>
            <a:r>
              <a:rPr sz="2400" dirty="0">
                <a:latin typeface="Times New Roman"/>
                <a:cs typeface="Times New Roman"/>
              </a:rPr>
              <a:t>voltage</a:t>
            </a:r>
            <a:r>
              <a:rPr sz="2400" spc="-35" dirty="0">
                <a:latin typeface="Times New Roman"/>
                <a:cs typeface="Times New Roman"/>
              </a:rPr>
              <a:t> </a:t>
            </a:r>
            <a:r>
              <a:rPr sz="2400" dirty="0">
                <a:latin typeface="Times New Roman"/>
                <a:cs typeface="Times New Roman"/>
              </a:rPr>
              <a:t>level.</a:t>
            </a:r>
          </a:p>
          <a:p>
            <a:pPr marL="241300" marR="6350" indent="-228600">
              <a:lnSpc>
                <a:spcPct val="130000"/>
              </a:lnSpc>
              <a:spcBef>
                <a:spcPts val="505"/>
              </a:spcBef>
              <a:buSzPct val="95833"/>
              <a:buFont typeface="Wingdings"/>
              <a:buChar char=""/>
              <a:tabLst>
                <a:tab pos="255904" algn="l"/>
                <a:tab pos="664845" algn="l"/>
                <a:tab pos="1092835" algn="l"/>
                <a:tab pos="1807845" algn="l"/>
                <a:tab pos="2759075" algn="l"/>
                <a:tab pos="3876040" algn="l"/>
                <a:tab pos="4996180" algn="l"/>
              </a:tabLst>
            </a:pPr>
            <a:r>
              <a:rPr sz="2400" dirty="0">
                <a:latin typeface="Times New Roman"/>
                <a:cs typeface="Times New Roman"/>
              </a:rPr>
              <a:t>It	i</a:t>
            </a:r>
            <a:r>
              <a:rPr sz="2400" spc="-5" dirty="0">
                <a:latin typeface="Times New Roman"/>
                <a:cs typeface="Times New Roman"/>
              </a:rPr>
              <a:t>s</a:t>
            </a:r>
            <a:r>
              <a:rPr sz="2400" dirty="0">
                <a:latin typeface="Times New Roman"/>
                <a:cs typeface="Times New Roman"/>
              </a:rPr>
              <a:t>	</a:t>
            </a:r>
            <a:r>
              <a:rPr sz="2400" spc="-5" dirty="0">
                <a:latin typeface="Times New Roman"/>
                <a:cs typeface="Times New Roman"/>
              </a:rPr>
              <a:t>al</a:t>
            </a:r>
            <a:r>
              <a:rPr sz="2400" dirty="0">
                <a:latin typeface="Times New Roman"/>
                <a:cs typeface="Times New Roman"/>
              </a:rPr>
              <a:t>so	c</a:t>
            </a:r>
            <a:r>
              <a:rPr sz="2400" spc="-10" dirty="0">
                <a:latin typeface="Times New Roman"/>
                <a:cs typeface="Times New Roman"/>
              </a:rPr>
              <a:t>a</a:t>
            </a:r>
            <a:r>
              <a:rPr sz="2400" dirty="0">
                <a:latin typeface="Times New Roman"/>
                <a:cs typeface="Times New Roman"/>
              </a:rPr>
              <a:t>lled	</a:t>
            </a:r>
            <a:r>
              <a:rPr sz="2400" spc="-10" dirty="0">
                <a:latin typeface="Times New Roman"/>
                <a:cs typeface="Times New Roman"/>
              </a:rPr>
              <a:t>O</a:t>
            </a:r>
            <a:r>
              <a:rPr sz="2400" spc="-5" dirty="0">
                <a:latin typeface="Times New Roman"/>
                <a:cs typeface="Times New Roman"/>
              </a:rPr>
              <a:t>n</a:t>
            </a:r>
            <a:r>
              <a:rPr sz="2400" dirty="0">
                <a:latin typeface="Times New Roman"/>
                <a:cs typeface="Times New Roman"/>
              </a:rPr>
              <a:t>-</a:t>
            </a:r>
            <a:r>
              <a:rPr sz="2400" spc="-5" dirty="0">
                <a:latin typeface="Times New Roman"/>
                <a:cs typeface="Times New Roman"/>
              </a:rPr>
              <a:t>O</a:t>
            </a:r>
            <a:r>
              <a:rPr sz="2400" spc="-55" dirty="0">
                <a:latin typeface="Times New Roman"/>
                <a:cs typeface="Times New Roman"/>
              </a:rPr>
              <a:t>f</a:t>
            </a:r>
            <a:r>
              <a:rPr sz="2400" dirty="0">
                <a:latin typeface="Times New Roman"/>
                <a:cs typeface="Times New Roman"/>
              </a:rPr>
              <a:t>f	Keying	or  </a:t>
            </a:r>
            <a:r>
              <a:rPr sz="2400" spc="-5" dirty="0">
                <a:latin typeface="Times New Roman"/>
                <a:cs typeface="Times New Roman"/>
              </a:rPr>
              <a:t>simply </a:t>
            </a:r>
            <a:r>
              <a:rPr sz="2400" spc="-10" dirty="0">
                <a:latin typeface="Times New Roman"/>
                <a:cs typeface="Times New Roman"/>
              </a:rPr>
              <a:t>OOK.</a:t>
            </a:r>
            <a:endParaRPr sz="2400" dirty="0">
              <a:latin typeface="Times New Roman"/>
              <a:cs typeface="Times New Roman"/>
            </a:endParaRPr>
          </a:p>
          <a:p>
            <a:pPr marL="241300" marR="5080" indent="-228600">
              <a:lnSpc>
                <a:spcPct val="130000"/>
              </a:lnSpc>
              <a:spcBef>
                <a:spcPts val="495"/>
              </a:spcBef>
              <a:buSzPct val="95833"/>
              <a:buFont typeface="Wingdings"/>
              <a:buChar char=""/>
              <a:tabLst>
                <a:tab pos="255904" algn="l"/>
              </a:tabLst>
            </a:pPr>
            <a:r>
              <a:rPr sz="2400" dirty="0">
                <a:latin typeface="Times New Roman"/>
                <a:cs typeface="Times New Roman"/>
              </a:rPr>
              <a:t>Positive</a:t>
            </a:r>
            <a:r>
              <a:rPr sz="2400" spc="270" dirty="0">
                <a:latin typeface="Times New Roman"/>
                <a:cs typeface="Times New Roman"/>
              </a:rPr>
              <a:t> </a:t>
            </a:r>
            <a:r>
              <a:rPr sz="2400" spc="-5" dirty="0">
                <a:latin typeface="Times New Roman"/>
                <a:cs typeface="Times New Roman"/>
              </a:rPr>
              <a:t>voltage</a:t>
            </a:r>
            <a:r>
              <a:rPr sz="2400" spc="260" dirty="0">
                <a:latin typeface="Times New Roman"/>
                <a:cs typeface="Times New Roman"/>
              </a:rPr>
              <a:t> </a:t>
            </a:r>
            <a:r>
              <a:rPr sz="2400" dirty="0">
                <a:latin typeface="Times New Roman"/>
                <a:cs typeface="Times New Roman"/>
              </a:rPr>
              <a:t>is</a:t>
            </a:r>
            <a:r>
              <a:rPr sz="2400" spc="280" dirty="0">
                <a:latin typeface="Times New Roman"/>
                <a:cs typeface="Times New Roman"/>
              </a:rPr>
              <a:t> </a:t>
            </a:r>
            <a:r>
              <a:rPr sz="2400" spc="-5" dirty="0">
                <a:latin typeface="Times New Roman"/>
                <a:cs typeface="Times New Roman"/>
              </a:rPr>
              <a:t>defined</a:t>
            </a:r>
            <a:r>
              <a:rPr sz="2400" spc="280" dirty="0">
                <a:latin typeface="Times New Roman"/>
                <a:cs typeface="Times New Roman"/>
              </a:rPr>
              <a:t> </a:t>
            </a:r>
            <a:r>
              <a:rPr sz="2400" dirty="0">
                <a:latin typeface="Times New Roman"/>
                <a:cs typeface="Times New Roman"/>
              </a:rPr>
              <a:t>by</a:t>
            </a:r>
            <a:r>
              <a:rPr sz="2400" spc="275" dirty="0">
                <a:latin typeface="Times New Roman"/>
                <a:cs typeface="Times New Roman"/>
              </a:rPr>
              <a:t> </a:t>
            </a:r>
            <a:r>
              <a:rPr sz="2400" spc="-5" dirty="0">
                <a:latin typeface="Times New Roman"/>
                <a:cs typeface="Times New Roman"/>
              </a:rPr>
              <a:t>bit</a:t>
            </a:r>
            <a:r>
              <a:rPr sz="2400" spc="275" dirty="0">
                <a:latin typeface="Times New Roman"/>
                <a:cs typeface="Times New Roman"/>
              </a:rPr>
              <a:t> </a:t>
            </a:r>
            <a:r>
              <a:rPr sz="2400" dirty="0">
                <a:latin typeface="Times New Roman"/>
                <a:cs typeface="Times New Roman"/>
              </a:rPr>
              <a:t>1</a:t>
            </a:r>
            <a:r>
              <a:rPr sz="2400" spc="270" dirty="0">
                <a:latin typeface="Times New Roman"/>
                <a:cs typeface="Times New Roman"/>
              </a:rPr>
              <a:t> </a:t>
            </a:r>
            <a:r>
              <a:rPr sz="2400" dirty="0">
                <a:latin typeface="Times New Roman"/>
                <a:cs typeface="Times New Roman"/>
              </a:rPr>
              <a:t>and </a:t>
            </a:r>
            <a:r>
              <a:rPr sz="2400" spc="-585" dirty="0">
                <a:latin typeface="Times New Roman"/>
                <a:cs typeface="Times New Roman"/>
              </a:rPr>
              <a:t> </a:t>
            </a:r>
            <a:r>
              <a:rPr sz="2400" dirty="0">
                <a:latin typeface="Times New Roman"/>
                <a:cs typeface="Times New Roman"/>
              </a:rPr>
              <a:t>zero</a:t>
            </a:r>
            <a:r>
              <a:rPr sz="2400" spc="-15" dirty="0">
                <a:latin typeface="Times New Roman"/>
                <a:cs typeface="Times New Roman"/>
              </a:rPr>
              <a:t> </a:t>
            </a:r>
            <a:r>
              <a:rPr sz="2400" dirty="0">
                <a:latin typeface="Times New Roman"/>
                <a:cs typeface="Times New Roman"/>
              </a:rPr>
              <a:t>voltage</a:t>
            </a:r>
            <a:r>
              <a:rPr sz="2400" spc="-35" dirty="0">
                <a:latin typeface="Times New Roman"/>
                <a:cs typeface="Times New Roman"/>
              </a:rPr>
              <a:t> </a:t>
            </a:r>
            <a:r>
              <a:rPr sz="2400" dirty="0">
                <a:latin typeface="Times New Roman"/>
                <a:cs typeface="Times New Roman"/>
              </a:rPr>
              <a:t>defines</a:t>
            </a:r>
            <a:r>
              <a:rPr sz="2400" spc="-10" dirty="0">
                <a:latin typeface="Times New Roman"/>
                <a:cs typeface="Times New Roman"/>
              </a:rPr>
              <a:t> </a:t>
            </a:r>
            <a:r>
              <a:rPr sz="2400" dirty="0">
                <a:latin typeface="Times New Roman"/>
                <a:cs typeface="Times New Roman"/>
              </a:rPr>
              <a:t>bit</a:t>
            </a:r>
            <a:r>
              <a:rPr sz="2400" spc="-5" dirty="0">
                <a:latin typeface="Times New Roman"/>
                <a:cs typeface="Times New Roman"/>
              </a:rPr>
              <a:t> </a:t>
            </a:r>
            <a:r>
              <a:rPr sz="2400" dirty="0">
                <a:latin typeface="Times New Roman"/>
                <a:cs typeface="Times New Roman"/>
              </a:rPr>
              <a:t>0.</a:t>
            </a:r>
          </a:p>
          <a:p>
            <a:pPr marL="255270" indent="-243204">
              <a:lnSpc>
                <a:spcPct val="100000"/>
              </a:lnSpc>
              <a:spcBef>
                <a:spcPts val="1370"/>
              </a:spcBef>
              <a:buSzPct val="95833"/>
              <a:buFont typeface="Wingdings"/>
              <a:buChar char=""/>
              <a:tabLst>
                <a:tab pos="255904" algn="l"/>
              </a:tabLst>
            </a:pPr>
            <a:r>
              <a:rPr sz="2400" spc="-60" dirty="0">
                <a:latin typeface="Times New Roman"/>
                <a:cs typeface="Times New Roman"/>
              </a:rPr>
              <a:t>Two</a:t>
            </a:r>
            <a:r>
              <a:rPr sz="2400" spc="-20" dirty="0">
                <a:latin typeface="Times New Roman"/>
                <a:cs typeface="Times New Roman"/>
              </a:rPr>
              <a:t> </a:t>
            </a:r>
            <a:r>
              <a:rPr sz="2400" spc="-5" dirty="0">
                <a:latin typeface="Times New Roman"/>
                <a:cs typeface="Times New Roman"/>
              </a:rPr>
              <a:t>variations:</a:t>
            </a:r>
            <a:endParaRPr sz="2400" dirty="0">
              <a:latin typeface="Times New Roman"/>
              <a:cs typeface="Times New Roman"/>
            </a:endParaRPr>
          </a:p>
          <a:p>
            <a:pPr marL="698500" marR="283845" lvl="1" indent="-229235">
              <a:lnSpc>
                <a:spcPct val="130000"/>
              </a:lnSpc>
              <a:spcBef>
                <a:spcPts val="595"/>
              </a:spcBef>
              <a:buFont typeface="Wingdings"/>
              <a:buChar char=""/>
              <a:tabLst>
                <a:tab pos="699135" algn="l"/>
              </a:tabLst>
            </a:pPr>
            <a:r>
              <a:rPr sz="1900" spc="-5" dirty="0">
                <a:latin typeface="Times New Roman"/>
                <a:cs typeface="Times New Roman"/>
              </a:rPr>
              <a:t>Non-Return-to-Zero</a:t>
            </a:r>
            <a:r>
              <a:rPr sz="1900" spc="10" dirty="0">
                <a:latin typeface="Times New Roman"/>
                <a:cs typeface="Times New Roman"/>
              </a:rPr>
              <a:t> </a:t>
            </a:r>
            <a:r>
              <a:rPr sz="1900" spc="-5" dirty="0">
                <a:latin typeface="Times New Roman"/>
                <a:cs typeface="Times New Roman"/>
              </a:rPr>
              <a:t>(NRZ):</a:t>
            </a:r>
            <a:r>
              <a:rPr sz="1900" spc="10" dirty="0">
                <a:latin typeface="Times New Roman"/>
                <a:cs typeface="Times New Roman"/>
              </a:rPr>
              <a:t> </a:t>
            </a:r>
            <a:r>
              <a:rPr sz="1900" spc="-5" dirty="0">
                <a:latin typeface="Times New Roman"/>
                <a:cs typeface="Times New Roman"/>
              </a:rPr>
              <a:t>Signal</a:t>
            </a:r>
            <a:r>
              <a:rPr sz="1900" spc="5" dirty="0">
                <a:latin typeface="Times New Roman"/>
                <a:cs typeface="Times New Roman"/>
              </a:rPr>
              <a:t> </a:t>
            </a:r>
            <a:r>
              <a:rPr sz="1900" spc="-5" dirty="0">
                <a:latin typeface="Times New Roman"/>
                <a:cs typeface="Times New Roman"/>
              </a:rPr>
              <a:t>does</a:t>
            </a:r>
            <a:r>
              <a:rPr sz="1900" dirty="0">
                <a:latin typeface="Times New Roman"/>
                <a:cs typeface="Times New Roman"/>
              </a:rPr>
              <a:t> </a:t>
            </a:r>
            <a:r>
              <a:rPr sz="1900" spc="-5" dirty="0">
                <a:latin typeface="Times New Roman"/>
                <a:cs typeface="Times New Roman"/>
              </a:rPr>
              <a:t>not </a:t>
            </a:r>
            <a:r>
              <a:rPr sz="1900" spc="-459" dirty="0">
                <a:latin typeface="Times New Roman"/>
                <a:cs typeface="Times New Roman"/>
              </a:rPr>
              <a:t> </a:t>
            </a:r>
            <a:r>
              <a:rPr sz="1900" spc="-5" dirty="0">
                <a:latin typeface="Times New Roman"/>
                <a:cs typeface="Times New Roman"/>
              </a:rPr>
              <a:t>return</a:t>
            </a:r>
            <a:r>
              <a:rPr sz="1900" dirty="0">
                <a:latin typeface="Times New Roman"/>
                <a:cs typeface="Times New Roman"/>
              </a:rPr>
              <a:t> </a:t>
            </a:r>
            <a:r>
              <a:rPr sz="1900" spc="-5" dirty="0">
                <a:latin typeface="Times New Roman"/>
                <a:cs typeface="Times New Roman"/>
              </a:rPr>
              <a:t>to zero</a:t>
            </a:r>
            <a:r>
              <a:rPr sz="1900" spc="5" dirty="0">
                <a:latin typeface="Times New Roman"/>
                <a:cs typeface="Times New Roman"/>
              </a:rPr>
              <a:t> </a:t>
            </a:r>
            <a:r>
              <a:rPr sz="1900" spc="-5" dirty="0">
                <a:latin typeface="Times New Roman"/>
                <a:cs typeface="Times New Roman"/>
              </a:rPr>
              <a:t>at</a:t>
            </a:r>
            <a:r>
              <a:rPr sz="1900" spc="-10" dirty="0">
                <a:latin typeface="Times New Roman"/>
                <a:cs typeface="Times New Roman"/>
              </a:rPr>
              <a:t> </a:t>
            </a:r>
            <a:r>
              <a:rPr sz="1900" spc="-5" dirty="0">
                <a:latin typeface="Times New Roman"/>
                <a:cs typeface="Times New Roman"/>
              </a:rPr>
              <a:t>the</a:t>
            </a:r>
            <a:r>
              <a:rPr sz="1900" spc="-10" dirty="0">
                <a:latin typeface="Times New Roman"/>
                <a:cs typeface="Times New Roman"/>
              </a:rPr>
              <a:t> middle</a:t>
            </a:r>
            <a:r>
              <a:rPr sz="1900" spc="10" dirty="0">
                <a:latin typeface="Times New Roman"/>
                <a:cs typeface="Times New Roman"/>
              </a:rPr>
              <a:t> </a:t>
            </a:r>
            <a:r>
              <a:rPr sz="1900" spc="-5" dirty="0">
                <a:latin typeface="Times New Roman"/>
                <a:cs typeface="Times New Roman"/>
              </a:rPr>
              <a:t>of</a:t>
            </a:r>
            <a:r>
              <a:rPr sz="1900" spc="5" dirty="0">
                <a:latin typeface="Times New Roman"/>
                <a:cs typeface="Times New Roman"/>
              </a:rPr>
              <a:t> </a:t>
            </a:r>
            <a:r>
              <a:rPr sz="1900" spc="-5" dirty="0">
                <a:latin typeface="Times New Roman"/>
                <a:cs typeface="Times New Roman"/>
              </a:rPr>
              <a:t>the</a:t>
            </a:r>
            <a:r>
              <a:rPr sz="1900" spc="-10" dirty="0">
                <a:latin typeface="Times New Roman"/>
                <a:cs typeface="Times New Roman"/>
              </a:rPr>
              <a:t> </a:t>
            </a:r>
            <a:r>
              <a:rPr sz="1900" spc="-5" dirty="0">
                <a:latin typeface="Times New Roman"/>
                <a:cs typeface="Times New Roman"/>
              </a:rPr>
              <a:t>bit.</a:t>
            </a:r>
            <a:endParaRPr sz="1900" dirty="0">
              <a:latin typeface="Times New Roman"/>
              <a:cs typeface="Times New Roman"/>
            </a:endParaRPr>
          </a:p>
          <a:p>
            <a:pPr marL="698500" marR="181610" lvl="1" indent="-229235">
              <a:lnSpc>
                <a:spcPct val="130000"/>
              </a:lnSpc>
              <a:spcBef>
                <a:spcPts val="505"/>
              </a:spcBef>
              <a:buFont typeface="Wingdings"/>
              <a:buChar char=""/>
              <a:tabLst>
                <a:tab pos="699135" algn="l"/>
              </a:tabLst>
            </a:pPr>
            <a:r>
              <a:rPr sz="1900" spc="-5" dirty="0">
                <a:latin typeface="Times New Roman"/>
                <a:cs typeface="Times New Roman"/>
              </a:rPr>
              <a:t>Return</a:t>
            </a:r>
            <a:r>
              <a:rPr sz="1900" spc="5" dirty="0">
                <a:latin typeface="Times New Roman"/>
                <a:cs typeface="Times New Roman"/>
              </a:rPr>
              <a:t> </a:t>
            </a:r>
            <a:r>
              <a:rPr sz="1900" spc="-5" dirty="0">
                <a:latin typeface="Times New Roman"/>
                <a:cs typeface="Times New Roman"/>
              </a:rPr>
              <a:t>to Zero</a:t>
            </a:r>
            <a:r>
              <a:rPr sz="1900" spc="10" dirty="0">
                <a:latin typeface="Times New Roman"/>
                <a:cs typeface="Times New Roman"/>
              </a:rPr>
              <a:t> </a:t>
            </a:r>
            <a:r>
              <a:rPr sz="1900" spc="-5" dirty="0">
                <a:latin typeface="Times New Roman"/>
                <a:cs typeface="Times New Roman"/>
              </a:rPr>
              <a:t>(RZ):</a:t>
            </a:r>
            <a:r>
              <a:rPr sz="1900" spc="5" dirty="0">
                <a:latin typeface="Times New Roman"/>
                <a:cs typeface="Times New Roman"/>
              </a:rPr>
              <a:t> </a:t>
            </a:r>
            <a:r>
              <a:rPr sz="1900" spc="-5" dirty="0">
                <a:latin typeface="Times New Roman"/>
                <a:cs typeface="Times New Roman"/>
              </a:rPr>
              <a:t>Signal</a:t>
            </a:r>
            <a:r>
              <a:rPr sz="1900" dirty="0">
                <a:latin typeface="Times New Roman"/>
                <a:cs typeface="Times New Roman"/>
              </a:rPr>
              <a:t> </a:t>
            </a:r>
            <a:r>
              <a:rPr sz="1900" spc="-5" dirty="0">
                <a:latin typeface="Times New Roman"/>
                <a:cs typeface="Times New Roman"/>
              </a:rPr>
              <a:t>returns to</a:t>
            </a:r>
            <a:r>
              <a:rPr sz="1900" spc="10" dirty="0">
                <a:latin typeface="Times New Roman"/>
                <a:cs typeface="Times New Roman"/>
              </a:rPr>
              <a:t> </a:t>
            </a:r>
            <a:r>
              <a:rPr sz="1900" spc="-5" dirty="0">
                <a:latin typeface="Times New Roman"/>
                <a:cs typeface="Times New Roman"/>
              </a:rPr>
              <a:t>zero </a:t>
            </a:r>
            <a:r>
              <a:rPr sz="1900" spc="-10" dirty="0">
                <a:latin typeface="Times New Roman"/>
                <a:cs typeface="Times New Roman"/>
              </a:rPr>
              <a:t>at </a:t>
            </a:r>
            <a:r>
              <a:rPr sz="1900" spc="-459" dirty="0">
                <a:latin typeface="Times New Roman"/>
                <a:cs typeface="Times New Roman"/>
              </a:rPr>
              <a:t> </a:t>
            </a:r>
            <a:r>
              <a:rPr sz="1900" spc="-5" dirty="0">
                <a:latin typeface="Times New Roman"/>
                <a:cs typeface="Times New Roman"/>
              </a:rPr>
              <a:t>the</a:t>
            </a:r>
            <a:r>
              <a:rPr sz="1900" spc="-15" dirty="0">
                <a:latin typeface="Times New Roman"/>
                <a:cs typeface="Times New Roman"/>
              </a:rPr>
              <a:t> </a:t>
            </a:r>
            <a:r>
              <a:rPr sz="1900" spc="-10" dirty="0">
                <a:latin typeface="Times New Roman"/>
                <a:cs typeface="Times New Roman"/>
              </a:rPr>
              <a:t>middle</a:t>
            </a:r>
            <a:r>
              <a:rPr sz="1900" spc="10" dirty="0">
                <a:latin typeface="Times New Roman"/>
                <a:cs typeface="Times New Roman"/>
              </a:rPr>
              <a:t> </a:t>
            </a:r>
            <a:r>
              <a:rPr sz="1900" spc="-5" dirty="0">
                <a:latin typeface="Times New Roman"/>
                <a:cs typeface="Times New Roman"/>
              </a:rPr>
              <a:t>of</a:t>
            </a:r>
            <a:r>
              <a:rPr sz="1900" spc="5" dirty="0">
                <a:latin typeface="Times New Roman"/>
                <a:cs typeface="Times New Roman"/>
              </a:rPr>
              <a:t> </a:t>
            </a:r>
            <a:r>
              <a:rPr sz="1900" spc="-5" dirty="0">
                <a:latin typeface="Times New Roman"/>
                <a:cs typeface="Times New Roman"/>
              </a:rPr>
              <a:t>the bit.</a:t>
            </a:r>
            <a:endParaRPr sz="1900" dirty="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574541" y="571322"/>
            <a:ext cx="5056505"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Unip</a:t>
            </a:r>
            <a:r>
              <a:rPr spc="-95" dirty="0"/>
              <a:t>o</a:t>
            </a:r>
            <a:r>
              <a:rPr spc="-100" dirty="0"/>
              <a:t>l</a:t>
            </a:r>
            <a:r>
              <a:rPr spc="-105" dirty="0"/>
              <a:t>a</a:t>
            </a:r>
            <a:r>
              <a:rPr dirty="0"/>
              <a:t>r</a:t>
            </a:r>
          </a:p>
        </p:txBody>
      </p:sp>
      <p:pic>
        <p:nvPicPr>
          <p:cNvPr id="5" name="object 5"/>
          <p:cNvPicPr/>
          <p:nvPr/>
        </p:nvPicPr>
        <p:blipFill>
          <a:blip r:embed="rId3" cstate="print"/>
          <a:stretch>
            <a:fillRect/>
          </a:stretch>
        </p:blipFill>
        <p:spPr>
          <a:xfrm>
            <a:off x="6384481" y="2083307"/>
            <a:ext cx="5267993" cy="34762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41526"/>
            <a:ext cx="5187315" cy="1840864"/>
          </a:xfrm>
          <a:prstGeom prst="rect">
            <a:avLst/>
          </a:prstGeom>
        </p:spPr>
        <p:txBody>
          <a:bodyPr vert="horz" wrap="square" lIns="0" tIns="12700" rIns="0" bIns="0" rtlCol="0">
            <a:spAutoFit/>
          </a:bodyPr>
          <a:lstStyle/>
          <a:p>
            <a:pPr marL="414020">
              <a:lnSpc>
                <a:spcPct val="100000"/>
              </a:lnSpc>
              <a:spcBef>
                <a:spcPts val="100"/>
              </a:spcBef>
            </a:pPr>
            <a:r>
              <a:rPr sz="2400" b="1" spc="-5" dirty="0">
                <a:solidFill>
                  <a:srgbClr val="333333"/>
                </a:solidFill>
                <a:latin typeface="Times New Roman"/>
                <a:cs typeface="Times New Roman"/>
              </a:rPr>
              <a:t>Unipolar</a:t>
            </a:r>
            <a:r>
              <a:rPr sz="2400" b="1" spc="-50" dirty="0">
                <a:solidFill>
                  <a:srgbClr val="333333"/>
                </a:solidFill>
                <a:latin typeface="Times New Roman"/>
                <a:cs typeface="Times New Roman"/>
              </a:rPr>
              <a:t> </a:t>
            </a:r>
            <a:r>
              <a:rPr sz="2400" b="1" spc="-5" dirty="0">
                <a:solidFill>
                  <a:srgbClr val="333333"/>
                </a:solidFill>
                <a:latin typeface="Times New Roman"/>
                <a:cs typeface="Times New Roman"/>
              </a:rPr>
              <a:t>Non-Return</a:t>
            </a:r>
            <a:r>
              <a:rPr sz="2400" b="1" spc="10" dirty="0">
                <a:solidFill>
                  <a:srgbClr val="333333"/>
                </a:solidFill>
                <a:latin typeface="Times New Roman"/>
                <a:cs typeface="Times New Roman"/>
              </a:rPr>
              <a:t> </a:t>
            </a:r>
            <a:r>
              <a:rPr sz="2400" b="1" spc="-5" dirty="0">
                <a:solidFill>
                  <a:srgbClr val="333333"/>
                </a:solidFill>
                <a:latin typeface="Times New Roman"/>
                <a:cs typeface="Times New Roman"/>
              </a:rPr>
              <a:t>to</a:t>
            </a:r>
            <a:r>
              <a:rPr sz="2400" b="1" dirty="0">
                <a:solidFill>
                  <a:srgbClr val="333333"/>
                </a:solidFill>
                <a:latin typeface="Times New Roman"/>
                <a:cs typeface="Times New Roman"/>
              </a:rPr>
              <a:t> </a:t>
            </a:r>
            <a:r>
              <a:rPr sz="2400" b="1" spc="-20" dirty="0">
                <a:solidFill>
                  <a:srgbClr val="333333"/>
                </a:solidFill>
                <a:latin typeface="Times New Roman"/>
                <a:cs typeface="Times New Roman"/>
              </a:rPr>
              <a:t>Zero</a:t>
            </a:r>
            <a:r>
              <a:rPr sz="2400" b="1" spc="25" dirty="0">
                <a:solidFill>
                  <a:srgbClr val="333333"/>
                </a:solidFill>
                <a:latin typeface="Times New Roman"/>
                <a:cs typeface="Times New Roman"/>
              </a:rPr>
              <a:t> </a:t>
            </a:r>
            <a:r>
              <a:rPr sz="2400" b="1" spc="-10" dirty="0">
                <a:solidFill>
                  <a:srgbClr val="333333"/>
                </a:solidFill>
                <a:latin typeface="Times New Roman"/>
                <a:cs typeface="Times New Roman"/>
              </a:rPr>
              <a:t>(NRZ)</a:t>
            </a:r>
            <a:endParaRPr sz="2400">
              <a:latin typeface="Times New Roman"/>
              <a:cs typeface="Times New Roman"/>
            </a:endParaRPr>
          </a:p>
          <a:p>
            <a:pPr marL="241300" indent="-228600">
              <a:lnSpc>
                <a:spcPct val="100000"/>
              </a:lnSpc>
              <a:spcBef>
                <a:spcPts val="2265"/>
              </a:spcBef>
              <a:buFont typeface="Wingdings"/>
              <a:buChar char=""/>
              <a:tabLst>
                <a:tab pos="241300" algn="l"/>
              </a:tabLst>
            </a:pPr>
            <a:r>
              <a:rPr sz="2000" dirty="0">
                <a:latin typeface="Times New Roman"/>
                <a:cs typeface="Times New Roman"/>
              </a:rPr>
              <a:t>A</a:t>
            </a:r>
            <a:r>
              <a:rPr sz="2000" spc="-120" dirty="0">
                <a:latin typeface="Times New Roman"/>
                <a:cs typeface="Times New Roman"/>
              </a:rPr>
              <a:t> </a:t>
            </a:r>
            <a:r>
              <a:rPr sz="2000" dirty="0">
                <a:latin typeface="Times New Roman"/>
                <a:cs typeface="Times New Roman"/>
              </a:rPr>
              <a:t>High</a:t>
            </a:r>
            <a:r>
              <a:rPr sz="2000" spc="-15" dirty="0">
                <a:latin typeface="Times New Roman"/>
                <a:cs typeface="Times New Roman"/>
              </a:rPr>
              <a:t> </a:t>
            </a:r>
            <a:r>
              <a:rPr sz="2000" dirty="0">
                <a:latin typeface="Times New Roman"/>
                <a:cs typeface="Times New Roman"/>
              </a:rPr>
              <a:t>(1)</a:t>
            </a:r>
            <a:r>
              <a:rPr sz="2000" spc="-25" dirty="0">
                <a:latin typeface="Times New Roman"/>
                <a:cs typeface="Times New Roman"/>
              </a:rPr>
              <a:t> </a:t>
            </a:r>
            <a:r>
              <a:rPr sz="2000" dirty="0">
                <a:latin typeface="Times New Roman"/>
                <a:cs typeface="Times New Roman"/>
              </a:rPr>
              <a:t>in</a:t>
            </a:r>
            <a:r>
              <a:rPr sz="2000" spc="-10" dirty="0">
                <a:latin typeface="Times New Roman"/>
                <a:cs typeface="Times New Roman"/>
              </a:rPr>
              <a:t> </a:t>
            </a:r>
            <a:r>
              <a:rPr sz="2000" dirty="0">
                <a:latin typeface="Times New Roman"/>
                <a:cs typeface="Times New Roman"/>
              </a:rPr>
              <a:t>data</a:t>
            </a:r>
            <a:r>
              <a:rPr sz="2000" spc="-30" dirty="0">
                <a:latin typeface="Times New Roman"/>
                <a:cs typeface="Times New Roman"/>
              </a:rPr>
              <a:t> </a:t>
            </a: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represented</a:t>
            </a:r>
            <a:r>
              <a:rPr sz="2000" spc="-45" dirty="0">
                <a:latin typeface="Times New Roman"/>
                <a:cs typeface="Times New Roman"/>
              </a:rPr>
              <a:t> </a:t>
            </a:r>
            <a:r>
              <a:rPr sz="2000" dirty="0">
                <a:latin typeface="Times New Roman"/>
                <a:cs typeface="Times New Roman"/>
              </a:rPr>
              <a:t>by</a:t>
            </a:r>
            <a:r>
              <a:rPr sz="2000" spc="-20" dirty="0">
                <a:latin typeface="Times New Roman"/>
                <a:cs typeface="Times New Roman"/>
              </a:rPr>
              <a:t> </a:t>
            </a:r>
            <a:r>
              <a:rPr sz="2000" dirty="0">
                <a:latin typeface="Times New Roman"/>
                <a:cs typeface="Times New Roman"/>
              </a:rPr>
              <a:t>a positive</a:t>
            </a:r>
            <a:endParaRPr sz="2000">
              <a:latin typeface="Times New Roman"/>
              <a:cs typeface="Times New Roman"/>
            </a:endParaRPr>
          </a:p>
          <a:p>
            <a:pPr marL="241300">
              <a:lnSpc>
                <a:spcPct val="100000"/>
              </a:lnSpc>
              <a:spcBef>
                <a:spcPts val="720"/>
              </a:spcBef>
            </a:pPr>
            <a:r>
              <a:rPr sz="2000" dirty="0">
                <a:latin typeface="Times New Roman"/>
                <a:cs typeface="Times New Roman"/>
              </a:rPr>
              <a:t>pulse.</a:t>
            </a:r>
            <a:endParaRPr sz="2000">
              <a:latin typeface="Times New Roman"/>
              <a:cs typeface="Times New Roman"/>
            </a:endParaRPr>
          </a:p>
          <a:p>
            <a:pPr marL="241300" indent="-228600">
              <a:lnSpc>
                <a:spcPct val="100000"/>
              </a:lnSpc>
              <a:spcBef>
                <a:spcPts val="1225"/>
              </a:spcBef>
              <a:buFont typeface="Wingdings"/>
              <a:buChar char=""/>
              <a:tabLst>
                <a:tab pos="241300" algn="l"/>
              </a:tabLst>
            </a:pPr>
            <a:r>
              <a:rPr sz="2000" dirty="0">
                <a:latin typeface="Times New Roman"/>
                <a:cs typeface="Times New Roman"/>
              </a:rPr>
              <a:t>A</a:t>
            </a:r>
            <a:r>
              <a:rPr sz="2000" spc="-114" dirty="0">
                <a:latin typeface="Times New Roman"/>
                <a:cs typeface="Times New Roman"/>
              </a:rPr>
              <a:t> </a:t>
            </a:r>
            <a:r>
              <a:rPr sz="2000" dirty="0">
                <a:latin typeface="Times New Roman"/>
                <a:cs typeface="Times New Roman"/>
              </a:rPr>
              <a:t>Low(0)</a:t>
            </a:r>
            <a:r>
              <a:rPr sz="2000" spc="-35" dirty="0">
                <a:latin typeface="Times New Roman"/>
                <a:cs typeface="Times New Roman"/>
              </a:rPr>
              <a:t> </a:t>
            </a:r>
            <a:r>
              <a:rPr sz="2000" dirty="0">
                <a:latin typeface="Times New Roman"/>
                <a:cs typeface="Times New Roman"/>
              </a:rPr>
              <a:t>in</a:t>
            </a:r>
            <a:r>
              <a:rPr sz="2000" spc="-15" dirty="0">
                <a:latin typeface="Times New Roman"/>
                <a:cs typeface="Times New Roman"/>
              </a:rPr>
              <a:t> </a:t>
            </a:r>
            <a:r>
              <a:rPr sz="2000" dirty="0">
                <a:latin typeface="Times New Roman"/>
                <a:cs typeface="Times New Roman"/>
              </a:rPr>
              <a:t>data</a:t>
            </a:r>
            <a:r>
              <a:rPr sz="2000" spc="-20" dirty="0">
                <a:latin typeface="Times New Roman"/>
                <a:cs typeface="Times New Roman"/>
              </a:rPr>
              <a:t> </a:t>
            </a:r>
            <a:r>
              <a:rPr sz="2000" dirty="0">
                <a:latin typeface="Times New Roman"/>
                <a:cs typeface="Times New Roman"/>
              </a:rPr>
              <a:t>input</a:t>
            </a:r>
            <a:r>
              <a:rPr sz="2000" spc="-40" dirty="0">
                <a:latin typeface="Times New Roman"/>
                <a:cs typeface="Times New Roman"/>
              </a:rPr>
              <a:t> </a:t>
            </a:r>
            <a:r>
              <a:rPr sz="2000" dirty="0">
                <a:latin typeface="Times New Roman"/>
                <a:cs typeface="Times New Roman"/>
              </a:rPr>
              <a:t>has</a:t>
            </a:r>
            <a:r>
              <a:rPr sz="2000" spc="-20" dirty="0">
                <a:latin typeface="Times New Roman"/>
                <a:cs typeface="Times New Roman"/>
              </a:rPr>
              <a:t> </a:t>
            </a:r>
            <a:r>
              <a:rPr sz="2000" dirty="0">
                <a:latin typeface="Times New Roman"/>
                <a:cs typeface="Times New Roman"/>
              </a:rPr>
              <a:t>no</a:t>
            </a:r>
            <a:r>
              <a:rPr sz="2000" spc="-5" dirty="0">
                <a:latin typeface="Times New Roman"/>
                <a:cs typeface="Times New Roman"/>
              </a:rPr>
              <a:t> </a:t>
            </a:r>
            <a:r>
              <a:rPr sz="2000" dirty="0">
                <a:latin typeface="Times New Roman"/>
                <a:cs typeface="Times New Roman"/>
              </a:rPr>
              <a:t>pulse.</a:t>
            </a:r>
            <a:endParaRPr sz="2000">
              <a:latin typeface="Times New Roman"/>
              <a:cs typeface="Times New Roman"/>
            </a:endParaRPr>
          </a:p>
        </p:txBody>
      </p:sp>
      <p:sp>
        <p:nvSpPr>
          <p:cNvPr id="3" name="object 3"/>
          <p:cNvSpPr/>
          <p:nvPr/>
        </p:nvSpPr>
        <p:spPr>
          <a:xfrm>
            <a:off x="0" y="365759"/>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574541" y="532002"/>
            <a:ext cx="505587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spc="-105" dirty="0"/>
              <a:t>g</a:t>
            </a:r>
            <a:r>
              <a:rPr dirty="0"/>
              <a:t>:</a:t>
            </a:r>
            <a:r>
              <a:rPr spc="-240" dirty="0"/>
              <a:t> </a:t>
            </a:r>
            <a:r>
              <a:rPr spc="-100" dirty="0"/>
              <a:t>Unip</a:t>
            </a:r>
            <a:r>
              <a:rPr spc="-90" dirty="0"/>
              <a:t>o</a:t>
            </a:r>
            <a:r>
              <a:rPr spc="-100" dirty="0"/>
              <a:t>l</a:t>
            </a:r>
            <a:r>
              <a:rPr spc="-105" dirty="0"/>
              <a:t>a</a:t>
            </a:r>
            <a:r>
              <a:rPr dirty="0"/>
              <a:t>r</a:t>
            </a:r>
          </a:p>
        </p:txBody>
      </p:sp>
      <p:pic>
        <p:nvPicPr>
          <p:cNvPr id="5" name="object 5"/>
          <p:cNvPicPr/>
          <p:nvPr/>
        </p:nvPicPr>
        <p:blipFill>
          <a:blip r:embed="rId3" cstate="print"/>
          <a:stretch>
            <a:fillRect/>
          </a:stretch>
        </p:blipFill>
        <p:spPr>
          <a:xfrm>
            <a:off x="19811" y="3611879"/>
            <a:ext cx="5929754" cy="3246118"/>
          </a:xfrm>
          <a:prstGeom prst="rect">
            <a:avLst/>
          </a:prstGeom>
        </p:spPr>
      </p:pic>
      <p:pic>
        <p:nvPicPr>
          <p:cNvPr id="6" name="object 6"/>
          <p:cNvPicPr/>
          <p:nvPr/>
        </p:nvPicPr>
        <p:blipFill>
          <a:blip r:embed="rId4" cstate="print"/>
          <a:stretch>
            <a:fillRect/>
          </a:stretch>
        </p:blipFill>
        <p:spPr>
          <a:xfrm>
            <a:off x="6172200" y="3985258"/>
            <a:ext cx="5914790" cy="2872739"/>
          </a:xfrm>
          <a:prstGeom prst="rect">
            <a:avLst/>
          </a:prstGeom>
        </p:spPr>
      </p:pic>
      <p:sp>
        <p:nvSpPr>
          <p:cNvPr id="7" name="object 7"/>
          <p:cNvSpPr txBox="1"/>
          <p:nvPr/>
        </p:nvSpPr>
        <p:spPr>
          <a:xfrm>
            <a:off x="6079363" y="1341031"/>
            <a:ext cx="5803265" cy="2726055"/>
          </a:xfrm>
          <a:prstGeom prst="rect">
            <a:avLst/>
          </a:prstGeom>
        </p:spPr>
        <p:txBody>
          <a:bodyPr vert="horz" wrap="square" lIns="0" tIns="212725" rIns="0" bIns="0" rtlCol="0">
            <a:spAutoFit/>
          </a:bodyPr>
          <a:lstStyle/>
          <a:p>
            <a:pPr marL="525780">
              <a:lnSpc>
                <a:spcPct val="100000"/>
              </a:lnSpc>
              <a:spcBef>
                <a:spcPts val="1675"/>
              </a:spcBef>
            </a:pPr>
            <a:r>
              <a:rPr sz="2400" b="1" spc="-5" dirty="0">
                <a:solidFill>
                  <a:srgbClr val="333333"/>
                </a:solidFill>
                <a:latin typeface="Times New Roman"/>
                <a:cs typeface="Times New Roman"/>
              </a:rPr>
              <a:t>Unipolar</a:t>
            </a:r>
            <a:r>
              <a:rPr sz="2400" b="1" spc="-55" dirty="0">
                <a:solidFill>
                  <a:srgbClr val="333333"/>
                </a:solidFill>
                <a:latin typeface="Times New Roman"/>
                <a:cs typeface="Times New Roman"/>
              </a:rPr>
              <a:t> </a:t>
            </a:r>
            <a:r>
              <a:rPr sz="2400" b="1" spc="-5" dirty="0">
                <a:solidFill>
                  <a:srgbClr val="333333"/>
                </a:solidFill>
                <a:latin typeface="Times New Roman"/>
                <a:cs typeface="Times New Roman"/>
              </a:rPr>
              <a:t>Return</a:t>
            </a:r>
            <a:r>
              <a:rPr sz="2400" b="1" spc="5" dirty="0">
                <a:solidFill>
                  <a:srgbClr val="333333"/>
                </a:solidFill>
                <a:latin typeface="Times New Roman"/>
                <a:cs typeface="Times New Roman"/>
              </a:rPr>
              <a:t> </a:t>
            </a:r>
            <a:r>
              <a:rPr sz="2400" b="1" spc="-5" dirty="0">
                <a:solidFill>
                  <a:srgbClr val="333333"/>
                </a:solidFill>
                <a:latin typeface="Times New Roman"/>
                <a:cs typeface="Times New Roman"/>
              </a:rPr>
              <a:t>to</a:t>
            </a:r>
            <a:r>
              <a:rPr sz="2400" b="1" dirty="0">
                <a:solidFill>
                  <a:srgbClr val="333333"/>
                </a:solidFill>
                <a:latin typeface="Times New Roman"/>
                <a:cs typeface="Times New Roman"/>
              </a:rPr>
              <a:t> </a:t>
            </a:r>
            <a:r>
              <a:rPr sz="2400" b="1" spc="-25" dirty="0">
                <a:solidFill>
                  <a:srgbClr val="333333"/>
                </a:solidFill>
                <a:latin typeface="Times New Roman"/>
                <a:cs typeface="Times New Roman"/>
              </a:rPr>
              <a:t>Zero</a:t>
            </a:r>
            <a:r>
              <a:rPr sz="2400" b="1" spc="20" dirty="0">
                <a:solidFill>
                  <a:srgbClr val="333333"/>
                </a:solidFill>
                <a:latin typeface="Times New Roman"/>
                <a:cs typeface="Times New Roman"/>
              </a:rPr>
              <a:t> </a:t>
            </a:r>
            <a:r>
              <a:rPr sz="2400" b="1" spc="-10" dirty="0">
                <a:solidFill>
                  <a:srgbClr val="333333"/>
                </a:solidFill>
                <a:latin typeface="Times New Roman"/>
                <a:cs typeface="Times New Roman"/>
              </a:rPr>
              <a:t>(RZ)</a:t>
            </a:r>
            <a:endParaRPr sz="2400">
              <a:latin typeface="Times New Roman"/>
              <a:cs typeface="Times New Roman"/>
            </a:endParaRPr>
          </a:p>
          <a:p>
            <a:pPr marL="241300" indent="-228600">
              <a:lnSpc>
                <a:spcPct val="100000"/>
              </a:lnSpc>
              <a:spcBef>
                <a:spcPts val="1190"/>
              </a:spcBef>
              <a:buFont typeface="Wingdings"/>
              <a:buChar char=""/>
              <a:tabLst>
                <a:tab pos="241300" algn="l"/>
              </a:tabLst>
            </a:pPr>
            <a:r>
              <a:rPr sz="1800" dirty="0">
                <a:latin typeface="Times New Roman"/>
                <a:cs typeface="Times New Roman"/>
              </a:rPr>
              <a:t>A</a:t>
            </a:r>
            <a:r>
              <a:rPr sz="1800" spc="-110" dirty="0">
                <a:latin typeface="Times New Roman"/>
                <a:cs typeface="Times New Roman"/>
              </a:rPr>
              <a:t> </a:t>
            </a:r>
            <a:r>
              <a:rPr sz="1800" dirty="0">
                <a:latin typeface="Times New Roman"/>
                <a:cs typeface="Times New Roman"/>
              </a:rPr>
              <a:t>High</a:t>
            </a:r>
            <a:r>
              <a:rPr sz="1800" spc="-5" dirty="0">
                <a:latin typeface="Times New Roman"/>
                <a:cs typeface="Times New Roman"/>
              </a:rPr>
              <a:t> </a:t>
            </a:r>
            <a:r>
              <a:rPr sz="1800" dirty="0">
                <a:latin typeface="Times New Roman"/>
                <a:cs typeface="Times New Roman"/>
              </a:rPr>
              <a:t>in </a:t>
            </a:r>
            <a:r>
              <a:rPr sz="1800" spc="-5" dirty="0">
                <a:latin typeface="Times New Roman"/>
                <a:cs typeface="Times New Roman"/>
              </a:rPr>
              <a:t>data</a:t>
            </a:r>
            <a:r>
              <a:rPr sz="1800" dirty="0">
                <a:latin typeface="Times New Roman"/>
                <a:cs typeface="Times New Roman"/>
              </a:rPr>
              <a:t> represented</a:t>
            </a:r>
            <a:r>
              <a:rPr sz="1800" spc="-25" dirty="0">
                <a:latin typeface="Times New Roman"/>
                <a:cs typeface="Times New Roman"/>
              </a:rPr>
              <a:t> </a:t>
            </a:r>
            <a:r>
              <a:rPr sz="1800" dirty="0">
                <a:latin typeface="Times New Roman"/>
                <a:cs typeface="Times New Roman"/>
              </a:rPr>
              <a:t>by</a:t>
            </a:r>
            <a:r>
              <a:rPr sz="1800" spc="-15"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+ve</a:t>
            </a:r>
            <a:r>
              <a:rPr sz="1800" spc="-15" dirty="0">
                <a:latin typeface="Times New Roman"/>
                <a:cs typeface="Times New Roman"/>
              </a:rPr>
              <a:t> </a:t>
            </a:r>
            <a:r>
              <a:rPr sz="1800" dirty="0">
                <a:latin typeface="Times New Roman"/>
                <a:cs typeface="Times New Roman"/>
              </a:rPr>
              <a:t>pulse</a:t>
            </a:r>
            <a:r>
              <a:rPr sz="1800" spc="-15" dirty="0">
                <a:latin typeface="Times New Roman"/>
                <a:cs typeface="Times New Roman"/>
              </a:rPr>
              <a:t> </a:t>
            </a:r>
            <a:r>
              <a:rPr sz="1800" dirty="0">
                <a:latin typeface="Times New Roman"/>
                <a:cs typeface="Times New Roman"/>
              </a:rPr>
              <a:t>but</a:t>
            </a:r>
            <a:r>
              <a:rPr sz="1800" spc="-5" dirty="0">
                <a:latin typeface="Times New Roman"/>
                <a:cs typeface="Times New Roman"/>
              </a:rPr>
              <a:t> </a:t>
            </a:r>
            <a:r>
              <a:rPr sz="1800" dirty="0">
                <a:latin typeface="Times New Roman"/>
                <a:cs typeface="Times New Roman"/>
              </a:rPr>
              <a:t>its duration</a:t>
            </a:r>
            <a:r>
              <a:rPr sz="1800" spc="-25" dirty="0">
                <a:latin typeface="Times New Roman"/>
                <a:cs typeface="Times New Roman"/>
              </a:rPr>
              <a:t> </a:t>
            </a:r>
            <a:r>
              <a:rPr sz="1800" dirty="0">
                <a:latin typeface="Times New Roman"/>
                <a:cs typeface="Times New Roman"/>
              </a:rPr>
              <a:t>is</a:t>
            </a:r>
            <a:endParaRPr sz="1800">
              <a:latin typeface="Times New Roman"/>
              <a:cs typeface="Times New Roman"/>
            </a:endParaRPr>
          </a:p>
          <a:p>
            <a:pPr marL="241300">
              <a:lnSpc>
                <a:spcPct val="100000"/>
              </a:lnSpc>
              <a:spcBef>
                <a:spcPts val="1080"/>
              </a:spcBef>
            </a:pPr>
            <a:r>
              <a:rPr sz="1800" dirty="0">
                <a:latin typeface="Times New Roman"/>
                <a:cs typeface="Times New Roman"/>
              </a:rPr>
              <a:t>less</a:t>
            </a:r>
            <a:r>
              <a:rPr sz="1800" spc="-30" dirty="0">
                <a:latin typeface="Times New Roman"/>
                <a:cs typeface="Times New Roman"/>
              </a:rPr>
              <a:t> </a:t>
            </a:r>
            <a:r>
              <a:rPr sz="1800" dirty="0">
                <a:latin typeface="Times New Roman"/>
                <a:cs typeface="Times New Roman"/>
              </a:rPr>
              <a:t>than</a:t>
            </a:r>
            <a:r>
              <a:rPr sz="1800" spc="-25" dirty="0">
                <a:latin typeface="Times New Roman"/>
                <a:cs typeface="Times New Roman"/>
              </a:rPr>
              <a:t> </a:t>
            </a:r>
            <a:r>
              <a:rPr sz="1800" dirty="0">
                <a:latin typeface="Times New Roman"/>
                <a:cs typeface="Times New Roman"/>
              </a:rPr>
              <a:t>the</a:t>
            </a:r>
            <a:r>
              <a:rPr sz="1800" spc="-10" dirty="0">
                <a:latin typeface="Times New Roman"/>
                <a:cs typeface="Times New Roman"/>
              </a:rPr>
              <a:t> </a:t>
            </a:r>
            <a:r>
              <a:rPr sz="1800" dirty="0">
                <a:latin typeface="Times New Roman"/>
                <a:cs typeface="Times New Roman"/>
              </a:rPr>
              <a:t>symbol</a:t>
            </a:r>
            <a:r>
              <a:rPr sz="1800" spc="-30" dirty="0">
                <a:latin typeface="Times New Roman"/>
                <a:cs typeface="Times New Roman"/>
              </a:rPr>
              <a:t> </a:t>
            </a:r>
            <a:r>
              <a:rPr sz="1800" dirty="0">
                <a:latin typeface="Times New Roman"/>
                <a:cs typeface="Times New Roman"/>
              </a:rPr>
              <a:t>bit</a:t>
            </a:r>
            <a:r>
              <a:rPr sz="1800" spc="-10" dirty="0">
                <a:latin typeface="Times New Roman"/>
                <a:cs typeface="Times New Roman"/>
              </a:rPr>
              <a:t> </a:t>
            </a:r>
            <a:r>
              <a:rPr sz="1800" dirty="0">
                <a:latin typeface="Times New Roman"/>
                <a:cs typeface="Times New Roman"/>
              </a:rPr>
              <a:t>duration.</a:t>
            </a:r>
            <a:endParaRPr sz="1800">
              <a:latin typeface="Times New Roman"/>
              <a:cs typeface="Times New Roman"/>
            </a:endParaRPr>
          </a:p>
          <a:p>
            <a:pPr marL="241300" marR="5080" indent="-228600">
              <a:lnSpc>
                <a:spcPct val="150000"/>
              </a:lnSpc>
              <a:spcBef>
                <a:spcPts val="495"/>
              </a:spcBef>
              <a:buFont typeface="Wingdings"/>
              <a:buChar char=""/>
              <a:tabLst>
                <a:tab pos="241300" algn="l"/>
              </a:tabLst>
            </a:pPr>
            <a:r>
              <a:rPr sz="1800" dirty="0">
                <a:latin typeface="Times New Roman"/>
                <a:cs typeface="Times New Roman"/>
              </a:rPr>
              <a:t>Half of the bit duration remains high, but it </a:t>
            </a:r>
            <a:r>
              <a:rPr sz="1800" spc="-5" dirty="0">
                <a:latin typeface="Times New Roman"/>
                <a:cs typeface="Times New Roman"/>
              </a:rPr>
              <a:t>immediately </a:t>
            </a:r>
            <a:r>
              <a:rPr sz="1800" dirty="0">
                <a:latin typeface="Times New Roman"/>
                <a:cs typeface="Times New Roman"/>
              </a:rPr>
              <a:t> returns</a:t>
            </a:r>
            <a:r>
              <a:rPr sz="1800" spc="-20" dirty="0">
                <a:latin typeface="Times New Roman"/>
                <a:cs typeface="Times New Roman"/>
              </a:rPr>
              <a:t> </a:t>
            </a:r>
            <a:r>
              <a:rPr sz="1800" dirty="0">
                <a:latin typeface="Times New Roman"/>
                <a:cs typeface="Times New Roman"/>
              </a:rPr>
              <a:t>to</a:t>
            </a:r>
            <a:r>
              <a:rPr sz="1800" spc="-5" dirty="0">
                <a:latin typeface="Times New Roman"/>
                <a:cs typeface="Times New Roman"/>
              </a:rPr>
              <a:t> </a:t>
            </a:r>
            <a:r>
              <a:rPr sz="1800" dirty="0">
                <a:latin typeface="Times New Roman"/>
                <a:cs typeface="Times New Roman"/>
              </a:rPr>
              <a:t>zero</a:t>
            </a:r>
            <a:r>
              <a:rPr sz="1800" spc="-5" dirty="0">
                <a:latin typeface="Times New Roman"/>
                <a:cs typeface="Times New Roman"/>
              </a:rPr>
              <a:t> </a:t>
            </a:r>
            <a:r>
              <a:rPr sz="1800" dirty="0">
                <a:latin typeface="Times New Roman"/>
                <a:cs typeface="Times New Roman"/>
              </a:rPr>
              <a:t>and</a:t>
            </a:r>
            <a:r>
              <a:rPr sz="1800" spc="-15" dirty="0">
                <a:latin typeface="Times New Roman"/>
                <a:cs typeface="Times New Roman"/>
              </a:rPr>
              <a:t> </a:t>
            </a:r>
            <a:r>
              <a:rPr sz="1800" spc="-5" dirty="0">
                <a:latin typeface="Times New Roman"/>
                <a:cs typeface="Times New Roman"/>
              </a:rPr>
              <a:t>shows</a:t>
            </a:r>
            <a:r>
              <a:rPr sz="1800" spc="5" dirty="0">
                <a:latin typeface="Times New Roman"/>
                <a:cs typeface="Times New Roman"/>
              </a:rPr>
              <a:t> </a:t>
            </a:r>
            <a:r>
              <a:rPr sz="1800" dirty="0">
                <a:latin typeface="Times New Roman"/>
                <a:cs typeface="Times New Roman"/>
              </a:rPr>
              <a:t>the</a:t>
            </a:r>
            <a:r>
              <a:rPr sz="1800" spc="-10" dirty="0">
                <a:latin typeface="Times New Roman"/>
                <a:cs typeface="Times New Roman"/>
              </a:rPr>
              <a:t> </a:t>
            </a:r>
            <a:r>
              <a:rPr sz="1800" dirty="0">
                <a:latin typeface="Times New Roman"/>
                <a:cs typeface="Times New Roman"/>
              </a:rPr>
              <a:t>absence</a:t>
            </a:r>
            <a:r>
              <a:rPr sz="1800" spc="-2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pulse for</a:t>
            </a:r>
            <a:r>
              <a:rPr sz="1800" spc="-20" dirty="0">
                <a:latin typeface="Times New Roman"/>
                <a:cs typeface="Times New Roman"/>
              </a:rPr>
              <a:t> </a:t>
            </a:r>
            <a:r>
              <a:rPr sz="1800" dirty="0">
                <a:latin typeface="Times New Roman"/>
                <a:cs typeface="Times New Roman"/>
              </a:rPr>
              <a:t>remaining </a:t>
            </a:r>
            <a:r>
              <a:rPr sz="1800" spc="-434" dirty="0">
                <a:latin typeface="Times New Roman"/>
                <a:cs typeface="Times New Roman"/>
              </a:rPr>
              <a:t> </a:t>
            </a:r>
            <a:r>
              <a:rPr sz="1800" dirty="0">
                <a:latin typeface="Times New Roman"/>
                <a:cs typeface="Times New Roman"/>
              </a:rPr>
              <a:t>half.</a:t>
            </a:r>
            <a:endParaRPr sz="18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975353" y="571322"/>
            <a:ext cx="4253865"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5" dirty="0"/>
              <a:t>P</a:t>
            </a:r>
            <a:r>
              <a:rPr spc="-95" dirty="0"/>
              <a:t>o</a:t>
            </a:r>
            <a:r>
              <a:rPr spc="-100" dirty="0"/>
              <a:t>l</a:t>
            </a:r>
            <a:r>
              <a:rPr spc="-95" dirty="0"/>
              <a:t>a</a:t>
            </a:r>
            <a:r>
              <a:rPr dirty="0"/>
              <a:t>r</a:t>
            </a:r>
          </a:p>
        </p:txBody>
      </p:sp>
      <p:pic>
        <p:nvPicPr>
          <p:cNvPr id="5" name="object 5"/>
          <p:cNvPicPr/>
          <p:nvPr/>
        </p:nvPicPr>
        <p:blipFill>
          <a:blip r:embed="rId3" cstate="print"/>
          <a:stretch>
            <a:fillRect/>
          </a:stretch>
        </p:blipFill>
        <p:spPr>
          <a:xfrm>
            <a:off x="3092187" y="4023097"/>
            <a:ext cx="6171849" cy="1663725"/>
          </a:xfrm>
          <a:prstGeom prst="rect">
            <a:avLst/>
          </a:prstGeom>
        </p:spPr>
      </p:pic>
      <p:graphicFrame>
        <p:nvGraphicFramePr>
          <p:cNvPr id="7" name="object 2">
            <a:extLst>
              <a:ext uri="{FF2B5EF4-FFF2-40B4-BE49-F238E27FC236}">
                <a16:creationId xmlns:a16="http://schemas.microsoft.com/office/drawing/2014/main" id="{628B76C3-936F-B6A2-DC66-E1A9BF0AE986}"/>
              </a:ext>
            </a:extLst>
          </p:cNvPr>
          <p:cNvGraphicFramePr/>
          <p:nvPr/>
        </p:nvGraphicFramePr>
        <p:xfrm>
          <a:off x="535940" y="1549882"/>
          <a:ext cx="10205085" cy="188087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72387"/>
            <a:ext cx="6585584" cy="1909445"/>
          </a:xfrm>
          <a:prstGeom prst="rect">
            <a:avLst/>
          </a:prstGeom>
        </p:spPr>
        <p:txBody>
          <a:bodyPr vert="horz" wrap="square" lIns="0" tIns="175260" rIns="0" bIns="0" rtlCol="0">
            <a:spAutoFit/>
          </a:bodyPr>
          <a:lstStyle/>
          <a:p>
            <a:pPr marL="241300" indent="-228600">
              <a:lnSpc>
                <a:spcPct val="100000"/>
              </a:lnSpc>
              <a:spcBef>
                <a:spcPts val="1380"/>
              </a:spcBef>
              <a:buSzPct val="95454"/>
              <a:buFont typeface="Wingdings"/>
              <a:buChar char=""/>
              <a:tabLst>
                <a:tab pos="241300"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signal</a:t>
            </a:r>
            <a:r>
              <a:rPr sz="2200" dirty="0">
                <a:latin typeface="Times New Roman"/>
                <a:cs typeface="Times New Roman"/>
              </a:rPr>
              <a:t> </a:t>
            </a:r>
            <a:r>
              <a:rPr sz="2200" spc="-5" dirty="0">
                <a:latin typeface="Times New Roman"/>
                <a:cs typeface="Times New Roman"/>
              </a:rPr>
              <a:t>level</a:t>
            </a:r>
            <a:r>
              <a:rPr sz="2200" spc="5" dirty="0">
                <a:latin typeface="Times New Roman"/>
                <a:cs typeface="Times New Roman"/>
              </a:rPr>
              <a:t> </a:t>
            </a:r>
            <a:r>
              <a:rPr sz="2200" spc="-5" dirty="0">
                <a:latin typeface="Times New Roman"/>
                <a:cs typeface="Times New Roman"/>
              </a:rPr>
              <a:t>remains</a:t>
            </a:r>
            <a:r>
              <a:rPr sz="2200" spc="35" dirty="0">
                <a:latin typeface="Times New Roman"/>
                <a:cs typeface="Times New Roman"/>
              </a:rPr>
              <a:t> </a:t>
            </a:r>
            <a:r>
              <a:rPr sz="2200" spc="-10" dirty="0">
                <a:latin typeface="Times New Roman"/>
                <a:cs typeface="Times New Roman"/>
              </a:rPr>
              <a:t>same</a:t>
            </a:r>
            <a:r>
              <a:rPr sz="2200" spc="25" dirty="0">
                <a:latin typeface="Times New Roman"/>
                <a:cs typeface="Times New Roman"/>
              </a:rPr>
              <a:t> </a:t>
            </a:r>
            <a:r>
              <a:rPr sz="2200" spc="-5" dirty="0">
                <a:latin typeface="Times New Roman"/>
                <a:cs typeface="Times New Roman"/>
              </a:rPr>
              <a:t>throughout</a:t>
            </a:r>
            <a:r>
              <a:rPr sz="2200" spc="-1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dirty="0">
                <a:latin typeface="Times New Roman"/>
                <a:cs typeface="Times New Roman"/>
              </a:rPr>
              <a:t>bit-period.</a:t>
            </a:r>
            <a:endParaRPr sz="2200">
              <a:latin typeface="Times New Roman"/>
              <a:cs typeface="Times New Roman"/>
            </a:endParaRPr>
          </a:p>
          <a:p>
            <a:pPr marL="241300" indent="-228600">
              <a:lnSpc>
                <a:spcPct val="100000"/>
              </a:lnSpc>
              <a:spcBef>
                <a:spcPts val="1285"/>
              </a:spcBef>
              <a:buSzPct val="95454"/>
              <a:buFont typeface="Wingdings"/>
              <a:buChar char=""/>
              <a:tabLst>
                <a:tab pos="241300" algn="l"/>
              </a:tabLst>
            </a:pPr>
            <a:r>
              <a:rPr sz="2200" spc="-55" dirty="0">
                <a:latin typeface="Times New Roman"/>
                <a:cs typeface="Times New Roman"/>
              </a:rPr>
              <a:t>Two</a:t>
            </a:r>
            <a:r>
              <a:rPr sz="2200" spc="-15" dirty="0">
                <a:latin typeface="Times New Roman"/>
                <a:cs typeface="Times New Roman"/>
              </a:rPr>
              <a:t> </a:t>
            </a:r>
            <a:r>
              <a:rPr sz="2200" spc="-5" dirty="0">
                <a:latin typeface="Times New Roman"/>
                <a:cs typeface="Times New Roman"/>
              </a:rPr>
              <a:t>encoding</a:t>
            </a:r>
            <a:r>
              <a:rPr sz="2200" spc="-15" dirty="0">
                <a:latin typeface="Times New Roman"/>
                <a:cs typeface="Times New Roman"/>
              </a:rPr>
              <a:t> </a:t>
            </a:r>
            <a:r>
              <a:rPr sz="2200" spc="-10" dirty="0">
                <a:latin typeface="Times New Roman"/>
                <a:cs typeface="Times New Roman"/>
              </a:rPr>
              <a:t>schemes:</a:t>
            </a:r>
            <a:endParaRPr sz="2200">
              <a:latin typeface="Times New Roman"/>
              <a:cs typeface="Times New Roman"/>
            </a:endParaRPr>
          </a:p>
          <a:p>
            <a:pPr marL="698500" lvl="1" indent="-229235">
              <a:lnSpc>
                <a:spcPct val="100000"/>
              </a:lnSpc>
              <a:spcBef>
                <a:spcPts val="1250"/>
              </a:spcBef>
              <a:buFont typeface="Wingdings"/>
              <a:buChar char=""/>
              <a:tabLst>
                <a:tab pos="699135" algn="l"/>
              </a:tabLst>
            </a:pPr>
            <a:r>
              <a:rPr sz="1900" spc="-5" dirty="0">
                <a:latin typeface="Times New Roman"/>
                <a:cs typeface="Times New Roman"/>
              </a:rPr>
              <a:t>NRZ</a:t>
            </a:r>
            <a:r>
              <a:rPr sz="1900" spc="-15" dirty="0">
                <a:latin typeface="Times New Roman"/>
                <a:cs typeface="Times New Roman"/>
              </a:rPr>
              <a:t> </a:t>
            </a:r>
            <a:r>
              <a:rPr sz="1900" spc="-5" dirty="0">
                <a:latin typeface="Times New Roman"/>
                <a:cs typeface="Times New Roman"/>
              </a:rPr>
              <a:t>Level</a:t>
            </a:r>
            <a:r>
              <a:rPr sz="1900" spc="-20" dirty="0">
                <a:latin typeface="Times New Roman"/>
                <a:cs typeface="Times New Roman"/>
              </a:rPr>
              <a:t> </a:t>
            </a:r>
            <a:r>
              <a:rPr sz="1900" spc="-5" dirty="0">
                <a:latin typeface="Times New Roman"/>
                <a:cs typeface="Times New Roman"/>
              </a:rPr>
              <a:t>(NRZ-L)</a:t>
            </a:r>
            <a:endParaRPr sz="1900">
              <a:latin typeface="Times New Roman"/>
              <a:cs typeface="Times New Roman"/>
            </a:endParaRPr>
          </a:p>
          <a:p>
            <a:pPr marL="698500" lvl="1" indent="-229235">
              <a:lnSpc>
                <a:spcPct val="100000"/>
              </a:lnSpc>
              <a:spcBef>
                <a:spcPts val="1175"/>
              </a:spcBef>
              <a:buFont typeface="Wingdings"/>
              <a:buChar char=""/>
              <a:tabLst>
                <a:tab pos="699135" algn="l"/>
              </a:tabLst>
            </a:pPr>
            <a:r>
              <a:rPr sz="1900" spc="-5" dirty="0">
                <a:latin typeface="Times New Roman"/>
                <a:cs typeface="Times New Roman"/>
              </a:rPr>
              <a:t>NRZ</a:t>
            </a:r>
            <a:r>
              <a:rPr sz="1900" spc="-10" dirty="0">
                <a:latin typeface="Times New Roman"/>
                <a:cs typeface="Times New Roman"/>
              </a:rPr>
              <a:t> </a:t>
            </a:r>
            <a:r>
              <a:rPr sz="1900" spc="-5" dirty="0">
                <a:latin typeface="Times New Roman"/>
                <a:cs typeface="Times New Roman"/>
              </a:rPr>
              <a:t>Inverted</a:t>
            </a:r>
            <a:r>
              <a:rPr sz="1900" spc="-15" dirty="0">
                <a:latin typeface="Times New Roman"/>
                <a:cs typeface="Times New Roman"/>
              </a:rPr>
              <a:t> </a:t>
            </a:r>
            <a:r>
              <a:rPr sz="1900" spc="-5" dirty="0">
                <a:latin typeface="Times New Roman"/>
                <a:cs typeface="Times New Roman"/>
              </a:rPr>
              <a:t>(NRZ-I)</a:t>
            </a:r>
            <a:endParaRPr sz="190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741926" y="571322"/>
            <a:ext cx="2720975"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95" dirty="0"/>
              <a:t>o</a:t>
            </a:r>
            <a:r>
              <a:rPr spc="-100" dirty="0"/>
              <a:t>l</a:t>
            </a:r>
            <a:r>
              <a:rPr spc="-95" dirty="0"/>
              <a:t>a</a:t>
            </a:r>
            <a:r>
              <a:rPr spc="-100" dirty="0"/>
              <a:t>r</a:t>
            </a:r>
            <a:r>
              <a:rPr dirty="0"/>
              <a:t>:</a:t>
            </a:r>
            <a:r>
              <a:rPr spc="-250" dirty="0"/>
              <a:t> </a:t>
            </a:r>
            <a:r>
              <a:rPr spc="-100" dirty="0"/>
              <a:t>NR</a:t>
            </a:r>
            <a:r>
              <a:rPr dirty="0"/>
              <a:t>Z</a:t>
            </a:r>
          </a:p>
        </p:txBody>
      </p:sp>
      <p:pic>
        <p:nvPicPr>
          <p:cNvPr id="5" name="object 5"/>
          <p:cNvPicPr/>
          <p:nvPr/>
        </p:nvPicPr>
        <p:blipFill>
          <a:blip r:embed="rId3" cstate="print"/>
          <a:stretch>
            <a:fillRect/>
          </a:stretch>
        </p:blipFill>
        <p:spPr>
          <a:xfrm>
            <a:off x="4059945" y="2351453"/>
            <a:ext cx="5791944" cy="4393768"/>
          </a:xfrm>
          <a:prstGeom prst="rect">
            <a:avLst/>
          </a:prstGeom>
        </p:spPr>
      </p:pic>
      <p:sp>
        <p:nvSpPr>
          <p:cNvPr id="6" name="object 6"/>
          <p:cNvSpPr txBox="1"/>
          <p:nvPr/>
        </p:nvSpPr>
        <p:spPr>
          <a:xfrm>
            <a:off x="10101071" y="2968751"/>
            <a:ext cx="1899285" cy="1108075"/>
          </a:xfrm>
          <a:prstGeom prst="rect">
            <a:avLst/>
          </a:prstGeom>
          <a:solidFill>
            <a:srgbClr val="00AFEF"/>
          </a:solidFill>
        </p:spPr>
        <p:txBody>
          <a:bodyPr vert="horz" wrap="square" lIns="0" tIns="36195" rIns="0" bIns="0" rtlCol="0">
            <a:spAutoFit/>
          </a:bodyPr>
          <a:lstStyle/>
          <a:p>
            <a:pPr marL="92075">
              <a:lnSpc>
                <a:spcPct val="100000"/>
              </a:lnSpc>
              <a:spcBef>
                <a:spcPts val="285"/>
              </a:spcBef>
            </a:pPr>
            <a:r>
              <a:rPr sz="2200" spc="-5" dirty="0">
                <a:latin typeface="Times New Roman"/>
                <a:cs typeface="Times New Roman"/>
              </a:rPr>
              <a:t>NRZ-L</a:t>
            </a:r>
            <a:endParaRPr sz="2200">
              <a:latin typeface="Times New Roman"/>
              <a:cs typeface="Times New Roman"/>
            </a:endParaRPr>
          </a:p>
          <a:p>
            <a:pPr marL="92075">
              <a:lnSpc>
                <a:spcPct val="100000"/>
              </a:lnSpc>
            </a:pPr>
            <a:r>
              <a:rPr sz="2200" spc="-5" dirty="0">
                <a:latin typeface="Times New Roman"/>
                <a:cs typeface="Times New Roman"/>
              </a:rPr>
              <a:t>1</a:t>
            </a:r>
            <a:r>
              <a:rPr sz="2200" spc="-25" dirty="0">
                <a:latin typeface="Times New Roman"/>
                <a:cs typeface="Times New Roman"/>
              </a:rPr>
              <a:t> </a:t>
            </a:r>
            <a:r>
              <a:rPr sz="2200" spc="-5" dirty="0">
                <a:latin typeface="Times New Roman"/>
                <a:cs typeface="Times New Roman"/>
              </a:rPr>
              <a:t>=</a:t>
            </a:r>
            <a:r>
              <a:rPr sz="2200" spc="-25" dirty="0">
                <a:latin typeface="Times New Roman"/>
                <a:cs typeface="Times New Roman"/>
              </a:rPr>
              <a:t> </a:t>
            </a:r>
            <a:r>
              <a:rPr sz="2200" dirty="0">
                <a:latin typeface="Times New Roman"/>
                <a:cs typeface="Times New Roman"/>
              </a:rPr>
              <a:t>Low</a:t>
            </a:r>
            <a:r>
              <a:rPr sz="2200" spc="-10" dirty="0">
                <a:latin typeface="Times New Roman"/>
                <a:cs typeface="Times New Roman"/>
              </a:rPr>
              <a:t> </a:t>
            </a:r>
            <a:r>
              <a:rPr sz="2200" spc="-5" dirty="0">
                <a:latin typeface="Times New Roman"/>
                <a:cs typeface="Times New Roman"/>
              </a:rPr>
              <a:t>level</a:t>
            </a:r>
            <a:endParaRPr sz="2200">
              <a:latin typeface="Times New Roman"/>
              <a:cs typeface="Times New Roman"/>
            </a:endParaRPr>
          </a:p>
          <a:p>
            <a:pPr marL="92075">
              <a:lnSpc>
                <a:spcPct val="100000"/>
              </a:lnSpc>
            </a:pPr>
            <a:r>
              <a:rPr sz="2200" spc="-5" dirty="0">
                <a:latin typeface="Times New Roman"/>
                <a:cs typeface="Times New Roman"/>
              </a:rPr>
              <a:t>0</a:t>
            </a:r>
            <a:r>
              <a:rPr sz="2200" spc="-20" dirty="0">
                <a:latin typeface="Times New Roman"/>
                <a:cs typeface="Times New Roman"/>
              </a:rPr>
              <a:t> </a:t>
            </a:r>
            <a:r>
              <a:rPr sz="2200" spc="-5" dirty="0">
                <a:latin typeface="Times New Roman"/>
                <a:cs typeface="Times New Roman"/>
              </a:rPr>
              <a:t>=</a:t>
            </a:r>
            <a:r>
              <a:rPr sz="2200" spc="-20" dirty="0">
                <a:latin typeface="Times New Roman"/>
                <a:cs typeface="Times New Roman"/>
              </a:rPr>
              <a:t> </a:t>
            </a:r>
            <a:r>
              <a:rPr sz="2200" spc="-5" dirty="0">
                <a:latin typeface="Times New Roman"/>
                <a:cs typeface="Times New Roman"/>
              </a:rPr>
              <a:t>High</a:t>
            </a:r>
            <a:r>
              <a:rPr sz="2200" spc="-15" dirty="0">
                <a:latin typeface="Times New Roman"/>
                <a:cs typeface="Times New Roman"/>
              </a:rPr>
              <a:t> </a:t>
            </a:r>
            <a:r>
              <a:rPr sz="2200" spc="-5" dirty="0">
                <a:latin typeface="Times New Roman"/>
                <a:cs typeface="Times New Roman"/>
              </a:rPr>
              <a:t>level</a:t>
            </a:r>
            <a:endParaRPr sz="2200">
              <a:latin typeface="Times New Roman"/>
              <a:cs typeface="Times New Roman"/>
            </a:endParaRPr>
          </a:p>
        </p:txBody>
      </p:sp>
      <p:sp>
        <p:nvSpPr>
          <p:cNvPr id="7" name="object 7"/>
          <p:cNvSpPr txBox="1"/>
          <p:nvPr/>
        </p:nvSpPr>
        <p:spPr>
          <a:xfrm>
            <a:off x="376427" y="4322064"/>
            <a:ext cx="2887980" cy="1446530"/>
          </a:xfrm>
          <a:prstGeom prst="rect">
            <a:avLst/>
          </a:prstGeom>
          <a:solidFill>
            <a:srgbClr val="00AFEF"/>
          </a:solidFill>
        </p:spPr>
        <p:txBody>
          <a:bodyPr vert="horz" wrap="square" lIns="0" tIns="37465" rIns="0" bIns="0" rtlCol="0">
            <a:spAutoFit/>
          </a:bodyPr>
          <a:lstStyle/>
          <a:p>
            <a:pPr marL="91440">
              <a:lnSpc>
                <a:spcPct val="100000"/>
              </a:lnSpc>
              <a:spcBef>
                <a:spcPts val="295"/>
              </a:spcBef>
            </a:pPr>
            <a:r>
              <a:rPr sz="2200" spc="-5" dirty="0">
                <a:latin typeface="Times New Roman"/>
                <a:cs typeface="Times New Roman"/>
              </a:rPr>
              <a:t>NRZ-I</a:t>
            </a:r>
            <a:endParaRPr sz="2200">
              <a:latin typeface="Times New Roman"/>
              <a:cs typeface="Times New Roman"/>
            </a:endParaRPr>
          </a:p>
          <a:p>
            <a:pPr marL="91440" marR="547370" algn="just">
              <a:lnSpc>
                <a:spcPct val="100000"/>
              </a:lnSpc>
            </a:pPr>
            <a:r>
              <a:rPr sz="2200" spc="-5" dirty="0">
                <a:latin typeface="Times New Roman"/>
                <a:cs typeface="Times New Roman"/>
              </a:rPr>
              <a:t>For each 1 in the bit </a:t>
            </a:r>
            <a:r>
              <a:rPr sz="2200" spc="-540" dirty="0">
                <a:latin typeface="Times New Roman"/>
                <a:cs typeface="Times New Roman"/>
              </a:rPr>
              <a:t> </a:t>
            </a:r>
            <a:r>
              <a:rPr sz="2200" spc="-5" dirty="0">
                <a:latin typeface="Times New Roman"/>
                <a:cs typeface="Times New Roman"/>
              </a:rPr>
              <a:t>sequence, the signal </a:t>
            </a:r>
            <a:r>
              <a:rPr sz="2200" spc="-540" dirty="0">
                <a:latin typeface="Times New Roman"/>
                <a:cs typeface="Times New Roman"/>
              </a:rPr>
              <a:t> </a:t>
            </a:r>
            <a:r>
              <a:rPr sz="2200" spc="-5" dirty="0">
                <a:latin typeface="Times New Roman"/>
                <a:cs typeface="Times New Roman"/>
              </a:rPr>
              <a:t>level</a:t>
            </a:r>
            <a:r>
              <a:rPr sz="2200" spc="-10" dirty="0">
                <a:latin typeface="Times New Roman"/>
                <a:cs typeface="Times New Roman"/>
              </a:rPr>
              <a:t> </a:t>
            </a:r>
            <a:r>
              <a:rPr sz="2200" spc="-5" dirty="0">
                <a:latin typeface="Times New Roman"/>
                <a:cs typeface="Times New Roman"/>
              </a:rPr>
              <a:t>inverted.</a:t>
            </a:r>
            <a:endParaRPr sz="220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59966"/>
            <a:ext cx="11520170" cy="142621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RZ</a:t>
            </a:r>
            <a:r>
              <a:rPr sz="2200" dirty="0">
                <a:latin typeface="Times New Roman"/>
                <a:cs typeface="Times New Roman"/>
              </a:rPr>
              <a:t> </a:t>
            </a:r>
            <a:r>
              <a:rPr sz="2200" spc="-5" dirty="0">
                <a:latin typeface="Times New Roman"/>
                <a:cs typeface="Times New Roman"/>
              </a:rPr>
              <a:t>scheme</a:t>
            </a:r>
            <a:r>
              <a:rPr sz="2200" spc="25" dirty="0">
                <a:latin typeface="Times New Roman"/>
                <a:cs typeface="Times New Roman"/>
              </a:rPr>
              <a:t> </a:t>
            </a:r>
            <a:r>
              <a:rPr sz="2200" spc="-5" dirty="0">
                <a:latin typeface="Times New Roman"/>
                <a:cs typeface="Times New Roman"/>
              </a:rPr>
              <a:t>uses three</a:t>
            </a:r>
            <a:r>
              <a:rPr sz="2200" spc="10" dirty="0">
                <a:latin typeface="Times New Roman"/>
                <a:cs typeface="Times New Roman"/>
              </a:rPr>
              <a:t> </a:t>
            </a:r>
            <a:r>
              <a:rPr sz="2200" spc="-5" dirty="0">
                <a:latin typeface="Times New Roman"/>
                <a:cs typeface="Times New Roman"/>
              </a:rPr>
              <a:t>values:</a:t>
            </a:r>
            <a:r>
              <a:rPr sz="2200" spc="5" dirty="0">
                <a:latin typeface="Times New Roman"/>
                <a:cs typeface="Times New Roman"/>
              </a:rPr>
              <a:t> </a:t>
            </a:r>
            <a:r>
              <a:rPr sz="2200" spc="-5" dirty="0">
                <a:latin typeface="Times New Roman"/>
                <a:cs typeface="Times New Roman"/>
              </a:rPr>
              <a:t>positive,</a:t>
            </a:r>
            <a:r>
              <a:rPr sz="2200" spc="-20" dirty="0">
                <a:latin typeface="Times New Roman"/>
                <a:cs typeface="Times New Roman"/>
              </a:rPr>
              <a:t> </a:t>
            </a:r>
            <a:r>
              <a:rPr sz="2200" spc="-5" dirty="0">
                <a:latin typeface="Times New Roman"/>
                <a:cs typeface="Times New Roman"/>
              </a:rPr>
              <a:t>negative,</a:t>
            </a:r>
            <a:r>
              <a:rPr sz="2200" spc="15"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zero.</a:t>
            </a:r>
            <a:endParaRPr sz="2200">
              <a:latin typeface="Times New Roman"/>
              <a:cs typeface="Times New Roman"/>
            </a:endParaRPr>
          </a:p>
          <a:p>
            <a:pPr marL="241300" indent="-228600">
              <a:lnSpc>
                <a:spcPct val="100000"/>
              </a:lnSpc>
              <a:spcBef>
                <a:spcPts val="1560"/>
              </a:spcBef>
              <a:buSzPct val="95454"/>
              <a:buFont typeface="Wingdings"/>
              <a:buChar char=""/>
              <a:tabLst>
                <a:tab pos="241300" algn="l"/>
              </a:tabLst>
            </a:pP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RZ,</a:t>
            </a:r>
            <a:r>
              <a:rPr sz="2200" dirty="0">
                <a:latin typeface="Times New Roman"/>
                <a:cs typeface="Times New Roman"/>
              </a:rPr>
              <a:t> the </a:t>
            </a:r>
            <a:r>
              <a:rPr sz="2200" spc="-5" dirty="0">
                <a:latin typeface="Times New Roman"/>
                <a:cs typeface="Times New Roman"/>
              </a:rPr>
              <a:t>signal changes</a:t>
            </a:r>
            <a:r>
              <a:rPr sz="2200" dirty="0">
                <a:latin typeface="Times New Roman"/>
                <a:cs typeface="Times New Roman"/>
              </a:rPr>
              <a:t> not</a:t>
            </a:r>
            <a:r>
              <a:rPr sz="2200" spc="-5" dirty="0">
                <a:latin typeface="Times New Roman"/>
                <a:cs typeface="Times New Roman"/>
              </a:rPr>
              <a:t> between</a:t>
            </a:r>
            <a:r>
              <a:rPr sz="2200" spc="5" dirty="0">
                <a:latin typeface="Times New Roman"/>
                <a:cs typeface="Times New Roman"/>
              </a:rPr>
              <a:t> </a:t>
            </a:r>
            <a:r>
              <a:rPr sz="2200" spc="-5" dirty="0">
                <a:latin typeface="Times New Roman"/>
                <a:cs typeface="Times New Roman"/>
              </a:rPr>
              <a:t>bits</a:t>
            </a:r>
            <a:r>
              <a:rPr sz="2200" dirty="0">
                <a:latin typeface="Times New Roman"/>
                <a:cs typeface="Times New Roman"/>
              </a:rPr>
              <a:t> </a:t>
            </a:r>
            <a:r>
              <a:rPr sz="2200" spc="-5" dirty="0">
                <a:latin typeface="Times New Roman"/>
                <a:cs typeface="Times New Roman"/>
              </a:rPr>
              <a:t>but</a:t>
            </a:r>
            <a:r>
              <a:rPr sz="2200" spc="5" dirty="0">
                <a:latin typeface="Times New Roman"/>
                <a:cs typeface="Times New Roman"/>
              </a:rPr>
              <a:t> </a:t>
            </a:r>
            <a:r>
              <a:rPr sz="2200" dirty="0">
                <a:latin typeface="Times New Roman"/>
                <a:cs typeface="Times New Roman"/>
              </a:rPr>
              <a:t>during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bit.</a:t>
            </a:r>
            <a:endParaRPr sz="2200">
              <a:latin typeface="Times New Roman"/>
              <a:cs typeface="Times New Roman"/>
            </a:endParaRPr>
          </a:p>
          <a:p>
            <a:pPr marL="241300" indent="-228600">
              <a:lnSpc>
                <a:spcPct val="100000"/>
              </a:lnSpc>
              <a:spcBef>
                <a:spcPts val="1550"/>
              </a:spcBef>
              <a:buSzPct val="95454"/>
              <a:buFont typeface="Wingdings"/>
              <a:buChar char=""/>
              <a:tabLst>
                <a:tab pos="241300" algn="l"/>
              </a:tabLst>
            </a:pP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signal</a:t>
            </a:r>
            <a:r>
              <a:rPr sz="2200" spc="5" dirty="0">
                <a:latin typeface="Times New Roman"/>
                <a:cs typeface="Times New Roman"/>
              </a:rPr>
              <a:t> </a:t>
            </a:r>
            <a:r>
              <a:rPr sz="2200" spc="-5" dirty="0">
                <a:latin typeface="Times New Roman"/>
                <a:cs typeface="Times New Roman"/>
              </a:rPr>
              <a:t>goes</a:t>
            </a:r>
            <a:r>
              <a:rPr sz="2200" dirty="0">
                <a:latin typeface="Times New Roman"/>
                <a:cs typeface="Times New Roman"/>
              </a:rPr>
              <a:t> </a:t>
            </a:r>
            <a:r>
              <a:rPr sz="2200" spc="-5" dirty="0">
                <a:latin typeface="Times New Roman"/>
                <a:cs typeface="Times New Roman"/>
              </a:rPr>
              <a:t>to</a:t>
            </a:r>
            <a:r>
              <a:rPr sz="2200" dirty="0">
                <a:latin typeface="Times New Roman"/>
                <a:cs typeface="Times New Roman"/>
              </a:rPr>
              <a:t> </a:t>
            </a:r>
            <a:r>
              <a:rPr sz="2200" spc="-5" dirty="0">
                <a:latin typeface="Times New Roman"/>
                <a:cs typeface="Times New Roman"/>
              </a:rPr>
              <a:t>0</a:t>
            </a:r>
            <a:r>
              <a:rPr sz="2200" spc="1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10" dirty="0">
                <a:latin typeface="Times New Roman"/>
                <a:cs typeface="Times New Roman"/>
              </a:rPr>
              <a:t>middle</a:t>
            </a:r>
            <a:r>
              <a:rPr sz="2200" spc="15"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each</a:t>
            </a:r>
            <a:r>
              <a:rPr sz="2200" spc="20" dirty="0">
                <a:latin typeface="Times New Roman"/>
                <a:cs typeface="Times New Roman"/>
              </a:rPr>
              <a:t> </a:t>
            </a:r>
            <a:r>
              <a:rPr sz="2200" spc="-5" dirty="0">
                <a:latin typeface="Times New Roman"/>
                <a:cs typeface="Times New Roman"/>
              </a:rPr>
              <a:t>bit,</a:t>
            </a:r>
            <a:r>
              <a:rPr sz="2200" dirty="0">
                <a:latin typeface="Times New Roman"/>
                <a:cs typeface="Times New Roman"/>
              </a:rPr>
              <a:t> </a:t>
            </a:r>
            <a:r>
              <a:rPr sz="2200" spc="-10" dirty="0">
                <a:latin typeface="Times New Roman"/>
                <a:cs typeface="Times New Roman"/>
              </a:rPr>
              <a:t>and</a:t>
            </a:r>
            <a:r>
              <a:rPr sz="2200" spc="5" dirty="0">
                <a:latin typeface="Times New Roman"/>
                <a:cs typeface="Times New Roman"/>
              </a:rPr>
              <a:t> </a:t>
            </a:r>
            <a:r>
              <a:rPr sz="2200" spc="-5" dirty="0">
                <a:latin typeface="Times New Roman"/>
                <a:cs typeface="Times New Roman"/>
              </a:rPr>
              <a:t>it</a:t>
            </a:r>
            <a:r>
              <a:rPr sz="2200" spc="5" dirty="0">
                <a:latin typeface="Times New Roman"/>
                <a:cs typeface="Times New Roman"/>
              </a:rPr>
              <a:t> </a:t>
            </a:r>
            <a:r>
              <a:rPr sz="2200" spc="-5" dirty="0">
                <a:latin typeface="Times New Roman"/>
                <a:cs typeface="Times New Roman"/>
              </a:rPr>
              <a:t>remains</a:t>
            </a:r>
            <a:r>
              <a:rPr sz="2200" spc="35" dirty="0">
                <a:latin typeface="Times New Roman"/>
                <a:cs typeface="Times New Roman"/>
              </a:rPr>
              <a:t> </a:t>
            </a:r>
            <a:r>
              <a:rPr sz="2200" spc="-5" dirty="0">
                <a:latin typeface="Times New Roman"/>
                <a:cs typeface="Times New Roman"/>
              </a:rPr>
              <a:t>there</a:t>
            </a:r>
            <a:r>
              <a:rPr sz="2200" spc="15" dirty="0">
                <a:latin typeface="Times New Roman"/>
                <a:cs typeface="Times New Roman"/>
              </a:rPr>
              <a:t> </a:t>
            </a:r>
            <a:r>
              <a:rPr sz="2200" spc="-5" dirty="0">
                <a:latin typeface="Times New Roman"/>
                <a:cs typeface="Times New Roman"/>
              </a:rPr>
              <a:t>until</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beginning of</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next bit.</a:t>
            </a:r>
            <a:endParaRPr sz="2200">
              <a:latin typeface="Times New Roman"/>
              <a:cs typeface="Times New Roman"/>
            </a:endParaRPr>
          </a:p>
        </p:txBody>
      </p:sp>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936997" y="571322"/>
            <a:ext cx="2329815" cy="697230"/>
          </a:xfrm>
          <a:prstGeom prst="rect">
            <a:avLst/>
          </a:prstGeom>
        </p:spPr>
        <p:txBody>
          <a:bodyPr vert="horz" wrap="square" lIns="0" tIns="13335" rIns="0" bIns="0" rtlCol="0">
            <a:spAutoFit/>
          </a:bodyPr>
          <a:lstStyle/>
          <a:p>
            <a:pPr marL="12700">
              <a:lnSpc>
                <a:spcPct val="100000"/>
              </a:lnSpc>
              <a:spcBef>
                <a:spcPts val="105"/>
              </a:spcBef>
            </a:pPr>
            <a:r>
              <a:rPr spc="-105" dirty="0"/>
              <a:t>P</a:t>
            </a:r>
            <a:r>
              <a:rPr spc="-95" dirty="0"/>
              <a:t>o</a:t>
            </a:r>
            <a:r>
              <a:rPr spc="-100" dirty="0"/>
              <a:t>l</a:t>
            </a:r>
            <a:r>
              <a:rPr spc="-95" dirty="0"/>
              <a:t>a</a:t>
            </a:r>
            <a:r>
              <a:rPr spc="-100" dirty="0"/>
              <a:t>r</a:t>
            </a:r>
            <a:r>
              <a:rPr dirty="0"/>
              <a:t>:</a:t>
            </a:r>
            <a:r>
              <a:rPr spc="-250" dirty="0"/>
              <a:t> </a:t>
            </a:r>
            <a:r>
              <a:rPr spc="-100" dirty="0"/>
              <a:t>R</a:t>
            </a:r>
            <a:r>
              <a:rPr dirty="0"/>
              <a:t>Z</a:t>
            </a:r>
          </a:p>
        </p:txBody>
      </p:sp>
      <p:grpSp>
        <p:nvGrpSpPr>
          <p:cNvPr id="5" name="object 5"/>
          <p:cNvGrpSpPr/>
          <p:nvPr/>
        </p:nvGrpSpPr>
        <p:grpSpPr>
          <a:xfrm>
            <a:off x="4076617" y="3424236"/>
            <a:ext cx="7971155" cy="3438525"/>
            <a:chOff x="4076617" y="3424236"/>
            <a:chExt cx="7971155" cy="3438525"/>
          </a:xfrm>
        </p:grpSpPr>
        <p:pic>
          <p:nvPicPr>
            <p:cNvPr id="6" name="object 6"/>
            <p:cNvPicPr/>
            <p:nvPr/>
          </p:nvPicPr>
          <p:blipFill>
            <a:blip r:embed="rId3" cstate="print"/>
            <a:stretch>
              <a:fillRect/>
            </a:stretch>
          </p:blipFill>
          <p:spPr>
            <a:xfrm>
              <a:off x="4076617" y="3482442"/>
              <a:ext cx="7872942" cy="3309691"/>
            </a:xfrm>
            <a:prstGeom prst="rect">
              <a:avLst/>
            </a:prstGeom>
          </p:spPr>
        </p:pic>
        <p:sp>
          <p:nvSpPr>
            <p:cNvPr id="7" name="object 7"/>
            <p:cNvSpPr/>
            <p:nvPr/>
          </p:nvSpPr>
          <p:spPr>
            <a:xfrm>
              <a:off x="8229600" y="3428999"/>
              <a:ext cx="3813175" cy="3429000"/>
            </a:xfrm>
            <a:custGeom>
              <a:avLst/>
              <a:gdLst/>
              <a:ahLst/>
              <a:cxnLst/>
              <a:rect l="l" t="t" r="r" b="b"/>
              <a:pathLst>
                <a:path w="3813175" h="3429000">
                  <a:moveTo>
                    <a:pt x="3813048" y="0"/>
                  </a:moveTo>
                  <a:lnTo>
                    <a:pt x="0" y="0"/>
                  </a:lnTo>
                  <a:lnTo>
                    <a:pt x="0" y="3429000"/>
                  </a:lnTo>
                  <a:lnTo>
                    <a:pt x="3813048" y="3429000"/>
                  </a:lnTo>
                  <a:lnTo>
                    <a:pt x="3813048" y="0"/>
                  </a:lnTo>
                  <a:close/>
                </a:path>
              </a:pathLst>
            </a:custGeom>
            <a:solidFill>
              <a:srgbClr val="FFFFFF"/>
            </a:solidFill>
          </p:spPr>
          <p:txBody>
            <a:bodyPr wrap="square" lIns="0" tIns="0" rIns="0" bIns="0" rtlCol="0"/>
            <a:lstStyle/>
            <a:p>
              <a:endParaRPr/>
            </a:p>
          </p:txBody>
        </p:sp>
        <p:sp>
          <p:nvSpPr>
            <p:cNvPr id="8" name="object 8"/>
            <p:cNvSpPr/>
            <p:nvPr/>
          </p:nvSpPr>
          <p:spPr>
            <a:xfrm>
              <a:off x="8229600" y="3428999"/>
              <a:ext cx="3813175" cy="3429000"/>
            </a:xfrm>
            <a:custGeom>
              <a:avLst/>
              <a:gdLst/>
              <a:ahLst/>
              <a:cxnLst/>
              <a:rect l="l" t="t" r="r" b="b"/>
              <a:pathLst>
                <a:path w="3813175" h="3429000">
                  <a:moveTo>
                    <a:pt x="0" y="3429000"/>
                  </a:moveTo>
                  <a:lnTo>
                    <a:pt x="3813048" y="3429000"/>
                  </a:lnTo>
                  <a:lnTo>
                    <a:pt x="3813048" y="0"/>
                  </a:lnTo>
                  <a:lnTo>
                    <a:pt x="0" y="0"/>
                  </a:lnTo>
                  <a:lnTo>
                    <a:pt x="0" y="3429000"/>
                  </a:lnTo>
                  <a:close/>
                </a:path>
              </a:pathLst>
            </a:custGeom>
            <a:ln w="9525">
              <a:solidFill>
                <a:srgbClr val="FFFFFF"/>
              </a:solidFill>
            </a:ln>
          </p:spPr>
          <p:txBody>
            <a:bodyPr wrap="square" lIns="0" tIns="0" rIns="0" bIns="0" rtlCol="0"/>
            <a:lstStyle/>
            <a:p>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719894" y="533400"/>
            <a:ext cx="7100506" cy="690574"/>
          </a:xfrm>
          <a:prstGeom prst="rect">
            <a:avLst/>
          </a:prstGeom>
        </p:spPr>
        <p:txBody>
          <a:bodyPr vert="horz" wrap="square" lIns="0" tIns="13335" rIns="0" bIns="0" rtlCol="0">
            <a:spAutoFit/>
          </a:bodyPr>
          <a:lstStyle/>
          <a:p>
            <a:pPr marL="12700">
              <a:lnSpc>
                <a:spcPct val="100000"/>
              </a:lnSpc>
              <a:spcBef>
                <a:spcPts val="105"/>
              </a:spcBef>
            </a:pPr>
            <a:r>
              <a:rPr lang="en-IN" spc="-105" dirty="0" err="1"/>
              <a:t>P</a:t>
            </a:r>
            <a:r>
              <a:rPr lang="en-IN" spc="-95" dirty="0" err="1"/>
              <a:t>o</a:t>
            </a:r>
            <a:r>
              <a:rPr lang="en-IN" spc="-100" dirty="0" err="1"/>
              <a:t>l</a:t>
            </a:r>
            <a:r>
              <a:rPr lang="en-IN" spc="-95" dirty="0" err="1"/>
              <a:t>a</a:t>
            </a:r>
            <a:r>
              <a:rPr lang="en-IN" spc="-100" dirty="0" err="1"/>
              <a:t>r</a:t>
            </a:r>
            <a:r>
              <a:rPr lang="en-IN" dirty="0" err="1"/>
              <a:t>:Manchester</a:t>
            </a:r>
            <a:endParaRPr dirty="0"/>
          </a:p>
        </p:txBody>
      </p:sp>
      <p:pic>
        <p:nvPicPr>
          <p:cNvPr id="9" name="Picture 8">
            <a:extLst>
              <a:ext uri="{FF2B5EF4-FFF2-40B4-BE49-F238E27FC236}">
                <a16:creationId xmlns:a16="http://schemas.microsoft.com/office/drawing/2014/main" id="{670BC319-4F27-4065-8245-60FA1804B452}"/>
              </a:ext>
            </a:extLst>
          </p:cNvPr>
          <p:cNvPicPr>
            <a:picLocks noChangeAspect="1"/>
          </p:cNvPicPr>
          <p:nvPr/>
        </p:nvPicPr>
        <p:blipFill>
          <a:blip r:embed="rId3"/>
          <a:stretch>
            <a:fillRect/>
          </a:stretch>
        </p:blipFill>
        <p:spPr>
          <a:xfrm>
            <a:off x="1008447" y="1793171"/>
            <a:ext cx="10175106" cy="4639458"/>
          </a:xfrm>
          <a:prstGeom prst="rect">
            <a:avLst/>
          </a:prstGeom>
        </p:spPr>
      </p:pic>
    </p:spTree>
    <p:extLst>
      <p:ext uri="{BB962C8B-B14F-4D97-AF65-F5344CB8AC3E}">
        <p14:creationId xmlns:p14="http://schemas.microsoft.com/office/powerpoint/2010/main" val="303786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0" y="405384"/>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469547" y="609600"/>
            <a:ext cx="7252906" cy="1367682"/>
          </a:xfrm>
          <a:prstGeom prst="rect">
            <a:avLst/>
          </a:prstGeom>
        </p:spPr>
        <p:txBody>
          <a:bodyPr vert="horz" wrap="square" lIns="0" tIns="13335" rIns="0" bIns="0" rtlCol="0">
            <a:spAutoFit/>
          </a:bodyPr>
          <a:lstStyle/>
          <a:p>
            <a:pPr marL="12700">
              <a:lnSpc>
                <a:spcPct val="100000"/>
              </a:lnSpc>
              <a:spcBef>
                <a:spcPts val="105"/>
              </a:spcBef>
            </a:pPr>
            <a:r>
              <a:rPr lang="en-IN" spc="-105" dirty="0" err="1"/>
              <a:t>P</a:t>
            </a:r>
            <a:r>
              <a:rPr lang="en-IN" spc="-95" dirty="0" err="1"/>
              <a:t>o</a:t>
            </a:r>
            <a:r>
              <a:rPr lang="en-IN" spc="-100" dirty="0" err="1"/>
              <a:t>l</a:t>
            </a:r>
            <a:r>
              <a:rPr lang="en-IN" spc="-95" dirty="0" err="1"/>
              <a:t>a</a:t>
            </a:r>
            <a:r>
              <a:rPr lang="en-IN" spc="-100" dirty="0" err="1"/>
              <a:t>r</a:t>
            </a:r>
            <a:r>
              <a:rPr lang="en-IN" dirty="0" err="1"/>
              <a:t>:Diffrential</a:t>
            </a:r>
            <a:r>
              <a:rPr lang="en-IN" dirty="0"/>
              <a:t> Manchester</a:t>
            </a:r>
            <a:r>
              <a:rPr lang="en-IN" spc="-250" dirty="0"/>
              <a:t> </a:t>
            </a:r>
            <a:r>
              <a:rPr lang="en-IN" spc="-105" dirty="0"/>
              <a:t>M</a:t>
            </a:r>
            <a:r>
              <a:rPr lang="en-IN" spc="-95" dirty="0"/>
              <a:t>a</a:t>
            </a:r>
            <a:r>
              <a:rPr lang="en-IN" spc="-100" dirty="0"/>
              <a:t>nche</a:t>
            </a:r>
            <a:r>
              <a:rPr lang="en-IN" spc="-110" dirty="0"/>
              <a:t>s</a:t>
            </a:r>
            <a:r>
              <a:rPr lang="en-IN" spc="-105" dirty="0"/>
              <a:t>t</a:t>
            </a:r>
            <a:r>
              <a:rPr lang="en-IN" spc="-110" dirty="0"/>
              <a:t>e</a:t>
            </a:r>
            <a:r>
              <a:rPr lang="en-IN" dirty="0"/>
              <a:t>r</a:t>
            </a:r>
            <a:endParaRPr dirty="0"/>
          </a:p>
        </p:txBody>
      </p:sp>
      <p:pic>
        <p:nvPicPr>
          <p:cNvPr id="2" name="Picture 1">
            <a:extLst>
              <a:ext uri="{FF2B5EF4-FFF2-40B4-BE49-F238E27FC236}">
                <a16:creationId xmlns:a16="http://schemas.microsoft.com/office/drawing/2014/main" id="{5B7DBB2A-BA60-4DAB-BFA7-23966054CF95}"/>
              </a:ext>
            </a:extLst>
          </p:cNvPr>
          <p:cNvPicPr>
            <a:picLocks noChangeAspect="1"/>
          </p:cNvPicPr>
          <p:nvPr/>
        </p:nvPicPr>
        <p:blipFill>
          <a:blip r:embed="rId3"/>
          <a:stretch>
            <a:fillRect/>
          </a:stretch>
        </p:blipFill>
        <p:spPr>
          <a:xfrm>
            <a:off x="901758" y="1560830"/>
            <a:ext cx="10388484" cy="5084505"/>
          </a:xfrm>
          <a:prstGeom prst="rect">
            <a:avLst/>
          </a:prstGeom>
        </p:spPr>
      </p:pic>
    </p:spTree>
    <p:extLst>
      <p:ext uri="{BB962C8B-B14F-4D97-AF65-F5344CB8AC3E}">
        <p14:creationId xmlns:p14="http://schemas.microsoft.com/office/powerpoint/2010/main" val="1734039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802638"/>
            <a:ext cx="11545570" cy="3232150"/>
          </a:xfrm>
          <a:prstGeom prst="rect">
            <a:avLst/>
          </a:prstGeom>
        </p:spPr>
        <p:txBody>
          <a:bodyPr vert="horz" wrap="square" lIns="0" tIns="13335" rIns="0" bIns="0" rtlCol="0">
            <a:spAutoFit/>
          </a:bodyPr>
          <a:lstStyle/>
          <a:p>
            <a:pPr marL="356870" indent="-344805">
              <a:lnSpc>
                <a:spcPct val="100000"/>
              </a:lnSpc>
              <a:spcBef>
                <a:spcPts val="105"/>
              </a:spcBef>
              <a:buFont typeface="Wingdings"/>
              <a:buChar char=""/>
              <a:tabLst>
                <a:tab pos="357505" algn="l"/>
              </a:tabLst>
            </a:pPr>
            <a:r>
              <a:rPr sz="2600" dirty="0">
                <a:latin typeface="Times New Roman"/>
                <a:cs typeface="Times New Roman"/>
              </a:rPr>
              <a:t>It is </a:t>
            </a:r>
            <a:r>
              <a:rPr sz="2600" spc="-5" dirty="0">
                <a:latin typeface="Times New Roman"/>
                <a:cs typeface="Times New Roman"/>
              </a:rPr>
              <a:t>also</a:t>
            </a:r>
            <a:r>
              <a:rPr sz="2600" dirty="0">
                <a:latin typeface="Times New Roman"/>
                <a:cs typeface="Times New Roman"/>
              </a:rPr>
              <a:t> </a:t>
            </a:r>
            <a:r>
              <a:rPr sz="2600" spc="-5" dirty="0">
                <a:latin typeface="Times New Roman"/>
                <a:cs typeface="Times New Roman"/>
              </a:rPr>
              <a:t>called</a:t>
            </a:r>
            <a:r>
              <a:rPr sz="2600" dirty="0">
                <a:latin typeface="Times New Roman"/>
                <a:cs typeface="Times New Roman"/>
              </a:rPr>
              <a:t> as</a:t>
            </a:r>
            <a:r>
              <a:rPr sz="2600" spc="-10" dirty="0">
                <a:latin typeface="Times New Roman"/>
                <a:cs typeface="Times New Roman"/>
              </a:rPr>
              <a:t> </a:t>
            </a:r>
            <a:r>
              <a:rPr sz="2600" spc="-5" dirty="0">
                <a:latin typeface="Times New Roman"/>
                <a:cs typeface="Times New Roman"/>
              </a:rPr>
              <a:t>multilevel</a:t>
            </a:r>
            <a:r>
              <a:rPr sz="2600" spc="5" dirty="0">
                <a:latin typeface="Times New Roman"/>
                <a:cs typeface="Times New Roman"/>
              </a:rPr>
              <a:t> </a:t>
            </a:r>
            <a:r>
              <a:rPr sz="2600" dirty="0">
                <a:latin typeface="Times New Roman"/>
                <a:cs typeface="Times New Roman"/>
              </a:rPr>
              <a:t>binary</a:t>
            </a:r>
            <a:r>
              <a:rPr sz="2600" spc="-15" dirty="0">
                <a:latin typeface="Times New Roman"/>
                <a:cs typeface="Times New Roman"/>
              </a:rPr>
              <a:t> </a:t>
            </a:r>
            <a:r>
              <a:rPr sz="2600" spc="-5" dirty="0">
                <a:latin typeface="Times New Roman"/>
                <a:cs typeface="Times New Roman"/>
              </a:rPr>
              <a:t>scheme.</a:t>
            </a:r>
            <a:endParaRPr sz="2600">
              <a:latin typeface="Times New Roman"/>
              <a:cs typeface="Times New Roman"/>
            </a:endParaRPr>
          </a:p>
          <a:p>
            <a:pPr marL="275590" indent="-263525">
              <a:lnSpc>
                <a:spcPct val="100000"/>
              </a:lnSpc>
              <a:spcBef>
                <a:spcPts val="2055"/>
              </a:spcBef>
              <a:buFont typeface="Wingdings"/>
              <a:buChar char=""/>
              <a:tabLst>
                <a:tab pos="276225" algn="l"/>
              </a:tabLst>
            </a:pPr>
            <a:r>
              <a:rPr sz="2600" dirty="0">
                <a:latin typeface="Times New Roman"/>
                <a:cs typeface="Times New Roman"/>
              </a:rPr>
              <a:t>It</a:t>
            </a:r>
            <a:r>
              <a:rPr sz="2600" spc="-25" dirty="0">
                <a:latin typeface="Times New Roman"/>
                <a:cs typeface="Times New Roman"/>
              </a:rPr>
              <a:t> </a:t>
            </a:r>
            <a:r>
              <a:rPr sz="2600" dirty="0">
                <a:latin typeface="Times New Roman"/>
                <a:cs typeface="Times New Roman"/>
              </a:rPr>
              <a:t>is</a:t>
            </a:r>
            <a:r>
              <a:rPr sz="2600" spc="-15" dirty="0">
                <a:latin typeface="Times New Roman"/>
                <a:cs typeface="Times New Roman"/>
              </a:rPr>
              <a:t> </a:t>
            </a:r>
            <a:r>
              <a:rPr sz="2600" dirty="0">
                <a:latin typeface="Times New Roman"/>
                <a:cs typeface="Times New Roman"/>
              </a:rPr>
              <a:t>of</a:t>
            </a:r>
            <a:r>
              <a:rPr sz="2600" spc="-10" dirty="0">
                <a:latin typeface="Times New Roman"/>
                <a:cs typeface="Times New Roman"/>
              </a:rPr>
              <a:t> </a:t>
            </a:r>
            <a:r>
              <a:rPr sz="2600" dirty="0">
                <a:latin typeface="Times New Roman"/>
                <a:cs typeface="Times New Roman"/>
              </a:rPr>
              <a:t>two</a:t>
            </a:r>
            <a:r>
              <a:rPr sz="2600" spc="-20" dirty="0">
                <a:latin typeface="Times New Roman"/>
                <a:cs typeface="Times New Roman"/>
              </a:rPr>
              <a:t> </a:t>
            </a:r>
            <a:r>
              <a:rPr sz="2600" spc="-5" dirty="0">
                <a:latin typeface="Times New Roman"/>
                <a:cs typeface="Times New Roman"/>
              </a:rPr>
              <a:t>types:</a:t>
            </a:r>
            <a:endParaRPr sz="2600">
              <a:latin typeface="Times New Roman"/>
              <a:cs typeface="Times New Roman"/>
            </a:endParaRPr>
          </a:p>
          <a:p>
            <a:pPr marL="698500" marR="5080" lvl="1" indent="-229235">
              <a:lnSpc>
                <a:spcPct val="150100"/>
              </a:lnSpc>
              <a:spcBef>
                <a:spcPts val="600"/>
              </a:spcBef>
              <a:buSzPct val="95454"/>
              <a:buFont typeface="Wingdings"/>
              <a:buChar char=""/>
              <a:tabLst>
                <a:tab pos="699135" algn="l"/>
              </a:tabLst>
            </a:pPr>
            <a:r>
              <a:rPr sz="2200" b="1" spc="-5" dirty="0">
                <a:latin typeface="Times New Roman"/>
                <a:cs typeface="Times New Roman"/>
              </a:rPr>
              <a:t>Alternate</a:t>
            </a:r>
            <a:r>
              <a:rPr sz="2200" b="1" spc="35" dirty="0">
                <a:latin typeface="Times New Roman"/>
                <a:cs typeface="Times New Roman"/>
              </a:rPr>
              <a:t> </a:t>
            </a:r>
            <a:r>
              <a:rPr sz="2200" b="1" spc="-5" dirty="0">
                <a:latin typeface="Times New Roman"/>
                <a:cs typeface="Times New Roman"/>
              </a:rPr>
              <a:t>Mark</a:t>
            </a:r>
            <a:r>
              <a:rPr sz="2200" b="1" dirty="0">
                <a:latin typeface="Times New Roman"/>
                <a:cs typeface="Times New Roman"/>
              </a:rPr>
              <a:t> </a:t>
            </a:r>
            <a:r>
              <a:rPr sz="2200" b="1" spc="-5" dirty="0">
                <a:latin typeface="Times New Roman"/>
                <a:cs typeface="Times New Roman"/>
              </a:rPr>
              <a:t>Inversion</a:t>
            </a:r>
            <a:r>
              <a:rPr sz="2200" b="1" spc="5" dirty="0">
                <a:latin typeface="Times New Roman"/>
                <a:cs typeface="Times New Roman"/>
              </a:rPr>
              <a:t> </a:t>
            </a:r>
            <a:r>
              <a:rPr sz="2200" b="1" spc="-5" dirty="0">
                <a:latin typeface="Times New Roman"/>
                <a:cs typeface="Times New Roman"/>
              </a:rPr>
              <a:t>(AMI):</a:t>
            </a:r>
            <a:r>
              <a:rPr sz="2200" b="1" spc="40" dirty="0">
                <a:latin typeface="Times New Roman"/>
                <a:cs typeface="Times New Roman"/>
              </a:rPr>
              <a:t> </a:t>
            </a: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neutral</a:t>
            </a:r>
            <a:r>
              <a:rPr sz="2200" spc="10" dirty="0">
                <a:latin typeface="Times New Roman"/>
                <a:cs typeface="Times New Roman"/>
              </a:rPr>
              <a:t> </a:t>
            </a:r>
            <a:r>
              <a:rPr sz="2200" spc="-5" dirty="0">
                <a:latin typeface="Times New Roman"/>
                <a:cs typeface="Times New Roman"/>
              </a:rPr>
              <a:t>zero</a:t>
            </a:r>
            <a:r>
              <a:rPr sz="2200" spc="20" dirty="0">
                <a:latin typeface="Times New Roman"/>
                <a:cs typeface="Times New Roman"/>
              </a:rPr>
              <a:t> </a:t>
            </a:r>
            <a:r>
              <a:rPr sz="2200" spc="-5" dirty="0">
                <a:latin typeface="Times New Roman"/>
                <a:cs typeface="Times New Roman"/>
              </a:rPr>
              <a:t>voltage</a:t>
            </a:r>
            <a:r>
              <a:rPr sz="2200" spc="10" dirty="0">
                <a:latin typeface="Times New Roman"/>
                <a:cs typeface="Times New Roman"/>
              </a:rPr>
              <a:t> </a:t>
            </a:r>
            <a:r>
              <a:rPr sz="2200" spc="-5" dirty="0">
                <a:latin typeface="Times New Roman"/>
                <a:cs typeface="Times New Roman"/>
              </a:rPr>
              <a:t>represents</a:t>
            </a:r>
            <a:r>
              <a:rPr sz="2200" spc="20"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0</a:t>
            </a:r>
            <a:r>
              <a:rPr sz="2200" spc="15" dirty="0">
                <a:latin typeface="Times New Roman"/>
                <a:cs typeface="Times New Roman"/>
              </a:rPr>
              <a:t> </a:t>
            </a:r>
            <a:r>
              <a:rPr sz="2200" spc="-5" dirty="0">
                <a:latin typeface="Times New Roman"/>
                <a:cs typeface="Times New Roman"/>
              </a:rPr>
              <a:t>whereas</a:t>
            </a:r>
            <a:r>
              <a:rPr sz="2200" spc="15"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1s </a:t>
            </a:r>
            <a:r>
              <a:rPr sz="2200" spc="-535" dirty="0">
                <a:latin typeface="Times New Roman"/>
                <a:cs typeface="Times New Roman"/>
              </a:rPr>
              <a:t> </a:t>
            </a:r>
            <a:r>
              <a:rPr sz="2200" spc="-5" dirty="0">
                <a:latin typeface="Times New Roman"/>
                <a:cs typeface="Times New Roman"/>
              </a:rPr>
              <a:t>(Mark)</a:t>
            </a:r>
            <a:r>
              <a:rPr sz="2200" spc="10" dirty="0">
                <a:latin typeface="Times New Roman"/>
                <a:cs typeface="Times New Roman"/>
              </a:rPr>
              <a:t> </a:t>
            </a:r>
            <a:r>
              <a:rPr sz="2200" spc="-5" dirty="0">
                <a:latin typeface="Times New Roman"/>
                <a:cs typeface="Times New Roman"/>
              </a:rPr>
              <a:t>are represented</a:t>
            </a:r>
            <a:r>
              <a:rPr sz="2200" spc="15" dirty="0">
                <a:latin typeface="Times New Roman"/>
                <a:cs typeface="Times New Roman"/>
              </a:rPr>
              <a:t> </a:t>
            </a:r>
            <a:r>
              <a:rPr sz="2200" spc="-5" dirty="0">
                <a:latin typeface="Times New Roman"/>
                <a:cs typeface="Times New Roman"/>
              </a:rPr>
              <a:t>by alternating</a:t>
            </a:r>
            <a:r>
              <a:rPr sz="2200" spc="10" dirty="0">
                <a:latin typeface="Times New Roman"/>
                <a:cs typeface="Times New Roman"/>
              </a:rPr>
              <a:t> </a:t>
            </a:r>
            <a:r>
              <a:rPr sz="2200" dirty="0">
                <a:latin typeface="Times New Roman"/>
                <a:cs typeface="Times New Roman"/>
              </a:rPr>
              <a:t>+ve </a:t>
            </a:r>
            <a:r>
              <a:rPr sz="2200" spc="-5" dirty="0">
                <a:latin typeface="Times New Roman"/>
                <a:cs typeface="Times New Roman"/>
              </a:rPr>
              <a:t>and</a:t>
            </a:r>
            <a:r>
              <a:rPr sz="2200" spc="10" dirty="0">
                <a:latin typeface="Times New Roman"/>
                <a:cs typeface="Times New Roman"/>
              </a:rPr>
              <a:t> </a:t>
            </a:r>
            <a:r>
              <a:rPr sz="2200" dirty="0">
                <a:latin typeface="Times New Roman"/>
                <a:cs typeface="Times New Roman"/>
              </a:rPr>
              <a:t>–ve</a:t>
            </a:r>
            <a:r>
              <a:rPr sz="2200" spc="-15" dirty="0">
                <a:latin typeface="Times New Roman"/>
                <a:cs typeface="Times New Roman"/>
              </a:rPr>
              <a:t> </a:t>
            </a:r>
            <a:r>
              <a:rPr sz="2200" spc="-5" dirty="0">
                <a:latin typeface="Times New Roman"/>
                <a:cs typeface="Times New Roman"/>
              </a:rPr>
              <a:t>voltages.</a:t>
            </a:r>
            <a:endParaRPr sz="2200">
              <a:latin typeface="Times New Roman"/>
              <a:cs typeface="Times New Roman"/>
            </a:endParaRPr>
          </a:p>
          <a:p>
            <a:pPr marL="698500" lvl="1" indent="-229235">
              <a:lnSpc>
                <a:spcPct val="100000"/>
              </a:lnSpc>
              <a:spcBef>
                <a:spcPts val="1825"/>
              </a:spcBef>
              <a:buSzPct val="95454"/>
              <a:buFont typeface="Wingdings"/>
              <a:buChar char=""/>
              <a:tabLst>
                <a:tab pos="699135" algn="l"/>
                <a:tab pos="2685415" algn="l"/>
              </a:tabLst>
            </a:pPr>
            <a:r>
              <a:rPr sz="2200" b="1" spc="-5" dirty="0">
                <a:latin typeface="Times New Roman"/>
                <a:cs typeface="Times New Roman"/>
              </a:rPr>
              <a:t>Pseudoternary: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1</a:t>
            </a:r>
            <a:r>
              <a:rPr sz="2200" dirty="0">
                <a:latin typeface="Times New Roman"/>
                <a:cs typeface="Times New Roman"/>
              </a:rPr>
              <a:t> </a:t>
            </a:r>
            <a:r>
              <a:rPr sz="2200" spc="-5" dirty="0">
                <a:latin typeface="Times New Roman"/>
                <a:cs typeface="Times New Roman"/>
              </a:rPr>
              <a:t>bit</a:t>
            </a:r>
            <a:r>
              <a:rPr sz="2200"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encoded</a:t>
            </a:r>
            <a:r>
              <a:rPr sz="220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zero</a:t>
            </a:r>
            <a:r>
              <a:rPr sz="2200" spc="5" dirty="0">
                <a:latin typeface="Times New Roman"/>
                <a:cs typeface="Times New Roman"/>
              </a:rPr>
              <a:t> </a:t>
            </a:r>
            <a:r>
              <a:rPr sz="2200" spc="-5" dirty="0">
                <a:latin typeface="Times New Roman"/>
                <a:cs typeface="Times New Roman"/>
              </a:rPr>
              <a:t>voltage</a:t>
            </a:r>
            <a:r>
              <a:rPr sz="2200" dirty="0">
                <a:latin typeface="Times New Roman"/>
                <a:cs typeface="Times New Roman"/>
              </a:rPr>
              <a:t> </a:t>
            </a:r>
            <a:r>
              <a:rPr sz="2200" spc="-5" dirty="0">
                <a:latin typeface="Times New Roman"/>
                <a:cs typeface="Times New Roman"/>
              </a:rPr>
              <a:t>and</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binary</a:t>
            </a:r>
            <a:r>
              <a:rPr sz="2200" spc="5" dirty="0">
                <a:latin typeface="Times New Roman"/>
                <a:cs typeface="Times New Roman"/>
              </a:rPr>
              <a:t> </a:t>
            </a:r>
            <a:r>
              <a:rPr sz="2200" spc="-5" dirty="0">
                <a:latin typeface="Times New Roman"/>
                <a:cs typeface="Times New Roman"/>
              </a:rPr>
              <a:t>0s</a:t>
            </a:r>
            <a:r>
              <a:rPr sz="2200" spc="5" dirty="0">
                <a:latin typeface="Times New Roman"/>
                <a:cs typeface="Times New Roman"/>
              </a:rPr>
              <a:t> </a:t>
            </a:r>
            <a:r>
              <a:rPr sz="2200" spc="-5" dirty="0">
                <a:latin typeface="Times New Roman"/>
                <a:cs typeface="Times New Roman"/>
              </a:rPr>
              <a:t>are</a:t>
            </a:r>
            <a:r>
              <a:rPr sz="2200" spc="15" dirty="0">
                <a:latin typeface="Times New Roman"/>
                <a:cs typeface="Times New Roman"/>
              </a:rPr>
              <a:t> </a:t>
            </a:r>
            <a:r>
              <a:rPr sz="2200" spc="-5" dirty="0">
                <a:latin typeface="Times New Roman"/>
                <a:cs typeface="Times New Roman"/>
              </a:rPr>
              <a:t>represented</a:t>
            </a:r>
            <a:r>
              <a:rPr sz="2200" spc="5" dirty="0">
                <a:latin typeface="Times New Roman"/>
                <a:cs typeface="Times New Roman"/>
              </a:rPr>
              <a:t> </a:t>
            </a:r>
            <a:r>
              <a:rPr sz="2200" dirty="0">
                <a:latin typeface="Times New Roman"/>
                <a:cs typeface="Times New Roman"/>
              </a:rPr>
              <a:t>by</a:t>
            </a:r>
            <a:endParaRPr sz="2200">
              <a:latin typeface="Times New Roman"/>
              <a:cs typeface="Times New Roman"/>
            </a:endParaRPr>
          </a:p>
          <a:p>
            <a:pPr marL="698500">
              <a:lnSpc>
                <a:spcPct val="100000"/>
              </a:lnSpc>
              <a:spcBef>
                <a:spcPts val="1320"/>
              </a:spcBef>
            </a:pPr>
            <a:r>
              <a:rPr sz="2200" spc="-5" dirty="0">
                <a:latin typeface="Times New Roman"/>
                <a:cs typeface="Times New Roman"/>
              </a:rPr>
              <a:t>alternating</a:t>
            </a:r>
            <a:r>
              <a:rPr sz="2200" spc="5" dirty="0">
                <a:latin typeface="Times New Roman"/>
                <a:cs typeface="Times New Roman"/>
              </a:rPr>
              <a:t> </a:t>
            </a:r>
            <a:r>
              <a:rPr sz="2200" spc="-5" dirty="0">
                <a:latin typeface="Times New Roman"/>
                <a:cs typeface="Times New Roman"/>
              </a:rPr>
              <a:t>+ve</a:t>
            </a:r>
            <a:r>
              <a:rPr sz="2200"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dirty="0">
                <a:latin typeface="Times New Roman"/>
                <a:cs typeface="Times New Roman"/>
              </a:rPr>
              <a:t>–ve</a:t>
            </a:r>
            <a:r>
              <a:rPr sz="2200" spc="-10" dirty="0">
                <a:latin typeface="Times New Roman"/>
                <a:cs typeface="Times New Roman"/>
              </a:rPr>
              <a:t> </a:t>
            </a:r>
            <a:r>
              <a:rPr sz="2200" spc="-5" dirty="0">
                <a:latin typeface="Times New Roman"/>
                <a:cs typeface="Times New Roman"/>
              </a:rPr>
              <a:t>voltages.</a:t>
            </a:r>
            <a:endParaRPr sz="2200">
              <a:latin typeface="Times New Roman"/>
              <a:cs typeface="Times New Roman"/>
            </a:endParaRPr>
          </a:p>
        </p:txBody>
      </p:sp>
      <p:sp>
        <p:nvSpPr>
          <p:cNvPr id="3" name="object 3"/>
          <p:cNvSpPr/>
          <p:nvPr/>
        </p:nvSpPr>
        <p:spPr>
          <a:xfrm>
            <a:off x="0" y="376427"/>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3661409" y="543255"/>
            <a:ext cx="4883150" cy="697230"/>
          </a:xfrm>
          <a:prstGeom prst="rect">
            <a:avLst/>
          </a:prstGeom>
        </p:spPr>
        <p:txBody>
          <a:bodyPr vert="horz" wrap="square" lIns="0" tIns="13335" rIns="0" bIns="0" rtlCol="0">
            <a:spAutoFit/>
          </a:bodyPr>
          <a:lstStyle/>
          <a:p>
            <a:pPr marL="12700">
              <a:lnSpc>
                <a:spcPct val="100000"/>
              </a:lnSpc>
              <a:spcBef>
                <a:spcPts val="105"/>
              </a:spcBef>
            </a:pPr>
            <a:r>
              <a:rPr spc="-100" dirty="0"/>
              <a:t>Lin</a:t>
            </a:r>
            <a:r>
              <a:rPr dirty="0"/>
              <a:t>e</a:t>
            </a:r>
            <a:r>
              <a:rPr spc="-215" dirty="0"/>
              <a:t> </a:t>
            </a:r>
            <a:r>
              <a:rPr spc="-100" dirty="0"/>
              <a:t>C</a:t>
            </a:r>
            <a:r>
              <a:rPr spc="-95" dirty="0"/>
              <a:t>o</a:t>
            </a:r>
            <a:r>
              <a:rPr spc="-100" dirty="0"/>
              <a:t>din</a:t>
            </a:r>
            <a:r>
              <a:rPr spc="-105" dirty="0"/>
              <a:t>g</a:t>
            </a:r>
            <a:r>
              <a:rPr dirty="0"/>
              <a:t>:</a:t>
            </a:r>
            <a:r>
              <a:rPr spc="-245" dirty="0"/>
              <a:t> </a:t>
            </a:r>
            <a:r>
              <a:rPr spc="-100" dirty="0"/>
              <a:t>Bip</a:t>
            </a:r>
            <a:r>
              <a:rPr spc="-95" dirty="0"/>
              <a:t>o</a:t>
            </a:r>
            <a:r>
              <a:rPr spc="-100" dirty="0"/>
              <a:t>l</a:t>
            </a:r>
            <a:r>
              <a:rPr spc="-95" dirty="0"/>
              <a:t>a</a:t>
            </a:r>
            <a:r>
              <a:rPr dirty="0"/>
              <a:t>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88717" y="1820036"/>
            <a:ext cx="652145" cy="391160"/>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333333"/>
                </a:solidFill>
                <a:latin typeface="Times New Roman"/>
                <a:cs typeface="Times New Roman"/>
              </a:rPr>
              <a:t>AMI</a:t>
            </a:r>
            <a:endParaRPr sz="2400">
              <a:latin typeface="Times New Roman"/>
              <a:cs typeface="Times New Roman"/>
            </a:endParaRPr>
          </a:p>
        </p:txBody>
      </p:sp>
      <p:sp>
        <p:nvSpPr>
          <p:cNvPr id="3" name="object 3"/>
          <p:cNvSpPr txBox="1"/>
          <p:nvPr/>
        </p:nvSpPr>
        <p:spPr>
          <a:xfrm>
            <a:off x="8050530" y="1848434"/>
            <a:ext cx="1939289" cy="39179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333333"/>
                </a:solidFill>
                <a:latin typeface="Times New Roman"/>
                <a:cs typeface="Times New Roman"/>
              </a:rPr>
              <a:t>Pseu</a:t>
            </a:r>
            <a:r>
              <a:rPr sz="2400" b="1" spc="-10" dirty="0">
                <a:solidFill>
                  <a:srgbClr val="333333"/>
                </a:solidFill>
                <a:latin typeface="Times New Roman"/>
                <a:cs typeface="Times New Roman"/>
              </a:rPr>
              <a:t>d</a:t>
            </a:r>
            <a:r>
              <a:rPr sz="2400" b="1" dirty="0">
                <a:solidFill>
                  <a:srgbClr val="333333"/>
                </a:solidFill>
                <a:latin typeface="Times New Roman"/>
                <a:cs typeface="Times New Roman"/>
              </a:rPr>
              <a:t>oternary</a:t>
            </a:r>
            <a:endParaRPr sz="2400">
              <a:latin typeface="Times New Roman"/>
              <a:cs typeface="Times New Roman"/>
            </a:endParaRPr>
          </a:p>
        </p:txBody>
      </p:sp>
      <p:sp>
        <p:nvSpPr>
          <p:cNvPr id="4" name="object 4"/>
          <p:cNvSpPr/>
          <p:nvPr/>
        </p:nvSpPr>
        <p:spPr>
          <a:xfrm>
            <a:off x="0" y="365759"/>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5" name="object 5"/>
          <p:cNvSpPr txBox="1">
            <a:spLocks noGrp="1"/>
          </p:cNvSpPr>
          <p:nvPr>
            <p:ph type="title"/>
          </p:nvPr>
        </p:nvSpPr>
        <p:spPr>
          <a:xfrm>
            <a:off x="3739134" y="532002"/>
            <a:ext cx="4728845"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spc="-105" dirty="0"/>
              <a:t>g</a:t>
            </a:r>
            <a:r>
              <a:rPr dirty="0"/>
              <a:t>:</a:t>
            </a:r>
            <a:r>
              <a:rPr spc="-240" dirty="0"/>
              <a:t> </a:t>
            </a:r>
            <a:r>
              <a:rPr spc="-95" dirty="0"/>
              <a:t>B</a:t>
            </a:r>
            <a:r>
              <a:rPr spc="-100" dirty="0"/>
              <a:t>ip</a:t>
            </a:r>
            <a:r>
              <a:rPr spc="-90" dirty="0"/>
              <a:t>o</a:t>
            </a:r>
            <a:r>
              <a:rPr spc="-100" dirty="0"/>
              <a:t>l</a:t>
            </a:r>
            <a:r>
              <a:rPr spc="-90" dirty="0"/>
              <a:t>a</a:t>
            </a:r>
            <a:r>
              <a:rPr dirty="0"/>
              <a:t>r</a:t>
            </a:r>
          </a:p>
        </p:txBody>
      </p:sp>
      <p:pic>
        <p:nvPicPr>
          <p:cNvPr id="6" name="object 6"/>
          <p:cNvPicPr/>
          <p:nvPr/>
        </p:nvPicPr>
        <p:blipFill>
          <a:blip r:embed="rId3" cstate="print"/>
          <a:stretch>
            <a:fillRect/>
          </a:stretch>
        </p:blipFill>
        <p:spPr>
          <a:xfrm>
            <a:off x="362480" y="2757932"/>
            <a:ext cx="5274099" cy="3817112"/>
          </a:xfrm>
          <a:prstGeom prst="rect">
            <a:avLst/>
          </a:prstGeom>
        </p:spPr>
      </p:pic>
      <p:pic>
        <p:nvPicPr>
          <p:cNvPr id="7" name="object 7"/>
          <p:cNvPicPr/>
          <p:nvPr/>
        </p:nvPicPr>
        <p:blipFill>
          <a:blip r:embed="rId4" cstate="print"/>
          <a:stretch>
            <a:fillRect/>
          </a:stretch>
        </p:blipFill>
        <p:spPr>
          <a:xfrm>
            <a:off x="6314940" y="2772426"/>
            <a:ext cx="5424127" cy="36702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5059680" cy="369824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Encode the</a:t>
            </a:r>
            <a:r>
              <a:rPr sz="2200" dirty="0">
                <a:latin typeface="Times New Roman"/>
                <a:cs typeface="Times New Roman"/>
              </a:rPr>
              <a:t> </a:t>
            </a:r>
            <a:r>
              <a:rPr sz="2200" spc="-5" dirty="0">
                <a:latin typeface="Times New Roman"/>
                <a:cs typeface="Times New Roman"/>
              </a:rPr>
              <a:t>bit stream</a:t>
            </a:r>
            <a:r>
              <a:rPr sz="2200" spc="15" dirty="0">
                <a:latin typeface="Times New Roman"/>
                <a:cs typeface="Times New Roman"/>
              </a:rPr>
              <a:t> </a:t>
            </a:r>
            <a:r>
              <a:rPr sz="2200" spc="-30" dirty="0">
                <a:latin typeface="Times New Roman"/>
                <a:cs typeface="Times New Roman"/>
              </a:rPr>
              <a:t>000111101011</a:t>
            </a:r>
            <a:r>
              <a:rPr sz="2200" spc="-40" dirty="0">
                <a:latin typeface="Times New Roman"/>
                <a:cs typeface="Times New Roman"/>
              </a:rPr>
              <a:t> </a:t>
            </a:r>
            <a:r>
              <a:rPr sz="2200" spc="-5" dirty="0">
                <a:latin typeface="Times New Roman"/>
                <a:cs typeface="Times New Roman"/>
              </a:rPr>
              <a:t>using</a:t>
            </a:r>
            <a:endParaRPr sz="2200">
              <a:latin typeface="Times New Roman"/>
              <a:cs typeface="Times New Roman"/>
            </a:endParaRPr>
          </a:p>
          <a:p>
            <a:pPr marL="698500" lvl="1" indent="-229235">
              <a:lnSpc>
                <a:spcPct val="100000"/>
              </a:lnSpc>
              <a:spcBef>
                <a:spcPts val="1670"/>
              </a:spcBef>
              <a:buFont typeface="Wingdings"/>
              <a:buChar char=""/>
              <a:tabLst>
                <a:tab pos="699135" algn="l"/>
              </a:tabLst>
            </a:pPr>
            <a:r>
              <a:rPr sz="1800" dirty="0">
                <a:latin typeface="Times New Roman"/>
                <a:cs typeface="Times New Roman"/>
              </a:rPr>
              <a:t>Unipolar</a:t>
            </a:r>
            <a:endParaRPr sz="1800">
              <a:latin typeface="Times New Roman"/>
              <a:cs typeface="Times New Roman"/>
            </a:endParaRPr>
          </a:p>
          <a:p>
            <a:pPr marL="698500" lvl="1" indent="-229235">
              <a:lnSpc>
                <a:spcPct val="100000"/>
              </a:lnSpc>
              <a:spcBef>
                <a:spcPts val="1590"/>
              </a:spcBef>
              <a:buFont typeface="Wingdings"/>
              <a:buChar char=""/>
              <a:tabLst>
                <a:tab pos="699135" algn="l"/>
              </a:tabLst>
            </a:pPr>
            <a:r>
              <a:rPr sz="1800" spc="-5" dirty="0">
                <a:latin typeface="Times New Roman"/>
                <a:cs typeface="Times New Roman"/>
              </a:rPr>
              <a:t>NRZ-L</a:t>
            </a:r>
            <a:endParaRPr sz="1800">
              <a:latin typeface="Times New Roman"/>
              <a:cs typeface="Times New Roman"/>
            </a:endParaRPr>
          </a:p>
          <a:p>
            <a:pPr marL="698500" lvl="1" indent="-229235">
              <a:lnSpc>
                <a:spcPct val="100000"/>
              </a:lnSpc>
              <a:spcBef>
                <a:spcPts val="1580"/>
              </a:spcBef>
              <a:buFont typeface="Wingdings"/>
              <a:buChar char=""/>
              <a:tabLst>
                <a:tab pos="699135" algn="l"/>
              </a:tabLst>
            </a:pPr>
            <a:r>
              <a:rPr sz="1800" spc="-5" dirty="0">
                <a:latin typeface="Times New Roman"/>
                <a:cs typeface="Times New Roman"/>
              </a:rPr>
              <a:t>NRZ-I</a:t>
            </a:r>
            <a:endParaRPr sz="1800">
              <a:latin typeface="Times New Roman"/>
              <a:cs typeface="Times New Roman"/>
            </a:endParaRPr>
          </a:p>
          <a:p>
            <a:pPr marL="698500" lvl="1" indent="-229235">
              <a:lnSpc>
                <a:spcPct val="100000"/>
              </a:lnSpc>
              <a:spcBef>
                <a:spcPts val="1575"/>
              </a:spcBef>
              <a:buFont typeface="Wingdings"/>
              <a:buChar char=""/>
              <a:tabLst>
                <a:tab pos="699135" algn="l"/>
              </a:tabLst>
            </a:pPr>
            <a:r>
              <a:rPr sz="1800" dirty="0">
                <a:latin typeface="Times New Roman"/>
                <a:cs typeface="Times New Roman"/>
              </a:rPr>
              <a:t>Manchester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spc="-5" dirty="0">
                <a:latin typeface="Times New Roman"/>
                <a:cs typeface="Times New Roman"/>
              </a:rPr>
              <a:t>Differential</a:t>
            </a:r>
            <a:r>
              <a:rPr sz="1800" spc="-45" dirty="0">
                <a:latin typeface="Times New Roman"/>
                <a:cs typeface="Times New Roman"/>
              </a:rPr>
              <a:t> </a:t>
            </a:r>
            <a:r>
              <a:rPr sz="1800" dirty="0">
                <a:latin typeface="Times New Roman"/>
                <a:cs typeface="Times New Roman"/>
              </a:rPr>
              <a:t>Manchester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spc="-5" dirty="0">
                <a:latin typeface="Times New Roman"/>
                <a:cs typeface="Times New Roman"/>
              </a:rPr>
              <a:t>AMI</a:t>
            </a:r>
            <a:endParaRPr sz="1800">
              <a:latin typeface="Times New Roman"/>
              <a:cs typeface="Times New Roman"/>
            </a:endParaRPr>
          </a:p>
          <a:p>
            <a:pPr marL="698500" lvl="1" indent="-229235">
              <a:lnSpc>
                <a:spcPct val="100000"/>
              </a:lnSpc>
              <a:spcBef>
                <a:spcPts val="1575"/>
              </a:spcBef>
              <a:buFont typeface="Wingdings"/>
              <a:buChar char=""/>
              <a:tabLst>
                <a:tab pos="699135" algn="l"/>
              </a:tabLst>
            </a:pPr>
            <a:r>
              <a:rPr sz="1800" spc="-5" dirty="0">
                <a:latin typeface="Times New Roman"/>
                <a:cs typeface="Times New Roman"/>
              </a:rPr>
              <a:t>Pseudoternary</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115692" y="515493"/>
            <a:ext cx="7974330" cy="696595"/>
          </a:xfrm>
          <a:prstGeom prst="rect">
            <a:avLst/>
          </a:prstGeom>
        </p:spPr>
        <p:txBody>
          <a:bodyPr vert="horz" wrap="square" lIns="0" tIns="13335" rIns="0" bIns="0" rtlCol="0">
            <a:spAutoFit/>
          </a:bodyPr>
          <a:lstStyle/>
          <a:p>
            <a:pPr marL="12700">
              <a:lnSpc>
                <a:spcPct val="100000"/>
              </a:lnSpc>
              <a:spcBef>
                <a:spcPts val="105"/>
              </a:spcBef>
            </a:pPr>
            <a:r>
              <a:rPr spc="-95" dirty="0"/>
              <a:t>L</a:t>
            </a:r>
            <a:r>
              <a:rPr spc="-100" dirty="0"/>
              <a:t>in</a:t>
            </a:r>
            <a:r>
              <a:rPr dirty="0"/>
              <a:t>e</a:t>
            </a:r>
            <a:r>
              <a:rPr spc="-215" dirty="0"/>
              <a:t> </a:t>
            </a:r>
            <a:r>
              <a:rPr spc="-100" dirty="0"/>
              <a:t>C</a:t>
            </a:r>
            <a:r>
              <a:rPr spc="-90" dirty="0"/>
              <a:t>o</a:t>
            </a:r>
            <a:r>
              <a:rPr spc="-100" dirty="0"/>
              <a:t>din</a:t>
            </a:r>
            <a:r>
              <a:rPr dirty="0"/>
              <a:t>g</a:t>
            </a:r>
            <a:r>
              <a:rPr spc="-229" dirty="0"/>
              <a:t> </a:t>
            </a:r>
            <a:r>
              <a:rPr spc="-100" dirty="0"/>
              <a:t>Sel</a:t>
            </a:r>
            <a:r>
              <a:rPr dirty="0"/>
              <a:t>f</a:t>
            </a:r>
            <a:r>
              <a:rPr spc="-225" dirty="0"/>
              <a:t> </a:t>
            </a:r>
            <a:r>
              <a:rPr spc="-100" dirty="0"/>
              <a:t>Pr</a:t>
            </a:r>
            <a:r>
              <a:rPr spc="-90" dirty="0"/>
              <a:t>a</a:t>
            </a:r>
            <a:r>
              <a:rPr spc="-100" dirty="0"/>
              <a:t>ct</a:t>
            </a:r>
            <a:r>
              <a:rPr spc="-110" dirty="0"/>
              <a:t>i</a:t>
            </a:r>
            <a:r>
              <a:rPr spc="-100" dirty="0"/>
              <a:t>c</a:t>
            </a:r>
            <a:r>
              <a:rPr dirty="0"/>
              <a:t>e</a:t>
            </a:r>
            <a:r>
              <a:rPr spc="-250" dirty="0"/>
              <a:t> </a:t>
            </a:r>
            <a:r>
              <a:rPr spc="-95" dirty="0"/>
              <a:t>E</a:t>
            </a:r>
            <a:r>
              <a:rPr spc="-90" dirty="0"/>
              <a:t>xa</a:t>
            </a:r>
            <a:r>
              <a:rPr spc="-110" dirty="0"/>
              <a:t>m</a:t>
            </a:r>
            <a:r>
              <a:rPr spc="-100" dirty="0"/>
              <a:t>pl</a:t>
            </a:r>
            <a:r>
              <a:rPr dirty="0"/>
              <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11563985" cy="3818254"/>
          </a:xfrm>
          <a:prstGeom prst="rect">
            <a:avLst/>
          </a:prstGeom>
        </p:spPr>
        <p:txBody>
          <a:bodyPr vert="horz" wrap="square" lIns="0" tIns="12065" rIns="0" bIns="0" rtlCol="0">
            <a:spAutoFit/>
          </a:bodyPr>
          <a:lstStyle/>
          <a:p>
            <a:pPr marL="295910" indent="-283845">
              <a:lnSpc>
                <a:spcPct val="100000"/>
              </a:lnSpc>
              <a:spcBef>
                <a:spcPts val="95"/>
              </a:spcBef>
              <a:buFont typeface="Wingdings"/>
              <a:buChar char=""/>
              <a:tabLst>
                <a:tab pos="296545"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process to</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5" dirty="0">
                <a:latin typeface="Times New Roman"/>
                <a:cs typeface="Times New Roman"/>
              </a:rPr>
              <a:t>packets</a:t>
            </a:r>
            <a:r>
              <a:rPr sz="2200" spc="5" dirty="0">
                <a:latin typeface="Times New Roman"/>
                <a:cs typeface="Times New Roman"/>
              </a:rPr>
              <a:t> </a:t>
            </a:r>
            <a:r>
              <a:rPr sz="2200" spc="-5" dirty="0">
                <a:latin typeface="Times New Roman"/>
                <a:cs typeface="Times New Roman"/>
              </a:rPr>
              <a:t>coming</a:t>
            </a:r>
            <a:r>
              <a:rPr sz="2200" spc="2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from</a:t>
            </a:r>
            <a:r>
              <a:rPr sz="2200" spc="15" dirty="0">
                <a:latin typeface="Times New Roman"/>
                <a:cs typeface="Times New Roman"/>
              </a:rPr>
              <a:t> </a:t>
            </a:r>
            <a:r>
              <a:rPr sz="2200" spc="-5" dirty="0">
                <a:latin typeface="Times New Roman"/>
                <a:cs typeface="Times New Roman"/>
              </a:rPr>
              <a:t>one</a:t>
            </a:r>
            <a:r>
              <a:rPr sz="2200" spc="5" dirty="0">
                <a:latin typeface="Times New Roman"/>
                <a:cs typeface="Times New Roman"/>
              </a:rPr>
              <a:t> </a:t>
            </a:r>
            <a:r>
              <a:rPr sz="2200" spc="-5" dirty="0">
                <a:latin typeface="Times New Roman"/>
                <a:cs typeface="Times New Roman"/>
              </a:rPr>
              <a:t>port</a:t>
            </a:r>
            <a:r>
              <a:rPr sz="220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port</a:t>
            </a:r>
            <a:r>
              <a:rPr sz="2200" dirty="0">
                <a:latin typeface="Times New Roman"/>
                <a:cs typeface="Times New Roman"/>
              </a:rPr>
              <a:t> </a:t>
            </a:r>
            <a:r>
              <a:rPr sz="2200" spc="-5" dirty="0">
                <a:latin typeface="Times New Roman"/>
                <a:cs typeface="Times New Roman"/>
              </a:rPr>
              <a:t>leading</a:t>
            </a:r>
            <a:r>
              <a:rPr sz="2200" spc="5" dirty="0">
                <a:latin typeface="Times New Roman"/>
                <a:cs typeface="Times New Roman"/>
              </a:rPr>
              <a:t> </a:t>
            </a:r>
            <a:r>
              <a:rPr sz="2200" spc="-5" dirty="0">
                <a:latin typeface="Times New Roman"/>
                <a:cs typeface="Times New Roman"/>
              </a:rPr>
              <a:t>towards</a:t>
            </a:r>
            <a:r>
              <a:rPr sz="2200" spc="5" dirty="0">
                <a:latin typeface="Times New Roman"/>
                <a:cs typeface="Times New Roman"/>
              </a:rPr>
              <a:t> </a:t>
            </a:r>
            <a:r>
              <a:rPr sz="2200" dirty="0">
                <a:latin typeface="Times New Roman"/>
                <a:cs typeface="Times New Roman"/>
              </a:rPr>
              <a:t>the </a:t>
            </a:r>
            <a:r>
              <a:rPr sz="2200" spc="-5" dirty="0">
                <a:latin typeface="Times New Roman"/>
                <a:cs typeface="Times New Roman"/>
              </a:rPr>
              <a:t>destination</a:t>
            </a:r>
            <a:endParaRPr sz="2200">
              <a:latin typeface="Times New Roman"/>
              <a:cs typeface="Times New Roman"/>
            </a:endParaRPr>
          </a:p>
          <a:p>
            <a:pPr marL="241300" indent="-228600">
              <a:lnSpc>
                <a:spcPct val="100000"/>
              </a:lnSpc>
              <a:spcBef>
                <a:spcPts val="1814"/>
              </a:spcBef>
              <a:buFont typeface="Wingdings"/>
              <a:buChar char=""/>
              <a:tabLst>
                <a:tab pos="241300" algn="l"/>
              </a:tabLst>
            </a:pPr>
            <a:r>
              <a:rPr sz="2200" spc="-55" dirty="0">
                <a:latin typeface="Times New Roman"/>
                <a:cs typeface="Times New Roman"/>
              </a:rPr>
              <a:t>Two</a:t>
            </a:r>
            <a:r>
              <a:rPr sz="2200" spc="-20" dirty="0">
                <a:latin typeface="Times New Roman"/>
                <a:cs typeface="Times New Roman"/>
              </a:rPr>
              <a:t> </a:t>
            </a:r>
            <a:r>
              <a:rPr sz="2200" spc="-10" dirty="0">
                <a:latin typeface="Times New Roman"/>
                <a:cs typeface="Times New Roman"/>
              </a:rPr>
              <a:t>terms</a:t>
            </a:r>
            <a:r>
              <a:rPr sz="2200" spc="10" dirty="0">
                <a:latin typeface="Times New Roman"/>
                <a:cs typeface="Times New Roman"/>
              </a:rPr>
              <a:t> </a:t>
            </a:r>
            <a:r>
              <a:rPr sz="2200" spc="-5" dirty="0">
                <a:latin typeface="Times New Roman"/>
                <a:cs typeface="Times New Roman"/>
              </a:rPr>
              <a:t>used</a:t>
            </a:r>
            <a:endParaRPr sz="2200">
              <a:latin typeface="Times New Roman"/>
              <a:cs typeface="Times New Roman"/>
            </a:endParaRPr>
          </a:p>
          <a:p>
            <a:pPr marL="698500" lvl="1" indent="-229235">
              <a:lnSpc>
                <a:spcPct val="100000"/>
              </a:lnSpc>
              <a:spcBef>
                <a:spcPts val="1685"/>
              </a:spcBef>
              <a:buFont typeface="Wingdings"/>
              <a:buChar char=""/>
              <a:tabLst>
                <a:tab pos="699135" algn="l"/>
              </a:tabLst>
            </a:pPr>
            <a:r>
              <a:rPr sz="1800" spc="-5" dirty="0">
                <a:latin typeface="Times New Roman"/>
                <a:cs typeface="Times New Roman"/>
              </a:rPr>
              <a:t>Ingress</a:t>
            </a:r>
            <a:r>
              <a:rPr sz="1800" spc="-1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Data</a:t>
            </a:r>
            <a:r>
              <a:rPr sz="1800" spc="-10" dirty="0">
                <a:latin typeface="Times New Roman"/>
                <a:cs typeface="Times New Roman"/>
              </a:rPr>
              <a:t> </a:t>
            </a:r>
            <a:r>
              <a:rPr sz="1800" dirty="0">
                <a:latin typeface="Times New Roman"/>
                <a:cs typeface="Times New Roman"/>
              </a:rPr>
              <a:t>comes</a:t>
            </a:r>
            <a:r>
              <a:rPr sz="1800" spc="-10" dirty="0">
                <a:latin typeface="Times New Roman"/>
                <a:cs typeface="Times New Roman"/>
              </a:rPr>
              <a:t> </a:t>
            </a:r>
            <a:r>
              <a:rPr sz="1800" dirty="0">
                <a:latin typeface="Times New Roman"/>
                <a:cs typeface="Times New Roman"/>
              </a:rPr>
              <a:t>on a</a:t>
            </a:r>
            <a:r>
              <a:rPr sz="1800" spc="-10" dirty="0">
                <a:latin typeface="Times New Roman"/>
                <a:cs typeface="Times New Roman"/>
              </a:rPr>
              <a:t> </a:t>
            </a:r>
            <a:r>
              <a:rPr sz="1800" dirty="0">
                <a:latin typeface="Times New Roman"/>
                <a:cs typeface="Times New Roman"/>
              </a:rPr>
              <a:t>port</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Egress</a:t>
            </a:r>
            <a:r>
              <a:rPr sz="1800" spc="-2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Data</a:t>
            </a:r>
            <a:r>
              <a:rPr sz="1800" spc="-10" dirty="0">
                <a:latin typeface="Times New Roman"/>
                <a:cs typeface="Times New Roman"/>
              </a:rPr>
              <a:t> </a:t>
            </a:r>
            <a:r>
              <a:rPr sz="1800" dirty="0">
                <a:latin typeface="Times New Roman"/>
                <a:cs typeface="Times New Roman"/>
              </a:rPr>
              <a:t>leaves</a:t>
            </a:r>
            <a:r>
              <a:rPr sz="1800" spc="-35" dirty="0">
                <a:latin typeface="Times New Roman"/>
                <a:cs typeface="Times New Roman"/>
              </a:rPr>
              <a:t> </a:t>
            </a:r>
            <a:r>
              <a:rPr sz="1800" dirty="0">
                <a:latin typeface="Times New Roman"/>
                <a:cs typeface="Times New Roman"/>
              </a:rPr>
              <a:t>a</a:t>
            </a:r>
            <a:r>
              <a:rPr sz="1800" spc="-5" dirty="0">
                <a:latin typeface="Times New Roman"/>
                <a:cs typeface="Times New Roman"/>
              </a:rPr>
              <a:t> </a:t>
            </a:r>
            <a:r>
              <a:rPr sz="1800" dirty="0">
                <a:latin typeface="Times New Roman"/>
                <a:cs typeface="Times New Roman"/>
              </a:rPr>
              <a:t>port</a:t>
            </a:r>
            <a:r>
              <a:rPr sz="1800" spc="-5" dirty="0">
                <a:latin typeface="Times New Roman"/>
                <a:cs typeface="Times New Roman"/>
              </a:rPr>
              <a:t> </a:t>
            </a:r>
            <a:r>
              <a:rPr sz="1800" dirty="0">
                <a:latin typeface="Times New Roman"/>
                <a:cs typeface="Times New Roman"/>
              </a:rPr>
              <a:t>or</a:t>
            </a:r>
            <a:r>
              <a:rPr sz="1800" spc="-20" dirty="0">
                <a:latin typeface="Times New Roman"/>
                <a:cs typeface="Times New Roman"/>
              </a:rPr>
              <a:t> </a:t>
            </a:r>
            <a:r>
              <a:rPr sz="1800" dirty="0">
                <a:latin typeface="Times New Roman"/>
                <a:cs typeface="Times New Roman"/>
              </a:rPr>
              <a:t>goes</a:t>
            </a:r>
            <a:r>
              <a:rPr sz="1800" spc="-5" dirty="0">
                <a:latin typeface="Times New Roman"/>
                <a:cs typeface="Times New Roman"/>
              </a:rPr>
              <a:t> </a:t>
            </a:r>
            <a:r>
              <a:rPr sz="1800" dirty="0">
                <a:latin typeface="Times New Roman"/>
                <a:cs typeface="Times New Roman"/>
              </a:rPr>
              <a:t>out</a:t>
            </a:r>
            <a:endParaRPr sz="1800">
              <a:latin typeface="Times New Roman"/>
              <a:cs typeface="Times New Roman"/>
            </a:endParaRPr>
          </a:p>
          <a:p>
            <a:pPr marL="311150" indent="-299085">
              <a:lnSpc>
                <a:spcPct val="100000"/>
              </a:lnSpc>
              <a:spcBef>
                <a:spcPts val="1710"/>
              </a:spcBef>
              <a:buFont typeface="Wingdings"/>
              <a:buChar char=""/>
              <a:tabLst>
                <a:tab pos="311785" algn="l"/>
              </a:tabLst>
            </a:pPr>
            <a:r>
              <a:rPr sz="2200" spc="-5" dirty="0">
                <a:latin typeface="Times New Roman"/>
                <a:cs typeface="Times New Roman"/>
              </a:rPr>
              <a:t>Switching </a:t>
            </a:r>
            <a:r>
              <a:rPr sz="2200" spc="-10" dirty="0">
                <a:latin typeface="Times New Roman"/>
                <a:cs typeface="Times New Roman"/>
              </a:rPr>
              <a:t>can</a:t>
            </a:r>
            <a:r>
              <a:rPr sz="2200" spc="10" dirty="0">
                <a:latin typeface="Times New Roman"/>
                <a:cs typeface="Times New Roman"/>
              </a:rPr>
              <a:t> </a:t>
            </a:r>
            <a:r>
              <a:rPr sz="2200" spc="-5" dirty="0">
                <a:latin typeface="Times New Roman"/>
                <a:cs typeface="Times New Roman"/>
              </a:rPr>
              <a:t>be</a:t>
            </a:r>
            <a:r>
              <a:rPr sz="2200" dirty="0">
                <a:latin typeface="Times New Roman"/>
                <a:cs typeface="Times New Roman"/>
              </a:rPr>
              <a:t> </a:t>
            </a:r>
            <a:r>
              <a:rPr sz="2200" spc="-5" dirty="0">
                <a:latin typeface="Times New Roman"/>
                <a:cs typeface="Times New Roman"/>
              </a:rPr>
              <a:t>divided</a:t>
            </a:r>
            <a:r>
              <a:rPr sz="2200" dirty="0">
                <a:latin typeface="Times New Roman"/>
                <a:cs typeface="Times New Roman"/>
              </a:rPr>
              <a:t> </a:t>
            </a:r>
            <a:r>
              <a:rPr sz="2200" spc="-5" dirty="0">
                <a:latin typeface="Times New Roman"/>
                <a:cs typeface="Times New Roman"/>
              </a:rPr>
              <a:t>into</a:t>
            </a:r>
            <a:r>
              <a:rPr sz="2200" dirty="0">
                <a:latin typeface="Times New Roman"/>
                <a:cs typeface="Times New Roman"/>
              </a:rPr>
              <a:t> </a:t>
            </a:r>
            <a:r>
              <a:rPr sz="2200" spc="-5" dirty="0">
                <a:latin typeface="Times New Roman"/>
                <a:cs typeface="Times New Roman"/>
              </a:rPr>
              <a:t>two</a:t>
            </a:r>
            <a:r>
              <a:rPr sz="2200" spc="10" dirty="0">
                <a:latin typeface="Times New Roman"/>
                <a:cs typeface="Times New Roman"/>
              </a:rPr>
              <a:t> </a:t>
            </a:r>
            <a:r>
              <a:rPr sz="2200" spc="-5" dirty="0">
                <a:latin typeface="Times New Roman"/>
                <a:cs typeface="Times New Roman"/>
              </a:rPr>
              <a:t>categories:</a:t>
            </a:r>
            <a:endParaRPr sz="2200">
              <a:latin typeface="Times New Roman"/>
              <a:cs typeface="Times New Roman"/>
            </a:endParaRPr>
          </a:p>
          <a:p>
            <a:pPr marL="698500" lvl="1" indent="-229235">
              <a:lnSpc>
                <a:spcPct val="100000"/>
              </a:lnSpc>
              <a:spcBef>
                <a:spcPts val="1685"/>
              </a:spcBef>
              <a:buFont typeface="Wingdings"/>
              <a:buChar char=""/>
              <a:tabLst>
                <a:tab pos="699135" algn="l"/>
              </a:tabLst>
            </a:pPr>
            <a:r>
              <a:rPr sz="1800" dirty="0">
                <a:latin typeface="Times New Roman"/>
                <a:cs typeface="Times New Roman"/>
              </a:rPr>
              <a:t>Connectionless:</a:t>
            </a:r>
            <a:r>
              <a:rPr sz="1800" spc="-20" dirty="0">
                <a:latin typeface="Times New Roman"/>
                <a:cs typeface="Times New Roman"/>
              </a:rPr>
              <a:t> </a:t>
            </a:r>
            <a:r>
              <a:rPr sz="1800" dirty="0">
                <a:latin typeface="Times New Roman"/>
                <a:cs typeface="Times New Roman"/>
              </a:rPr>
              <a:t>Data </a:t>
            </a:r>
            <a:r>
              <a:rPr sz="1800" spc="-5" dirty="0">
                <a:latin typeface="Times New Roman"/>
                <a:cs typeface="Times New Roman"/>
              </a:rPr>
              <a:t>is</a:t>
            </a:r>
            <a:r>
              <a:rPr sz="1800" spc="-10" dirty="0">
                <a:latin typeface="Times New Roman"/>
                <a:cs typeface="Times New Roman"/>
              </a:rPr>
              <a:t> </a:t>
            </a:r>
            <a:r>
              <a:rPr sz="1800" dirty="0">
                <a:latin typeface="Times New Roman"/>
                <a:cs typeface="Times New Roman"/>
              </a:rPr>
              <a:t>forwarded</a:t>
            </a:r>
            <a:r>
              <a:rPr sz="1800" spc="-10" dirty="0">
                <a:latin typeface="Times New Roman"/>
                <a:cs typeface="Times New Roman"/>
              </a:rPr>
              <a:t> </a:t>
            </a:r>
            <a:r>
              <a:rPr sz="1800" dirty="0">
                <a:latin typeface="Times New Roman"/>
                <a:cs typeface="Times New Roman"/>
              </a:rPr>
              <a:t>on behalf</a:t>
            </a:r>
            <a:r>
              <a:rPr sz="1800" spc="-20" dirty="0">
                <a:latin typeface="Times New Roman"/>
                <a:cs typeface="Times New Roman"/>
              </a:rPr>
              <a:t> </a:t>
            </a:r>
            <a:r>
              <a:rPr sz="1800" dirty="0">
                <a:latin typeface="Times New Roman"/>
                <a:cs typeface="Times New Roman"/>
              </a:rPr>
              <a:t>of</a:t>
            </a:r>
            <a:r>
              <a:rPr sz="1800" spc="5" dirty="0">
                <a:latin typeface="Times New Roman"/>
                <a:cs typeface="Times New Roman"/>
              </a:rPr>
              <a:t> </a:t>
            </a:r>
            <a:r>
              <a:rPr sz="1800" dirty="0">
                <a:latin typeface="Times New Roman"/>
                <a:cs typeface="Times New Roman"/>
              </a:rPr>
              <a:t>forwarding</a:t>
            </a:r>
            <a:r>
              <a:rPr sz="1800" spc="-10" dirty="0">
                <a:latin typeface="Times New Roman"/>
                <a:cs typeface="Times New Roman"/>
              </a:rPr>
              <a:t> </a:t>
            </a:r>
            <a:r>
              <a:rPr sz="1800" dirty="0">
                <a:latin typeface="Times New Roman"/>
                <a:cs typeface="Times New Roman"/>
              </a:rPr>
              <a:t>table</a:t>
            </a:r>
            <a:r>
              <a:rPr sz="1800" spc="-15" dirty="0">
                <a:latin typeface="Times New Roman"/>
                <a:cs typeface="Times New Roman"/>
              </a:rPr>
              <a:t> </a:t>
            </a:r>
            <a:r>
              <a:rPr sz="1800" dirty="0">
                <a:latin typeface="Times New Roman"/>
                <a:cs typeface="Times New Roman"/>
              </a:rPr>
              <a:t>and no</a:t>
            </a:r>
            <a:r>
              <a:rPr sz="1800" spc="-5" dirty="0">
                <a:latin typeface="Times New Roman"/>
                <a:cs typeface="Times New Roman"/>
              </a:rPr>
              <a:t> </a:t>
            </a:r>
            <a:r>
              <a:rPr sz="1800" dirty="0">
                <a:latin typeface="Times New Roman"/>
                <a:cs typeface="Times New Roman"/>
              </a:rPr>
              <a:t>manual intervention.</a:t>
            </a:r>
            <a:r>
              <a:rPr sz="1800" spc="-30" dirty="0">
                <a:latin typeface="Times New Roman"/>
                <a:cs typeface="Times New Roman"/>
              </a:rPr>
              <a:t> </a:t>
            </a:r>
            <a:r>
              <a:rPr sz="1800" dirty="0">
                <a:latin typeface="Times New Roman"/>
                <a:cs typeface="Times New Roman"/>
              </a:rPr>
              <a:t>It </a:t>
            </a:r>
            <a:r>
              <a:rPr sz="1800" spc="-5" dirty="0">
                <a:latin typeface="Times New Roman"/>
                <a:cs typeface="Times New Roman"/>
              </a:rPr>
              <a:t>is</a:t>
            </a:r>
            <a:r>
              <a:rPr sz="1800" dirty="0">
                <a:latin typeface="Times New Roman"/>
                <a:cs typeface="Times New Roman"/>
              </a:rPr>
              <a:t> not</a:t>
            </a:r>
            <a:r>
              <a:rPr sz="1800" spc="-5" dirty="0">
                <a:latin typeface="Times New Roman"/>
                <a:cs typeface="Times New Roman"/>
              </a:rPr>
              <a:t> secure</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Connection-oriented:</a:t>
            </a:r>
            <a:r>
              <a:rPr sz="1800" spc="-135" dirty="0">
                <a:latin typeface="Times New Roman"/>
                <a:cs typeface="Times New Roman"/>
              </a:rPr>
              <a:t> </a:t>
            </a:r>
            <a:r>
              <a:rPr sz="1800" dirty="0">
                <a:latin typeface="Times New Roman"/>
                <a:cs typeface="Times New Roman"/>
              </a:rPr>
              <a:t>A</a:t>
            </a:r>
            <a:r>
              <a:rPr sz="1800" spc="-105" dirty="0">
                <a:latin typeface="Times New Roman"/>
                <a:cs typeface="Times New Roman"/>
              </a:rPr>
              <a:t> </a:t>
            </a:r>
            <a:r>
              <a:rPr sz="1800" dirty="0">
                <a:latin typeface="Times New Roman"/>
                <a:cs typeface="Times New Roman"/>
              </a:rPr>
              <a:t>circuit</a:t>
            </a:r>
            <a:r>
              <a:rPr sz="1800" spc="-10" dirty="0">
                <a:latin typeface="Times New Roman"/>
                <a:cs typeface="Times New Roman"/>
              </a:rPr>
              <a:t> </a:t>
            </a:r>
            <a:r>
              <a:rPr sz="1800" dirty="0">
                <a:latin typeface="Times New Roman"/>
                <a:cs typeface="Times New Roman"/>
              </a:rPr>
              <a:t>is</a:t>
            </a:r>
            <a:r>
              <a:rPr sz="1800" spc="-10" dirty="0">
                <a:latin typeface="Times New Roman"/>
                <a:cs typeface="Times New Roman"/>
              </a:rPr>
              <a:t> </a:t>
            </a:r>
            <a:r>
              <a:rPr sz="1800" dirty="0">
                <a:latin typeface="Times New Roman"/>
                <a:cs typeface="Times New Roman"/>
              </a:rPr>
              <a:t>pre-established</a:t>
            </a:r>
            <a:r>
              <a:rPr sz="1800" spc="-15" dirty="0">
                <a:latin typeface="Times New Roman"/>
                <a:cs typeface="Times New Roman"/>
              </a:rPr>
              <a:t> </a:t>
            </a:r>
            <a:r>
              <a:rPr sz="1800" dirty="0">
                <a:latin typeface="Times New Roman"/>
                <a:cs typeface="Times New Roman"/>
              </a:rPr>
              <a:t>along</a:t>
            </a:r>
            <a:r>
              <a:rPr sz="1800" spc="-15" dirty="0">
                <a:latin typeface="Times New Roman"/>
                <a:cs typeface="Times New Roman"/>
              </a:rPr>
              <a:t> </a:t>
            </a:r>
            <a:r>
              <a:rPr sz="1800" dirty="0">
                <a:latin typeface="Times New Roman"/>
                <a:cs typeface="Times New Roman"/>
              </a:rPr>
              <a:t>with</a:t>
            </a:r>
            <a:r>
              <a:rPr sz="1800" spc="-5"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path</a:t>
            </a:r>
            <a:r>
              <a:rPr sz="1800" spc="-10" dirty="0">
                <a:latin typeface="Times New Roman"/>
                <a:cs typeface="Times New Roman"/>
              </a:rPr>
              <a:t> </a:t>
            </a:r>
            <a:r>
              <a:rPr sz="1800" dirty="0">
                <a:latin typeface="Times New Roman"/>
                <a:cs typeface="Times New Roman"/>
              </a:rPr>
              <a:t>between</a:t>
            </a:r>
            <a:r>
              <a:rPr sz="1800" spc="-15" dirty="0">
                <a:latin typeface="Times New Roman"/>
                <a:cs typeface="Times New Roman"/>
              </a:rPr>
              <a:t> </a:t>
            </a:r>
            <a:r>
              <a:rPr sz="1800" dirty="0">
                <a:latin typeface="Times New Roman"/>
                <a:cs typeface="Times New Roman"/>
              </a:rPr>
              <a:t>both</a:t>
            </a:r>
            <a:r>
              <a:rPr sz="1800" spc="-10" dirty="0">
                <a:latin typeface="Times New Roman"/>
                <a:cs typeface="Times New Roman"/>
              </a:rPr>
              <a:t> </a:t>
            </a:r>
            <a:r>
              <a:rPr sz="1800" dirty="0">
                <a:latin typeface="Times New Roman"/>
                <a:cs typeface="Times New Roman"/>
              </a:rPr>
              <a:t>endpoints.</a:t>
            </a:r>
            <a:r>
              <a:rPr sz="1800" spc="5" dirty="0">
                <a:latin typeface="Times New Roman"/>
                <a:cs typeface="Times New Roman"/>
              </a:rPr>
              <a:t> </a:t>
            </a:r>
            <a:r>
              <a:rPr sz="1800" spc="-5" dirty="0">
                <a:latin typeface="Times New Roman"/>
                <a:cs typeface="Times New Roman"/>
              </a:rPr>
              <a:t>Data</a:t>
            </a:r>
            <a:r>
              <a:rPr sz="1800" spc="-15" dirty="0">
                <a:latin typeface="Times New Roman"/>
                <a:cs typeface="Times New Roman"/>
              </a:rPr>
              <a:t> </a:t>
            </a:r>
            <a:r>
              <a:rPr sz="1800" dirty="0">
                <a:latin typeface="Times New Roman"/>
                <a:cs typeface="Times New Roman"/>
              </a:rPr>
              <a:t>is</a:t>
            </a:r>
            <a:r>
              <a:rPr sz="1800" spc="5" dirty="0">
                <a:latin typeface="Times New Roman"/>
                <a:cs typeface="Times New Roman"/>
              </a:rPr>
              <a:t> </a:t>
            </a:r>
            <a:r>
              <a:rPr sz="1800" dirty="0">
                <a:latin typeface="Times New Roman"/>
                <a:cs typeface="Times New Roman"/>
              </a:rPr>
              <a:t>forwarded</a:t>
            </a:r>
            <a:r>
              <a:rPr sz="1800" spc="-5" dirty="0">
                <a:latin typeface="Times New Roman"/>
                <a:cs typeface="Times New Roman"/>
              </a:rPr>
              <a:t> </a:t>
            </a:r>
            <a:r>
              <a:rPr sz="1800" dirty="0">
                <a:latin typeface="Times New Roman"/>
                <a:cs typeface="Times New Roman"/>
              </a:rPr>
              <a:t>on</a:t>
            </a:r>
            <a:r>
              <a:rPr sz="1800" spc="5" dirty="0">
                <a:latin typeface="Times New Roman"/>
                <a:cs typeface="Times New Roman"/>
              </a:rPr>
              <a:t> </a:t>
            </a:r>
            <a:r>
              <a:rPr sz="1800" dirty="0">
                <a:latin typeface="Times New Roman"/>
                <a:cs typeface="Times New Roman"/>
              </a:rPr>
              <a:t>the</a:t>
            </a:r>
            <a:endParaRPr sz="1800">
              <a:latin typeface="Times New Roman"/>
              <a:cs typeface="Times New Roman"/>
            </a:endParaRPr>
          </a:p>
          <a:p>
            <a:pPr marL="698500">
              <a:lnSpc>
                <a:spcPct val="100000"/>
              </a:lnSpc>
              <a:spcBef>
                <a:spcPts val="1085"/>
              </a:spcBef>
            </a:pPr>
            <a:r>
              <a:rPr sz="1800" dirty="0">
                <a:latin typeface="Times New Roman"/>
                <a:cs typeface="Times New Roman"/>
              </a:rPr>
              <a:t>circuit</a:t>
            </a:r>
            <a:r>
              <a:rPr sz="1800" spc="-20" dirty="0">
                <a:latin typeface="Times New Roman"/>
                <a:cs typeface="Times New Roman"/>
              </a:rPr>
              <a:t> </a:t>
            </a:r>
            <a:r>
              <a:rPr sz="1800" dirty="0">
                <a:latin typeface="Times New Roman"/>
                <a:cs typeface="Times New Roman"/>
              </a:rPr>
              <a:t>and</a:t>
            </a:r>
            <a:r>
              <a:rPr sz="1800" spc="-5" dirty="0">
                <a:latin typeface="Times New Roman"/>
                <a:cs typeface="Times New Roman"/>
              </a:rPr>
              <a:t> </a:t>
            </a:r>
            <a:r>
              <a:rPr sz="1800" dirty="0">
                <a:latin typeface="Times New Roman"/>
                <a:cs typeface="Times New Roman"/>
              </a:rPr>
              <a:t>the circuit</a:t>
            </a:r>
            <a:r>
              <a:rPr sz="1800" spc="-20" dirty="0">
                <a:latin typeface="Times New Roman"/>
                <a:cs typeface="Times New Roman"/>
              </a:rPr>
              <a:t> </a:t>
            </a:r>
            <a:r>
              <a:rPr sz="1800" dirty="0">
                <a:latin typeface="Times New Roman"/>
                <a:cs typeface="Times New Roman"/>
              </a:rPr>
              <a:t>can</a:t>
            </a:r>
            <a:r>
              <a:rPr sz="1800" spc="-10" dirty="0">
                <a:latin typeface="Times New Roman"/>
                <a:cs typeface="Times New Roman"/>
              </a:rPr>
              <a:t> </a:t>
            </a:r>
            <a:r>
              <a:rPr sz="1800" dirty="0">
                <a:latin typeface="Times New Roman"/>
                <a:cs typeface="Times New Roman"/>
              </a:rPr>
              <a:t>be</a:t>
            </a:r>
            <a:r>
              <a:rPr sz="1800" spc="-5" dirty="0">
                <a:latin typeface="Times New Roman"/>
                <a:cs typeface="Times New Roman"/>
              </a:rPr>
              <a:t> </a:t>
            </a:r>
            <a:r>
              <a:rPr sz="1800" dirty="0">
                <a:latin typeface="Times New Roman"/>
                <a:cs typeface="Times New Roman"/>
              </a:rPr>
              <a:t>kept for</a:t>
            </a:r>
            <a:r>
              <a:rPr sz="1800" spc="-5" dirty="0">
                <a:latin typeface="Times New Roman"/>
                <a:cs typeface="Times New Roman"/>
              </a:rPr>
              <a:t> </a:t>
            </a:r>
            <a:r>
              <a:rPr sz="1800" dirty="0">
                <a:latin typeface="Times New Roman"/>
                <a:cs typeface="Times New Roman"/>
              </a:rPr>
              <a:t>future </a:t>
            </a:r>
            <a:r>
              <a:rPr sz="1800" spc="-5" dirty="0">
                <a:latin typeface="Times New Roman"/>
                <a:cs typeface="Times New Roman"/>
              </a:rPr>
              <a:t>use</a:t>
            </a:r>
            <a:r>
              <a:rPr sz="1800" spc="-15" dirty="0">
                <a:latin typeface="Times New Roman"/>
                <a:cs typeface="Times New Roman"/>
              </a:rPr>
              <a:t> </a:t>
            </a:r>
            <a:r>
              <a:rPr sz="1800" dirty="0">
                <a:latin typeface="Times New Roman"/>
                <a:cs typeface="Times New Roman"/>
              </a:rPr>
              <a:t>or can</a:t>
            </a:r>
            <a:r>
              <a:rPr sz="1800" spc="-10" dirty="0">
                <a:latin typeface="Times New Roman"/>
                <a:cs typeface="Times New Roman"/>
              </a:rPr>
              <a:t> </a:t>
            </a:r>
            <a:r>
              <a:rPr sz="1800" dirty="0">
                <a:latin typeface="Times New Roman"/>
                <a:cs typeface="Times New Roman"/>
              </a:rPr>
              <a:t>be</a:t>
            </a:r>
            <a:r>
              <a:rPr sz="1800" spc="-5" dirty="0">
                <a:latin typeface="Times New Roman"/>
                <a:cs typeface="Times New Roman"/>
              </a:rPr>
              <a:t> </a:t>
            </a:r>
            <a:r>
              <a:rPr sz="1800" dirty="0">
                <a:latin typeface="Times New Roman"/>
                <a:cs typeface="Times New Roman"/>
              </a:rPr>
              <a:t>turned</a:t>
            </a:r>
            <a:r>
              <a:rPr sz="1800" spc="-10" dirty="0">
                <a:latin typeface="Times New Roman"/>
                <a:cs typeface="Times New Roman"/>
              </a:rPr>
              <a:t> </a:t>
            </a:r>
            <a:r>
              <a:rPr sz="1800" dirty="0">
                <a:latin typeface="Times New Roman"/>
                <a:cs typeface="Times New Roman"/>
              </a:rPr>
              <a:t>down</a:t>
            </a:r>
            <a:r>
              <a:rPr sz="1800" spc="-5" dirty="0">
                <a:latin typeface="Times New Roman"/>
                <a:cs typeface="Times New Roman"/>
              </a:rPr>
              <a:t> </a:t>
            </a:r>
            <a:r>
              <a:rPr sz="1800" spc="-10" dirty="0">
                <a:latin typeface="Times New Roman"/>
                <a:cs typeface="Times New Roman"/>
              </a:rPr>
              <a:t>immediately.</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958334" y="515493"/>
            <a:ext cx="2289175" cy="696595"/>
          </a:xfrm>
          <a:prstGeom prst="rect">
            <a:avLst/>
          </a:prstGeom>
        </p:spPr>
        <p:txBody>
          <a:bodyPr vert="horz" wrap="square" lIns="0" tIns="13335" rIns="0" bIns="0" rtlCol="0">
            <a:spAutoFit/>
          </a:bodyPr>
          <a:lstStyle/>
          <a:p>
            <a:pPr marL="12700">
              <a:lnSpc>
                <a:spcPct val="100000"/>
              </a:lnSpc>
              <a:spcBef>
                <a:spcPts val="105"/>
              </a:spcBef>
            </a:pPr>
            <a:r>
              <a:rPr spc="-90" dirty="0"/>
              <a:t>Switching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3" name="object 3"/>
          <p:cNvSpPr txBox="1">
            <a:spLocks noGrp="1"/>
          </p:cNvSpPr>
          <p:nvPr>
            <p:ph type="title"/>
          </p:nvPr>
        </p:nvSpPr>
        <p:spPr>
          <a:xfrm>
            <a:off x="3472434" y="515493"/>
            <a:ext cx="5260975" cy="696595"/>
          </a:xfrm>
          <a:prstGeom prst="rect">
            <a:avLst/>
          </a:prstGeom>
        </p:spPr>
        <p:txBody>
          <a:bodyPr vert="horz" wrap="square" lIns="0" tIns="13335" rIns="0" bIns="0" rtlCol="0">
            <a:spAutoFit/>
          </a:bodyPr>
          <a:lstStyle/>
          <a:p>
            <a:pPr marL="12700">
              <a:lnSpc>
                <a:spcPct val="100000"/>
              </a:lnSpc>
              <a:spcBef>
                <a:spcPts val="105"/>
              </a:spcBef>
            </a:pPr>
            <a:r>
              <a:rPr spc="-100" dirty="0"/>
              <a:t>Switchin</a:t>
            </a:r>
            <a:r>
              <a:rPr dirty="0"/>
              <a:t>g</a:t>
            </a:r>
            <a:r>
              <a:rPr spc="-245" dirty="0"/>
              <a:t> </a:t>
            </a:r>
            <a:r>
              <a:rPr dirty="0"/>
              <a:t>:</a:t>
            </a:r>
            <a:r>
              <a:rPr spc="-275" dirty="0"/>
              <a:t> </a:t>
            </a:r>
            <a:r>
              <a:rPr spc="-505" dirty="0"/>
              <a:t>T</a:t>
            </a:r>
            <a:r>
              <a:rPr spc="-100" dirty="0"/>
              <a:t>echniqu</a:t>
            </a:r>
            <a:r>
              <a:rPr spc="-110" dirty="0"/>
              <a:t>e</a:t>
            </a:r>
            <a:r>
              <a:rPr dirty="0"/>
              <a:t>s</a:t>
            </a:r>
          </a:p>
        </p:txBody>
      </p:sp>
      <p:pic>
        <p:nvPicPr>
          <p:cNvPr id="4" name="object 4"/>
          <p:cNvPicPr/>
          <p:nvPr/>
        </p:nvPicPr>
        <p:blipFill>
          <a:blip r:embed="rId2" cstate="print"/>
          <a:stretch>
            <a:fillRect/>
          </a:stretch>
        </p:blipFill>
        <p:spPr>
          <a:xfrm>
            <a:off x="1769435" y="1920514"/>
            <a:ext cx="8600188" cy="414122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618112"/>
            <a:ext cx="10689590" cy="4168775"/>
          </a:xfrm>
          <a:prstGeom prst="rect">
            <a:avLst/>
          </a:prstGeom>
        </p:spPr>
        <p:txBody>
          <a:bodyPr vert="horz" wrap="square" lIns="0" tIns="179705" rIns="0" bIns="0" rtlCol="0">
            <a:spAutoFit/>
          </a:bodyPr>
          <a:lstStyle/>
          <a:p>
            <a:pPr marL="295910" indent="-283845">
              <a:lnSpc>
                <a:spcPct val="100000"/>
              </a:lnSpc>
              <a:spcBef>
                <a:spcPts val="1415"/>
              </a:spcBef>
              <a:buFont typeface="Wingdings"/>
              <a:buChar char=""/>
              <a:tabLst>
                <a:tab pos="296545"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dedicated</a:t>
            </a:r>
            <a:r>
              <a:rPr sz="2200" spc="10" dirty="0">
                <a:latin typeface="Times New Roman"/>
                <a:cs typeface="Times New Roman"/>
              </a:rPr>
              <a:t> </a:t>
            </a:r>
            <a:r>
              <a:rPr sz="2200" spc="-5" dirty="0">
                <a:latin typeface="Times New Roman"/>
                <a:cs typeface="Times New Roman"/>
              </a:rPr>
              <a:t>path</a:t>
            </a:r>
            <a:r>
              <a:rPr sz="2200" spc="5"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established</a:t>
            </a:r>
            <a:r>
              <a:rPr sz="2200" dirty="0">
                <a:latin typeface="Times New Roman"/>
                <a:cs typeface="Times New Roman"/>
              </a:rPr>
              <a:t> </a:t>
            </a:r>
            <a:r>
              <a:rPr sz="2200" spc="-5" dirty="0">
                <a:latin typeface="Times New Roman"/>
                <a:cs typeface="Times New Roman"/>
              </a:rPr>
              <a:t>between</a:t>
            </a:r>
            <a:r>
              <a:rPr sz="2200" spc="10" dirty="0">
                <a:latin typeface="Times New Roman"/>
                <a:cs typeface="Times New Roman"/>
              </a:rPr>
              <a:t> </a:t>
            </a:r>
            <a:r>
              <a:rPr sz="2200" spc="-5" dirty="0">
                <a:latin typeface="Times New Roman"/>
                <a:cs typeface="Times New Roman"/>
              </a:rPr>
              <a:t>sender</a:t>
            </a:r>
            <a:r>
              <a:rPr sz="2200" spc="10"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receiver</a:t>
            </a:r>
            <a:r>
              <a:rPr sz="2200" spc="25"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will</a:t>
            </a:r>
            <a:r>
              <a:rPr sz="2200" spc="15" dirty="0">
                <a:latin typeface="Times New Roman"/>
                <a:cs typeface="Times New Roman"/>
              </a:rPr>
              <a:t> </a:t>
            </a:r>
            <a:r>
              <a:rPr sz="2200" spc="-10" dirty="0">
                <a:latin typeface="Times New Roman"/>
                <a:cs typeface="Times New Roman"/>
              </a:rPr>
              <a:t>remain</a:t>
            </a:r>
            <a:r>
              <a:rPr sz="2200" spc="40" dirty="0">
                <a:latin typeface="Times New Roman"/>
                <a:cs typeface="Times New Roman"/>
              </a:rPr>
              <a:t> </a:t>
            </a:r>
            <a:r>
              <a:rPr sz="2200" spc="-5" dirty="0">
                <a:latin typeface="Times New Roman"/>
                <a:cs typeface="Times New Roman"/>
              </a:rPr>
              <a:t>to</a:t>
            </a:r>
            <a:r>
              <a:rPr sz="2200" spc="10" dirty="0">
                <a:latin typeface="Times New Roman"/>
                <a:cs typeface="Times New Roman"/>
              </a:rPr>
              <a:t> </a:t>
            </a:r>
            <a:r>
              <a:rPr sz="2200" spc="-5" dirty="0">
                <a:latin typeface="Times New Roman"/>
                <a:cs typeface="Times New Roman"/>
              </a:rPr>
              <a:t>exist</a:t>
            </a:r>
            <a:r>
              <a:rPr sz="2200" dirty="0">
                <a:latin typeface="Times New Roman"/>
                <a:cs typeface="Times New Roman"/>
              </a:rPr>
              <a:t> </a:t>
            </a:r>
            <a:r>
              <a:rPr sz="2200" spc="-5" dirty="0">
                <a:latin typeface="Times New Roman"/>
                <a:cs typeface="Times New Roman"/>
              </a:rPr>
              <a:t>until</a:t>
            </a:r>
            <a:r>
              <a:rPr sz="2200" spc="10" dirty="0">
                <a:latin typeface="Times New Roman"/>
                <a:cs typeface="Times New Roman"/>
              </a:rPr>
              <a:t> </a:t>
            </a:r>
            <a:r>
              <a:rPr sz="2200" spc="-5" dirty="0">
                <a:latin typeface="Times New Roman"/>
                <a:cs typeface="Times New Roman"/>
              </a:rPr>
              <a:t>the</a:t>
            </a:r>
            <a:endParaRPr sz="2200">
              <a:latin typeface="Times New Roman"/>
              <a:cs typeface="Times New Roman"/>
            </a:endParaRPr>
          </a:p>
          <a:p>
            <a:pPr marL="241300">
              <a:lnSpc>
                <a:spcPct val="100000"/>
              </a:lnSpc>
              <a:spcBef>
                <a:spcPts val="1320"/>
              </a:spcBef>
            </a:pPr>
            <a:r>
              <a:rPr sz="2200" spc="-5" dirty="0">
                <a:latin typeface="Times New Roman"/>
                <a:cs typeface="Times New Roman"/>
              </a:rPr>
              <a:t>connection</a:t>
            </a:r>
            <a:r>
              <a:rPr sz="2200" spc="-15"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terminated.</a:t>
            </a:r>
            <a:endParaRPr sz="2200">
              <a:latin typeface="Times New Roman"/>
              <a:cs typeface="Times New Roman"/>
            </a:endParaRPr>
          </a:p>
          <a:p>
            <a:pPr marL="241300" indent="-228600">
              <a:lnSpc>
                <a:spcPct val="100000"/>
              </a:lnSpc>
              <a:spcBef>
                <a:spcPts val="1814"/>
              </a:spcBef>
              <a:buFont typeface="Wingdings"/>
              <a:buChar char=""/>
              <a:tabLst>
                <a:tab pos="241300" algn="l"/>
              </a:tabLst>
            </a:pPr>
            <a:r>
              <a:rPr sz="2200" spc="-5" dirty="0">
                <a:latin typeface="Times New Roman"/>
                <a:cs typeface="Times New Roman"/>
              </a:rPr>
              <a:t>Circuit</a:t>
            </a:r>
            <a:r>
              <a:rPr sz="2200" spc="5" dirty="0">
                <a:latin typeface="Times New Roman"/>
                <a:cs typeface="Times New Roman"/>
              </a:rPr>
              <a:t> </a:t>
            </a:r>
            <a:r>
              <a:rPr sz="2200" spc="-5" dirty="0">
                <a:latin typeface="Times New Roman"/>
                <a:cs typeface="Times New Roman"/>
              </a:rPr>
              <a:t>switching</a:t>
            </a:r>
            <a:r>
              <a:rPr sz="2200" spc="1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network</a:t>
            </a:r>
            <a:r>
              <a:rPr sz="2200" spc="10" dirty="0">
                <a:latin typeface="Times New Roman"/>
                <a:cs typeface="Times New Roman"/>
              </a:rPr>
              <a:t> </a:t>
            </a:r>
            <a:r>
              <a:rPr sz="2200" spc="-5" dirty="0">
                <a:latin typeface="Times New Roman"/>
                <a:cs typeface="Times New Roman"/>
              </a:rPr>
              <a:t>operates</a:t>
            </a:r>
            <a:r>
              <a:rPr sz="2200" spc="5" dirty="0">
                <a:latin typeface="Times New Roman"/>
                <a:cs typeface="Times New Roman"/>
              </a:rPr>
              <a:t> </a:t>
            </a:r>
            <a:r>
              <a:rPr sz="2200" spc="-5" dirty="0">
                <a:latin typeface="Times New Roman"/>
                <a:cs typeface="Times New Roman"/>
              </a:rPr>
              <a:t>in</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similar</a:t>
            </a:r>
            <a:r>
              <a:rPr sz="2200" spc="35" dirty="0">
                <a:latin typeface="Times New Roman"/>
                <a:cs typeface="Times New Roman"/>
              </a:rPr>
              <a:t> </a:t>
            </a:r>
            <a:r>
              <a:rPr sz="2200" spc="-5" dirty="0">
                <a:latin typeface="Times New Roman"/>
                <a:cs typeface="Times New Roman"/>
              </a:rPr>
              <a:t>way</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telephone works.</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A</a:t>
            </a:r>
            <a:r>
              <a:rPr sz="2200" spc="-120" dirty="0">
                <a:latin typeface="Times New Roman"/>
                <a:cs typeface="Times New Roman"/>
              </a:rPr>
              <a:t> </a:t>
            </a:r>
            <a:r>
              <a:rPr sz="2200" spc="-5" dirty="0">
                <a:latin typeface="Times New Roman"/>
                <a:cs typeface="Times New Roman"/>
              </a:rPr>
              <a:t>complete</a:t>
            </a:r>
            <a:r>
              <a:rPr sz="2200" spc="25" dirty="0">
                <a:latin typeface="Times New Roman"/>
                <a:cs typeface="Times New Roman"/>
              </a:rPr>
              <a:t> </a:t>
            </a:r>
            <a:r>
              <a:rPr sz="2200" spc="-5" dirty="0">
                <a:latin typeface="Times New Roman"/>
                <a:cs typeface="Times New Roman"/>
              </a:rPr>
              <a:t>end-to-end</a:t>
            </a:r>
            <a:r>
              <a:rPr sz="2200" spc="5" dirty="0">
                <a:latin typeface="Times New Roman"/>
                <a:cs typeface="Times New Roman"/>
              </a:rPr>
              <a:t> </a:t>
            </a:r>
            <a:r>
              <a:rPr sz="2200" spc="-5" dirty="0">
                <a:latin typeface="Times New Roman"/>
                <a:cs typeface="Times New Roman"/>
              </a:rPr>
              <a:t>path</a:t>
            </a:r>
            <a:r>
              <a:rPr sz="2200" dirty="0">
                <a:latin typeface="Times New Roman"/>
                <a:cs typeface="Times New Roman"/>
              </a:rPr>
              <a:t> </a:t>
            </a:r>
            <a:r>
              <a:rPr sz="2200" spc="-5" dirty="0">
                <a:latin typeface="Times New Roman"/>
                <a:cs typeface="Times New Roman"/>
              </a:rPr>
              <a:t>must</a:t>
            </a:r>
            <a:r>
              <a:rPr sz="2200" spc="25" dirty="0">
                <a:latin typeface="Times New Roman"/>
                <a:cs typeface="Times New Roman"/>
              </a:rPr>
              <a:t> </a:t>
            </a:r>
            <a:r>
              <a:rPr sz="2200" spc="-5" dirty="0">
                <a:latin typeface="Times New Roman"/>
                <a:cs typeface="Times New Roman"/>
              </a:rPr>
              <a:t>exist</a:t>
            </a:r>
            <a:r>
              <a:rPr sz="2200" spc="5" dirty="0">
                <a:latin typeface="Times New Roman"/>
                <a:cs typeface="Times New Roman"/>
              </a:rPr>
              <a:t> </a:t>
            </a:r>
            <a:r>
              <a:rPr sz="2200" spc="-5" dirty="0">
                <a:latin typeface="Times New Roman"/>
                <a:cs typeface="Times New Roman"/>
              </a:rPr>
              <a:t>before</a:t>
            </a:r>
            <a:r>
              <a:rPr sz="2200"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communication</a:t>
            </a:r>
            <a:r>
              <a:rPr sz="2200" spc="35" dirty="0">
                <a:latin typeface="Times New Roman"/>
                <a:cs typeface="Times New Roman"/>
              </a:rPr>
              <a:t> </a:t>
            </a:r>
            <a:r>
              <a:rPr sz="2200" spc="-5" dirty="0">
                <a:latin typeface="Times New Roman"/>
                <a:cs typeface="Times New Roman"/>
              </a:rPr>
              <a:t>takes</a:t>
            </a:r>
            <a:r>
              <a:rPr sz="2200" spc="10" dirty="0">
                <a:latin typeface="Times New Roman"/>
                <a:cs typeface="Times New Roman"/>
              </a:rPr>
              <a:t> </a:t>
            </a:r>
            <a:r>
              <a:rPr sz="2200" spc="-5" dirty="0">
                <a:latin typeface="Times New Roman"/>
                <a:cs typeface="Times New Roman"/>
              </a:rPr>
              <a:t>place.</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Circuit switching</a:t>
            </a:r>
            <a:r>
              <a:rPr sz="2200" spc="5" dirty="0">
                <a:latin typeface="Times New Roman"/>
                <a:cs typeface="Times New Roman"/>
              </a:rPr>
              <a:t> </a:t>
            </a:r>
            <a:r>
              <a:rPr sz="2200" spc="-5" dirty="0">
                <a:latin typeface="Times New Roman"/>
                <a:cs typeface="Times New Roman"/>
              </a:rPr>
              <a:t>has</a:t>
            </a:r>
            <a:r>
              <a:rPr sz="2200" spc="-20" dirty="0">
                <a:latin typeface="Times New Roman"/>
                <a:cs typeface="Times New Roman"/>
              </a:rPr>
              <a:t> </a:t>
            </a:r>
            <a:r>
              <a:rPr sz="2200" spc="-5" dirty="0">
                <a:latin typeface="Times New Roman"/>
                <a:cs typeface="Times New Roman"/>
              </a:rPr>
              <a:t>3</a:t>
            </a:r>
            <a:r>
              <a:rPr sz="2200" spc="5" dirty="0">
                <a:latin typeface="Times New Roman"/>
                <a:cs typeface="Times New Roman"/>
              </a:rPr>
              <a:t> </a:t>
            </a:r>
            <a:r>
              <a:rPr sz="2200" spc="-5" dirty="0">
                <a:latin typeface="Times New Roman"/>
                <a:cs typeface="Times New Roman"/>
              </a:rPr>
              <a:t>phases:</a:t>
            </a:r>
            <a:endParaRPr sz="2200">
              <a:latin typeface="Times New Roman"/>
              <a:cs typeface="Times New Roman"/>
            </a:endParaRPr>
          </a:p>
          <a:p>
            <a:pPr marL="698500" lvl="1" indent="-229235">
              <a:lnSpc>
                <a:spcPct val="100000"/>
              </a:lnSpc>
              <a:spcBef>
                <a:spcPts val="1670"/>
              </a:spcBef>
              <a:buFont typeface="Wingdings"/>
              <a:buChar char=""/>
              <a:tabLst>
                <a:tab pos="699135" algn="l"/>
              </a:tabLst>
            </a:pPr>
            <a:r>
              <a:rPr sz="1800" dirty="0">
                <a:latin typeface="Times New Roman"/>
                <a:cs typeface="Times New Roman"/>
              </a:rPr>
              <a:t>Circuit</a:t>
            </a:r>
            <a:r>
              <a:rPr sz="1800" spc="-30" dirty="0">
                <a:latin typeface="Times New Roman"/>
                <a:cs typeface="Times New Roman"/>
              </a:rPr>
              <a:t> </a:t>
            </a:r>
            <a:r>
              <a:rPr sz="1800" spc="-5" dirty="0">
                <a:latin typeface="Times New Roman"/>
                <a:cs typeface="Times New Roman"/>
              </a:rPr>
              <a:t>establishment</a:t>
            </a:r>
            <a:endParaRPr sz="1800">
              <a:latin typeface="Times New Roman"/>
              <a:cs typeface="Times New Roman"/>
            </a:endParaRPr>
          </a:p>
          <a:p>
            <a:pPr marL="698500" lvl="1" indent="-229235">
              <a:lnSpc>
                <a:spcPct val="100000"/>
              </a:lnSpc>
              <a:spcBef>
                <a:spcPts val="1590"/>
              </a:spcBef>
              <a:buFont typeface="Wingdings"/>
              <a:buChar char=""/>
              <a:tabLst>
                <a:tab pos="699135" algn="l"/>
              </a:tabLst>
            </a:pPr>
            <a:r>
              <a:rPr sz="1800" dirty="0">
                <a:latin typeface="Times New Roman"/>
                <a:cs typeface="Times New Roman"/>
              </a:rPr>
              <a:t>Data</a:t>
            </a:r>
            <a:r>
              <a:rPr sz="1800" spc="-45" dirty="0">
                <a:latin typeface="Times New Roman"/>
                <a:cs typeface="Times New Roman"/>
              </a:rPr>
              <a:t> </a:t>
            </a:r>
            <a:r>
              <a:rPr sz="1800" dirty="0">
                <a:latin typeface="Times New Roman"/>
                <a:cs typeface="Times New Roman"/>
              </a:rPr>
              <a:t>transfer</a:t>
            </a:r>
            <a:endParaRPr sz="1800">
              <a:latin typeface="Times New Roman"/>
              <a:cs typeface="Times New Roman"/>
            </a:endParaRPr>
          </a:p>
          <a:p>
            <a:pPr marL="698500" lvl="1" indent="-229235">
              <a:lnSpc>
                <a:spcPct val="100000"/>
              </a:lnSpc>
              <a:spcBef>
                <a:spcPts val="1585"/>
              </a:spcBef>
              <a:buFont typeface="Wingdings"/>
              <a:buChar char=""/>
              <a:tabLst>
                <a:tab pos="699135" algn="l"/>
              </a:tabLst>
            </a:pPr>
            <a:r>
              <a:rPr sz="1800" dirty="0">
                <a:latin typeface="Times New Roman"/>
                <a:cs typeface="Times New Roman"/>
              </a:rPr>
              <a:t>Circuit</a:t>
            </a:r>
            <a:r>
              <a:rPr sz="1800" spc="-55" dirty="0">
                <a:latin typeface="Times New Roman"/>
                <a:cs typeface="Times New Roman"/>
              </a:rPr>
              <a:t> </a:t>
            </a:r>
            <a:r>
              <a:rPr sz="1800" dirty="0">
                <a:latin typeface="Times New Roman"/>
                <a:cs typeface="Times New Roman"/>
              </a:rPr>
              <a:t>Disconnect</a:t>
            </a:r>
            <a:endParaRPr sz="18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754248" y="515493"/>
            <a:ext cx="6697345" cy="696595"/>
          </a:xfrm>
          <a:prstGeom prst="rect">
            <a:avLst/>
          </a:prstGeom>
        </p:spPr>
        <p:txBody>
          <a:bodyPr vert="horz" wrap="square" lIns="0" tIns="13335" rIns="0" bIns="0" rtlCol="0">
            <a:spAutoFit/>
          </a:bodyPr>
          <a:lstStyle/>
          <a:p>
            <a:pPr marL="12700">
              <a:lnSpc>
                <a:spcPct val="100000"/>
              </a:lnSpc>
              <a:spcBef>
                <a:spcPts val="105"/>
              </a:spcBef>
            </a:pPr>
            <a:r>
              <a:rPr spc="-100" dirty="0"/>
              <a:t>S</a:t>
            </a:r>
            <a:r>
              <a:rPr spc="-95" dirty="0"/>
              <a:t>w</a:t>
            </a:r>
            <a:r>
              <a:rPr spc="-100" dirty="0"/>
              <a:t>itchin</a:t>
            </a:r>
            <a:r>
              <a:rPr dirty="0"/>
              <a:t>g</a:t>
            </a:r>
            <a:r>
              <a:rPr spc="-245" dirty="0"/>
              <a:t> </a:t>
            </a:r>
            <a:r>
              <a:rPr dirty="0"/>
              <a:t>:</a:t>
            </a:r>
            <a:r>
              <a:rPr spc="-204" dirty="0"/>
              <a:t> </a:t>
            </a:r>
            <a:r>
              <a:rPr spc="-95" dirty="0"/>
              <a:t>C</a:t>
            </a:r>
            <a:r>
              <a:rPr spc="-100" dirty="0"/>
              <a:t>i</a:t>
            </a:r>
            <a:r>
              <a:rPr spc="-185" dirty="0"/>
              <a:t>r</a:t>
            </a:r>
            <a:r>
              <a:rPr spc="-100" dirty="0"/>
              <a:t>cui</a:t>
            </a:r>
            <a:r>
              <a:rPr dirty="0"/>
              <a:t>t</a:t>
            </a:r>
            <a:r>
              <a:rPr spc="-240" dirty="0"/>
              <a:t> </a:t>
            </a:r>
            <a:r>
              <a:rPr spc="-100" dirty="0"/>
              <a:t>S</a:t>
            </a:r>
            <a:r>
              <a:rPr spc="-95" dirty="0"/>
              <a:t>w</a:t>
            </a:r>
            <a:r>
              <a:rPr spc="-100" dirty="0"/>
              <a:t>itchin</a:t>
            </a:r>
            <a:r>
              <a:rPr dirty="0"/>
              <a:t>g</a:t>
            </a:r>
          </a:p>
        </p:txBody>
      </p:sp>
      <p:pic>
        <p:nvPicPr>
          <p:cNvPr id="5" name="object 5"/>
          <p:cNvPicPr/>
          <p:nvPr/>
        </p:nvPicPr>
        <p:blipFill>
          <a:blip r:embed="rId2" cstate="print"/>
          <a:stretch>
            <a:fillRect/>
          </a:stretch>
        </p:blipFill>
        <p:spPr>
          <a:xfrm>
            <a:off x="5204459" y="4255008"/>
            <a:ext cx="5978651" cy="20330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785873"/>
            <a:ext cx="11047730" cy="2625725"/>
          </a:xfrm>
          <a:prstGeom prst="rect">
            <a:avLst/>
          </a:prstGeom>
        </p:spPr>
        <p:txBody>
          <a:bodyPr vert="horz" wrap="square" lIns="0" tIns="12065" rIns="0" bIns="0" rtlCol="0">
            <a:spAutoFit/>
          </a:bodyPr>
          <a:lstStyle/>
          <a:p>
            <a:pPr marL="311150" indent="-299085">
              <a:lnSpc>
                <a:spcPct val="100000"/>
              </a:lnSpc>
              <a:spcBef>
                <a:spcPts val="95"/>
              </a:spcBef>
              <a:buFont typeface="Wingdings"/>
              <a:buChar char=""/>
              <a:tabLst>
                <a:tab pos="311785" algn="l"/>
              </a:tabLst>
            </a:pPr>
            <a:r>
              <a:rPr sz="2200" spc="-5" dirty="0">
                <a:latin typeface="Times New Roman"/>
                <a:cs typeface="Times New Roman"/>
              </a:rPr>
              <a:t>Message is</a:t>
            </a:r>
            <a:r>
              <a:rPr sz="2200" spc="5" dirty="0">
                <a:latin typeface="Times New Roman"/>
                <a:cs typeface="Times New Roman"/>
              </a:rPr>
              <a:t> </a:t>
            </a:r>
            <a:r>
              <a:rPr sz="2200" spc="-5" dirty="0">
                <a:latin typeface="Times New Roman"/>
                <a:cs typeface="Times New Roman"/>
              </a:rPr>
              <a:t>transferred</a:t>
            </a:r>
            <a:r>
              <a:rPr sz="2200" spc="30" dirty="0">
                <a:latin typeface="Times New Roman"/>
                <a:cs typeface="Times New Roman"/>
              </a:rPr>
              <a:t> </a:t>
            </a:r>
            <a:r>
              <a:rPr sz="2200" spc="-5" dirty="0">
                <a:latin typeface="Times New Roman"/>
                <a:cs typeface="Times New Roman"/>
              </a:rPr>
              <a:t>as</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complete</a:t>
            </a:r>
            <a:r>
              <a:rPr sz="2200" spc="15" dirty="0">
                <a:latin typeface="Times New Roman"/>
                <a:cs typeface="Times New Roman"/>
              </a:rPr>
              <a:t> </a:t>
            </a:r>
            <a:r>
              <a:rPr sz="2200" spc="-5" dirty="0">
                <a:latin typeface="Times New Roman"/>
                <a:cs typeface="Times New Roman"/>
              </a:rPr>
              <a:t>unit</a:t>
            </a:r>
            <a:r>
              <a:rPr sz="2200" spc="5"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forwarded</a:t>
            </a:r>
            <a:r>
              <a:rPr sz="2200" spc="20" dirty="0">
                <a:latin typeface="Times New Roman"/>
                <a:cs typeface="Times New Roman"/>
              </a:rPr>
              <a:t> </a:t>
            </a:r>
            <a:r>
              <a:rPr sz="2200" spc="-5" dirty="0">
                <a:latin typeface="Times New Roman"/>
                <a:cs typeface="Times New Roman"/>
              </a:rPr>
              <a:t>using</a:t>
            </a:r>
            <a:r>
              <a:rPr sz="2200" spc="5" dirty="0">
                <a:latin typeface="Times New Roman"/>
                <a:cs typeface="Times New Roman"/>
              </a:rPr>
              <a:t> </a:t>
            </a:r>
            <a:r>
              <a:rPr sz="2200" spc="-5" dirty="0">
                <a:latin typeface="Times New Roman"/>
                <a:cs typeface="Times New Roman"/>
              </a:rPr>
              <a:t>store</a:t>
            </a:r>
            <a:r>
              <a:rPr sz="2200" spc="10" dirty="0">
                <a:latin typeface="Times New Roman"/>
                <a:cs typeface="Times New Roman"/>
              </a:rPr>
              <a:t> </a:t>
            </a:r>
            <a:r>
              <a:rPr sz="2200" spc="-5" dirty="0">
                <a:latin typeface="Times New Roman"/>
                <a:cs typeface="Times New Roman"/>
              </a:rPr>
              <a:t>and</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10" dirty="0">
                <a:latin typeface="Times New Roman"/>
                <a:cs typeface="Times New Roman"/>
              </a:rPr>
              <a:t>mechanism.</a:t>
            </a:r>
            <a:endParaRPr sz="2200">
              <a:latin typeface="Times New Roman"/>
              <a:cs typeface="Times New Roman"/>
            </a:endParaRPr>
          </a:p>
          <a:p>
            <a:pPr marL="311150" indent="-299085">
              <a:lnSpc>
                <a:spcPct val="100000"/>
              </a:lnSpc>
              <a:spcBef>
                <a:spcPts val="1814"/>
              </a:spcBef>
              <a:buFont typeface="Wingdings"/>
              <a:buChar char=""/>
              <a:tabLst>
                <a:tab pos="311785" algn="l"/>
              </a:tabLst>
            </a:pPr>
            <a:r>
              <a:rPr sz="2200" spc="-5" dirty="0">
                <a:latin typeface="Times New Roman"/>
                <a:cs typeface="Times New Roman"/>
              </a:rPr>
              <a:t>No</a:t>
            </a:r>
            <a:r>
              <a:rPr sz="2200" spc="5" dirty="0">
                <a:latin typeface="Times New Roman"/>
                <a:cs typeface="Times New Roman"/>
              </a:rPr>
              <a:t> </a:t>
            </a:r>
            <a:r>
              <a:rPr sz="2200" spc="-5" dirty="0">
                <a:latin typeface="Times New Roman"/>
                <a:cs typeface="Times New Roman"/>
              </a:rPr>
              <a:t>dedicated</a:t>
            </a:r>
            <a:r>
              <a:rPr sz="2200" spc="5" dirty="0">
                <a:latin typeface="Times New Roman"/>
                <a:cs typeface="Times New Roman"/>
              </a:rPr>
              <a:t> </a:t>
            </a:r>
            <a:r>
              <a:rPr sz="2200" spc="-5" dirty="0">
                <a:latin typeface="Times New Roman"/>
                <a:cs typeface="Times New Roman"/>
              </a:rPr>
              <a:t>path</a:t>
            </a:r>
            <a:r>
              <a:rPr sz="2200" spc="5"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established between</a:t>
            </a:r>
            <a:r>
              <a:rPr sz="2200" spc="5"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spc="-5" dirty="0">
                <a:latin typeface="Times New Roman"/>
                <a:cs typeface="Times New Roman"/>
              </a:rPr>
              <a:t>sender</a:t>
            </a:r>
            <a:r>
              <a:rPr sz="2200" spc="10" dirty="0">
                <a:latin typeface="Times New Roman"/>
                <a:cs typeface="Times New Roman"/>
              </a:rPr>
              <a:t> </a:t>
            </a:r>
            <a:r>
              <a:rPr sz="2200" spc="-5" dirty="0">
                <a:latin typeface="Times New Roman"/>
                <a:cs typeface="Times New Roman"/>
              </a:rPr>
              <a:t>and</a:t>
            </a:r>
            <a:r>
              <a:rPr sz="2200" spc="15" dirty="0">
                <a:latin typeface="Times New Roman"/>
                <a:cs typeface="Times New Roman"/>
              </a:rPr>
              <a:t> </a:t>
            </a:r>
            <a:r>
              <a:rPr sz="2200" spc="-20" dirty="0">
                <a:latin typeface="Times New Roman"/>
                <a:cs typeface="Times New Roman"/>
              </a:rPr>
              <a:t>receiver.</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destination</a:t>
            </a:r>
            <a:r>
              <a:rPr sz="2200" spc="10" dirty="0">
                <a:latin typeface="Times New Roman"/>
                <a:cs typeface="Times New Roman"/>
              </a:rPr>
              <a:t> </a:t>
            </a:r>
            <a:r>
              <a:rPr sz="2200" spc="-5" dirty="0">
                <a:latin typeface="Times New Roman"/>
                <a:cs typeface="Times New Roman"/>
              </a:rPr>
              <a:t>address</a:t>
            </a:r>
            <a:r>
              <a:rPr sz="220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appended</a:t>
            </a:r>
            <a:r>
              <a:rPr sz="2200" spc="1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10" dirty="0">
                <a:latin typeface="Times New Roman"/>
                <a:cs typeface="Times New Roman"/>
              </a:rPr>
              <a:t>message</a:t>
            </a:r>
            <a:r>
              <a:rPr sz="2200" spc="4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is</a:t>
            </a:r>
            <a:r>
              <a:rPr sz="2200" spc="10" dirty="0">
                <a:latin typeface="Times New Roman"/>
                <a:cs typeface="Times New Roman"/>
              </a:rPr>
              <a:t> </a:t>
            </a:r>
            <a:r>
              <a:rPr sz="2200" spc="-5" dirty="0">
                <a:latin typeface="Times New Roman"/>
                <a:cs typeface="Times New Roman"/>
              </a:rPr>
              <a:t>routed</a:t>
            </a:r>
            <a:r>
              <a:rPr sz="2200" spc="10" dirty="0">
                <a:latin typeface="Times New Roman"/>
                <a:cs typeface="Times New Roman"/>
              </a:rPr>
              <a:t> </a:t>
            </a:r>
            <a:r>
              <a:rPr sz="2200" spc="-10" dirty="0">
                <a:latin typeface="Times New Roman"/>
                <a:cs typeface="Times New Roman"/>
              </a:rPr>
              <a:t>efficiently</a:t>
            </a:r>
            <a:r>
              <a:rPr sz="2200" spc="25" dirty="0">
                <a:latin typeface="Times New Roman"/>
                <a:cs typeface="Times New Roman"/>
              </a:rPr>
              <a:t> </a:t>
            </a:r>
            <a:r>
              <a:rPr sz="2200" spc="-5" dirty="0">
                <a:latin typeface="Times New Roman"/>
                <a:cs typeface="Times New Roman"/>
              </a:rPr>
              <a:t>using</a:t>
            </a:r>
            <a:r>
              <a:rPr sz="2200" spc="10" dirty="0">
                <a:latin typeface="Times New Roman"/>
                <a:cs typeface="Times New Roman"/>
              </a:rPr>
              <a:t> </a:t>
            </a:r>
            <a:r>
              <a:rPr sz="2200" spc="-5" dirty="0">
                <a:latin typeface="Times New Roman"/>
                <a:cs typeface="Times New Roman"/>
              </a:rPr>
              <a:t>dynamic</a:t>
            </a:r>
            <a:r>
              <a:rPr sz="2200" spc="10" dirty="0">
                <a:latin typeface="Times New Roman"/>
                <a:cs typeface="Times New Roman"/>
              </a:rPr>
              <a:t> </a:t>
            </a:r>
            <a:r>
              <a:rPr sz="2200" spc="-5" dirty="0">
                <a:latin typeface="Times New Roman"/>
                <a:cs typeface="Times New Roman"/>
              </a:rPr>
              <a:t>path.</a:t>
            </a:r>
            <a:endParaRPr sz="2200">
              <a:latin typeface="Times New Roman"/>
              <a:cs typeface="Times New Roman"/>
            </a:endParaRPr>
          </a:p>
          <a:p>
            <a:pPr marL="241300" indent="-228600">
              <a:lnSpc>
                <a:spcPct val="100000"/>
              </a:lnSpc>
              <a:spcBef>
                <a:spcPts val="1825"/>
              </a:spcBef>
              <a:buFont typeface="Wingdings"/>
              <a:buChar char=""/>
              <a:tabLst>
                <a:tab pos="241300" algn="l"/>
              </a:tabLst>
            </a:pPr>
            <a:r>
              <a:rPr sz="2200" spc="-5" dirty="0">
                <a:latin typeface="Times New Roman"/>
                <a:cs typeface="Times New Roman"/>
              </a:rPr>
              <a:t>Each</a:t>
            </a:r>
            <a:r>
              <a:rPr sz="2200" spc="5" dirty="0">
                <a:latin typeface="Times New Roman"/>
                <a:cs typeface="Times New Roman"/>
              </a:rPr>
              <a:t> </a:t>
            </a:r>
            <a:r>
              <a:rPr sz="2200" dirty="0">
                <a:latin typeface="Times New Roman"/>
                <a:cs typeface="Times New Roman"/>
              </a:rPr>
              <a:t>node </a:t>
            </a:r>
            <a:r>
              <a:rPr sz="2200" spc="-5" dirty="0">
                <a:latin typeface="Times New Roman"/>
                <a:cs typeface="Times New Roman"/>
              </a:rPr>
              <a:t>stores</a:t>
            </a:r>
            <a:r>
              <a:rPr sz="2200" spc="5" dirty="0">
                <a:latin typeface="Times New Roman"/>
                <a:cs typeface="Times New Roman"/>
              </a:rPr>
              <a:t> </a:t>
            </a:r>
            <a:r>
              <a:rPr sz="2200" spc="-5" dirty="0">
                <a:latin typeface="Times New Roman"/>
                <a:cs typeface="Times New Roman"/>
              </a:rPr>
              <a:t>the entire</a:t>
            </a:r>
            <a:r>
              <a:rPr sz="2200" spc="15" dirty="0">
                <a:latin typeface="Times New Roman"/>
                <a:cs typeface="Times New Roman"/>
              </a:rPr>
              <a:t> </a:t>
            </a:r>
            <a:r>
              <a:rPr sz="2200" spc="-10" dirty="0">
                <a:latin typeface="Times New Roman"/>
                <a:cs typeface="Times New Roman"/>
              </a:rPr>
              <a:t>message</a:t>
            </a:r>
            <a:r>
              <a:rPr sz="2200" spc="2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then</a:t>
            </a:r>
            <a:r>
              <a:rPr sz="2200" spc="5" dirty="0">
                <a:latin typeface="Times New Roman"/>
                <a:cs typeface="Times New Roman"/>
              </a:rPr>
              <a:t> </a:t>
            </a:r>
            <a:r>
              <a:rPr sz="2200" spc="-5" dirty="0">
                <a:latin typeface="Times New Roman"/>
                <a:cs typeface="Times New Roman"/>
              </a:rPr>
              <a:t>forward</a:t>
            </a:r>
            <a:r>
              <a:rPr sz="2200" spc="20" dirty="0">
                <a:latin typeface="Times New Roman"/>
                <a:cs typeface="Times New Roman"/>
              </a:rPr>
              <a:t> </a:t>
            </a:r>
            <a:r>
              <a:rPr sz="2200" spc="-5" dirty="0">
                <a:latin typeface="Times New Roman"/>
                <a:cs typeface="Times New Roman"/>
              </a:rPr>
              <a:t>it</a:t>
            </a:r>
            <a:r>
              <a:rPr sz="2200" spc="5" dirty="0">
                <a:latin typeface="Times New Roman"/>
                <a:cs typeface="Times New Roman"/>
              </a:rPr>
              <a:t> </a:t>
            </a:r>
            <a:r>
              <a:rPr sz="2200" spc="-5" dirty="0">
                <a:latin typeface="Times New Roman"/>
                <a:cs typeface="Times New Roman"/>
              </a:rPr>
              <a:t>to</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next</a:t>
            </a:r>
            <a:r>
              <a:rPr sz="2200" dirty="0">
                <a:latin typeface="Times New Roman"/>
                <a:cs typeface="Times New Roman"/>
              </a:rPr>
              <a:t> node.</a:t>
            </a:r>
            <a:endParaRPr sz="2200">
              <a:latin typeface="Times New Roman"/>
              <a:cs typeface="Times New Roman"/>
            </a:endParaRPr>
          </a:p>
          <a:p>
            <a:pPr marL="241300" indent="-228600">
              <a:lnSpc>
                <a:spcPct val="100000"/>
              </a:lnSpc>
              <a:spcBef>
                <a:spcPts val="1810"/>
              </a:spcBef>
              <a:buFont typeface="Wingdings"/>
              <a:buChar char=""/>
              <a:tabLst>
                <a:tab pos="241300" algn="l"/>
              </a:tabLst>
            </a:pPr>
            <a:r>
              <a:rPr sz="2200" spc="-5" dirty="0">
                <a:latin typeface="Times New Roman"/>
                <a:cs typeface="Times New Roman"/>
              </a:rPr>
              <a:t>Not</a:t>
            </a:r>
            <a:r>
              <a:rPr sz="2200" spc="10" dirty="0">
                <a:latin typeface="Times New Roman"/>
                <a:cs typeface="Times New Roman"/>
              </a:rPr>
              <a:t> </a:t>
            </a:r>
            <a:r>
              <a:rPr sz="2200" spc="-5" dirty="0">
                <a:latin typeface="Times New Roman"/>
                <a:cs typeface="Times New Roman"/>
              </a:rPr>
              <a:t>suited</a:t>
            </a:r>
            <a:r>
              <a:rPr sz="2200" dirty="0">
                <a:latin typeface="Times New Roman"/>
                <a:cs typeface="Times New Roman"/>
              </a:rPr>
              <a:t> </a:t>
            </a:r>
            <a:r>
              <a:rPr sz="2200" spc="-5" dirty="0">
                <a:latin typeface="Times New Roman"/>
                <a:cs typeface="Times New Roman"/>
              </a:rPr>
              <a:t>for</a:t>
            </a:r>
            <a:r>
              <a:rPr sz="2200" spc="20" dirty="0">
                <a:latin typeface="Times New Roman"/>
                <a:cs typeface="Times New Roman"/>
              </a:rPr>
              <a:t> </a:t>
            </a:r>
            <a:r>
              <a:rPr sz="2200" spc="-5" dirty="0">
                <a:latin typeface="Times New Roman"/>
                <a:cs typeface="Times New Roman"/>
              </a:rPr>
              <a:t>streaming</a:t>
            </a:r>
            <a:r>
              <a:rPr sz="2200" spc="20" dirty="0">
                <a:latin typeface="Times New Roman"/>
                <a:cs typeface="Times New Roman"/>
              </a:rPr>
              <a:t> </a:t>
            </a:r>
            <a:r>
              <a:rPr sz="2200" spc="-10" dirty="0">
                <a:latin typeface="Times New Roman"/>
                <a:cs typeface="Times New Roman"/>
              </a:rPr>
              <a:t>media</a:t>
            </a:r>
            <a:r>
              <a:rPr sz="2200" spc="35"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real-time</a:t>
            </a:r>
            <a:r>
              <a:rPr sz="2200" spc="35" dirty="0">
                <a:latin typeface="Times New Roman"/>
                <a:cs typeface="Times New Roman"/>
              </a:rPr>
              <a:t> </a:t>
            </a:r>
            <a:r>
              <a:rPr sz="2200" spc="-5" dirty="0">
                <a:latin typeface="Times New Roman"/>
                <a:cs typeface="Times New Roman"/>
              </a:rPr>
              <a:t>application.</a:t>
            </a:r>
            <a:endParaRPr sz="22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594229" y="515493"/>
            <a:ext cx="7016750" cy="696595"/>
          </a:xfrm>
          <a:prstGeom prst="rect">
            <a:avLst/>
          </a:prstGeom>
        </p:spPr>
        <p:txBody>
          <a:bodyPr vert="horz" wrap="square" lIns="0" tIns="13335" rIns="0" bIns="0" rtlCol="0">
            <a:spAutoFit/>
          </a:bodyPr>
          <a:lstStyle/>
          <a:p>
            <a:pPr marL="12700">
              <a:lnSpc>
                <a:spcPct val="100000"/>
              </a:lnSpc>
              <a:spcBef>
                <a:spcPts val="105"/>
              </a:spcBef>
            </a:pPr>
            <a:r>
              <a:rPr spc="-100" dirty="0"/>
              <a:t>Switchin</a:t>
            </a:r>
            <a:r>
              <a:rPr dirty="0"/>
              <a:t>g</a:t>
            </a:r>
            <a:r>
              <a:rPr spc="-245" dirty="0"/>
              <a:t> </a:t>
            </a:r>
            <a:r>
              <a:rPr dirty="0"/>
              <a:t>:</a:t>
            </a:r>
            <a:r>
              <a:rPr spc="-204" dirty="0"/>
              <a:t> </a:t>
            </a:r>
            <a:r>
              <a:rPr spc="-105" dirty="0"/>
              <a:t>M</a:t>
            </a:r>
            <a:r>
              <a:rPr spc="-100" dirty="0"/>
              <a:t>e</a:t>
            </a:r>
            <a:r>
              <a:rPr spc="-95" dirty="0"/>
              <a:t>ss</a:t>
            </a:r>
            <a:r>
              <a:rPr spc="-90" dirty="0"/>
              <a:t>a</a:t>
            </a:r>
            <a:r>
              <a:rPr spc="-105" dirty="0"/>
              <a:t>g</a:t>
            </a:r>
            <a:r>
              <a:rPr dirty="0"/>
              <a:t>e</a:t>
            </a:r>
            <a:r>
              <a:rPr spc="-250" dirty="0"/>
              <a:t> </a:t>
            </a:r>
            <a:r>
              <a:rPr spc="-100" dirty="0"/>
              <a:t>Switchin</a:t>
            </a:r>
            <a:r>
              <a:rPr dirty="0"/>
              <a:t>g</a:t>
            </a:r>
          </a:p>
        </p:txBody>
      </p:sp>
      <p:pic>
        <p:nvPicPr>
          <p:cNvPr id="5" name="object 5"/>
          <p:cNvPicPr/>
          <p:nvPr/>
        </p:nvPicPr>
        <p:blipFill>
          <a:blip r:embed="rId2" cstate="print"/>
          <a:stretch>
            <a:fillRect/>
          </a:stretch>
        </p:blipFill>
        <p:spPr>
          <a:xfrm>
            <a:off x="6268211" y="4826508"/>
            <a:ext cx="5085588" cy="16657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521713"/>
            <a:ext cx="11576685" cy="3065780"/>
          </a:xfrm>
          <a:prstGeom prst="rect">
            <a:avLst/>
          </a:prstGeom>
        </p:spPr>
        <p:txBody>
          <a:bodyPr vert="horz" wrap="square" lIns="0" tIns="12065" rIns="0" bIns="0" rtlCol="0">
            <a:spAutoFit/>
          </a:bodyPr>
          <a:lstStyle/>
          <a:p>
            <a:pPr marL="241300" indent="-228600">
              <a:lnSpc>
                <a:spcPct val="100000"/>
              </a:lnSpc>
              <a:spcBef>
                <a:spcPts val="95"/>
              </a:spcBef>
              <a:buSzPct val="95454"/>
              <a:buFont typeface="Wingdings"/>
              <a:buChar char=""/>
              <a:tabLst>
                <a:tab pos="241300" algn="l"/>
              </a:tabLst>
            </a:pPr>
            <a:r>
              <a:rPr sz="2200" spc="-5" dirty="0">
                <a:latin typeface="Times New Roman"/>
                <a:cs typeface="Times New Roman"/>
              </a:rPr>
              <a:t>Message</a:t>
            </a:r>
            <a:r>
              <a:rPr sz="2200" dirty="0">
                <a:latin typeface="Times New Roman"/>
                <a:cs typeface="Times New Roman"/>
              </a:rPr>
              <a:t> </a:t>
            </a:r>
            <a:r>
              <a:rPr sz="2200" spc="-5" dirty="0">
                <a:latin typeface="Times New Roman"/>
                <a:cs typeface="Times New Roman"/>
              </a:rPr>
              <a:t>is</a:t>
            </a:r>
            <a:r>
              <a:rPr sz="2200" spc="5" dirty="0">
                <a:latin typeface="Times New Roman"/>
                <a:cs typeface="Times New Roman"/>
              </a:rPr>
              <a:t> </a:t>
            </a:r>
            <a:r>
              <a:rPr sz="2200" spc="-5" dirty="0">
                <a:latin typeface="Times New Roman"/>
                <a:cs typeface="Times New Roman"/>
              </a:rPr>
              <a:t>broken</a:t>
            </a:r>
            <a:r>
              <a:rPr sz="2200" spc="5" dirty="0">
                <a:latin typeface="Times New Roman"/>
                <a:cs typeface="Times New Roman"/>
              </a:rPr>
              <a:t> </a:t>
            </a:r>
            <a:r>
              <a:rPr sz="2200" spc="-5" dirty="0">
                <a:latin typeface="Times New Roman"/>
                <a:cs typeface="Times New Roman"/>
              </a:rPr>
              <a:t>into</a:t>
            </a:r>
            <a:r>
              <a:rPr sz="2200" spc="15" dirty="0">
                <a:latin typeface="Times New Roman"/>
                <a:cs typeface="Times New Roman"/>
              </a:rPr>
              <a:t> </a:t>
            </a:r>
            <a:r>
              <a:rPr sz="2200" dirty="0">
                <a:latin typeface="Times New Roman"/>
                <a:cs typeface="Times New Roman"/>
              </a:rPr>
              <a:t>individual</a:t>
            </a:r>
            <a:r>
              <a:rPr sz="2200" spc="-25" dirty="0">
                <a:latin typeface="Times New Roman"/>
                <a:cs typeface="Times New Roman"/>
              </a:rPr>
              <a:t> </a:t>
            </a:r>
            <a:r>
              <a:rPr sz="2200" spc="-5" dirty="0">
                <a:latin typeface="Times New Roman"/>
                <a:cs typeface="Times New Roman"/>
              </a:rPr>
              <a:t>chunk</a:t>
            </a:r>
            <a:r>
              <a:rPr sz="2200" spc="10" dirty="0">
                <a:latin typeface="Times New Roman"/>
                <a:cs typeface="Times New Roman"/>
              </a:rPr>
              <a:t> </a:t>
            </a:r>
            <a:r>
              <a:rPr sz="2200" spc="-5" dirty="0">
                <a:latin typeface="Times New Roman"/>
                <a:cs typeface="Times New Roman"/>
              </a:rPr>
              <a:t>called</a:t>
            </a:r>
            <a:r>
              <a:rPr sz="2200" spc="10" dirty="0">
                <a:latin typeface="Times New Roman"/>
                <a:cs typeface="Times New Roman"/>
              </a:rPr>
              <a:t> </a:t>
            </a:r>
            <a:r>
              <a:rPr sz="2200" spc="-5" dirty="0">
                <a:latin typeface="Times New Roman"/>
                <a:cs typeface="Times New Roman"/>
              </a:rPr>
              <a:t>as</a:t>
            </a:r>
            <a:r>
              <a:rPr sz="2200" dirty="0">
                <a:latin typeface="Times New Roman"/>
                <a:cs typeface="Times New Roman"/>
              </a:rPr>
              <a:t> </a:t>
            </a:r>
            <a:r>
              <a:rPr sz="2200" spc="-5" dirty="0">
                <a:latin typeface="Times New Roman"/>
                <a:cs typeface="Times New Roman"/>
              </a:rPr>
              <a:t>packets</a:t>
            </a:r>
            <a:r>
              <a:rPr sz="2200" spc="15" dirty="0">
                <a:latin typeface="Times New Roman"/>
                <a:cs typeface="Times New Roman"/>
              </a:rPr>
              <a:t> </a:t>
            </a:r>
            <a:r>
              <a:rPr sz="2200" spc="-5" dirty="0">
                <a:latin typeface="Times New Roman"/>
                <a:cs typeface="Times New Roman"/>
              </a:rPr>
              <a:t>that</a:t>
            </a:r>
            <a:r>
              <a:rPr sz="2200"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sent</a:t>
            </a:r>
            <a:r>
              <a:rPr sz="2200" spc="5" dirty="0">
                <a:latin typeface="Times New Roman"/>
                <a:cs typeface="Times New Roman"/>
              </a:rPr>
              <a:t> </a:t>
            </a:r>
            <a:r>
              <a:rPr sz="2200" spc="-5" dirty="0">
                <a:latin typeface="Times New Roman"/>
                <a:cs typeface="Times New Roman"/>
              </a:rPr>
              <a:t>individually</a:t>
            </a:r>
            <a:r>
              <a:rPr sz="2200" spc="5" dirty="0">
                <a:latin typeface="Times New Roman"/>
                <a:cs typeface="Times New Roman"/>
              </a:rPr>
              <a:t> </a:t>
            </a:r>
            <a:r>
              <a:rPr sz="2200" spc="-5" dirty="0">
                <a:latin typeface="Times New Roman"/>
                <a:cs typeface="Times New Roman"/>
              </a:rPr>
              <a:t>in</a:t>
            </a:r>
            <a:r>
              <a:rPr sz="2200" spc="15" dirty="0">
                <a:latin typeface="Times New Roman"/>
                <a:cs typeface="Times New Roman"/>
              </a:rPr>
              <a:t> </a:t>
            </a:r>
            <a:r>
              <a:rPr sz="2200" spc="-5" dirty="0">
                <a:latin typeface="Times New Roman"/>
                <a:cs typeface="Times New Roman"/>
              </a:rPr>
              <a:t>the</a:t>
            </a:r>
            <a:r>
              <a:rPr sz="2200" spc="5" dirty="0">
                <a:latin typeface="Times New Roman"/>
                <a:cs typeface="Times New Roman"/>
              </a:rPr>
              <a:t> </a:t>
            </a:r>
            <a:r>
              <a:rPr sz="2200" dirty="0">
                <a:latin typeface="Times New Roman"/>
                <a:cs typeface="Times New Roman"/>
              </a:rPr>
              <a:t>network.</a:t>
            </a:r>
            <a:endParaRPr sz="2200">
              <a:latin typeface="Times New Roman"/>
              <a:cs typeface="Times New Roman"/>
            </a:endParaRPr>
          </a:p>
          <a:p>
            <a:pPr marL="241300" indent="-228600">
              <a:lnSpc>
                <a:spcPct val="100000"/>
              </a:lnSpc>
              <a:spcBef>
                <a:spcPts val="1810"/>
              </a:spcBef>
              <a:buSzPct val="95454"/>
              <a:buFont typeface="Wingdings"/>
              <a:buChar char=""/>
              <a:tabLst>
                <a:tab pos="241300" algn="l"/>
              </a:tabLst>
            </a:pPr>
            <a:r>
              <a:rPr sz="2200" spc="-5" dirty="0">
                <a:latin typeface="Times New Roman"/>
                <a:cs typeface="Times New Roman"/>
              </a:rPr>
              <a:t>Every</a:t>
            </a:r>
            <a:r>
              <a:rPr sz="2200" spc="275" dirty="0">
                <a:latin typeface="Times New Roman"/>
                <a:cs typeface="Times New Roman"/>
              </a:rPr>
              <a:t> </a:t>
            </a:r>
            <a:r>
              <a:rPr sz="2200" spc="-5" dirty="0">
                <a:latin typeface="Times New Roman"/>
                <a:cs typeface="Times New Roman"/>
              </a:rPr>
              <a:t>packet</a:t>
            </a:r>
            <a:r>
              <a:rPr sz="2200" spc="260" dirty="0">
                <a:latin typeface="Times New Roman"/>
                <a:cs typeface="Times New Roman"/>
              </a:rPr>
              <a:t> </a:t>
            </a:r>
            <a:r>
              <a:rPr sz="2200" spc="-5" dirty="0">
                <a:latin typeface="Times New Roman"/>
                <a:cs typeface="Times New Roman"/>
              </a:rPr>
              <a:t>contains</a:t>
            </a:r>
            <a:r>
              <a:rPr sz="2200" spc="260" dirty="0">
                <a:latin typeface="Times New Roman"/>
                <a:cs typeface="Times New Roman"/>
              </a:rPr>
              <a:t> </a:t>
            </a:r>
            <a:r>
              <a:rPr sz="2200" spc="-5" dirty="0">
                <a:latin typeface="Times New Roman"/>
                <a:cs typeface="Times New Roman"/>
              </a:rPr>
              <a:t>some</a:t>
            </a:r>
            <a:r>
              <a:rPr sz="2200" spc="250" dirty="0">
                <a:latin typeface="Times New Roman"/>
                <a:cs typeface="Times New Roman"/>
              </a:rPr>
              <a:t> </a:t>
            </a:r>
            <a:r>
              <a:rPr sz="2200" spc="-5" dirty="0">
                <a:latin typeface="Times New Roman"/>
                <a:cs typeface="Times New Roman"/>
              </a:rPr>
              <a:t>information</a:t>
            </a:r>
            <a:r>
              <a:rPr sz="2200" spc="275" dirty="0">
                <a:latin typeface="Times New Roman"/>
                <a:cs typeface="Times New Roman"/>
              </a:rPr>
              <a:t> </a:t>
            </a:r>
            <a:r>
              <a:rPr sz="2200" spc="-5" dirty="0">
                <a:latin typeface="Times New Roman"/>
                <a:cs typeface="Times New Roman"/>
              </a:rPr>
              <a:t>in</a:t>
            </a:r>
            <a:r>
              <a:rPr sz="2200" spc="265" dirty="0">
                <a:latin typeface="Times New Roman"/>
                <a:cs typeface="Times New Roman"/>
              </a:rPr>
              <a:t> </a:t>
            </a:r>
            <a:r>
              <a:rPr sz="2200" spc="-5" dirty="0">
                <a:latin typeface="Times New Roman"/>
                <a:cs typeface="Times New Roman"/>
              </a:rPr>
              <a:t>its</a:t>
            </a:r>
            <a:r>
              <a:rPr sz="2200" spc="250" dirty="0">
                <a:latin typeface="Times New Roman"/>
                <a:cs typeface="Times New Roman"/>
              </a:rPr>
              <a:t> </a:t>
            </a:r>
            <a:r>
              <a:rPr sz="2200" spc="-5" dirty="0">
                <a:latin typeface="Times New Roman"/>
                <a:cs typeface="Times New Roman"/>
              </a:rPr>
              <a:t>headers</a:t>
            </a:r>
            <a:r>
              <a:rPr sz="2200" spc="254" dirty="0">
                <a:latin typeface="Times New Roman"/>
                <a:cs typeface="Times New Roman"/>
              </a:rPr>
              <a:t> </a:t>
            </a:r>
            <a:r>
              <a:rPr sz="2200" spc="-5" dirty="0">
                <a:latin typeface="Times New Roman"/>
                <a:cs typeface="Times New Roman"/>
              </a:rPr>
              <a:t>such</a:t>
            </a:r>
            <a:r>
              <a:rPr sz="2200" spc="260" dirty="0">
                <a:latin typeface="Times New Roman"/>
                <a:cs typeface="Times New Roman"/>
              </a:rPr>
              <a:t> </a:t>
            </a:r>
            <a:r>
              <a:rPr sz="2200" spc="-5" dirty="0">
                <a:latin typeface="Times New Roman"/>
                <a:cs typeface="Times New Roman"/>
              </a:rPr>
              <a:t>as</a:t>
            </a:r>
            <a:r>
              <a:rPr sz="2200" spc="254" dirty="0">
                <a:latin typeface="Times New Roman"/>
                <a:cs typeface="Times New Roman"/>
              </a:rPr>
              <a:t> </a:t>
            </a:r>
            <a:r>
              <a:rPr sz="2200" spc="-5" dirty="0">
                <a:latin typeface="Times New Roman"/>
                <a:cs typeface="Times New Roman"/>
              </a:rPr>
              <a:t>source</a:t>
            </a:r>
            <a:r>
              <a:rPr sz="2200" spc="260" dirty="0">
                <a:latin typeface="Times New Roman"/>
                <a:cs typeface="Times New Roman"/>
              </a:rPr>
              <a:t> </a:t>
            </a:r>
            <a:r>
              <a:rPr sz="2200" spc="-5" dirty="0">
                <a:latin typeface="Times New Roman"/>
                <a:cs typeface="Times New Roman"/>
              </a:rPr>
              <a:t>address,</a:t>
            </a:r>
            <a:r>
              <a:rPr sz="2200" spc="250" dirty="0">
                <a:latin typeface="Times New Roman"/>
                <a:cs typeface="Times New Roman"/>
              </a:rPr>
              <a:t> </a:t>
            </a:r>
            <a:r>
              <a:rPr sz="2200" spc="-5" dirty="0">
                <a:latin typeface="Times New Roman"/>
                <a:cs typeface="Times New Roman"/>
              </a:rPr>
              <a:t>destination</a:t>
            </a:r>
            <a:r>
              <a:rPr sz="2200" spc="265" dirty="0">
                <a:latin typeface="Times New Roman"/>
                <a:cs typeface="Times New Roman"/>
              </a:rPr>
              <a:t> </a:t>
            </a:r>
            <a:r>
              <a:rPr sz="2200" spc="-5" dirty="0">
                <a:latin typeface="Times New Roman"/>
                <a:cs typeface="Times New Roman"/>
              </a:rPr>
              <a:t>address</a:t>
            </a:r>
            <a:endParaRPr sz="2200">
              <a:latin typeface="Times New Roman"/>
              <a:cs typeface="Times New Roman"/>
            </a:endParaRPr>
          </a:p>
          <a:p>
            <a:pPr marL="241300">
              <a:lnSpc>
                <a:spcPct val="100000"/>
              </a:lnSpc>
              <a:spcBef>
                <a:spcPts val="1325"/>
              </a:spcBef>
            </a:pPr>
            <a:r>
              <a:rPr sz="2200" spc="-5" dirty="0">
                <a:latin typeface="Times New Roman"/>
                <a:cs typeface="Times New Roman"/>
              </a:rPr>
              <a:t>and</a:t>
            </a:r>
            <a:r>
              <a:rPr sz="2200" spc="-15" dirty="0">
                <a:latin typeface="Times New Roman"/>
                <a:cs typeface="Times New Roman"/>
              </a:rPr>
              <a:t> </a:t>
            </a:r>
            <a:r>
              <a:rPr sz="2200" spc="-5" dirty="0">
                <a:latin typeface="Times New Roman"/>
                <a:cs typeface="Times New Roman"/>
              </a:rPr>
              <a:t>sequence</a:t>
            </a:r>
            <a:r>
              <a:rPr sz="2200" spc="-10" dirty="0">
                <a:latin typeface="Times New Roman"/>
                <a:cs typeface="Times New Roman"/>
              </a:rPr>
              <a:t> </a:t>
            </a:r>
            <a:r>
              <a:rPr sz="2200" spc="-25" dirty="0">
                <a:latin typeface="Times New Roman"/>
                <a:cs typeface="Times New Roman"/>
              </a:rPr>
              <a:t>number.</a:t>
            </a:r>
            <a:endParaRPr sz="2200">
              <a:latin typeface="Times New Roman"/>
              <a:cs typeface="Times New Roman"/>
            </a:endParaRPr>
          </a:p>
          <a:p>
            <a:pPr marL="241300" indent="-228600">
              <a:lnSpc>
                <a:spcPct val="100000"/>
              </a:lnSpc>
              <a:spcBef>
                <a:spcPts val="1820"/>
              </a:spcBef>
              <a:buSzPct val="95454"/>
              <a:buFont typeface="Wingdings"/>
              <a:buChar char=""/>
              <a:tabLst>
                <a:tab pos="241300" algn="l"/>
              </a:tabLst>
            </a:pPr>
            <a:r>
              <a:rPr sz="2200" spc="-5" dirty="0">
                <a:latin typeface="Times New Roman"/>
                <a:cs typeface="Times New Roman"/>
              </a:rPr>
              <a:t>Packets</a:t>
            </a:r>
            <a:r>
              <a:rPr sz="2200" spc="10" dirty="0">
                <a:latin typeface="Times New Roman"/>
                <a:cs typeface="Times New Roman"/>
              </a:rPr>
              <a:t> </a:t>
            </a:r>
            <a:r>
              <a:rPr sz="2200" spc="-5" dirty="0">
                <a:latin typeface="Times New Roman"/>
                <a:cs typeface="Times New Roman"/>
              </a:rPr>
              <a:t>will</a:t>
            </a:r>
            <a:r>
              <a:rPr sz="2200" spc="15" dirty="0">
                <a:latin typeface="Times New Roman"/>
                <a:cs typeface="Times New Roman"/>
              </a:rPr>
              <a:t> </a:t>
            </a:r>
            <a:r>
              <a:rPr sz="2200" spc="-5" dirty="0">
                <a:latin typeface="Times New Roman"/>
                <a:cs typeface="Times New Roman"/>
              </a:rPr>
              <a:t>travel</a:t>
            </a:r>
            <a:r>
              <a:rPr sz="2200" spc="25" dirty="0">
                <a:latin typeface="Times New Roman"/>
                <a:cs typeface="Times New Roman"/>
              </a:rPr>
              <a:t> </a:t>
            </a:r>
            <a:r>
              <a:rPr sz="2200" spc="-5" dirty="0">
                <a:latin typeface="Times New Roman"/>
                <a:cs typeface="Times New Roman"/>
              </a:rPr>
              <a:t>across</a:t>
            </a:r>
            <a:r>
              <a:rPr sz="2200" spc="10" dirty="0">
                <a:latin typeface="Times New Roman"/>
                <a:cs typeface="Times New Roman"/>
              </a:rPr>
              <a:t> </a:t>
            </a:r>
            <a:r>
              <a:rPr sz="2200" spc="-5" dirty="0">
                <a:latin typeface="Times New Roman"/>
                <a:cs typeface="Times New Roman"/>
              </a:rPr>
              <a:t>the</a:t>
            </a:r>
            <a:r>
              <a:rPr sz="2200" spc="10" dirty="0">
                <a:latin typeface="Times New Roman"/>
                <a:cs typeface="Times New Roman"/>
              </a:rPr>
              <a:t> </a:t>
            </a:r>
            <a:r>
              <a:rPr sz="2200" spc="-5" dirty="0">
                <a:latin typeface="Times New Roman"/>
                <a:cs typeface="Times New Roman"/>
              </a:rPr>
              <a:t>network,</a:t>
            </a:r>
            <a:r>
              <a:rPr sz="2200" spc="20" dirty="0">
                <a:latin typeface="Times New Roman"/>
                <a:cs typeface="Times New Roman"/>
              </a:rPr>
              <a:t> </a:t>
            </a:r>
            <a:r>
              <a:rPr sz="2200" spc="-5" dirty="0">
                <a:latin typeface="Times New Roman"/>
                <a:cs typeface="Times New Roman"/>
              </a:rPr>
              <a:t>taking</a:t>
            </a:r>
            <a:r>
              <a:rPr sz="2200" spc="10"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shortest</a:t>
            </a:r>
            <a:r>
              <a:rPr sz="2200" dirty="0">
                <a:latin typeface="Times New Roman"/>
                <a:cs typeface="Times New Roman"/>
              </a:rPr>
              <a:t> </a:t>
            </a:r>
            <a:r>
              <a:rPr sz="2200" spc="-5" dirty="0">
                <a:latin typeface="Times New Roman"/>
                <a:cs typeface="Times New Roman"/>
              </a:rPr>
              <a:t>path</a:t>
            </a:r>
            <a:r>
              <a:rPr sz="2200" spc="20" dirty="0">
                <a:latin typeface="Times New Roman"/>
                <a:cs typeface="Times New Roman"/>
              </a:rPr>
              <a:t> </a:t>
            </a:r>
            <a:r>
              <a:rPr sz="2200" spc="-5" dirty="0">
                <a:latin typeface="Times New Roman"/>
                <a:cs typeface="Times New Roman"/>
              </a:rPr>
              <a:t>as</a:t>
            </a:r>
            <a:r>
              <a:rPr sz="2200" spc="5" dirty="0">
                <a:latin typeface="Times New Roman"/>
                <a:cs typeface="Times New Roman"/>
              </a:rPr>
              <a:t> </a:t>
            </a:r>
            <a:r>
              <a:rPr sz="2200" spc="-5" dirty="0">
                <a:latin typeface="Times New Roman"/>
                <a:cs typeface="Times New Roman"/>
              </a:rPr>
              <a:t>possible.</a:t>
            </a:r>
            <a:endParaRPr sz="2200">
              <a:latin typeface="Times New Roman"/>
              <a:cs typeface="Times New Roman"/>
            </a:endParaRPr>
          </a:p>
          <a:p>
            <a:pPr marL="241300" marR="6350" indent="-228600">
              <a:lnSpc>
                <a:spcPct val="150000"/>
              </a:lnSpc>
              <a:spcBef>
                <a:spcPts val="509"/>
              </a:spcBef>
              <a:buSzPct val="95454"/>
              <a:buFont typeface="Wingdings"/>
              <a:buChar char=""/>
              <a:tabLst>
                <a:tab pos="241300" algn="l"/>
                <a:tab pos="1460500" algn="l"/>
                <a:tab pos="2461895" algn="l"/>
                <a:tab pos="3201035" algn="l"/>
                <a:tab pos="3691890" algn="l"/>
                <a:tab pos="4739005" algn="l"/>
                <a:tab pos="5107940" algn="l"/>
                <a:tab pos="6063615" algn="l"/>
                <a:tab pos="6554470" algn="l"/>
                <a:tab pos="7610475" algn="l"/>
                <a:tab pos="8425815" algn="l"/>
                <a:tab pos="9442450" algn="l"/>
                <a:tab pos="10499090" algn="l"/>
                <a:tab pos="11050905" algn="l"/>
              </a:tabLst>
            </a:pPr>
            <a:r>
              <a:rPr sz="2200" spc="-5" dirty="0">
                <a:latin typeface="Times New Roman"/>
                <a:cs typeface="Times New Roman"/>
              </a:rPr>
              <a:t>Seq</a:t>
            </a:r>
            <a:r>
              <a:rPr sz="2200" dirty="0">
                <a:latin typeface="Times New Roman"/>
                <a:cs typeface="Times New Roman"/>
              </a:rPr>
              <a:t>u</a:t>
            </a:r>
            <a:r>
              <a:rPr sz="2200" spc="-5" dirty="0">
                <a:latin typeface="Times New Roman"/>
                <a:cs typeface="Times New Roman"/>
              </a:rPr>
              <a:t>ence</a:t>
            </a:r>
            <a:r>
              <a:rPr sz="2200" dirty="0">
                <a:latin typeface="Times New Roman"/>
                <a:cs typeface="Times New Roman"/>
              </a:rPr>
              <a:t>	</a:t>
            </a:r>
            <a:r>
              <a:rPr sz="2200" spc="-5" dirty="0">
                <a:latin typeface="Times New Roman"/>
                <a:cs typeface="Times New Roman"/>
              </a:rPr>
              <a:t>nu</a:t>
            </a:r>
            <a:r>
              <a:rPr sz="2200" spc="-25" dirty="0">
                <a:latin typeface="Times New Roman"/>
                <a:cs typeface="Times New Roman"/>
              </a:rPr>
              <a:t>m</a:t>
            </a:r>
            <a:r>
              <a:rPr sz="2200" spc="10" dirty="0">
                <a:latin typeface="Times New Roman"/>
                <a:cs typeface="Times New Roman"/>
              </a:rPr>
              <a:t>b</a:t>
            </a:r>
            <a:r>
              <a:rPr sz="2200" spc="-5" dirty="0">
                <a:latin typeface="Times New Roman"/>
                <a:cs typeface="Times New Roman"/>
              </a:rPr>
              <a:t>er</a:t>
            </a:r>
            <a:r>
              <a:rPr sz="2200" dirty="0">
                <a:latin typeface="Times New Roman"/>
                <a:cs typeface="Times New Roman"/>
              </a:rPr>
              <a:t>	</a:t>
            </a:r>
            <a:r>
              <a:rPr sz="2200" spc="-5" dirty="0">
                <a:latin typeface="Times New Roman"/>
                <a:cs typeface="Times New Roman"/>
              </a:rPr>
              <a:t>hel</a:t>
            </a:r>
            <a:r>
              <a:rPr sz="2200" dirty="0">
                <a:latin typeface="Times New Roman"/>
                <a:cs typeface="Times New Roman"/>
              </a:rPr>
              <a:t>p</a:t>
            </a:r>
            <a:r>
              <a:rPr sz="2200" spc="-5" dirty="0">
                <a:latin typeface="Times New Roman"/>
                <a:cs typeface="Times New Roman"/>
              </a:rPr>
              <a:t>s</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rec</a:t>
            </a:r>
            <a:r>
              <a:rPr sz="2200" spc="-15" dirty="0">
                <a:latin typeface="Times New Roman"/>
                <a:cs typeface="Times New Roman"/>
              </a:rPr>
              <a:t>e</a:t>
            </a:r>
            <a:r>
              <a:rPr sz="2200" spc="-5" dirty="0">
                <a:latin typeface="Times New Roman"/>
                <a:cs typeface="Times New Roman"/>
              </a:rPr>
              <a:t>iver</a:t>
            </a:r>
            <a:r>
              <a:rPr sz="2200" dirty="0">
                <a:latin typeface="Times New Roman"/>
                <a:cs typeface="Times New Roman"/>
              </a:rPr>
              <a:t>	</a:t>
            </a:r>
            <a:r>
              <a:rPr sz="2200" spc="5" dirty="0">
                <a:latin typeface="Times New Roman"/>
                <a:cs typeface="Times New Roman"/>
              </a:rPr>
              <a:t>t</a:t>
            </a:r>
            <a:r>
              <a:rPr sz="2200" spc="-5" dirty="0">
                <a:latin typeface="Times New Roman"/>
                <a:cs typeface="Times New Roman"/>
              </a:rPr>
              <a:t>o</a:t>
            </a:r>
            <a:r>
              <a:rPr sz="2200" dirty="0">
                <a:latin typeface="Times New Roman"/>
                <a:cs typeface="Times New Roman"/>
              </a:rPr>
              <a:t>	</a:t>
            </a:r>
            <a:r>
              <a:rPr sz="2200" spc="-5" dirty="0">
                <a:latin typeface="Times New Roman"/>
                <a:cs typeface="Times New Roman"/>
              </a:rPr>
              <a:t>reor</a:t>
            </a:r>
            <a:r>
              <a:rPr sz="2200" dirty="0">
                <a:latin typeface="Times New Roman"/>
                <a:cs typeface="Times New Roman"/>
              </a:rPr>
              <a:t>d</a:t>
            </a:r>
            <a:r>
              <a:rPr sz="2200" spc="-5" dirty="0">
                <a:latin typeface="Times New Roman"/>
                <a:cs typeface="Times New Roman"/>
              </a:rPr>
              <a:t>er</a:t>
            </a:r>
            <a:r>
              <a:rPr sz="220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packets,</a:t>
            </a:r>
            <a:r>
              <a:rPr sz="2200" dirty="0">
                <a:latin typeface="Times New Roman"/>
                <a:cs typeface="Times New Roman"/>
              </a:rPr>
              <a:t>	</a:t>
            </a:r>
            <a:r>
              <a:rPr sz="2200" spc="-5" dirty="0">
                <a:latin typeface="Times New Roman"/>
                <a:cs typeface="Times New Roman"/>
              </a:rPr>
              <a:t>d</a:t>
            </a:r>
            <a:r>
              <a:rPr sz="2200" spc="-15" dirty="0">
                <a:latin typeface="Times New Roman"/>
                <a:cs typeface="Times New Roman"/>
              </a:rPr>
              <a:t>e</a:t>
            </a:r>
            <a:r>
              <a:rPr sz="2200" spc="-5" dirty="0">
                <a:latin typeface="Times New Roman"/>
                <a:cs typeface="Times New Roman"/>
              </a:rPr>
              <a:t>tect</a:t>
            </a:r>
            <a:r>
              <a:rPr sz="2200" dirty="0">
                <a:latin typeface="Times New Roman"/>
                <a:cs typeface="Times New Roman"/>
              </a:rPr>
              <a:t>	</a:t>
            </a:r>
            <a:r>
              <a:rPr sz="2200" spc="-25" dirty="0">
                <a:latin typeface="Times New Roman"/>
                <a:cs typeface="Times New Roman"/>
              </a:rPr>
              <a:t>m</a:t>
            </a:r>
            <a:r>
              <a:rPr sz="2200" spc="-5" dirty="0">
                <a:latin typeface="Times New Roman"/>
                <a:cs typeface="Times New Roman"/>
              </a:rPr>
              <a:t>issing</a:t>
            </a:r>
            <a:r>
              <a:rPr sz="2200" dirty="0">
                <a:latin typeface="Times New Roman"/>
                <a:cs typeface="Times New Roman"/>
              </a:rPr>
              <a:t>	</a:t>
            </a:r>
            <a:r>
              <a:rPr sz="2200" spc="-5" dirty="0">
                <a:latin typeface="Times New Roman"/>
                <a:cs typeface="Times New Roman"/>
              </a:rPr>
              <a:t>packets,</a:t>
            </a:r>
            <a:r>
              <a:rPr sz="2200" dirty="0">
                <a:latin typeface="Times New Roman"/>
                <a:cs typeface="Times New Roman"/>
              </a:rPr>
              <a:t>	</a:t>
            </a:r>
            <a:r>
              <a:rPr sz="2200" spc="-5" dirty="0">
                <a:latin typeface="Times New Roman"/>
                <a:cs typeface="Times New Roman"/>
              </a:rPr>
              <a:t>a</a:t>
            </a:r>
            <a:r>
              <a:rPr sz="2200" spc="-15" dirty="0">
                <a:latin typeface="Times New Roman"/>
                <a:cs typeface="Times New Roman"/>
              </a:rPr>
              <a:t>n</a:t>
            </a:r>
            <a:r>
              <a:rPr sz="2200" spc="-5" dirty="0">
                <a:latin typeface="Times New Roman"/>
                <a:cs typeface="Times New Roman"/>
              </a:rPr>
              <a:t>d</a:t>
            </a:r>
            <a:r>
              <a:rPr sz="2200" dirty="0">
                <a:latin typeface="Times New Roman"/>
                <a:cs typeface="Times New Roman"/>
              </a:rPr>
              <a:t>	</a:t>
            </a:r>
            <a:r>
              <a:rPr sz="2200" spc="-5" dirty="0">
                <a:latin typeface="Times New Roman"/>
                <a:cs typeface="Times New Roman"/>
              </a:rPr>
              <a:t>send  acknowledgement.</a:t>
            </a:r>
            <a:endParaRPr sz="2200">
              <a:latin typeface="Times New Roman"/>
              <a:cs typeface="Times New Roman"/>
            </a:endParaRPr>
          </a:p>
        </p:txBody>
      </p:sp>
      <p:sp>
        <p:nvSpPr>
          <p:cNvPr id="3" name="object 3"/>
          <p:cNvSpPr/>
          <p:nvPr/>
        </p:nvSpPr>
        <p:spPr>
          <a:xfrm>
            <a:off x="0" y="263652"/>
            <a:ext cx="12192000" cy="1028700"/>
          </a:xfrm>
          <a:custGeom>
            <a:avLst/>
            <a:gdLst/>
            <a:ahLst/>
            <a:cxnLst/>
            <a:rect l="l" t="t" r="r" b="b"/>
            <a:pathLst>
              <a:path w="12192000" h="1028700">
                <a:moveTo>
                  <a:pt x="12192000" y="0"/>
                </a:moveTo>
                <a:lnTo>
                  <a:pt x="0" y="0"/>
                </a:lnTo>
                <a:lnTo>
                  <a:pt x="0" y="1028700"/>
                </a:lnTo>
                <a:lnTo>
                  <a:pt x="12192000" y="1028700"/>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2789301" y="431038"/>
            <a:ext cx="6633845" cy="696595"/>
          </a:xfrm>
          <a:prstGeom prst="rect">
            <a:avLst/>
          </a:prstGeom>
        </p:spPr>
        <p:txBody>
          <a:bodyPr vert="horz" wrap="square" lIns="0" tIns="13335" rIns="0" bIns="0" rtlCol="0">
            <a:spAutoFit/>
          </a:bodyPr>
          <a:lstStyle/>
          <a:p>
            <a:pPr marL="12700">
              <a:lnSpc>
                <a:spcPct val="100000"/>
              </a:lnSpc>
              <a:spcBef>
                <a:spcPts val="105"/>
              </a:spcBef>
            </a:pPr>
            <a:r>
              <a:rPr spc="-95" dirty="0"/>
              <a:t>Sw</a:t>
            </a:r>
            <a:r>
              <a:rPr spc="-100" dirty="0"/>
              <a:t>it</a:t>
            </a:r>
            <a:r>
              <a:rPr spc="-95" dirty="0"/>
              <a:t>ch</a:t>
            </a:r>
            <a:r>
              <a:rPr spc="-100" dirty="0"/>
              <a:t>i</a:t>
            </a:r>
            <a:r>
              <a:rPr spc="-95" dirty="0"/>
              <a:t>n</a:t>
            </a:r>
            <a:r>
              <a:rPr dirty="0"/>
              <a:t>g</a:t>
            </a:r>
            <a:r>
              <a:rPr spc="-245" dirty="0"/>
              <a:t> </a:t>
            </a:r>
            <a:r>
              <a:rPr dirty="0"/>
              <a:t>:</a:t>
            </a:r>
            <a:r>
              <a:rPr spc="-204" dirty="0"/>
              <a:t> </a:t>
            </a:r>
            <a:r>
              <a:rPr spc="-100" dirty="0"/>
              <a:t>P</a:t>
            </a:r>
            <a:r>
              <a:rPr spc="-90" dirty="0"/>
              <a:t>a</a:t>
            </a:r>
            <a:r>
              <a:rPr spc="-95" dirty="0"/>
              <a:t>cke</a:t>
            </a:r>
            <a:r>
              <a:rPr dirty="0"/>
              <a:t>t</a:t>
            </a:r>
            <a:r>
              <a:rPr spc="-240" dirty="0"/>
              <a:t> </a:t>
            </a:r>
            <a:r>
              <a:rPr spc="-95" dirty="0"/>
              <a:t>Sw</a:t>
            </a:r>
            <a:r>
              <a:rPr spc="-100" dirty="0"/>
              <a:t>it</a:t>
            </a:r>
            <a:r>
              <a:rPr spc="-95" dirty="0"/>
              <a:t>ch</a:t>
            </a:r>
            <a:r>
              <a:rPr spc="-100" dirty="0"/>
              <a:t>i</a:t>
            </a:r>
            <a:r>
              <a:rPr spc="-95" dirty="0"/>
              <a:t>n</a:t>
            </a:r>
            <a:r>
              <a:rPr dirty="0"/>
              <a:t>g</a:t>
            </a:r>
          </a:p>
        </p:txBody>
      </p:sp>
      <p:pic>
        <p:nvPicPr>
          <p:cNvPr id="5" name="object 5"/>
          <p:cNvPicPr/>
          <p:nvPr/>
        </p:nvPicPr>
        <p:blipFill>
          <a:blip r:embed="rId2" cstate="print"/>
          <a:stretch>
            <a:fillRect/>
          </a:stretch>
        </p:blipFill>
        <p:spPr>
          <a:xfrm>
            <a:off x="4604003" y="4154422"/>
            <a:ext cx="7133844" cy="262889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992883"/>
            <a:ext cx="9286875" cy="3456304"/>
          </a:xfrm>
          <a:prstGeom prst="rect">
            <a:avLst/>
          </a:prstGeom>
        </p:spPr>
        <p:txBody>
          <a:bodyPr vert="horz" wrap="square" lIns="0" tIns="13335" rIns="0" bIns="0" rtlCol="0">
            <a:spAutoFit/>
          </a:bodyPr>
          <a:lstStyle/>
          <a:p>
            <a:pPr marL="241300" indent="-228600">
              <a:lnSpc>
                <a:spcPct val="100000"/>
              </a:lnSpc>
              <a:spcBef>
                <a:spcPts val="1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2"/>
              </a:rPr>
              <a:t>https://circuitglobe.com/difference-between-circuit-switching-and-packet-switching.html</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3"/>
              </a:rPr>
              <a:t>https://www.javatpoint.com/computer-network-switching-techniques</a:t>
            </a:r>
            <a:endParaRPr sz="2000">
              <a:latin typeface="Times New Roman"/>
              <a:cs typeface="Times New Roman"/>
            </a:endParaRPr>
          </a:p>
          <a:p>
            <a:pPr marL="241300" indent="-228600">
              <a:lnSpc>
                <a:spcPct val="100000"/>
              </a:lnSpc>
              <a:spcBef>
                <a:spcPts val="1689"/>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4"/>
              </a:rPr>
              <a:t>https://www.studytonight.com/computer-networks/multiplexing-in-computer-networks</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10" dirty="0">
                <a:solidFill>
                  <a:srgbClr val="0462C1"/>
                </a:solidFill>
                <a:uFill>
                  <a:solidFill>
                    <a:srgbClr val="0462C1"/>
                  </a:solidFill>
                </a:uFill>
                <a:latin typeface="Times New Roman"/>
                <a:cs typeface="Times New Roman"/>
                <a:hlinkClick r:id="rId5"/>
              </a:rPr>
              <a:t>https://www.javatpoint.com/multiplexing-in-computer-network</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10" dirty="0">
                <a:solidFill>
                  <a:srgbClr val="0462C1"/>
                </a:solidFill>
                <a:uFill>
                  <a:solidFill>
                    <a:srgbClr val="0462C1"/>
                  </a:solidFill>
                </a:uFill>
                <a:latin typeface="Times New Roman"/>
                <a:cs typeface="Times New Roman"/>
                <a:hlinkClick r:id="rId6"/>
              </a:rPr>
              <a:t>https://data-flair.training/blogs/multiplexing-in-computer-network/</a:t>
            </a:r>
            <a:endParaRPr sz="2000">
              <a:latin typeface="Times New Roman"/>
              <a:cs typeface="Times New Roman"/>
            </a:endParaRPr>
          </a:p>
          <a:p>
            <a:pPr marL="241300" indent="-228600">
              <a:lnSpc>
                <a:spcPct val="100000"/>
              </a:lnSpc>
              <a:spcBef>
                <a:spcPts val="169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7"/>
              </a:rPr>
              <a:t>https://www.youtube.com/watch?v=-HlJ4psu5aU&amp;t=350s</a:t>
            </a:r>
            <a:endParaRPr sz="2000">
              <a:latin typeface="Times New Roman"/>
              <a:cs typeface="Times New Roman"/>
            </a:endParaRPr>
          </a:p>
          <a:p>
            <a:pPr marL="241300" indent="-228600">
              <a:lnSpc>
                <a:spcPct val="100000"/>
              </a:lnSpc>
              <a:spcBef>
                <a:spcPts val="1705"/>
              </a:spcBef>
              <a:buClr>
                <a:srgbClr val="000000"/>
              </a:buClr>
              <a:buFont typeface="Wingdings"/>
              <a:buChar char=""/>
              <a:tabLst>
                <a:tab pos="241300" algn="l"/>
              </a:tabLst>
            </a:pPr>
            <a:r>
              <a:rPr sz="2000" u="sng" spc="-5" dirty="0">
                <a:solidFill>
                  <a:srgbClr val="0462C1"/>
                </a:solidFill>
                <a:uFill>
                  <a:solidFill>
                    <a:srgbClr val="0462C1"/>
                  </a:solidFill>
                </a:uFill>
                <a:latin typeface="Times New Roman"/>
                <a:cs typeface="Times New Roman"/>
                <a:hlinkClick r:id="rId8"/>
              </a:rPr>
              <a:t>https://www.youtube.com/watch?v=mHvV_Tv8HDQ</a:t>
            </a:r>
            <a:endParaRPr sz="2000">
              <a:latin typeface="Times New Roman"/>
              <a:cs typeface="Times New Roman"/>
            </a:endParaRPr>
          </a:p>
        </p:txBody>
      </p:sp>
      <p:sp>
        <p:nvSpPr>
          <p:cNvPr id="3" name="object 3"/>
          <p:cNvSpPr/>
          <p:nvPr/>
        </p:nvSpPr>
        <p:spPr>
          <a:xfrm>
            <a:off x="0" y="348995"/>
            <a:ext cx="12192000" cy="1027430"/>
          </a:xfrm>
          <a:custGeom>
            <a:avLst/>
            <a:gdLst/>
            <a:ahLst/>
            <a:cxnLst/>
            <a:rect l="l" t="t" r="r" b="b"/>
            <a:pathLst>
              <a:path w="12192000" h="1027430">
                <a:moveTo>
                  <a:pt x="12192000" y="0"/>
                </a:moveTo>
                <a:lnTo>
                  <a:pt x="0" y="0"/>
                </a:lnTo>
                <a:lnTo>
                  <a:pt x="0" y="1027176"/>
                </a:lnTo>
                <a:lnTo>
                  <a:pt x="12192000" y="1027176"/>
                </a:lnTo>
                <a:lnTo>
                  <a:pt x="12192000" y="0"/>
                </a:lnTo>
                <a:close/>
              </a:path>
            </a:pathLst>
          </a:custGeom>
          <a:solidFill>
            <a:schemeClr val="tx1"/>
          </a:solidFill>
        </p:spPr>
        <p:txBody>
          <a:bodyPr wrap="square" lIns="0" tIns="0" rIns="0" bIns="0" rtlCol="0"/>
          <a:lstStyle/>
          <a:p>
            <a:endParaRPr/>
          </a:p>
        </p:txBody>
      </p:sp>
      <p:sp>
        <p:nvSpPr>
          <p:cNvPr id="4" name="object 4"/>
          <p:cNvSpPr txBox="1">
            <a:spLocks noGrp="1"/>
          </p:cNvSpPr>
          <p:nvPr>
            <p:ph type="title"/>
          </p:nvPr>
        </p:nvSpPr>
        <p:spPr>
          <a:xfrm>
            <a:off x="4848605" y="515493"/>
            <a:ext cx="2509520" cy="696595"/>
          </a:xfrm>
          <a:prstGeom prst="rect">
            <a:avLst/>
          </a:prstGeom>
        </p:spPr>
        <p:txBody>
          <a:bodyPr vert="horz" wrap="square" lIns="0" tIns="13335" rIns="0" bIns="0" rtlCol="0">
            <a:spAutoFit/>
          </a:bodyPr>
          <a:lstStyle/>
          <a:p>
            <a:pPr marL="12700">
              <a:lnSpc>
                <a:spcPct val="100000"/>
              </a:lnSpc>
              <a:spcBef>
                <a:spcPts val="105"/>
              </a:spcBef>
            </a:pPr>
            <a:r>
              <a:rPr spc="-100" dirty="0"/>
              <a:t>Refe</a:t>
            </a:r>
            <a:r>
              <a:rPr spc="-185" dirty="0"/>
              <a:t>r</a:t>
            </a:r>
            <a:r>
              <a:rPr spc="-110" dirty="0"/>
              <a:t>e</a:t>
            </a:r>
            <a:r>
              <a:rPr spc="-100" dirty="0"/>
              <a:t>n</a:t>
            </a:r>
            <a:r>
              <a:rPr spc="-110" dirty="0"/>
              <a:t>ce</a:t>
            </a:r>
            <a:r>
              <a:rPr dirty="0"/>
              <a: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114</TotalTime>
  <Words>1934</Words>
  <Application>Microsoft Office PowerPoint</Application>
  <PresentationFormat>Widescreen</PresentationFormat>
  <Paragraphs>188</Paragraphs>
  <Slides>25</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Calibri</vt:lpstr>
      <vt:lpstr>Cambria Math</vt:lpstr>
      <vt:lpstr>Times New Roman</vt:lpstr>
      <vt:lpstr>Wingdings</vt:lpstr>
      <vt:lpstr>Office Theme</vt:lpstr>
      <vt:lpstr>Physical Layer</vt:lpstr>
      <vt:lpstr>Physical Layer</vt:lpstr>
      <vt:lpstr>Physical Layer</vt:lpstr>
      <vt:lpstr>Outline</vt:lpstr>
      <vt:lpstr>Physical Layer: Services</vt:lpstr>
      <vt:lpstr>Line coding</vt:lpstr>
      <vt:lpstr>Line coding: Relationship between data and signal</vt:lpstr>
      <vt:lpstr>Line coding: Relationship between data and signal</vt:lpstr>
      <vt:lpstr>Line coding: Schemes</vt:lpstr>
      <vt:lpstr>Line coding: Unipolar</vt:lpstr>
      <vt:lpstr>Line coding: Unipolar</vt:lpstr>
      <vt:lpstr>Line coding: Polar</vt:lpstr>
      <vt:lpstr>Polar: NRZ</vt:lpstr>
      <vt:lpstr>Polar: RZ</vt:lpstr>
      <vt:lpstr>Polar:Manchester</vt:lpstr>
      <vt:lpstr>Polar:Diffrential Manchester Manchester</vt:lpstr>
      <vt:lpstr>Line Coding: Bipolar</vt:lpstr>
      <vt:lpstr>Line coding: Bipolar</vt:lpstr>
      <vt:lpstr>Line Coding Self Practice Example</vt:lpstr>
      <vt:lpstr>Switching</vt:lpstr>
      <vt:lpstr>Switching : Techniques</vt:lpstr>
      <vt:lpstr>Switching : Circuit Switching</vt:lpstr>
      <vt:lpstr>Switching : Message Switching</vt:lpstr>
      <vt:lpstr>Switching : Packet Switching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SUCHI KUMARI</dc:creator>
  <cp:lastModifiedBy>Gulshan Shrivastava</cp:lastModifiedBy>
  <cp:revision>11</cp:revision>
  <dcterms:created xsi:type="dcterms:W3CDTF">2023-06-19T06:55:45Z</dcterms:created>
  <dcterms:modified xsi:type="dcterms:W3CDTF">2026-01-16T05:04:08Z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2022-02-09T00:00:00Z</vt:filetime>
  </property>
  <property fmtid="{D5CDD505-2E9C-101B-9397-08002B2CF9AE}" pid="3" name="Creator">
    <vt:lpwstr>Microsoft® PowerPoint® for Microsoft 365</vt:lpwstr>
  </property>
  <property fmtid="{D5CDD505-2E9C-101B-9397-08002B2CF9AE}" pid="4" name="LastSaved">
    <vt:filetime>2023-06-19T00:00:00Z</vt:filetime>
  </property>
</Properties>
</file>
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87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uzar Sayeed" userId="f3c20014-5dab-44db-87de-ec699cb07e88" providerId="ADAL" clId="{CC29558F-EB1C-47C7-AF95-27417848BAFD}"/>
    <pc:docChg chg="undo custSel modSld">
      <pc:chgData name="Abuzar Sayeed" userId="f3c20014-5dab-44db-87de-ec699cb07e88" providerId="ADAL" clId="{CC29558F-EB1C-47C7-AF95-27417848BAFD}" dt="2026-01-04T14:13:21.125" v="58" actId="207"/>
      <pc:docMkLst>
        <pc:docMk/>
      </pc:docMkLst>
      <pc:sldChg chg="modSp mod">
        <pc:chgData name="Abuzar Sayeed" userId="f3c20014-5dab-44db-87de-ec699cb07e88" providerId="ADAL" clId="{CC29558F-EB1C-47C7-AF95-27417848BAFD}" dt="2025-12-28T11:30:48.178" v="1" actId="207"/>
        <pc:sldMkLst>
          <pc:docMk/>
          <pc:sldMk cId="0" sldId="256"/>
        </pc:sldMkLst>
        <pc:spChg chg="mod">
          <ac:chgData name="Abuzar Sayeed" userId="f3c20014-5dab-44db-87de-ec699cb07e88" providerId="ADAL" clId="{CC29558F-EB1C-47C7-AF95-27417848BAFD}" dt="2025-12-28T11:30:48.178" v="1" actId="20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Abuzar Sayeed" userId="f3c20014-5dab-44db-87de-ec699cb07e88" providerId="ADAL" clId="{CC29558F-EB1C-47C7-AF95-27417848BAFD}" dt="2025-12-28T11:31:19.304" v="2" actId="207"/>
        <pc:sldMkLst>
          <pc:docMk/>
          <pc:sldMk cId="0" sldId="257"/>
        </pc:sldMkLst>
        <pc:spChg chg="mod">
          <ac:chgData name="Abuzar Sayeed" userId="f3c20014-5dab-44db-87de-ec699cb07e88" providerId="ADAL" clId="{CC29558F-EB1C-47C7-AF95-27417848BAFD}" dt="2025-12-28T11:31:19.304" v="2" actId="20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Abuzar Sayeed" userId="f3c20014-5dab-44db-87de-ec699cb07e88" providerId="ADAL" clId="{CC29558F-EB1C-47C7-AF95-27417848BAFD}" dt="2025-12-28T11:36:04.349" v="13" actId="207"/>
        <pc:sldMkLst>
          <pc:docMk/>
          <pc:sldMk cId="0" sldId="258"/>
        </pc:sldMkLst>
        <pc:spChg chg="add del">
          <ac:chgData name="Abuzar Sayeed" userId="f3c20014-5dab-44db-87de-ec699cb07e88" providerId="ADAL" clId="{CC29558F-EB1C-47C7-AF95-27417848BAFD}" dt="2025-12-28T11:35:52.971" v="12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buzar Sayeed" userId="f3c20014-5dab-44db-87de-ec699cb07e88" providerId="ADAL" clId="{CC29558F-EB1C-47C7-AF95-27417848BAFD}" dt="2025-12-28T11:36:04.349" v="13" actId="207"/>
          <ac:spMkLst>
            <pc:docMk/>
            <pc:sldMk cId="0" sldId="258"/>
            <ac:spMk id="3" creationId="{00000000-0000-0000-0000-000000000000}"/>
          </ac:spMkLst>
        </pc:spChg>
        <pc:graphicFrameChg chg="add del">
          <ac:chgData name="Abuzar Sayeed" userId="f3c20014-5dab-44db-87de-ec699cb07e88" providerId="ADAL" clId="{CC29558F-EB1C-47C7-AF95-27417848BAFD}" dt="2025-12-28T11:31:51.918" v="4" actId="26606"/>
          <ac:graphicFrameMkLst>
            <pc:docMk/>
            <pc:sldMk cId="0" sldId="258"/>
            <ac:graphicFrameMk id="7" creationId="{D4583003-9BAF-D649-562A-45E9842F9792}"/>
          </ac:graphicFrameMkLst>
        </pc:graphicFrameChg>
        <pc:graphicFrameChg chg="add del">
          <ac:chgData name="Abuzar Sayeed" userId="f3c20014-5dab-44db-87de-ec699cb07e88" providerId="ADAL" clId="{CC29558F-EB1C-47C7-AF95-27417848BAFD}" dt="2025-12-28T11:31:54.118" v="6" actId="26606"/>
          <ac:graphicFrameMkLst>
            <pc:docMk/>
            <pc:sldMk cId="0" sldId="258"/>
            <ac:graphicFrameMk id="9" creationId="{E2144E04-BF7F-5235-B0D9-B45EDBB856ED}"/>
          </ac:graphicFrameMkLst>
        </pc:graphicFrameChg>
        <pc:graphicFrameChg chg="add del">
          <ac:chgData name="Abuzar Sayeed" userId="f3c20014-5dab-44db-87de-ec699cb07e88" providerId="ADAL" clId="{CC29558F-EB1C-47C7-AF95-27417848BAFD}" dt="2025-12-28T11:31:59.509" v="8" actId="26606"/>
          <ac:graphicFrameMkLst>
            <pc:docMk/>
            <pc:sldMk cId="0" sldId="258"/>
            <ac:graphicFrameMk id="11" creationId="{EC178F79-D299-DC65-3F10-C688D392C9EF}"/>
          </ac:graphicFrameMkLst>
        </pc:graphicFrameChg>
        <pc:graphicFrameChg chg="add del">
          <ac:chgData name="Abuzar Sayeed" userId="f3c20014-5dab-44db-87de-ec699cb07e88" providerId="ADAL" clId="{CC29558F-EB1C-47C7-AF95-27417848BAFD}" dt="2025-12-28T11:32:01.385" v="10" actId="26606"/>
          <ac:graphicFrameMkLst>
            <pc:docMk/>
            <pc:sldMk cId="0" sldId="258"/>
            <ac:graphicFrameMk id="13" creationId="{9461E1C2-2A6D-76C9-F448-D4C7851CD2F7}"/>
          </ac:graphicFrameMkLst>
        </pc:graphicFrameChg>
        <pc:graphicFrameChg chg="add del">
          <ac:chgData name="Abuzar Sayeed" userId="f3c20014-5dab-44db-87de-ec699cb07e88" providerId="ADAL" clId="{CC29558F-EB1C-47C7-AF95-27417848BAFD}" dt="2025-12-28T11:35:52.971" v="12" actId="26606"/>
          <ac:graphicFrameMkLst>
            <pc:docMk/>
            <pc:sldMk cId="0" sldId="258"/>
            <ac:graphicFrameMk id="15" creationId="{D4583003-9BAF-D649-562A-45E9842F9792}"/>
          </ac:graphicFrameMkLst>
        </pc:graphicFrameChg>
      </pc:sldChg>
      <pc:sldChg chg="modSp mod">
        <pc:chgData name="Abuzar Sayeed" userId="f3c20014-5dab-44db-87de-ec699cb07e88" providerId="ADAL" clId="{CC29558F-EB1C-47C7-AF95-27417848BAFD}" dt="2025-12-28T11:36:37.670" v="14" actId="207"/>
        <pc:sldMkLst>
          <pc:docMk/>
          <pc:sldMk cId="0" sldId="259"/>
        </pc:sldMkLst>
        <pc:spChg chg="mod">
          <ac:chgData name="Abuzar Sayeed" userId="f3c20014-5dab-44db-87de-ec699cb07e88" providerId="ADAL" clId="{CC29558F-EB1C-47C7-AF95-27417848BAFD}" dt="2025-12-28T11:36:37.670" v="14" actId="20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CC29558F-EB1C-47C7-AF95-27417848BAFD}" dt="2025-12-28T11:36:47.631" v="15" actId="207"/>
        <pc:sldMkLst>
          <pc:docMk/>
          <pc:sldMk cId="0" sldId="260"/>
        </pc:sldMkLst>
        <pc:spChg chg="mod">
          <ac:chgData name="Abuzar Sayeed" userId="f3c20014-5dab-44db-87de-ec699cb07e88" providerId="ADAL" clId="{CC29558F-EB1C-47C7-AF95-27417848BAFD}" dt="2025-12-28T11:36:47.631" v="15" actId="20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CC29558F-EB1C-47C7-AF95-27417848BAFD}" dt="2025-12-28T11:37:00.534" v="16" actId="207"/>
        <pc:sldMkLst>
          <pc:docMk/>
          <pc:sldMk cId="0" sldId="261"/>
        </pc:sldMkLst>
        <pc:spChg chg="mod">
          <ac:chgData name="Abuzar Sayeed" userId="f3c20014-5dab-44db-87de-ec699cb07e88" providerId="ADAL" clId="{CC29558F-EB1C-47C7-AF95-27417848BAFD}" dt="2025-12-28T11:37:00.534" v="16" actId="20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CC29558F-EB1C-47C7-AF95-27417848BAFD}" dt="2025-12-28T11:37:08.974" v="17" actId="207"/>
        <pc:sldMkLst>
          <pc:docMk/>
          <pc:sldMk cId="0" sldId="262"/>
        </pc:sldMkLst>
        <pc:spChg chg="mod">
          <ac:chgData name="Abuzar Sayeed" userId="f3c20014-5dab-44db-87de-ec699cb07e88" providerId="ADAL" clId="{CC29558F-EB1C-47C7-AF95-27417848BAFD}" dt="2025-12-28T11:37:08.974" v="17" actId="207"/>
          <ac:spMkLst>
            <pc:docMk/>
            <pc:sldMk cId="0" sldId="262"/>
            <ac:spMk id="3" creationId="{00000000-0000-0000-0000-000000000000}"/>
          </ac:spMkLst>
        </pc:spChg>
      </pc:sldChg>
      <pc:sldChg chg="addSp delSp modSp mod">
        <pc:chgData name="Abuzar Sayeed" userId="f3c20014-5dab-44db-87de-ec699cb07e88" providerId="ADAL" clId="{CC29558F-EB1C-47C7-AF95-27417848BAFD}" dt="2025-12-28T11:40:07.454" v="21" actId="26606"/>
        <pc:sldMkLst>
          <pc:docMk/>
          <pc:sldMk cId="0" sldId="263"/>
        </pc:sldMkLst>
        <pc:spChg chg="add del">
          <ac:chgData name="Abuzar Sayeed" userId="f3c20014-5dab-44db-87de-ec699cb07e88" providerId="ADAL" clId="{CC29558F-EB1C-47C7-AF95-27417848BAFD}" dt="2025-12-28T11:40:07.454" v="21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buzar Sayeed" userId="f3c20014-5dab-44db-87de-ec699cb07e88" providerId="ADAL" clId="{CC29558F-EB1C-47C7-AF95-27417848BAFD}" dt="2025-12-28T11:39:54.061" v="18" actId="207"/>
          <ac:spMkLst>
            <pc:docMk/>
            <pc:sldMk cId="0" sldId="263"/>
            <ac:spMk id="3" creationId="{00000000-0000-0000-0000-000000000000}"/>
          </ac:spMkLst>
        </pc:spChg>
        <pc:graphicFrameChg chg="add del">
          <ac:chgData name="Abuzar Sayeed" userId="f3c20014-5dab-44db-87de-ec699cb07e88" providerId="ADAL" clId="{CC29558F-EB1C-47C7-AF95-27417848BAFD}" dt="2025-12-28T11:40:07.407" v="20" actId="26606"/>
          <ac:graphicFrameMkLst>
            <pc:docMk/>
            <pc:sldMk cId="0" sldId="263"/>
            <ac:graphicFrameMk id="7" creationId="{5A01EBA1-A433-BE32-3C3B-2BB067069011}"/>
          </ac:graphicFrameMkLst>
        </pc:graphicFrameChg>
        <pc:graphicFrameChg chg="add">
          <ac:chgData name="Abuzar Sayeed" userId="f3c20014-5dab-44db-87de-ec699cb07e88" providerId="ADAL" clId="{CC29558F-EB1C-47C7-AF95-27417848BAFD}" dt="2025-12-28T11:40:07.454" v="21" actId="26606"/>
          <ac:graphicFrameMkLst>
            <pc:docMk/>
            <pc:sldMk cId="0" sldId="263"/>
            <ac:graphicFrameMk id="9" creationId="{7A19F33A-B470-BBC4-D170-F88DA8C32A8B}"/>
          </ac:graphicFrameMkLst>
        </pc:graphicFrameChg>
      </pc:sldChg>
      <pc:sldChg chg="modSp mod">
        <pc:chgData name="Abuzar Sayeed" userId="f3c20014-5dab-44db-87de-ec699cb07e88" providerId="ADAL" clId="{CC29558F-EB1C-47C7-AF95-27417848BAFD}" dt="2025-12-28T11:40:38.382" v="23" actId="207"/>
        <pc:sldMkLst>
          <pc:docMk/>
          <pc:sldMk cId="0" sldId="264"/>
        </pc:sldMkLst>
        <pc:spChg chg="mod">
          <ac:chgData name="Abuzar Sayeed" userId="f3c20014-5dab-44db-87de-ec699cb07e88" providerId="ADAL" clId="{CC29558F-EB1C-47C7-AF95-27417848BAFD}" dt="2025-12-28T11:40:38.382" v="23" actId="207"/>
          <ac:spMkLst>
            <pc:docMk/>
            <pc:sldMk cId="0" sldId="264"/>
            <ac:spMk id="3" creationId="{00000000-0000-0000-0000-000000000000}"/>
          </ac:spMkLst>
        </pc:spChg>
      </pc:sldChg>
      <pc:sldChg chg="addSp delSp modSp mod">
        <pc:chgData name="Abuzar Sayeed" userId="f3c20014-5dab-44db-87de-ec699cb07e88" providerId="ADAL" clId="{CC29558F-EB1C-47C7-AF95-27417848BAFD}" dt="2025-12-28T11:40:55.940" v="27" actId="26606"/>
        <pc:sldMkLst>
          <pc:docMk/>
          <pc:sldMk cId="0" sldId="265"/>
        </pc:sldMkLst>
        <pc:spChg chg="add del">
          <ac:chgData name="Abuzar Sayeed" userId="f3c20014-5dab-44db-87de-ec699cb07e88" providerId="ADAL" clId="{CC29558F-EB1C-47C7-AF95-27417848BAFD}" dt="2025-12-28T11:40:55.940" v="27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Abuzar Sayeed" userId="f3c20014-5dab-44db-87de-ec699cb07e88" providerId="ADAL" clId="{CC29558F-EB1C-47C7-AF95-27417848BAFD}" dt="2025-12-28T11:40:46.048" v="24" actId="207"/>
          <ac:spMkLst>
            <pc:docMk/>
            <pc:sldMk cId="0" sldId="265"/>
            <ac:spMk id="3" creationId="{00000000-0000-0000-0000-000000000000}"/>
          </ac:spMkLst>
        </pc:spChg>
        <pc:graphicFrameChg chg="add del">
          <ac:chgData name="Abuzar Sayeed" userId="f3c20014-5dab-44db-87de-ec699cb07e88" providerId="ADAL" clId="{CC29558F-EB1C-47C7-AF95-27417848BAFD}" dt="2025-12-28T11:40:55.916" v="26" actId="26606"/>
          <ac:graphicFrameMkLst>
            <pc:docMk/>
            <pc:sldMk cId="0" sldId="265"/>
            <ac:graphicFrameMk id="8" creationId="{93167B1B-C04A-D5BD-296E-AD0500D25BCE}"/>
          </ac:graphicFrameMkLst>
        </pc:graphicFrameChg>
        <pc:graphicFrameChg chg="add">
          <ac:chgData name="Abuzar Sayeed" userId="f3c20014-5dab-44db-87de-ec699cb07e88" providerId="ADAL" clId="{CC29558F-EB1C-47C7-AF95-27417848BAFD}" dt="2025-12-28T11:40:55.940" v="27" actId="26606"/>
          <ac:graphicFrameMkLst>
            <pc:docMk/>
            <pc:sldMk cId="0" sldId="265"/>
            <ac:graphicFrameMk id="10" creationId="{99FC7B64-9B7C-38A7-1CD1-AE5330F2799D}"/>
          </ac:graphicFrameMkLst>
        </pc:graphicFrameChg>
      </pc:sldChg>
      <pc:sldChg chg="modSp mod">
        <pc:chgData name="Abuzar Sayeed" userId="f3c20014-5dab-44db-87de-ec699cb07e88" providerId="ADAL" clId="{CC29558F-EB1C-47C7-AF95-27417848BAFD}" dt="2025-12-28T11:41:08.725" v="28" actId="207"/>
        <pc:sldMkLst>
          <pc:docMk/>
          <pc:sldMk cId="0" sldId="266"/>
        </pc:sldMkLst>
        <pc:spChg chg="mod">
          <ac:chgData name="Abuzar Sayeed" userId="f3c20014-5dab-44db-87de-ec699cb07e88" providerId="ADAL" clId="{CC29558F-EB1C-47C7-AF95-27417848BAFD}" dt="2025-12-28T11:41:08.725" v="28" actId="207"/>
          <ac:spMkLst>
            <pc:docMk/>
            <pc:sldMk cId="0" sldId="266"/>
            <ac:spMk id="3" creationId="{00000000-0000-0000-0000-000000000000}"/>
          </ac:spMkLst>
        </pc:spChg>
      </pc:sldChg>
      <pc:sldChg chg="addSp delSp modSp mod">
        <pc:chgData name="Abuzar Sayeed" userId="f3c20014-5dab-44db-87de-ec699cb07e88" providerId="ADAL" clId="{CC29558F-EB1C-47C7-AF95-27417848BAFD}" dt="2025-12-28T11:41:53.501" v="35" actId="26606"/>
        <pc:sldMkLst>
          <pc:docMk/>
          <pc:sldMk cId="0" sldId="267"/>
        </pc:sldMkLst>
        <pc:spChg chg="add del">
          <ac:chgData name="Abuzar Sayeed" userId="f3c20014-5dab-44db-87de-ec699cb07e88" providerId="ADAL" clId="{CC29558F-EB1C-47C7-AF95-27417848BAFD}" dt="2025-12-28T11:41:53.501" v="35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Abuzar Sayeed" userId="f3c20014-5dab-44db-87de-ec699cb07e88" providerId="ADAL" clId="{CC29558F-EB1C-47C7-AF95-27417848BAFD}" dt="2025-12-28T11:41:26.153" v="29" actId="207"/>
          <ac:spMkLst>
            <pc:docMk/>
            <pc:sldMk cId="0" sldId="267"/>
            <ac:spMk id="3" creationId="{00000000-0000-0000-0000-000000000000}"/>
          </ac:spMkLst>
        </pc:spChg>
        <pc:graphicFrameChg chg="add del">
          <ac:chgData name="Abuzar Sayeed" userId="f3c20014-5dab-44db-87de-ec699cb07e88" providerId="ADAL" clId="{CC29558F-EB1C-47C7-AF95-27417848BAFD}" dt="2025-12-28T11:41:41.972" v="31" actId="26606"/>
          <ac:graphicFrameMkLst>
            <pc:docMk/>
            <pc:sldMk cId="0" sldId="267"/>
            <ac:graphicFrameMk id="7" creationId="{8B7A4CBB-29A4-53C6-B179-9391A536AB9F}"/>
          </ac:graphicFrameMkLst>
        </pc:graphicFrameChg>
        <pc:graphicFrameChg chg="add del">
          <ac:chgData name="Abuzar Sayeed" userId="f3c20014-5dab-44db-87de-ec699cb07e88" providerId="ADAL" clId="{CC29558F-EB1C-47C7-AF95-27417848BAFD}" dt="2025-12-28T11:41:50.705" v="33" actId="26606"/>
          <ac:graphicFrameMkLst>
            <pc:docMk/>
            <pc:sldMk cId="0" sldId="267"/>
            <ac:graphicFrameMk id="9" creationId="{9E7E6F1C-D2C6-04EF-043C-C9D1C251285C}"/>
          </ac:graphicFrameMkLst>
        </pc:graphicFrameChg>
        <pc:graphicFrameChg chg="add del">
          <ac:chgData name="Abuzar Sayeed" userId="f3c20014-5dab-44db-87de-ec699cb07e88" providerId="ADAL" clId="{CC29558F-EB1C-47C7-AF95-27417848BAFD}" dt="2025-12-28T11:41:53.501" v="35" actId="26606"/>
          <ac:graphicFrameMkLst>
            <pc:docMk/>
            <pc:sldMk cId="0" sldId="267"/>
            <ac:graphicFrameMk id="11" creationId="{D0C91DDF-0040-79FF-4D04-AA8F6EA423B6}"/>
          </ac:graphicFrameMkLst>
        </pc:graphicFrameChg>
      </pc:sldChg>
      <pc:sldChg chg="modSp mod">
        <pc:chgData name="Abuzar Sayeed" userId="f3c20014-5dab-44db-87de-ec699cb07e88" providerId="ADAL" clId="{CC29558F-EB1C-47C7-AF95-27417848BAFD}" dt="2026-01-04T14:11:47.918" v="38" actId="207"/>
        <pc:sldMkLst>
          <pc:docMk/>
          <pc:sldMk cId="0" sldId="268"/>
        </pc:sldMkLst>
        <pc:spChg chg="mod">
          <ac:chgData name="Abuzar Sayeed" userId="f3c20014-5dab-44db-87de-ec699cb07e88" providerId="ADAL" clId="{CC29558F-EB1C-47C7-AF95-27417848BAFD}" dt="2026-01-04T14:11:47.918" v="38" actId="207"/>
          <ac:spMkLst>
            <pc:docMk/>
            <pc:sldMk cId="0" sldId="268"/>
            <ac:spMk id="2" creationId="{00000000-0000-0000-0000-000000000000}"/>
          </ac:spMkLst>
        </pc:spChg>
      </pc:sldChg>
      <pc:sldChg chg="modSp mod">
        <pc:chgData name="Abuzar Sayeed" userId="f3c20014-5dab-44db-87de-ec699cb07e88" providerId="ADAL" clId="{CC29558F-EB1C-47C7-AF95-27417848BAFD}" dt="2026-01-04T14:11:57.352" v="39" actId="207"/>
        <pc:sldMkLst>
          <pc:docMk/>
          <pc:sldMk cId="0" sldId="269"/>
        </pc:sldMkLst>
        <pc:spChg chg="mod">
          <ac:chgData name="Abuzar Sayeed" userId="f3c20014-5dab-44db-87de-ec699cb07e88" providerId="ADAL" clId="{CC29558F-EB1C-47C7-AF95-27417848BAFD}" dt="2026-01-04T14:11:57.352" v="39" actId="207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CC29558F-EB1C-47C7-AF95-27417848BAFD}" dt="2026-01-04T14:12:09.878" v="41" actId="207"/>
        <pc:sldMkLst>
          <pc:docMk/>
          <pc:sldMk cId="0" sldId="270"/>
        </pc:sldMkLst>
        <pc:spChg chg="mod">
          <ac:chgData name="Abuzar Sayeed" userId="f3c20014-5dab-44db-87de-ec699cb07e88" providerId="ADAL" clId="{CC29558F-EB1C-47C7-AF95-27417848BAFD}" dt="2026-01-04T14:12:09.878" v="41" actId="20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CC29558F-EB1C-47C7-AF95-27417848BAFD}" dt="2026-01-04T14:12:18.420" v="43" actId="207"/>
        <pc:sldMkLst>
          <pc:docMk/>
          <pc:sldMk cId="0" sldId="271"/>
        </pc:sldMkLst>
        <pc:spChg chg="mod">
          <ac:chgData name="Abuzar Sayeed" userId="f3c20014-5dab-44db-87de-ec699cb07e88" providerId="ADAL" clId="{CC29558F-EB1C-47C7-AF95-27417848BAFD}" dt="2026-01-04T14:12:18.420" v="43" actId="207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CC29558F-EB1C-47C7-AF95-27417848BAFD}" dt="2026-01-04T14:12:26.898" v="45" actId="207"/>
        <pc:sldMkLst>
          <pc:docMk/>
          <pc:sldMk cId="0" sldId="272"/>
        </pc:sldMkLst>
        <pc:spChg chg="mod">
          <ac:chgData name="Abuzar Sayeed" userId="f3c20014-5dab-44db-87de-ec699cb07e88" providerId="ADAL" clId="{CC29558F-EB1C-47C7-AF95-27417848BAFD}" dt="2026-01-04T14:12:26.898" v="45" actId="20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CC29558F-EB1C-47C7-AF95-27417848BAFD}" dt="2026-01-04T14:12:33.495" v="46" actId="207"/>
        <pc:sldMkLst>
          <pc:docMk/>
          <pc:sldMk cId="0" sldId="273"/>
        </pc:sldMkLst>
        <pc:spChg chg="mod">
          <ac:chgData name="Abuzar Sayeed" userId="f3c20014-5dab-44db-87de-ec699cb07e88" providerId="ADAL" clId="{CC29558F-EB1C-47C7-AF95-27417848BAFD}" dt="2026-01-04T14:12:33.495" v="46" actId="207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CC29558F-EB1C-47C7-AF95-27417848BAFD}" dt="2026-01-04T14:12:43.431" v="48" actId="207"/>
        <pc:sldMkLst>
          <pc:docMk/>
          <pc:sldMk cId="0" sldId="274"/>
        </pc:sldMkLst>
        <pc:spChg chg="mod">
          <ac:chgData name="Abuzar Sayeed" userId="f3c20014-5dab-44db-87de-ec699cb07e88" providerId="ADAL" clId="{CC29558F-EB1C-47C7-AF95-27417848BAFD}" dt="2026-01-04T14:12:43.431" v="48" actId="207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CC29558F-EB1C-47C7-AF95-27417848BAFD}" dt="2026-01-04T14:12:49.523" v="50" actId="207"/>
        <pc:sldMkLst>
          <pc:docMk/>
          <pc:sldMk cId="0" sldId="275"/>
        </pc:sldMkLst>
        <pc:spChg chg="mod">
          <ac:chgData name="Abuzar Sayeed" userId="f3c20014-5dab-44db-87de-ec699cb07e88" providerId="ADAL" clId="{CC29558F-EB1C-47C7-AF95-27417848BAFD}" dt="2026-01-04T14:12:49.523" v="50" actId="207"/>
          <ac:spMkLst>
            <pc:docMk/>
            <pc:sldMk cId="0" sldId="275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CC29558F-EB1C-47C7-AF95-27417848BAFD}" dt="2026-01-04T14:12:55.171" v="52" actId="207"/>
        <pc:sldMkLst>
          <pc:docMk/>
          <pc:sldMk cId="0" sldId="276"/>
        </pc:sldMkLst>
        <pc:spChg chg="mod">
          <ac:chgData name="Abuzar Sayeed" userId="f3c20014-5dab-44db-87de-ec699cb07e88" providerId="ADAL" clId="{CC29558F-EB1C-47C7-AF95-27417848BAFD}" dt="2026-01-04T14:12:55.171" v="52" actId="207"/>
          <ac:spMkLst>
            <pc:docMk/>
            <pc:sldMk cId="0" sldId="276"/>
            <ac:spMk id="8" creationId="{00000000-0000-0000-0000-000000000000}"/>
          </ac:spMkLst>
        </pc:spChg>
      </pc:sldChg>
      <pc:sldChg chg="modSp mod">
        <pc:chgData name="Abuzar Sayeed" userId="f3c20014-5dab-44db-87de-ec699cb07e88" providerId="ADAL" clId="{CC29558F-EB1C-47C7-AF95-27417848BAFD}" dt="2026-01-04T14:13:04.017" v="54" actId="207"/>
        <pc:sldMkLst>
          <pc:docMk/>
          <pc:sldMk cId="0" sldId="277"/>
        </pc:sldMkLst>
        <pc:spChg chg="mod">
          <ac:chgData name="Abuzar Sayeed" userId="f3c20014-5dab-44db-87de-ec699cb07e88" providerId="ADAL" clId="{CC29558F-EB1C-47C7-AF95-27417848BAFD}" dt="2026-01-04T14:13:04.017" v="54" actId="207"/>
          <ac:spMkLst>
            <pc:docMk/>
            <pc:sldMk cId="0" sldId="277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CC29558F-EB1C-47C7-AF95-27417848BAFD}" dt="2026-01-04T14:13:15.537" v="56" actId="207"/>
        <pc:sldMkLst>
          <pc:docMk/>
          <pc:sldMk cId="0" sldId="278"/>
        </pc:sldMkLst>
        <pc:spChg chg="mod">
          <ac:chgData name="Abuzar Sayeed" userId="f3c20014-5dab-44db-87de-ec699cb07e88" providerId="ADAL" clId="{CC29558F-EB1C-47C7-AF95-27417848BAFD}" dt="2026-01-04T14:13:15.537" v="56" actId="207"/>
          <ac:spMkLst>
            <pc:docMk/>
            <pc:sldMk cId="0" sldId="278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CC29558F-EB1C-47C7-AF95-27417848BAFD}" dt="2026-01-04T14:13:21.125" v="58" actId="207"/>
        <pc:sldMkLst>
          <pc:docMk/>
          <pc:sldMk cId="0" sldId="279"/>
        </pc:sldMkLst>
        <pc:spChg chg="mod">
          <ac:chgData name="Abuzar Sayeed" userId="f3c20014-5dab-44db-87de-ec699cb07e88" providerId="ADAL" clId="{CC29558F-EB1C-47C7-AF95-27417848BAFD}" dt="2026-01-04T14:13:21.125" v="58" actId="207"/>
          <ac:spMkLst>
            <pc:docMk/>
            <pc:sldMk cId="0" sldId="279"/>
            <ac:spMk id="3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6BC6D3-7FE4-476B-8C64-BC561F4E673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8E11A9-1416-4082-90D7-FCEE2204FA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Message: It is the information to be delivered.</a:t>
          </a:r>
        </a:p>
      </dgm:t>
    </dgm:pt>
    <dgm:pt modelId="{F28715CF-087A-4EDB-AFF6-0ECDB62326D4}" type="parTrans" cxnId="{7A4C1A3D-0F02-4DD2-866A-87288A41FDD1}">
      <dgm:prSet/>
      <dgm:spPr/>
      <dgm:t>
        <a:bodyPr/>
        <a:lstStyle/>
        <a:p>
          <a:endParaRPr lang="en-US"/>
        </a:p>
      </dgm:t>
    </dgm:pt>
    <dgm:pt modelId="{BC4BE9A4-0DE6-45E8-93B7-9650B0A6EADC}" type="sibTrans" cxnId="{7A4C1A3D-0F02-4DD2-866A-87288A41FDD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F0CB80D-7A98-473B-85DB-2CE1C84805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Sender: Sender is the person who is sending the message.</a:t>
          </a:r>
        </a:p>
      </dgm:t>
    </dgm:pt>
    <dgm:pt modelId="{64A2E7A1-D7AA-499E-A3DB-49F7D017C37D}" type="parTrans" cxnId="{B962D690-5323-4039-A779-DE23213F2D43}">
      <dgm:prSet/>
      <dgm:spPr/>
      <dgm:t>
        <a:bodyPr/>
        <a:lstStyle/>
        <a:p>
          <a:endParaRPr lang="en-US"/>
        </a:p>
      </dgm:t>
    </dgm:pt>
    <dgm:pt modelId="{12388B11-2432-4BB0-B3FE-FB0667DA5128}" type="sibTrans" cxnId="{B962D690-5323-4039-A779-DE23213F2D4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9E2255E-C0A5-4BF1-8339-6A70277034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Receiver: Receiver is the person to whom the message is being sent to.</a:t>
          </a:r>
        </a:p>
      </dgm:t>
    </dgm:pt>
    <dgm:pt modelId="{E31BA32F-68A6-4DDC-9D74-741F708416BF}" type="parTrans" cxnId="{A642B19D-507D-4C9B-AA57-2A0643CED298}">
      <dgm:prSet/>
      <dgm:spPr/>
      <dgm:t>
        <a:bodyPr/>
        <a:lstStyle/>
        <a:p>
          <a:endParaRPr lang="en-US"/>
        </a:p>
      </dgm:t>
    </dgm:pt>
    <dgm:pt modelId="{B453961C-6BDF-4846-AE98-57BEF67F25CD}" type="sibTrans" cxnId="{A642B19D-507D-4C9B-AA57-2A0643CED29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3566CFB-DFFD-4D9D-B2C2-942D31480A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Medium: It is the medium through which the message is sent. For example: A Modem.</a:t>
          </a:r>
        </a:p>
      </dgm:t>
    </dgm:pt>
    <dgm:pt modelId="{6B2249A2-E01F-4413-A7DC-14C5B9656744}" type="parTrans" cxnId="{9C3B7041-50C6-4B59-A6F5-41658175DE92}">
      <dgm:prSet/>
      <dgm:spPr/>
      <dgm:t>
        <a:bodyPr/>
        <a:lstStyle/>
        <a:p>
          <a:endParaRPr lang="en-US"/>
        </a:p>
      </dgm:t>
    </dgm:pt>
    <dgm:pt modelId="{26FA87C0-C7C6-41C8-8407-858E4BC2F43E}" type="sibTrans" cxnId="{9C3B7041-50C6-4B59-A6F5-41658175DE9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52F2722-E84E-4A21-8443-21AB21358C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Protocol: These are some set of rules which govern data communication.</a:t>
          </a:r>
        </a:p>
      </dgm:t>
    </dgm:pt>
    <dgm:pt modelId="{34B6E089-5629-476F-849D-2EE1F301D9C0}" type="parTrans" cxnId="{433E435E-8405-4D93-8722-F302B900C005}">
      <dgm:prSet/>
      <dgm:spPr/>
      <dgm:t>
        <a:bodyPr/>
        <a:lstStyle/>
        <a:p>
          <a:endParaRPr lang="en-US"/>
        </a:p>
      </dgm:t>
    </dgm:pt>
    <dgm:pt modelId="{BC1DCFFD-23BC-4259-9CCD-577B41273F16}" type="sibTrans" cxnId="{433E435E-8405-4D93-8722-F302B900C005}">
      <dgm:prSet/>
      <dgm:spPr/>
      <dgm:t>
        <a:bodyPr/>
        <a:lstStyle/>
        <a:p>
          <a:endParaRPr lang="en-US"/>
        </a:p>
      </dgm:t>
    </dgm:pt>
    <dgm:pt modelId="{DBD31B51-B306-4F0C-832B-A3FD3F72A0FC}" type="pres">
      <dgm:prSet presAssocID="{4C6BC6D3-7FE4-476B-8C64-BC561F4E6739}" presName="root" presStyleCnt="0">
        <dgm:presLayoutVars>
          <dgm:dir/>
          <dgm:resizeHandles val="exact"/>
        </dgm:presLayoutVars>
      </dgm:prSet>
      <dgm:spPr/>
    </dgm:pt>
    <dgm:pt modelId="{1D541FF8-9A85-420B-AE39-BB9915169B7F}" type="pres">
      <dgm:prSet presAssocID="{4C6BC6D3-7FE4-476B-8C64-BC561F4E6739}" presName="container" presStyleCnt="0">
        <dgm:presLayoutVars>
          <dgm:dir/>
          <dgm:resizeHandles val="exact"/>
        </dgm:presLayoutVars>
      </dgm:prSet>
      <dgm:spPr/>
    </dgm:pt>
    <dgm:pt modelId="{E0C8640A-E7FC-4670-9E75-D520EA4F1C07}" type="pres">
      <dgm:prSet presAssocID="{7C8E11A9-1416-4082-90D7-FCEE2204FABF}" presName="compNode" presStyleCnt="0"/>
      <dgm:spPr/>
    </dgm:pt>
    <dgm:pt modelId="{BEF89E86-F592-4E51-A66F-A8104E51D56C}" type="pres">
      <dgm:prSet presAssocID="{7C8E11A9-1416-4082-90D7-FCEE2204FABF}" presName="iconBgRect" presStyleLbl="bgShp" presStyleIdx="0" presStyleCnt="5"/>
      <dgm:spPr/>
    </dgm:pt>
    <dgm:pt modelId="{98E09841-CD0E-4433-981B-7DD97C20F445}" type="pres">
      <dgm:prSet presAssocID="{7C8E11A9-1416-4082-90D7-FCEE2204FAB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B38F003E-9B41-4090-A217-F9649A23DDEC}" type="pres">
      <dgm:prSet presAssocID="{7C8E11A9-1416-4082-90D7-FCEE2204FABF}" presName="spaceRect" presStyleCnt="0"/>
      <dgm:spPr/>
    </dgm:pt>
    <dgm:pt modelId="{CCE52AD1-272C-421C-8347-F33D3F511E26}" type="pres">
      <dgm:prSet presAssocID="{7C8E11A9-1416-4082-90D7-FCEE2204FABF}" presName="textRect" presStyleLbl="revTx" presStyleIdx="0" presStyleCnt="5">
        <dgm:presLayoutVars>
          <dgm:chMax val="1"/>
          <dgm:chPref val="1"/>
        </dgm:presLayoutVars>
      </dgm:prSet>
      <dgm:spPr/>
    </dgm:pt>
    <dgm:pt modelId="{3CFB9847-CBE8-4D41-879F-D707DDEBBD68}" type="pres">
      <dgm:prSet presAssocID="{BC4BE9A4-0DE6-45E8-93B7-9650B0A6EADC}" presName="sibTrans" presStyleLbl="sibTrans2D1" presStyleIdx="0" presStyleCnt="0"/>
      <dgm:spPr/>
    </dgm:pt>
    <dgm:pt modelId="{6115D4E8-5D16-418F-96B6-C73D3972DB61}" type="pres">
      <dgm:prSet presAssocID="{EF0CB80D-7A98-473B-85DB-2CE1C8480587}" presName="compNode" presStyleCnt="0"/>
      <dgm:spPr/>
    </dgm:pt>
    <dgm:pt modelId="{23E7281D-9416-4B39-AD14-66D6BB59C063}" type="pres">
      <dgm:prSet presAssocID="{EF0CB80D-7A98-473B-85DB-2CE1C8480587}" presName="iconBgRect" presStyleLbl="bgShp" presStyleIdx="1" presStyleCnt="5"/>
      <dgm:spPr/>
    </dgm:pt>
    <dgm:pt modelId="{A8B4D844-041D-491E-87CE-A6C8E2C2EEAF}" type="pres">
      <dgm:prSet presAssocID="{EF0CB80D-7A98-473B-85DB-2CE1C848058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6DB480F5-7AB4-4143-A34C-870A46D8A0BA}" type="pres">
      <dgm:prSet presAssocID="{EF0CB80D-7A98-473B-85DB-2CE1C8480587}" presName="spaceRect" presStyleCnt="0"/>
      <dgm:spPr/>
    </dgm:pt>
    <dgm:pt modelId="{9262B051-65F2-40CB-8A2E-BC7D011466EF}" type="pres">
      <dgm:prSet presAssocID="{EF0CB80D-7A98-473B-85DB-2CE1C8480587}" presName="textRect" presStyleLbl="revTx" presStyleIdx="1" presStyleCnt="5">
        <dgm:presLayoutVars>
          <dgm:chMax val="1"/>
          <dgm:chPref val="1"/>
        </dgm:presLayoutVars>
      </dgm:prSet>
      <dgm:spPr/>
    </dgm:pt>
    <dgm:pt modelId="{D146122A-A0C5-4229-821F-6FFBA6F24035}" type="pres">
      <dgm:prSet presAssocID="{12388B11-2432-4BB0-B3FE-FB0667DA5128}" presName="sibTrans" presStyleLbl="sibTrans2D1" presStyleIdx="0" presStyleCnt="0"/>
      <dgm:spPr/>
    </dgm:pt>
    <dgm:pt modelId="{EE216D03-5FF1-45AB-B50B-2D0975847F2A}" type="pres">
      <dgm:prSet presAssocID="{B9E2255E-C0A5-4BF1-8339-6A70277034A0}" presName="compNode" presStyleCnt="0"/>
      <dgm:spPr/>
    </dgm:pt>
    <dgm:pt modelId="{9AEFAAF9-819F-4E73-B4A4-F19173DCE001}" type="pres">
      <dgm:prSet presAssocID="{B9E2255E-C0A5-4BF1-8339-6A70277034A0}" presName="iconBgRect" presStyleLbl="bgShp" presStyleIdx="2" presStyleCnt="5"/>
      <dgm:spPr/>
    </dgm:pt>
    <dgm:pt modelId="{11E9557A-60A2-40A9-B63C-193FCADBD903}" type="pres">
      <dgm:prSet presAssocID="{B9E2255E-C0A5-4BF1-8339-6A70277034A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553387FD-6319-4FE1-8727-14A5C0597A30}" type="pres">
      <dgm:prSet presAssocID="{B9E2255E-C0A5-4BF1-8339-6A70277034A0}" presName="spaceRect" presStyleCnt="0"/>
      <dgm:spPr/>
    </dgm:pt>
    <dgm:pt modelId="{3C3C701F-08BF-4554-9FD5-8A8EDF71A699}" type="pres">
      <dgm:prSet presAssocID="{B9E2255E-C0A5-4BF1-8339-6A70277034A0}" presName="textRect" presStyleLbl="revTx" presStyleIdx="2" presStyleCnt="5">
        <dgm:presLayoutVars>
          <dgm:chMax val="1"/>
          <dgm:chPref val="1"/>
        </dgm:presLayoutVars>
      </dgm:prSet>
      <dgm:spPr/>
    </dgm:pt>
    <dgm:pt modelId="{C25027F0-26B1-4C86-9800-9F5506F5539E}" type="pres">
      <dgm:prSet presAssocID="{B453961C-6BDF-4846-AE98-57BEF67F25CD}" presName="sibTrans" presStyleLbl="sibTrans2D1" presStyleIdx="0" presStyleCnt="0"/>
      <dgm:spPr/>
    </dgm:pt>
    <dgm:pt modelId="{426227DB-6D3C-4E27-AFE8-45D16AE58E06}" type="pres">
      <dgm:prSet presAssocID="{B3566CFB-DFFD-4D9D-B2C2-942D31480AFD}" presName="compNode" presStyleCnt="0"/>
      <dgm:spPr/>
    </dgm:pt>
    <dgm:pt modelId="{4FB270C1-D1CB-4539-84A6-D5CD1C68BBEB}" type="pres">
      <dgm:prSet presAssocID="{B3566CFB-DFFD-4D9D-B2C2-942D31480AFD}" presName="iconBgRect" presStyleLbl="bgShp" presStyleIdx="3" presStyleCnt="5"/>
      <dgm:spPr/>
    </dgm:pt>
    <dgm:pt modelId="{130545C7-C49E-4562-932D-FEBAC75F7123}" type="pres">
      <dgm:prSet presAssocID="{B3566CFB-DFFD-4D9D-B2C2-942D31480AF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FE918425-9C98-4B11-B302-BB7DFF9B2D27}" type="pres">
      <dgm:prSet presAssocID="{B3566CFB-DFFD-4D9D-B2C2-942D31480AFD}" presName="spaceRect" presStyleCnt="0"/>
      <dgm:spPr/>
    </dgm:pt>
    <dgm:pt modelId="{7894A1AC-47B3-42CC-85A8-546788A0FFE0}" type="pres">
      <dgm:prSet presAssocID="{B3566CFB-DFFD-4D9D-B2C2-942D31480AFD}" presName="textRect" presStyleLbl="revTx" presStyleIdx="3" presStyleCnt="5">
        <dgm:presLayoutVars>
          <dgm:chMax val="1"/>
          <dgm:chPref val="1"/>
        </dgm:presLayoutVars>
      </dgm:prSet>
      <dgm:spPr/>
    </dgm:pt>
    <dgm:pt modelId="{45B12506-D22C-493F-B307-0B391C504E6C}" type="pres">
      <dgm:prSet presAssocID="{26FA87C0-C7C6-41C8-8407-858E4BC2F43E}" presName="sibTrans" presStyleLbl="sibTrans2D1" presStyleIdx="0" presStyleCnt="0"/>
      <dgm:spPr/>
    </dgm:pt>
    <dgm:pt modelId="{3625ED78-345F-4E84-A3B0-C8C5FDAB815C}" type="pres">
      <dgm:prSet presAssocID="{B52F2722-E84E-4A21-8443-21AB21358CFB}" presName="compNode" presStyleCnt="0"/>
      <dgm:spPr/>
    </dgm:pt>
    <dgm:pt modelId="{355C4F18-EEA3-4BED-8510-93068CFA6478}" type="pres">
      <dgm:prSet presAssocID="{B52F2722-E84E-4A21-8443-21AB21358CFB}" presName="iconBgRect" presStyleLbl="bgShp" presStyleIdx="4" presStyleCnt="5"/>
      <dgm:spPr/>
    </dgm:pt>
    <dgm:pt modelId="{B3079B33-8FFA-41A0-A331-60965E377086}" type="pres">
      <dgm:prSet presAssocID="{B52F2722-E84E-4A21-8443-21AB21358CF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99F4B15-29E0-403F-9DCE-4EE472E7C748}" type="pres">
      <dgm:prSet presAssocID="{B52F2722-E84E-4A21-8443-21AB21358CFB}" presName="spaceRect" presStyleCnt="0"/>
      <dgm:spPr/>
    </dgm:pt>
    <dgm:pt modelId="{089A0F12-F533-4326-930C-2CA06BEF8366}" type="pres">
      <dgm:prSet presAssocID="{B52F2722-E84E-4A21-8443-21AB21358CF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3F0482B-F161-4A0D-9AC6-15B6D5EAB2E4}" type="presOf" srcId="{26FA87C0-C7C6-41C8-8407-858E4BC2F43E}" destId="{45B12506-D22C-493F-B307-0B391C504E6C}" srcOrd="0" destOrd="0" presId="urn:microsoft.com/office/officeart/2018/2/layout/IconCircleList"/>
    <dgm:cxn modelId="{FB95FF38-9F23-41F5-A2D9-42BFA262979A}" type="presOf" srcId="{4C6BC6D3-7FE4-476B-8C64-BC561F4E6739}" destId="{DBD31B51-B306-4F0C-832B-A3FD3F72A0FC}" srcOrd="0" destOrd="0" presId="urn:microsoft.com/office/officeart/2018/2/layout/IconCircleList"/>
    <dgm:cxn modelId="{7A4C1A3D-0F02-4DD2-866A-87288A41FDD1}" srcId="{4C6BC6D3-7FE4-476B-8C64-BC561F4E6739}" destId="{7C8E11A9-1416-4082-90D7-FCEE2204FABF}" srcOrd="0" destOrd="0" parTransId="{F28715CF-087A-4EDB-AFF6-0ECDB62326D4}" sibTransId="{BC4BE9A4-0DE6-45E8-93B7-9650B0A6EADC}"/>
    <dgm:cxn modelId="{CE92FE5C-F97F-471A-858C-67F0C502E3A6}" type="presOf" srcId="{EF0CB80D-7A98-473B-85DB-2CE1C8480587}" destId="{9262B051-65F2-40CB-8A2E-BC7D011466EF}" srcOrd="0" destOrd="0" presId="urn:microsoft.com/office/officeart/2018/2/layout/IconCircleList"/>
    <dgm:cxn modelId="{433E435E-8405-4D93-8722-F302B900C005}" srcId="{4C6BC6D3-7FE4-476B-8C64-BC561F4E6739}" destId="{B52F2722-E84E-4A21-8443-21AB21358CFB}" srcOrd="4" destOrd="0" parTransId="{34B6E089-5629-476F-849D-2EE1F301D9C0}" sibTransId="{BC1DCFFD-23BC-4259-9CCD-577B41273F16}"/>
    <dgm:cxn modelId="{9C3B7041-50C6-4B59-A6F5-41658175DE92}" srcId="{4C6BC6D3-7FE4-476B-8C64-BC561F4E6739}" destId="{B3566CFB-DFFD-4D9D-B2C2-942D31480AFD}" srcOrd="3" destOrd="0" parTransId="{6B2249A2-E01F-4413-A7DC-14C5B9656744}" sibTransId="{26FA87C0-C7C6-41C8-8407-858E4BC2F43E}"/>
    <dgm:cxn modelId="{2314CB82-5737-464F-9E36-CA473AA22697}" type="presOf" srcId="{B52F2722-E84E-4A21-8443-21AB21358CFB}" destId="{089A0F12-F533-4326-930C-2CA06BEF8366}" srcOrd="0" destOrd="0" presId="urn:microsoft.com/office/officeart/2018/2/layout/IconCircleList"/>
    <dgm:cxn modelId="{8AE37686-6426-4808-A363-3DDFDD7797BD}" type="presOf" srcId="{BC4BE9A4-0DE6-45E8-93B7-9650B0A6EADC}" destId="{3CFB9847-CBE8-4D41-879F-D707DDEBBD68}" srcOrd="0" destOrd="0" presId="urn:microsoft.com/office/officeart/2018/2/layout/IconCircleList"/>
    <dgm:cxn modelId="{3EE0F58D-73AB-45FA-932A-6ECB9B97D701}" type="presOf" srcId="{B9E2255E-C0A5-4BF1-8339-6A70277034A0}" destId="{3C3C701F-08BF-4554-9FD5-8A8EDF71A699}" srcOrd="0" destOrd="0" presId="urn:microsoft.com/office/officeart/2018/2/layout/IconCircleList"/>
    <dgm:cxn modelId="{B962D690-5323-4039-A779-DE23213F2D43}" srcId="{4C6BC6D3-7FE4-476B-8C64-BC561F4E6739}" destId="{EF0CB80D-7A98-473B-85DB-2CE1C8480587}" srcOrd="1" destOrd="0" parTransId="{64A2E7A1-D7AA-499E-A3DB-49F7D017C37D}" sibTransId="{12388B11-2432-4BB0-B3FE-FB0667DA5128}"/>
    <dgm:cxn modelId="{A642B19D-507D-4C9B-AA57-2A0643CED298}" srcId="{4C6BC6D3-7FE4-476B-8C64-BC561F4E6739}" destId="{B9E2255E-C0A5-4BF1-8339-6A70277034A0}" srcOrd="2" destOrd="0" parTransId="{E31BA32F-68A6-4DDC-9D74-741F708416BF}" sibTransId="{B453961C-6BDF-4846-AE98-57BEF67F25CD}"/>
    <dgm:cxn modelId="{66B4BBA1-501F-49D1-8C60-2925C2E50E33}" type="presOf" srcId="{B3566CFB-DFFD-4D9D-B2C2-942D31480AFD}" destId="{7894A1AC-47B3-42CC-85A8-546788A0FFE0}" srcOrd="0" destOrd="0" presId="urn:microsoft.com/office/officeart/2018/2/layout/IconCircleList"/>
    <dgm:cxn modelId="{6DB9B8BE-21B1-40FD-94C3-BF9210D630B9}" type="presOf" srcId="{7C8E11A9-1416-4082-90D7-FCEE2204FABF}" destId="{CCE52AD1-272C-421C-8347-F33D3F511E26}" srcOrd="0" destOrd="0" presId="urn:microsoft.com/office/officeart/2018/2/layout/IconCircleList"/>
    <dgm:cxn modelId="{1B075DC6-75B4-40FA-A275-DE17133E2DDD}" type="presOf" srcId="{B453961C-6BDF-4846-AE98-57BEF67F25CD}" destId="{C25027F0-26B1-4C86-9800-9F5506F5539E}" srcOrd="0" destOrd="0" presId="urn:microsoft.com/office/officeart/2018/2/layout/IconCircleList"/>
    <dgm:cxn modelId="{86C2C2CB-D2D3-420D-BE82-B036260ED604}" type="presOf" srcId="{12388B11-2432-4BB0-B3FE-FB0667DA5128}" destId="{D146122A-A0C5-4229-821F-6FFBA6F24035}" srcOrd="0" destOrd="0" presId="urn:microsoft.com/office/officeart/2018/2/layout/IconCircleList"/>
    <dgm:cxn modelId="{1AAE0E16-BB82-446B-8ACE-C97C53A01796}" type="presParOf" srcId="{DBD31B51-B306-4F0C-832B-A3FD3F72A0FC}" destId="{1D541FF8-9A85-420B-AE39-BB9915169B7F}" srcOrd="0" destOrd="0" presId="urn:microsoft.com/office/officeart/2018/2/layout/IconCircleList"/>
    <dgm:cxn modelId="{B8342B7A-C227-4D2B-B4C5-5569AFBBDD39}" type="presParOf" srcId="{1D541FF8-9A85-420B-AE39-BB9915169B7F}" destId="{E0C8640A-E7FC-4670-9E75-D520EA4F1C07}" srcOrd="0" destOrd="0" presId="urn:microsoft.com/office/officeart/2018/2/layout/IconCircleList"/>
    <dgm:cxn modelId="{0F25FE48-FE32-40A9-BE20-4493A3A7E3FB}" type="presParOf" srcId="{E0C8640A-E7FC-4670-9E75-D520EA4F1C07}" destId="{BEF89E86-F592-4E51-A66F-A8104E51D56C}" srcOrd="0" destOrd="0" presId="urn:microsoft.com/office/officeart/2018/2/layout/IconCircleList"/>
    <dgm:cxn modelId="{E3DFEF3F-D7D8-4BAF-8765-2A880EC3BB5F}" type="presParOf" srcId="{E0C8640A-E7FC-4670-9E75-D520EA4F1C07}" destId="{98E09841-CD0E-4433-981B-7DD97C20F445}" srcOrd="1" destOrd="0" presId="urn:microsoft.com/office/officeart/2018/2/layout/IconCircleList"/>
    <dgm:cxn modelId="{93E343BE-4381-4EF3-B7E4-D29EC4EC0679}" type="presParOf" srcId="{E0C8640A-E7FC-4670-9E75-D520EA4F1C07}" destId="{B38F003E-9B41-4090-A217-F9649A23DDEC}" srcOrd="2" destOrd="0" presId="urn:microsoft.com/office/officeart/2018/2/layout/IconCircleList"/>
    <dgm:cxn modelId="{4060CC17-13C8-4C26-800B-C8437BCEA30C}" type="presParOf" srcId="{E0C8640A-E7FC-4670-9E75-D520EA4F1C07}" destId="{CCE52AD1-272C-421C-8347-F33D3F511E26}" srcOrd="3" destOrd="0" presId="urn:microsoft.com/office/officeart/2018/2/layout/IconCircleList"/>
    <dgm:cxn modelId="{861CC720-F2ED-4C4A-B3A5-428BCD1C644F}" type="presParOf" srcId="{1D541FF8-9A85-420B-AE39-BB9915169B7F}" destId="{3CFB9847-CBE8-4D41-879F-D707DDEBBD68}" srcOrd="1" destOrd="0" presId="urn:microsoft.com/office/officeart/2018/2/layout/IconCircleList"/>
    <dgm:cxn modelId="{D55C6F12-98E7-46DA-B0F2-101CC2A2A7EB}" type="presParOf" srcId="{1D541FF8-9A85-420B-AE39-BB9915169B7F}" destId="{6115D4E8-5D16-418F-96B6-C73D3972DB61}" srcOrd="2" destOrd="0" presId="urn:microsoft.com/office/officeart/2018/2/layout/IconCircleList"/>
    <dgm:cxn modelId="{27C44D7A-358E-4D39-9FCA-2426C9FACB5F}" type="presParOf" srcId="{6115D4E8-5D16-418F-96B6-C73D3972DB61}" destId="{23E7281D-9416-4B39-AD14-66D6BB59C063}" srcOrd="0" destOrd="0" presId="urn:microsoft.com/office/officeart/2018/2/layout/IconCircleList"/>
    <dgm:cxn modelId="{3E0A1743-952A-48EF-87EF-878064007C45}" type="presParOf" srcId="{6115D4E8-5D16-418F-96B6-C73D3972DB61}" destId="{A8B4D844-041D-491E-87CE-A6C8E2C2EEAF}" srcOrd="1" destOrd="0" presId="urn:microsoft.com/office/officeart/2018/2/layout/IconCircleList"/>
    <dgm:cxn modelId="{6F24E6DE-02A8-4BD4-BE6A-0D1051ABFBEE}" type="presParOf" srcId="{6115D4E8-5D16-418F-96B6-C73D3972DB61}" destId="{6DB480F5-7AB4-4143-A34C-870A46D8A0BA}" srcOrd="2" destOrd="0" presId="urn:microsoft.com/office/officeart/2018/2/layout/IconCircleList"/>
    <dgm:cxn modelId="{C015409A-165F-4831-8B19-B8E2A7A987A3}" type="presParOf" srcId="{6115D4E8-5D16-418F-96B6-C73D3972DB61}" destId="{9262B051-65F2-40CB-8A2E-BC7D011466EF}" srcOrd="3" destOrd="0" presId="urn:microsoft.com/office/officeart/2018/2/layout/IconCircleList"/>
    <dgm:cxn modelId="{8E51491A-55BD-471F-A7FC-0E75739E6334}" type="presParOf" srcId="{1D541FF8-9A85-420B-AE39-BB9915169B7F}" destId="{D146122A-A0C5-4229-821F-6FFBA6F24035}" srcOrd="3" destOrd="0" presId="urn:microsoft.com/office/officeart/2018/2/layout/IconCircleList"/>
    <dgm:cxn modelId="{6CCEDE43-233B-4CA3-8B9C-084AFA27F3AD}" type="presParOf" srcId="{1D541FF8-9A85-420B-AE39-BB9915169B7F}" destId="{EE216D03-5FF1-45AB-B50B-2D0975847F2A}" srcOrd="4" destOrd="0" presId="urn:microsoft.com/office/officeart/2018/2/layout/IconCircleList"/>
    <dgm:cxn modelId="{BBDBD22B-29B0-47F4-9538-F6EF43D4B1EA}" type="presParOf" srcId="{EE216D03-5FF1-45AB-B50B-2D0975847F2A}" destId="{9AEFAAF9-819F-4E73-B4A4-F19173DCE001}" srcOrd="0" destOrd="0" presId="urn:microsoft.com/office/officeart/2018/2/layout/IconCircleList"/>
    <dgm:cxn modelId="{4B5DE695-CC7B-49FD-A2C6-2886DFBF4DC0}" type="presParOf" srcId="{EE216D03-5FF1-45AB-B50B-2D0975847F2A}" destId="{11E9557A-60A2-40A9-B63C-193FCADBD903}" srcOrd="1" destOrd="0" presId="urn:microsoft.com/office/officeart/2018/2/layout/IconCircleList"/>
    <dgm:cxn modelId="{7ED4BE2C-753A-4520-865F-3D4BCC9264FA}" type="presParOf" srcId="{EE216D03-5FF1-45AB-B50B-2D0975847F2A}" destId="{553387FD-6319-4FE1-8727-14A5C0597A30}" srcOrd="2" destOrd="0" presId="urn:microsoft.com/office/officeart/2018/2/layout/IconCircleList"/>
    <dgm:cxn modelId="{0F819B0E-D6A5-4439-AFAC-8C6903E41EC2}" type="presParOf" srcId="{EE216D03-5FF1-45AB-B50B-2D0975847F2A}" destId="{3C3C701F-08BF-4554-9FD5-8A8EDF71A699}" srcOrd="3" destOrd="0" presId="urn:microsoft.com/office/officeart/2018/2/layout/IconCircleList"/>
    <dgm:cxn modelId="{A88829B8-A481-4F61-9BB3-95AA174179D8}" type="presParOf" srcId="{1D541FF8-9A85-420B-AE39-BB9915169B7F}" destId="{C25027F0-26B1-4C86-9800-9F5506F5539E}" srcOrd="5" destOrd="0" presId="urn:microsoft.com/office/officeart/2018/2/layout/IconCircleList"/>
    <dgm:cxn modelId="{855F4CA2-47D5-42AC-8B7C-2609F6A413C4}" type="presParOf" srcId="{1D541FF8-9A85-420B-AE39-BB9915169B7F}" destId="{426227DB-6D3C-4E27-AFE8-45D16AE58E06}" srcOrd="6" destOrd="0" presId="urn:microsoft.com/office/officeart/2018/2/layout/IconCircleList"/>
    <dgm:cxn modelId="{CF453131-9FFB-4292-86D7-5E63456CD8F7}" type="presParOf" srcId="{426227DB-6D3C-4E27-AFE8-45D16AE58E06}" destId="{4FB270C1-D1CB-4539-84A6-D5CD1C68BBEB}" srcOrd="0" destOrd="0" presId="urn:microsoft.com/office/officeart/2018/2/layout/IconCircleList"/>
    <dgm:cxn modelId="{F165C5DE-0A11-4FB5-B106-1448F921C2AC}" type="presParOf" srcId="{426227DB-6D3C-4E27-AFE8-45D16AE58E06}" destId="{130545C7-C49E-4562-932D-FEBAC75F7123}" srcOrd="1" destOrd="0" presId="urn:microsoft.com/office/officeart/2018/2/layout/IconCircleList"/>
    <dgm:cxn modelId="{446FCA87-81A3-4671-BBA2-4AF4A58EE762}" type="presParOf" srcId="{426227DB-6D3C-4E27-AFE8-45D16AE58E06}" destId="{FE918425-9C98-4B11-B302-BB7DFF9B2D27}" srcOrd="2" destOrd="0" presId="urn:microsoft.com/office/officeart/2018/2/layout/IconCircleList"/>
    <dgm:cxn modelId="{96047ABC-039D-47FB-840D-215A1842A38E}" type="presParOf" srcId="{426227DB-6D3C-4E27-AFE8-45D16AE58E06}" destId="{7894A1AC-47B3-42CC-85A8-546788A0FFE0}" srcOrd="3" destOrd="0" presId="urn:microsoft.com/office/officeart/2018/2/layout/IconCircleList"/>
    <dgm:cxn modelId="{24A517A8-4219-4A1B-B59B-577731D1EC4E}" type="presParOf" srcId="{1D541FF8-9A85-420B-AE39-BB9915169B7F}" destId="{45B12506-D22C-493F-B307-0B391C504E6C}" srcOrd="7" destOrd="0" presId="urn:microsoft.com/office/officeart/2018/2/layout/IconCircleList"/>
    <dgm:cxn modelId="{A2D66B51-DEE2-4709-8944-4E2D4FD957EA}" type="presParOf" srcId="{1D541FF8-9A85-420B-AE39-BB9915169B7F}" destId="{3625ED78-345F-4E84-A3B0-C8C5FDAB815C}" srcOrd="8" destOrd="0" presId="urn:microsoft.com/office/officeart/2018/2/layout/IconCircleList"/>
    <dgm:cxn modelId="{75AD1D9A-031E-4BA3-832A-A6EEB69CCA4B}" type="presParOf" srcId="{3625ED78-345F-4E84-A3B0-C8C5FDAB815C}" destId="{355C4F18-EEA3-4BED-8510-93068CFA6478}" srcOrd="0" destOrd="0" presId="urn:microsoft.com/office/officeart/2018/2/layout/IconCircleList"/>
    <dgm:cxn modelId="{CBAE0D85-CDCE-4CA0-A50D-5EA80ADAAB53}" type="presParOf" srcId="{3625ED78-345F-4E84-A3B0-C8C5FDAB815C}" destId="{B3079B33-8FFA-41A0-A331-60965E377086}" srcOrd="1" destOrd="0" presId="urn:microsoft.com/office/officeart/2018/2/layout/IconCircleList"/>
    <dgm:cxn modelId="{B9189E9C-0374-47BD-936E-10FADAED454B}" type="presParOf" srcId="{3625ED78-345F-4E84-A3B0-C8C5FDAB815C}" destId="{C99F4B15-29E0-403F-9DCE-4EE472E7C748}" srcOrd="2" destOrd="0" presId="urn:microsoft.com/office/officeart/2018/2/layout/IconCircleList"/>
    <dgm:cxn modelId="{87D0C933-B9AC-4695-8026-18305DF3FF13}" type="presParOf" srcId="{3625ED78-345F-4E84-A3B0-C8C5FDAB815C}" destId="{089A0F12-F533-4326-930C-2CA06BEF836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33E790-F6E9-498D-AAA9-84827C11FF6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C27DD6-3D76-4CD1-80DF-6CEB276366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Communication link between two devices and it is simple to establish.</a:t>
          </a:r>
        </a:p>
      </dgm:t>
    </dgm:pt>
    <dgm:pt modelId="{8BBC214A-8EE3-4E33-9989-26BAFA88824F}" type="parTrans" cxnId="{5AACEB84-849F-4E88-9FBC-BE56D15023AF}">
      <dgm:prSet/>
      <dgm:spPr/>
      <dgm:t>
        <a:bodyPr/>
        <a:lstStyle/>
        <a:p>
          <a:endParaRPr lang="en-US"/>
        </a:p>
      </dgm:t>
    </dgm:pt>
    <dgm:pt modelId="{F23E5BDE-CB5E-488B-ADA9-9A45650AD842}" type="sibTrans" cxnId="{5AACEB84-849F-4E88-9FBC-BE56D15023AF}">
      <dgm:prSet/>
      <dgm:spPr/>
      <dgm:t>
        <a:bodyPr/>
        <a:lstStyle/>
        <a:p>
          <a:endParaRPr lang="en-US"/>
        </a:p>
      </dgm:t>
    </dgm:pt>
    <dgm:pt modelId="{5A75517B-6B46-43FF-9D15-7A8C482628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E.g., computer connected by telephone line, connection between remote  control and Television.</a:t>
          </a:r>
        </a:p>
      </dgm:t>
    </dgm:pt>
    <dgm:pt modelId="{DF40976A-2EB3-4FF8-B09C-96B2F608ED20}" type="parTrans" cxnId="{88E44DD5-1E7D-4DD4-9359-43AD78560AC5}">
      <dgm:prSet/>
      <dgm:spPr/>
      <dgm:t>
        <a:bodyPr/>
        <a:lstStyle/>
        <a:p>
          <a:endParaRPr lang="en-US"/>
        </a:p>
      </dgm:t>
    </dgm:pt>
    <dgm:pt modelId="{62732A9C-2C7A-4BED-BC0E-BED248685ADD}" type="sibTrans" cxnId="{88E44DD5-1E7D-4DD4-9359-43AD78560AC5}">
      <dgm:prSet/>
      <dgm:spPr/>
      <dgm:t>
        <a:bodyPr/>
        <a:lstStyle/>
        <a:p>
          <a:endParaRPr lang="en-US"/>
        </a:p>
      </dgm:t>
    </dgm:pt>
    <dgm:pt modelId="{14770EF4-2414-418B-A09F-A14EDF066D7C}" type="pres">
      <dgm:prSet presAssocID="{7533E790-F6E9-498D-AAA9-84827C11FF6A}" presName="root" presStyleCnt="0">
        <dgm:presLayoutVars>
          <dgm:dir/>
          <dgm:resizeHandles val="exact"/>
        </dgm:presLayoutVars>
      </dgm:prSet>
      <dgm:spPr/>
    </dgm:pt>
    <dgm:pt modelId="{FEED04A8-6A97-45F3-A1D2-437EF8D06BA8}" type="pres">
      <dgm:prSet presAssocID="{78C27DD6-3D76-4CD1-80DF-6CEB276366B2}" presName="compNode" presStyleCnt="0"/>
      <dgm:spPr/>
    </dgm:pt>
    <dgm:pt modelId="{AB4A9103-70FA-4453-81C9-12277158779E}" type="pres">
      <dgm:prSet presAssocID="{78C27DD6-3D76-4CD1-80DF-6CEB276366B2}" presName="bgRect" presStyleLbl="bgShp" presStyleIdx="0" presStyleCnt="2"/>
      <dgm:spPr/>
    </dgm:pt>
    <dgm:pt modelId="{E59464FF-7EFF-4E9E-95C6-86ECC2907ABB}" type="pres">
      <dgm:prSet presAssocID="{78C27DD6-3D76-4CD1-80DF-6CEB276366B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F5B2BDB4-4158-4DC4-8AA9-17D1AA8F3A0A}" type="pres">
      <dgm:prSet presAssocID="{78C27DD6-3D76-4CD1-80DF-6CEB276366B2}" presName="spaceRect" presStyleCnt="0"/>
      <dgm:spPr/>
    </dgm:pt>
    <dgm:pt modelId="{B070307A-D65F-4908-AFE4-3BA80CF2DE1B}" type="pres">
      <dgm:prSet presAssocID="{78C27DD6-3D76-4CD1-80DF-6CEB276366B2}" presName="parTx" presStyleLbl="revTx" presStyleIdx="0" presStyleCnt="2">
        <dgm:presLayoutVars>
          <dgm:chMax val="0"/>
          <dgm:chPref val="0"/>
        </dgm:presLayoutVars>
      </dgm:prSet>
      <dgm:spPr/>
    </dgm:pt>
    <dgm:pt modelId="{64AA4EED-FF50-4CDF-B176-3BFC473965B0}" type="pres">
      <dgm:prSet presAssocID="{F23E5BDE-CB5E-488B-ADA9-9A45650AD842}" presName="sibTrans" presStyleCnt="0"/>
      <dgm:spPr/>
    </dgm:pt>
    <dgm:pt modelId="{996B85FB-CDD1-41EA-B037-226835245171}" type="pres">
      <dgm:prSet presAssocID="{5A75517B-6B46-43FF-9D15-7A8C48262833}" presName="compNode" presStyleCnt="0"/>
      <dgm:spPr/>
    </dgm:pt>
    <dgm:pt modelId="{1FEAD571-CDD6-43B7-BEC3-01BB05C37C15}" type="pres">
      <dgm:prSet presAssocID="{5A75517B-6B46-43FF-9D15-7A8C48262833}" presName="bgRect" presStyleLbl="bgShp" presStyleIdx="1" presStyleCnt="2"/>
      <dgm:spPr/>
    </dgm:pt>
    <dgm:pt modelId="{7C9D8635-CFBF-44B2-8D6E-140566C1B0D7}" type="pres">
      <dgm:prSet presAssocID="{5A75517B-6B46-43FF-9D15-7A8C4826283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14A0985A-B178-4F47-B86B-AB532DC00A6C}" type="pres">
      <dgm:prSet presAssocID="{5A75517B-6B46-43FF-9D15-7A8C48262833}" presName="spaceRect" presStyleCnt="0"/>
      <dgm:spPr/>
    </dgm:pt>
    <dgm:pt modelId="{66879F6A-E1AB-4848-A8B3-7FB9F02F9F69}" type="pres">
      <dgm:prSet presAssocID="{5A75517B-6B46-43FF-9D15-7A8C4826283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6A9621D-F3CB-4395-88F7-08D06E25CD22}" type="presOf" srcId="{7533E790-F6E9-498D-AAA9-84827C11FF6A}" destId="{14770EF4-2414-418B-A09F-A14EDF066D7C}" srcOrd="0" destOrd="0" presId="urn:microsoft.com/office/officeart/2018/2/layout/IconVerticalSolidList"/>
    <dgm:cxn modelId="{BC2EB32B-9786-46D7-AB6C-35A0E9F7D792}" type="presOf" srcId="{78C27DD6-3D76-4CD1-80DF-6CEB276366B2}" destId="{B070307A-D65F-4908-AFE4-3BA80CF2DE1B}" srcOrd="0" destOrd="0" presId="urn:microsoft.com/office/officeart/2018/2/layout/IconVerticalSolidList"/>
    <dgm:cxn modelId="{5AACEB84-849F-4E88-9FBC-BE56D15023AF}" srcId="{7533E790-F6E9-498D-AAA9-84827C11FF6A}" destId="{78C27DD6-3D76-4CD1-80DF-6CEB276366B2}" srcOrd="0" destOrd="0" parTransId="{8BBC214A-8EE3-4E33-9989-26BAFA88824F}" sibTransId="{F23E5BDE-CB5E-488B-ADA9-9A45650AD842}"/>
    <dgm:cxn modelId="{88E44DD5-1E7D-4DD4-9359-43AD78560AC5}" srcId="{7533E790-F6E9-498D-AAA9-84827C11FF6A}" destId="{5A75517B-6B46-43FF-9D15-7A8C48262833}" srcOrd="1" destOrd="0" parTransId="{DF40976A-2EB3-4FF8-B09C-96B2F608ED20}" sibTransId="{62732A9C-2C7A-4BED-BC0E-BED248685ADD}"/>
    <dgm:cxn modelId="{F8B271D5-8660-46B7-AC07-64B57E2F6EBE}" type="presOf" srcId="{5A75517B-6B46-43FF-9D15-7A8C48262833}" destId="{66879F6A-E1AB-4848-A8B3-7FB9F02F9F69}" srcOrd="0" destOrd="0" presId="urn:microsoft.com/office/officeart/2018/2/layout/IconVerticalSolidList"/>
    <dgm:cxn modelId="{C6354A04-CA4F-431C-BA59-CB2F992A0841}" type="presParOf" srcId="{14770EF4-2414-418B-A09F-A14EDF066D7C}" destId="{FEED04A8-6A97-45F3-A1D2-437EF8D06BA8}" srcOrd="0" destOrd="0" presId="urn:microsoft.com/office/officeart/2018/2/layout/IconVerticalSolidList"/>
    <dgm:cxn modelId="{143E9D96-598A-4F68-9408-52A1DD26EBC6}" type="presParOf" srcId="{FEED04A8-6A97-45F3-A1D2-437EF8D06BA8}" destId="{AB4A9103-70FA-4453-81C9-12277158779E}" srcOrd="0" destOrd="0" presId="urn:microsoft.com/office/officeart/2018/2/layout/IconVerticalSolidList"/>
    <dgm:cxn modelId="{EDFCE533-1E2F-4C6C-981D-6CF2A880AF14}" type="presParOf" srcId="{FEED04A8-6A97-45F3-A1D2-437EF8D06BA8}" destId="{E59464FF-7EFF-4E9E-95C6-86ECC2907ABB}" srcOrd="1" destOrd="0" presId="urn:microsoft.com/office/officeart/2018/2/layout/IconVerticalSolidList"/>
    <dgm:cxn modelId="{DBF2E580-2006-4A6F-AC8B-B3F8B546F7F3}" type="presParOf" srcId="{FEED04A8-6A97-45F3-A1D2-437EF8D06BA8}" destId="{F5B2BDB4-4158-4DC4-8AA9-17D1AA8F3A0A}" srcOrd="2" destOrd="0" presId="urn:microsoft.com/office/officeart/2018/2/layout/IconVerticalSolidList"/>
    <dgm:cxn modelId="{857CD4BC-9E38-4E0C-A467-B9647C4BDDCF}" type="presParOf" srcId="{FEED04A8-6A97-45F3-A1D2-437EF8D06BA8}" destId="{B070307A-D65F-4908-AFE4-3BA80CF2DE1B}" srcOrd="3" destOrd="0" presId="urn:microsoft.com/office/officeart/2018/2/layout/IconVerticalSolidList"/>
    <dgm:cxn modelId="{B44D1F83-5AAE-4711-8220-289F063E76BD}" type="presParOf" srcId="{14770EF4-2414-418B-A09F-A14EDF066D7C}" destId="{64AA4EED-FF50-4CDF-B176-3BFC473965B0}" srcOrd="1" destOrd="0" presId="urn:microsoft.com/office/officeart/2018/2/layout/IconVerticalSolidList"/>
    <dgm:cxn modelId="{939938E8-231E-49CF-8AE2-BC5DE4120427}" type="presParOf" srcId="{14770EF4-2414-418B-A09F-A14EDF066D7C}" destId="{996B85FB-CDD1-41EA-B037-226835245171}" srcOrd="2" destOrd="0" presId="urn:microsoft.com/office/officeart/2018/2/layout/IconVerticalSolidList"/>
    <dgm:cxn modelId="{27D00907-D6CD-4B7F-9A07-9640D8E21BCB}" type="presParOf" srcId="{996B85FB-CDD1-41EA-B037-226835245171}" destId="{1FEAD571-CDD6-43B7-BEC3-01BB05C37C15}" srcOrd="0" destOrd="0" presId="urn:microsoft.com/office/officeart/2018/2/layout/IconVerticalSolidList"/>
    <dgm:cxn modelId="{16EBC9C3-7BC4-4018-AEB5-4F1A21765DC6}" type="presParOf" srcId="{996B85FB-CDD1-41EA-B037-226835245171}" destId="{7C9D8635-CFBF-44B2-8D6E-140566C1B0D7}" srcOrd="1" destOrd="0" presId="urn:microsoft.com/office/officeart/2018/2/layout/IconVerticalSolidList"/>
    <dgm:cxn modelId="{9572F8E4-86CF-4BFB-99A0-44D406B4036B}" type="presParOf" srcId="{996B85FB-CDD1-41EA-B037-226835245171}" destId="{14A0985A-B178-4F47-B86B-AB532DC00A6C}" srcOrd="2" destOrd="0" presId="urn:microsoft.com/office/officeart/2018/2/layout/IconVerticalSolidList"/>
    <dgm:cxn modelId="{7DEFA225-19BE-4876-BCCD-698373278672}" type="presParOf" srcId="{996B85FB-CDD1-41EA-B037-226835245171}" destId="{66879F6A-E1AB-4848-A8B3-7FB9F02F9F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F89E86-F592-4E51-A66F-A8104E51D56C}">
      <dsp:nvSpPr>
        <dsp:cNvPr id="0" name=""/>
        <dsp:cNvSpPr/>
      </dsp:nvSpPr>
      <dsp:spPr>
        <a:xfrm>
          <a:off x="91479" y="274492"/>
          <a:ext cx="793047" cy="79304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E09841-CD0E-4433-981B-7DD97C20F445}">
      <dsp:nvSpPr>
        <dsp:cNvPr id="0" name=""/>
        <dsp:cNvSpPr/>
      </dsp:nvSpPr>
      <dsp:spPr>
        <a:xfrm>
          <a:off x="258019" y="441032"/>
          <a:ext cx="459967" cy="4599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E52AD1-272C-421C-8347-F33D3F511E26}">
      <dsp:nvSpPr>
        <dsp:cNvPr id="0" name=""/>
        <dsp:cNvSpPr/>
      </dsp:nvSpPr>
      <dsp:spPr>
        <a:xfrm>
          <a:off x="1054465" y="274492"/>
          <a:ext cx="1869325" cy="793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Message: It is the information to be delivered.</a:t>
          </a:r>
        </a:p>
      </dsp:txBody>
      <dsp:txXfrm>
        <a:off x="1054465" y="274492"/>
        <a:ext cx="1869325" cy="793047"/>
      </dsp:txXfrm>
    </dsp:sp>
    <dsp:sp modelId="{23E7281D-9416-4B39-AD14-66D6BB59C063}">
      <dsp:nvSpPr>
        <dsp:cNvPr id="0" name=""/>
        <dsp:cNvSpPr/>
      </dsp:nvSpPr>
      <dsp:spPr>
        <a:xfrm>
          <a:off x="3249506" y="274492"/>
          <a:ext cx="793047" cy="79304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B4D844-041D-491E-87CE-A6C8E2C2EEAF}">
      <dsp:nvSpPr>
        <dsp:cNvPr id="0" name=""/>
        <dsp:cNvSpPr/>
      </dsp:nvSpPr>
      <dsp:spPr>
        <a:xfrm>
          <a:off x="3416046" y="441032"/>
          <a:ext cx="459967" cy="4599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2B051-65F2-40CB-8A2E-BC7D011466EF}">
      <dsp:nvSpPr>
        <dsp:cNvPr id="0" name=""/>
        <dsp:cNvSpPr/>
      </dsp:nvSpPr>
      <dsp:spPr>
        <a:xfrm>
          <a:off x="4212492" y="274492"/>
          <a:ext cx="1869325" cy="793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Sender: Sender is the person who is sending the message.</a:t>
          </a:r>
        </a:p>
      </dsp:txBody>
      <dsp:txXfrm>
        <a:off x="4212492" y="274492"/>
        <a:ext cx="1869325" cy="793047"/>
      </dsp:txXfrm>
    </dsp:sp>
    <dsp:sp modelId="{9AEFAAF9-819F-4E73-B4A4-F19173DCE001}">
      <dsp:nvSpPr>
        <dsp:cNvPr id="0" name=""/>
        <dsp:cNvSpPr/>
      </dsp:nvSpPr>
      <dsp:spPr>
        <a:xfrm>
          <a:off x="6407534" y="274492"/>
          <a:ext cx="793047" cy="79304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E9557A-60A2-40A9-B63C-193FCADBD903}">
      <dsp:nvSpPr>
        <dsp:cNvPr id="0" name=""/>
        <dsp:cNvSpPr/>
      </dsp:nvSpPr>
      <dsp:spPr>
        <a:xfrm>
          <a:off x="6574074" y="441032"/>
          <a:ext cx="459967" cy="4599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C701F-08BF-4554-9FD5-8A8EDF71A699}">
      <dsp:nvSpPr>
        <dsp:cNvPr id="0" name=""/>
        <dsp:cNvSpPr/>
      </dsp:nvSpPr>
      <dsp:spPr>
        <a:xfrm>
          <a:off x="7370520" y="274492"/>
          <a:ext cx="1869325" cy="793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Receiver: Receiver is the person to whom the message is being sent to.</a:t>
          </a:r>
        </a:p>
      </dsp:txBody>
      <dsp:txXfrm>
        <a:off x="7370520" y="274492"/>
        <a:ext cx="1869325" cy="793047"/>
      </dsp:txXfrm>
    </dsp:sp>
    <dsp:sp modelId="{4FB270C1-D1CB-4539-84A6-D5CD1C68BBEB}">
      <dsp:nvSpPr>
        <dsp:cNvPr id="0" name=""/>
        <dsp:cNvSpPr/>
      </dsp:nvSpPr>
      <dsp:spPr>
        <a:xfrm>
          <a:off x="91479" y="1504845"/>
          <a:ext cx="793047" cy="79304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0545C7-C49E-4562-932D-FEBAC75F7123}">
      <dsp:nvSpPr>
        <dsp:cNvPr id="0" name=""/>
        <dsp:cNvSpPr/>
      </dsp:nvSpPr>
      <dsp:spPr>
        <a:xfrm>
          <a:off x="258019" y="1671385"/>
          <a:ext cx="459967" cy="4599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94A1AC-47B3-42CC-85A8-546788A0FFE0}">
      <dsp:nvSpPr>
        <dsp:cNvPr id="0" name=""/>
        <dsp:cNvSpPr/>
      </dsp:nvSpPr>
      <dsp:spPr>
        <a:xfrm>
          <a:off x="1054465" y="1504845"/>
          <a:ext cx="1869325" cy="793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Medium: It is the medium through which the message is sent. For example: A Modem.</a:t>
          </a:r>
        </a:p>
      </dsp:txBody>
      <dsp:txXfrm>
        <a:off x="1054465" y="1504845"/>
        <a:ext cx="1869325" cy="793047"/>
      </dsp:txXfrm>
    </dsp:sp>
    <dsp:sp modelId="{355C4F18-EEA3-4BED-8510-93068CFA6478}">
      <dsp:nvSpPr>
        <dsp:cNvPr id="0" name=""/>
        <dsp:cNvSpPr/>
      </dsp:nvSpPr>
      <dsp:spPr>
        <a:xfrm>
          <a:off x="3249506" y="1504845"/>
          <a:ext cx="793047" cy="79304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079B33-8FFA-41A0-A331-60965E377086}">
      <dsp:nvSpPr>
        <dsp:cNvPr id="0" name=""/>
        <dsp:cNvSpPr/>
      </dsp:nvSpPr>
      <dsp:spPr>
        <a:xfrm>
          <a:off x="3416046" y="1671385"/>
          <a:ext cx="459967" cy="4599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9A0F12-F533-4326-930C-2CA06BEF8366}">
      <dsp:nvSpPr>
        <dsp:cNvPr id="0" name=""/>
        <dsp:cNvSpPr/>
      </dsp:nvSpPr>
      <dsp:spPr>
        <a:xfrm>
          <a:off x="4212492" y="1504845"/>
          <a:ext cx="1869325" cy="793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Protocol: These are some set of rules which govern data communication.</a:t>
          </a:r>
        </a:p>
      </dsp:txBody>
      <dsp:txXfrm>
        <a:off x="4212492" y="1504845"/>
        <a:ext cx="1869325" cy="7930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4A9103-70FA-4453-81C9-12277158779E}">
      <dsp:nvSpPr>
        <dsp:cNvPr id="0" name=""/>
        <dsp:cNvSpPr/>
      </dsp:nvSpPr>
      <dsp:spPr>
        <a:xfrm>
          <a:off x="0" y="291917"/>
          <a:ext cx="10625455" cy="5389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9464FF-7EFF-4E9E-95C6-86ECC2907ABB}">
      <dsp:nvSpPr>
        <dsp:cNvPr id="0" name=""/>
        <dsp:cNvSpPr/>
      </dsp:nvSpPr>
      <dsp:spPr>
        <a:xfrm>
          <a:off x="163024" y="413175"/>
          <a:ext cx="296408" cy="2964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70307A-D65F-4908-AFE4-3BA80CF2DE1B}">
      <dsp:nvSpPr>
        <dsp:cNvPr id="0" name=""/>
        <dsp:cNvSpPr/>
      </dsp:nvSpPr>
      <dsp:spPr>
        <a:xfrm>
          <a:off x="622457" y="291917"/>
          <a:ext cx="10002997" cy="538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36" tIns="57036" rIns="57036" bIns="570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Communication link between two devices and it is simple to establish.</a:t>
          </a:r>
        </a:p>
      </dsp:txBody>
      <dsp:txXfrm>
        <a:off x="622457" y="291917"/>
        <a:ext cx="10002997" cy="538924"/>
      </dsp:txXfrm>
    </dsp:sp>
    <dsp:sp modelId="{1FEAD571-CDD6-43B7-BEC3-01BB05C37C15}">
      <dsp:nvSpPr>
        <dsp:cNvPr id="0" name=""/>
        <dsp:cNvSpPr/>
      </dsp:nvSpPr>
      <dsp:spPr>
        <a:xfrm>
          <a:off x="0" y="965572"/>
          <a:ext cx="10625455" cy="5389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9D8635-CFBF-44B2-8D6E-140566C1B0D7}">
      <dsp:nvSpPr>
        <dsp:cNvPr id="0" name=""/>
        <dsp:cNvSpPr/>
      </dsp:nvSpPr>
      <dsp:spPr>
        <a:xfrm>
          <a:off x="163024" y="1086830"/>
          <a:ext cx="296408" cy="2964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79F6A-E1AB-4848-A8B3-7FB9F02F9F69}">
      <dsp:nvSpPr>
        <dsp:cNvPr id="0" name=""/>
        <dsp:cNvSpPr/>
      </dsp:nvSpPr>
      <dsp:spPr>
        <a:xfrm>
          <a:off x="622457" y="965572"/>
          <a:ext cx="10002997" cy="538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36" tIns="57036" rIns="57036" bIns="570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E.g., computer connected by telephone line, connection between remote  control and Television.</a:t>
          </a:r>
        </a:p>
      </dsp:txBody>
      <dsp:txXfrm>
        <a:off x="622457" y="965572"/>
        <a:ext cx="10002997" cy="538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7527" y="571322"/>
            <a:ext cx="9076944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19493" y="1762024"/>
            <a:ext cx="5582284" cy="2147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5.jpg"/><Relationship Id="rId7" Type="http://schemas.openxmlformats.org/officeDocument/2006/relationships/diagramColors" Target="../diagrams/colors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udytonight.com/computer-networks/uses-of-computer-networks" TargetMode="External"/><Relationship Id="rId7" Type="http://schemas.openxmlformats.org/officeDocument/2006/relationships/hyperlink" Target="https://www.tutorialspoint.com/data_communication_computer_network/transmission_media.htm" TargetMode="External"/><Relationship Id="rId2" Type="http://schemas.openxmlformats.org/officeDocument/2006/relationships/hyperlink" Target="https://www.electronicsmedia.info/2021/04/17/what-are-the-various-applications-of-computer-network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lprocus.com/what-is-transmission-media-in-computer-networks-its-types/" TargetMode="External"/><Relationship Id="rId5" Type="http://schemas.openxmlformats.org/officeDocument/2006/relationships/hyperlink" Target="https://www.geeksforgeeks.org/types-transmission-media/" TargetMode="External"/><Relationship Id="rId4" Type="http://schemas.openxmlformats.org/officeDocument/2006/relationships/hyperlink" Target="https://www.javatpoint.com/guided-transmission-medi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 dirty="0">
              <a:highlight>
                <a:srgbClr val="FF0000"/>
              </a:highlight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63292" y="571322"/>
            <a:ext cx="82772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I</a:t>
            </a:r>
            <a:r>
              <a:rPr spc="-100" dirty="0"/>
              <a:t>n</a:t>
            </a:r>
            <a:r>
              <a:rPr spc="-105" dirty="0"/>
              <a:t>t</a:t>
            </a:r>
            <a:r>
              <a:rPr spc="-185" dirty="0"/>
              <a:t>r</a:t>
            </a:r>
            <a:r>
              <a:rPr spc="-95" dirty="0"/>
              <a:t>o</a:t>
            </a:r>
            <a:r>
              <a:rPr spc="-100" dirty="0"/>
              <a:t>du</a:t>
            </a:r>
            <a:r>
              <a:rPr spc="-110" dirty="0"/>
              <a:t>c</a:t>
            </a:r>
            <a:r>
              <a:rPr spc="-105" dirty="0"/>
              <a:t>t</a:t>
            </a:r>
            <a:r>
              <a:rPr spc="-110" dirty="0"/>
              <a:t>i</a:t>
            </a:r>
            <a:r>
              <a:rPr spc="-105" dirty="0"/>
              <a:t>o</a:t>
            </a:r>
            <a:r>
              <a:rPr dirty="0"/>
              <a:t>n</a:t>
            </a:r>
            <a:r>
              <a:rPr spc="-225" dirty="0"/>
              <a:t> </a:t>
            </a:r>
            <a:r>
              <a:rPr spc="-105" dirty="0"/>
              <a:t>t</a:t>
            </a:r>
            <a:r>
              <a:rPr dirty="0"/>
              <a:t>o</a:t>
            </a:r>
            <a:r>
              <a:rPr spc="-220" dirty="0"/>
              <a:t> </a:t>
            </a:r>
            <a:r>
              <a:rPr spc="-100" dirty="0"/>
              <a:t>C</a:t>
            </a:r>
            <a:r>
              <a:rPr spc="-95" dirty="0"/>
              <a:t>om</a:t>
            </a:r>
            <a:r>
              <a:rPr spc="-100" dirty="0"/>
              <a:t>pu</a:t>
            </a:r>
            <a:r>
              <a:rPr spc="-105" dirty="0"/>
              <a:t>t</a:t>
            </a:r>
            <a:r>
              <a:rPr spc="-110" dirty="0"/>
              <a:t>e</a:t>
            </a:r>
            <a:r>
              <a:rPr dirty="0"/>
              <a:t>r</a:t>
            </a:r>
            <a:r>
              <a:rPr spc="-320" dirty="0"/>
              <a:t> </a:t>
            </a:r>
            <a:r>
              <a:rPr spc="-100" dirty="0"/>
              <a:t>Ne</a:t>
            </a:r>
            <a:r>
              <a:rPr spc="-105" dirty="0"/>
              <a:t>t</a:t>
            </a:r>
            <a:r>
              <a:rPr spc="-100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89098" y="5481624"/>
            <a:ext cx="745172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ctr">
              <a:lnSpc>
                <a:spcPts val="2590"/>
              </a:lnSpc>
              <a:spcBef>
                <a:spcPts val="425"/>
              </a:spcBef>
            </a:pPr>
            <a:r>
              <a:rPr sz="2400" b="1" spc="-5" dirty="0">
                <a:latin typeface="Times New Roman"/>
                <a:cs typeface="Times New Roman"/>
              </a:rPr>
              <a:t>School </a:t>
            </a:r>
            <a:r>
              <a:rPr sz="2400" b="1" dirty="0">
                <a:latin typeface="Times New Roman"/>
                <a:cs typeface="Times New Roman"/>
              </a:rPr>
              <a:t>of </a:t>
            </a:r>
            <a:r>
              <a:rPr sz="2400" b="1" spc="-5" dirty="0">
                <a:latin typeface="Times New Roman"/>
                <a:cs typeface="Times New Roman"/>
              </a:rPr>
              <a:t>Computer Science Engineering and </a:t>
            </a:r>
            <a:r>
              <a:rPr sz="2400" b="1" spc="-25" dirty="0">
                <a:latin typeface="Times New Roman"/>
                <a:cs typeface="Times New Roman"/>
              </a:rPr>
              <a:t>Technology </a:t>
            </a:r>
            <a:r>
              <a:rPr sz="2400" b="1" spc="-58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Bennett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University</a:t>
            </a:r>
            <a:endParaRPr sz="2400">
              <a:latin typeface="Times New Roman"/>
              <a:cs typeface="Times New Roman"/>
            </a:endParaRPr>
          </a:p>
          <a:p>
            <a:pPr marL="2540" algn="ctr">
              <a:lnSpc>
                <a:spcPts val="2555"/>
              </a:lnSpc>
            </a:pPr>
            <a:r>
              <a:rPr sz="2400" b="1" spc="-10" dirty="0">
                <a:latin typeface="Times New Roman"/>
                <a:cs typeface="Times New Roman"/>
              </a:rPr>
              <a:t>Greater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Noida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201310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3371" y="4027932"/>
            <a:ext cx="1280159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983993"/>
            <a:ext cx="5554345" cy="185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2905" indent="-37084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83540" algn="l"/>
              </a:tabLst>
            </a:pPr>
            <a:r>
              <a:rPr sz="2800" spc="-5" dirty="0">
                <a:latin typeface="Times New Roman"/>
                <a:cs typeface="Times New Roman"/>
              </a:rPr>
              <a:t>Computer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network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basics</a:t>
            </a:r>
            <a:endParaRPr sz="2800">
              <a:latin typeface="Times New Roman"/>
              <a:cs typeface="Times New Roman"/>
            </a:endParaRPr>
          </a:p>
          <a:p>
            <a:pPr marL="363220" indent="-350520">
              <a:lnSpc>
                <a:spcPct val="100000"/>
              </a:lnSpc>
              <a:spcBef>
                <a:spcPts val="2185"/>
              </a:spcBef>
              <a:buFont typeface="Wingdings"/>
              <a:buChar char=""/>
              <a:tabLst>
                <a:tab pos="363220" algn="l"/>
              </a:tabLst>
            </a:pPr>
            <a:r>
              <a:rPr sz="2800" spc="-5" dirty="0">
                <a:latin typeface="Times New Roman"/>
                <a:cs typeface="Times New Roman"/>
              </a:rPr>
              <a:t>Applications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Networks</a:t>
            </a:r>
            <a:endParaRPr sz="2800">
              <a:latin typeface="Times New Roman"/>
              <a:cs typeface="Times New Roman"/>
            </a:endParaRPr>
          </a:p>
          <a:p>
            <a:pPr marL="376555" indent="-364490">
              <a:lnSpc>
                <a:spcPct val="100000"/>
              </a:lnSpc>
              <a:spcBef>
                <a:spcPts val="2175"/>
              </a:spcBef>
              <a:buFont typeface="Wingdings"/>
              <a:buChar char=""/>
              <a:tabLst>
                <a:tab pos="377190" algn="l"/>
              </a:tabLst>
            </a:pPr>
            <a:r>
              <a:rPr sz="2800" spc="-15" dirty="0">
                <a:latin typeface="Times New Roman"/>
                <a:cs typeface="Times New Roman"/>
              </a:rPr>
              <a:t>Transmission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media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25034" y="571322"/>
            <a:ext cx="17538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Ou</a:t>
            </a:r>
            <a:r>
              <a:rPr spc="-105" dirty="0"/>
              <a:t>t</a:t>
            </a:r>
            <a:r>
              <a:rPr spc="-100" dirty="0"/>
              <a:t>lin</a:t>
            </a:r>
            <a:r>
              <a:rPr dirty="0"/>
              <a:t>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763014"/>
            <a:ext cx="11499215" cy="393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indent="-243204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dirty="0">
                <a:latin typeface="Times New Roman"/>
                <a:cs typeface="Times New Roman"/>
              </a:rPr>
              <a:t>Network: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(or nodes)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5" dirty="0">
                <a:latin typeface="Times New Roman"/>
                <a:cs typeface="Times New Roman"/>
              </a:rPr>
              <a:t> media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Network.</a:t>
            </a:r>
            <a:endParaRPr sz="2400">
              <a:latin typeface="Times New Roman"/>
              <a:cs typeface="Times New Roman"/>
            </a:endParaRPr>
          </a:p>
          <a:p>
            <a:pPr marL="241300" marR="391160" indent="-228600">
              <a:lnSpc>
                <a:spcPct val="150100"/>
              </a:lnSpc>
              <a:spcBef>
                <a:spcPts val="500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receiving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15" dirty="0">
                <a:latin typeface="Times New Roman"/>
                <a:cs typeface="Times New Roman"/>
              </a:rPr>
              <a:t>computer, </a:t>
            </a:r>
            <a:r>
              <a:rPr sz="2400" dirty="0">
                <a:latin typeface="Times New Roman"/>
                <a:cs typeface="Times New Roman"/>
              </a:rPr>
              <a:t>printer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255270" indent="-243204">
              <a:lnSpc>
                <a:spcPct val="100000"/>
              </a:lnSpc>
              <a:spcBef>
                <a:spcPts val="1930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devices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Communication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channels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55270" indent="-243204">
              <a:lnSpc>
                <a:spcPct val="100000"/>
              </a:lnSpc>
              <a:spcBef>
                <a:spcPts val="194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Computer</a:t>
            </a:r>
            <a:r>
              <a:rPr sz="2400" dirty="0">
                <a:latin typeface="Times New Roman"/>
                <a:cs typeface="Times New Roman"/>
              </a:rPr>
              <a:t> network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a </a:t>
            </a:r>
            <a:r>
              <a:rPr sz="2400" spc="-5" dirty="0">
                <a:latin typeface="Times New Roman"/>
                <a:cs typeface="Times New Roman"/>
              </a:rPr>
              <a:t>telecommunication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 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share 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same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445"/>
              </a:spcBef>
            </a:pPr>
            <a:r>
              <a:rPr sz="2400" spc="-5" dirty="0">
                <a:latin typeface="Times New Roman"/>
                <a:cs typeface="Times New Roman"/>
              </a:rPr>
              <a:t>network.</a:t>
            </a:r>
            <a:endParaRPr sz="2400">
              <a:latin typeface="Times New Roman"/>
              <a:cs typeface="Times New Roman"/>
            </a:endParaRPr>
          </a:p>
          <a:p>
            <a:pPr marL="255270" indent="-243204">
              <a:lnSpc>
                <a:spcPct val="100000"/>
              </a:lnSpc>
              <a:spcBef>
                <a:spcPts val="1939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example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computer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Internet.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59632" y="571322"/>
            <a:ext cx="58921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C</a:t>
            </a:r>
            <a:r>
              <a:rPr spc="-90" dirty="0"/>
              <a:t>om</a:t>
            </a:r>
            <a:r>
              <a:rPr spc="-100" dirty="0"/>
              <a:t>pu</a:t>
            </a:r>
            <a:r>
              <a:rPr spc="-114" dirty="0"/>
              <a:t>t</a:t>
            </a:r>
            <a:r>
              <a:rPr spc="-95" dirty="0"/>
              <a:t>e</a:t>
            </a:r>
            <a:r>
              <a:rPr dirty="0"/>
              <a:t>r</a:t>
            </a:r>
            <a:r>
              <a:rPr spc="-330" dirty="0"/>
              <a:t> </a:t>
            </a:r>
            <a:r>
              <a:rPr spc="-100" dirty="0"/>
              <a:t>n</a:t>
            </a:r>
            <a:r>
              <a:rPr spc="-95" dirty="0"/>
              <a:t>e</a:t>
            </a:r>
            <a:r>
              <a:rPr spc="-100" dirty="0"/>
              <a:t>tw</a:t>
            </a:r>
            <a:r>
              <a:rPr spc="-90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225" dirty="0"/>
              <a:t> </a:t>
            </a:r>
            <a:r>
              <a:rPr spc="-100" dirty="0"/>
              <a:t>b</a:t>
            </a:r>
            <a:r>
              <a:rPr spc="-90" dirty="0"/>
              <a:t>a</a:t>
            </a:r>
            <a:r>
              <a:rPr spc="-95" dirty="0"/>
              <a:t>s</a:t>
            </a:r>
            <a:r>
              <a:rPr spc="-100" dirty="0"/>
              <a:t>i</a:t>
            </a:r>
            <a:r>
              <a:rPr spc="-95" dirty="0"/>
              <a:t>c</a:t>
            </a:r>
            <a:r>
              <a:rPr dirty="0"/>
              <a:t>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7556" y="4846706"/>
            <a:ext cx="4314444" cy="2011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56664"/>
            <a:ext cx="11195685" cy="5138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190500" indent="-228600">
              <a:lnSpc>
                <a:spcPct val="130000"/>
              </a:lnSpc>
              <a:spcBef>
                <a:spcPts val="10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Marketing</a:t>
            </a:r>
            <a:r>
              <a:rPr sz="2200" b="1" spc="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200" b="1" spc="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sales:</a:t>
            </a:r>
            <a:r>
              <a:rPr sz="2200" b="1" spc="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–</a:t>
            </a:r>
            <a:r>
              <a:rPr sz="2200" spc="-5" dirty="0">
                <a:latin typeface="Times New Roman"/>
                <a:cs typeface="Times New Roman"/>
              </a:rPr>
              <a:t>Marketing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professionals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collect,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exchange,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analyzes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data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relating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customer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requirements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 product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development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cycles.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28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Teleshopping</a:t>
            </a:r>
            <a:r>
              <a:rPr sz="2200" b="1" spc="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-</a:t>
            </a:r>
            <a:r>
              <a:rPr sz="22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Deals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with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order-entry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computers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telephones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connected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 an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order-processing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790"/>
              </a:spcBef>
            </a:pPr>
            <a:r>
              <a:rPr sz="2200" spc="-5" dirty="0">
                <a:latin typeface="Times New Roman"/>
                <a:cs typeface="Times New Roman"/>
              </a:rPr>
              <a:t>network,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 on-line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reservation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services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hotels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airline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on.</a:t>
            </a:r>
            <a:endParaRPr sz="2200">
              <a:latin typeface="Times New Roman"/>
              <a:cs typeface="Times New Roman"/>
            </a:endParaRPr>
          </a:p>
          <a:p>
            <a:pPr marL="241300" marR="319405" indent="-228600">
              <a:lnSpc>
                <a:spcPct val="130000"/>
              </a:lnSpc>
              <a:spcBef>
                <a:spcPts val="50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Manufacturing:</a:t>
            </a:r>
            <a:r>
              <a:rPr sz="2200" b="1" spc="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–</a:t>
            </a:r>
            <a:r>
              <a:rPr sz="2200" b="1" spc="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computer-assisted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manufacturing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(CAM)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computer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–assisted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designing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(CAD)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both of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which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permit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multiple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users 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work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 project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simultaneously.</a:t>
            </a:r>
            <a:endParaRPr sz="22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30100"/>
              </a:lnSpc>
              <a:spcBef>
                <a:spcPts val="50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Financial</a:t>
            </a:r>
            <a:r>
              <a:rPr sz="2200" b="1" spc="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Services:</a:t>
            </a:r>
            <a:r>
              <a:rPr sz="2200" b="1" spc="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includes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credit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history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searches,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foreign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exchange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investment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services,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 Electronic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Funds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Transfer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(EFT).</a:t>
            </a:r>
            <a:endParaRPr sz="2200">
              <a:latin typeface="Times New Roman"/>
              <a:cs typeface="Times New Roman"/>
            </a:endParaRPr>
          </a:p>
          <a:p>
            <a:pPr marL="241300" marR="169545" indent="-228600">
              <a:lnSpc>
                <a:spcPct val="130000"/>
              </a:lnSpc>
              <a:spcBef>
                <a:spcPts val="49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Teleconferencing:-</a:t>
            </a:r>
            <a:r>
              <a:rPr sz="2200" b="1" spc="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Conferences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are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possible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occur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without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participants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being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same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place.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includes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simple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text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conferencing,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voice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conferencing,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video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conferencing.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30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Cable</a:t>
            </a:r>
            <a:r>
              <a:rPr sz="22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Television:-</a:t>
            </a:r>
            <a:r>
              <a:rPr sz="2200" b="1" spc="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include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video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request.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69845" y="571322"/>
            <a:ext cx="7065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C</a:t>
            </a:r>
            <a:r>
              <a:rPr spc="-95" dirty="0"/>
              <a:t>om</a:t>
            </a:r>
            <a:r>
              <a:rPr spc="-100" dirty="0"/>
              <a:t>pu</a:t>
            </a:r>
            <a:r>
              <a:rPr spc="-114" dirty="0"/>
              <a:t>t</a:t>
            </a:r>
            <a:r>
              <a:rPr spc="-100" dirty="0"/>
              <a:t>e</a:t>
            </a:r>
            <a:r>
              <a:rPr dirty="0"/>
              <a:t>r</a:t>
            </a:r>
            <a:r>
              <a:rPr spc="-335" dirty="0"/>
              <a:t> </a:t>
            </a:r>
            <a:r>
              <a:rPr spc="-100" dirty="0"/>
              <a:t>ne</a:t>
            </a:r>
            <a:r>
              <a:rPr spc="-105" dirty="0"/>
              <a:t>t</a:t>
            </a:r>
            <a:r>
              <a:rPr spc="-100" dirty="0"/>
              <a:t>w</a:t>
            </a:r>
            <a:r>
              <a:rPr spc="-9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225" dirty="0"/>
              <a:t> </a:t>
            </a:r>
            <a:r>
              <a:rPr spc="-95" dirty="0"/>
              <a:t>a</a:t>
            </a:r>
            <a:r>
              <a:rPr spc="-100" dirty="0"/>
              <a:t>pplic</a:t>
            </a:r>
            <a:r>
              <a:rPr spc="-105" dirty="0"/>
              <a:t>a</a:t>
            </a:r>
            <a:r>
              <a:rPr spc="-114" dirty="0"/>
              <a:t>t</a:t>
            </a:r>
            <a:r>
              <a:rPr spc="-100" dirty="0"/>
              <a:t>i</a:t>
            </a:r>
            <a:r>
              <a:rPr spc="-105" dirty="0"/>
              <a:t>o</a:t>
            </a:r>
            <a:r>
              <a:rPr dirty="0"/>
              <a:t>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790325"/>
            <a:ext cx="11535410" cy="4805680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41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Information</a:t>
            </a:r>
            <a:r>
              <a:rPr sz="2200" b="1" spc="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Services:-</a:t>
            </a:r>
            <a:r>
              <a:rPr sz="2200" b="1" spc="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Network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information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services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include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bulletin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boards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data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banks.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World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sz="2200" spc="-25" dirty="0">
                <a:latin typeface="Times New Roman"/>
                <a:cs typeface="Times New Roman"/>
              </a:rPr>
              <a:t>Wide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imes New Roman"/>
                <a:cs typeface="Times New Roman"/>
              </a:rPr>
              <a:t>Web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site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offering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technical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specifications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new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product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information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service.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14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Electronic</a:t>
            </a:r>
            <a:r>
              <a:rPr sz="2200" b="1" spc="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Messaging:–</a:t>
            </a:r>
            <a:r>
              <a:rPr sz="22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Electronic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mail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(e-mail)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2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Electronic</a:t>
            </a:r>
            <a:r>
              <a:rPr sz="2200" b="1" spc="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Data</a:t>
            </a:r>
            <a:r>
              <a:rPr sz="2200" b="1" spc="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Interchange</a:t>
            </a:r>
            <a:r>
              <a:rPr sz="22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(EDI):–</a:t>
            </a:r>
            <a:r>
              <a:rPr sz="2200" b="1" spc="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EDI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permits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business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information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 </a:t>
            </a:r>
            <a:r>
              <a:rPr sz="2200" spc="-5" dirty="0">
                <a:latin typeface="Times New Roman"/>
                <a:cs typeface="Times New Roman"/>
              </a:rPr>
              <a:t>transferred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without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Times New Roman"/>
                <a:cs typeface="Times New Roman"/>
              </a:rPr>
              <a:t>using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paper.</a:t>
            </a:r>
            <a:endParaRPr sz="2200">
              <a:latin typeface="Times New Roman"/>
              <a:cs typeface="Times New Roman"/>
            </a:endParaRPr>
          </a:p>
          <a:p>
            <a:pPr marL="241300" marR="260985" indent="-228600">
              <a:lnSpc>
                <a:spcPct val="150000"/>
              </a:lnSpc>
              <a:spcBef>
                <a:spcPts val="50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Directory</a:t>
            </a:r>
            <a:r>
              <a:rPr sz="2200" b="1" spc="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services:</a:t>
            </a:r>
            <a:r>
              <a:rPr sz="2200" b="1" spc="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–</a:t>
            </a:r>
            <a:r>
              <a:rPr sz="2200" b="1" spc="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By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directory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services,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possible 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store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last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files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central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location to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speed worldwide search operations.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1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Cellular</a:t>
            </a:r>
            <a:r>
              <a:rPr sz="2200" b="1" spc="-6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Telephone:</a:t>
            </a:r>
            <a:r>
              <a:rPr sz="2200" b="1" spc="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–</a:t>
            </a:r>
            <a:r>
              <a:rPr sz="2200" spc="-5" dirty="0">
                <a:latin typeface="Times New Roman"/>
                <a:cs typeface="Times New Roman"/>
              </a:rPr>
              <a:t>cellular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network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make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possible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maintain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wireless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phone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connections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Times New Roman"/>
                <a:cs typeface="Times New Roman"/>
              </a:rPr>
              <a:t>even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while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travelling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over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large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distances.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69845" y="571322"/>
            <a:ext cx="7065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C</a:t>
            </a:r>
            <a:r>
              <a:rPr spc="-95" dirty="0"/>
              <a:t>om</a:t>
            </a:r>
            <a:r>
              <a:rPr spc="-100" dirty="0"/>
              <a:t>pu</a:t>
            </a:r>
            <a:r>
              <a:rPr spc="-114" dirty="0"/>
              <a:t>t</a:t>
            </a:r>
            <a:r>
              <a:rPr spc="-100" dirty="0"/>
              <a:t>e</a:t>
            </a:r>
            <a:r>
              <a:rPr dirty="0"/>
              <a:t>r</a:t>
            </a:r>
            <a:r>
              <a:rPr spc="-335" dirty="0"/>
              <a:t> </a:t>
            </a:r>
            <a:r>
              <a:rPr spc="-100" dirty="0"/>
              <a:t>ne</a:t>
            </a:r>
            <a:r>
              <a:rPr spc="-105" dirty="0"/>
              <a:t>t</a:t>
            </a:r>
            <a:r>
              <a:rPr spc="-100" dirty="0"/>
              <a:t>w</a:t>
            </a:r>
            <a:r>
              <a:rPr spc="-9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225" dirty="0"/>
              <a:t> </a:t>
            </a:r>
            <a:r>
              <a:rPr spc="-95" dirty="0"/>
              <a:t>a</a:t>
            </a:r>
            <a:r>
              <a:rPr spc="-100" dirty="0"/>
              <a:t>pplic</a:t>
            </a:r>
            <a:r>
              <a:rPr spc="-105" dirty="0"/>
              <a:t>a</a:t>
            </a:r>
            <a:r>
              <a:rPr spc="-114" dirty="0"/>
              <a:t>t</a:t>
            </a:r>
            <a:r>
              <a:rPr spc="-100" dirty="0"/>
              <a:t>i</a:t>
            </a:r>
            <a:r>
              <a:rPr spc="-105" dirty="0"/>
              <a:t>o</a:t>
            </a:r>
            <a:r>
              <a:rPr dirty="0"/>
              <a:t>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725278"/>
            <a:ext cx="10942320" cy="4562475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53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Performance</a:t>
            </a:r>
            <a:r>
              <a:rPr sz="2200" b="1" spc="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-</a:t>
            </a:r>
            <a:r>
              <a:rPr sz="2200" b="1" spc="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Measured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terms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transit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time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response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time.</a:t>
            </a:r>
            <a:endParaRPr sz="22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240"/>
              </a:spcBef>
              <a:buFont typeface="Wingdings"/>
              <a:buChar char=""/>
              <a:tabLst>
                <a:tab pos="699135" algn="l"/>
              </a:tabLst>
            </a:pPr>
            <a:r>
              <a:rPr sz="1900" spc="-15" dirty="0">
                <a:latin typeface="Times New Roman"/>
                <a:cs typeface="Times New Roman"/>
              </a:rPr>
              <a:t>Transit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time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: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It is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the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time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taken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to travel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 </a:t>
            </a:r>
            <a:r>
              <a:rPr sz="1900" spc="-10" dirty="0">
                <a:latin typeface="Times New Roman"/>
                <a:cs typeface="Times New Roman"/>
              </a:rPr>
              <a:t>message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from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one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device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to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15" dirty="0">
                <a:latin typeface="Times New Roman"/>
                <a:cs typeface="Times New Roman"/>
              </a:rPr>
              <a:t>another.</a:t>
            </a:r>
            <a:endParaRPr sz="19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190"/>
              </a:spcBef>
              <a:buFont typeface="Wingdings"/>
              <a:buChar char=""/>
              <a:tabLst>
                <a:tab pos="699135" algn="l"/>
              </a:tabLst>
            </a:pPr>
            <a:r>
              <a:rPr sz="1900" spc="-10" dirty="0">
                <a:latin typeface="Times New Roman"/>
                <a:cs typeface="Times New Roman"/>
              </a:rPr>
              <a:t>Response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time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: It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is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defined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as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the </a:t>
            </a:r>
            <a:r>
              <a:rPr sz="1900" spc="-10" dirty="0">
                <a:latin typeface="Times New Roman"/>
                <a:cs typeface="Times New Roman"/>
              </a:rPr>
              <a:t>time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elapsed between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enquiry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and response.</a:t>
            </a:r>
            <a:endParaRPr sz="19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175"/>
              </a:spcBef>
              <a:buFont typeface="Wingdings"/>
              <a:buChar char=""/>
              <a:tabLst>
                <a:tab pos="699135" algn="l"/>
              </a:tabLst>
            </a:pPr>
            <a:r>
              <a:rPr sz="1900" spc="-5" dirty="0">
                <a:latin typeface="Times New Roman"/>
                <a:cs typeface="Times New Roman"/>
              </a:rPr>
              <a:t>Other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ways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to</a:t>
            </a:r>
            <a:r>
              <a:rPr sz="1900" spc="-10" dirty="0">
                <a:latin typeface="Times New Roman"/>
                <a:cs typeface="Times New Roman"/>
              </a:rPr>
              <a:t> measure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performance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are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:</a:t>
            </a:r>
            <a:endParaRPr sz="19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1150"/>
              </a:spcBef>
              <a:buFont typeface="Wingdings"/>
              <a:buChar char=""/>
              <a:tabLst>
                <a:tab pos="1156335" algn="l"/>
              </a:tabLst>
            </a:pPr>
            <a:r>
              <a:rPr sz="1700" spc="-5" dirty="0">
                <a:latin typeface="Times New Roman"/>
                <a:cs typeface="Times New Roman"/>
              </a:rPr>
              <a:t>Efficiency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software</a:t>
            </a:r>
            <a:endParaRPr sz="17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1115"/>
              </a:spcBef>
              <a:buFont typeface="Wingdings"/>
              <a:buChar char=""/>
              <a:tabLst>
                <a:tab pos="1156335" algn="l"/>
              </a:tabLst>
            </a:pPr>
            <a:r>
              <a:rPr sz="1700" dirty="0">
                <a:latin typeface="Times New Roman"/>
                <a:cs typeface="Times New Roman"/>
              </a:rPr>
              <a:t>Number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users</a:t>
            </a:r>
            <a:endParaRPr sz="17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1115"/>
              </a:spcBef>
              <a:buFont typeface="Wingdings"/>
              <a:buChar char=""/>
              <a:tabLst>
                <a:tab pos="1156335" algn="l"/>
              </a:tabLst>
            </a:pPr>
            <a:r>
              <a:rPr sz="1700" spc="-5" dirty="0">
                <a:latin typeface="Times New Roman"/>
                <a:cs typeface="Times New Roman"/>
              </a:rPr>
              <a:t>Capability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connected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hardware</a:t>
            </a:r>
            <a:endParaRPr sz="17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1195"/>
              </a:spcBef>
              <a:buAutoNum type="arabicPeriod"/>
              <a:tabLst>
                <a:tab pos="527685" algn="l"/>
                <a:tab pos="528320" algn="l"/>
                <a:tab pos="2074545" algn="l"/>
              </a:tabLst>
            </a:pP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Reliability</a:t>
            </a:r>
            <a:r>
              <a:rPr sz="2200" b="1" spc="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-	</a:t>
            </a:r>
            <a:r>
              <a:rPr sz="2200" spc="-5" dirty="0">
                <a:latin typeface="Times New Roman"/>
                <a:cs typeface="Times New Roman"/>
              </a:rPr>
              <a:t>Frequency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failure,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recovery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from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failures,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robustness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during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catastrophe</a:t>
            </a:r>
            <a:endParaRPr sz="22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129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Scalability</a:t>
            </a:r>
            <a:r>
              <a:rPr sz="2200" b="1" spc="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– </a:t>
            </a:r>
            <a:r>
              <a:rPr sz="2200" spc="-5" dirty="0">
                <a:latin typeface="Times New Roman"/>
                <a:cs typeface="Times New Roman"/>
              </a:rPr>
              <a:t>Can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grow/shrink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according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need</a:t>
            </a:r>
            <a:endParaRPr sz="22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Security</a:t>
            </a:r>
            <a:r>
              <a:rPr sz="2200" b="1" spc="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-</a:t>
            </a:r>
            <a:r>
              <a:rPr sz="2200" b="1" spc="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Protecting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data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from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unauthorized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access.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273139"/>
                </a:solidFill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513587"/>
            <a:ext cx="12192000" cy="1028700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12192000" y="0"/>
                </a:moveTo>
                <a:lnTo>
                  <a:pt x="0" y="0"/>
                </a:lnTo>
                <a:lnTo>
                  <a:pt x="0" y="1028700"/>
                </a:lnTo>
                <a:lnTo>
                  <a:pt x="12192000" y="10287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90238" y="680720"/>
            <a:ext cx="38233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225" dirty="0"/>
              <a:t> </a:t>
            </a:r>
            <a:r>
              <a:rPr spc="-100" dirty="0"/>
              <a:t>crit</a:t>
            </a:r>
            <a:r>
              <a:rPr spc="-110" dirty="0"/>
              <a:t>e</a:t>
            </a:r>
            <a:r>
              <a:rPr spc="-100" dirty="0"/>
              <a:t>r</a:t>
            </a:r>
            <a:r>
              <a:rPr spc="-110" dirty="0"/>
              <a:t>i</a:t>
            </a:r>
            <a:r>
              <a:rPr dirty="0"/>
              <a:t>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947418"/>
            <a:ext cx="11471275" cy="4434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exchange</a:t>
            </a:r>
            <a:r>
              <a:rPr sz="20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data</a:t>
            </a:r>
            <a:r>
              <a:rPr sz="20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between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two</a:t>
            </a:r>
            <a:r>
              <a:rPr sz="20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devices</a:t>
            </a:r>
            <a:r>
              <a:rPr sz="20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through</a:t>
            </a:r>
            <a:r>
              <a:rPr sz="20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a</a:t>
            </a:r>
            <a:r>
              <a:rPr sz="2000" spc="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transmission</a:t>
            </a:r>
            <a:r>
              <a:rPr sz="20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medium</a:t>
            </a:r>
            <a:r>
              <a:rPr sz="2000" spc="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is</a:t>
            </a:r>
            <a:r>
              <a:rPr sz="20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called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Data</a:t>
            </a:r>
            <a:r>
              <a:rPr sz="2000" spc="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Communication.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Communication</a:t>
            </a:r>
            <a:r>
              <a:rPr sz="2000" spc="-6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02429"/>
                </a:solidFill>
                <a:latin typeface="Times New Roman"/>
                <a:cs typeface="Times New Roman"/>
              </a:rPr>
              <a:t>Types:</a:t>
            </a:r>
            <a:endParaRPr sz="2000">
              <a:latin typeface="Times New Roman"/>
              <a:cs typeface="Times New Roman"/>
            </a:endParaRPr>
          </a:p>
          <a:p>
            <a:pPr marL="698500" marR="5080" lvl="1" indent="-229235">
              <a:lnSpc>
                <a:spcPct val="150000"/>
              </a:lnSpc>
              <a:spcBef>
                <a:spcPts val="495"/>
              </a:spcBef>
              <a:buFont typeface="Wingdings"/>
              <a:buChar char=""/>
              <a:tabLst>
                <a:tab pos="699135" algn="l"/>
              </a:tabLst>
            </a:pP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Local</a:t>
            </a:r>
            <a:r>
              <a:rPr sz="20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communication:</a:t>
            </a:r>
            <a:r>
              <a:rPr sz="2000" b="1" spc="4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communicating</a:t>
            </a:r>
            <a:r>
              <a:rPr sz="20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devices</a:t>
            </a:r>
            <a:r>
              <a:rPr sz="20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are</a:t>
            </a:r>
            <a:r>
              <a:rPr sz="20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same</a:t>
            </a:r>
            <a:r>
              <a:rPr sz="2000" spc="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geographical</a:t>
            </a:r>
            <a:r>
              <a:rPr sz="20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area,</a:t>
            </a:r>
            <a:r>
              <a:rPr sz="20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same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 building,</a:t>
            </a:r>
            <a:r>
              <a:rPr sz="20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or </a:t>
            </a:r>
            <a:r>
              <a:rPr sz="2000" spc="-484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face-to-face</a:t>
            </a:r>
            <a:r>
              <a:rPr sz="2000" spc="-5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705"/>
              </a:spcBef>
              <a:buFont typeface="Wingdings"/>
              <a:buChar char=""/>
              <a:tabLst>
                <a:tab pos="699135" algn="l"/>
              </a:tabLst>
            </a:pP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Remote</a:t>
            </a:r>
            <a:r>
              <a:rPr sz="20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communication:</a:t>
            </a:r>
            <a:r>
              <a:rPr sz="2000" b="1" spc="46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The devices</a:t>
            </a:r>
            <a:r>
              <a:rPr sz="20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are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 communicating</a:t>
            </a:r>
            <a:r>
              <a:rPr sz="20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over</a:t>
            </a:r>
            <a:r>
              <a:rPr sz="20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a</a:t>
            </a:r>
            <a:r>
              <a:rPr sz="2000" spc="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distance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1156335" algn="l"/>
              </a:tabLst>
            </a:pP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effectiveness</a:t>
            </a:r>
            <a:r>
              <a:rPr sz="20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000" spc="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a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data</a:t>
            </a:r>
            <a:r>
              <a:rPr sz="20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communication</a:t>
            </a:r>
            <a:r>
              <a:rPr sz="20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can be</a:t>
            </a:r>
            <a:r>
              <a:rPr sz="2000" spc="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measured</a:t>
            </a:r>
            <a:r>
              <a:rPr sz="20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through</a:t>
            </a:r>
            <a:r>
              <a:rPr sz="20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following</a:t>
            </a:r>
            <a:r>
              <a:rPr sz="20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features</a:t>
            </a:r>
            <a:r>
              <a:rPr sz="20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1612900" lvl="3" indent="-229235">
              <a:lnSpc>
                <a:spcPct val="100000"/>
              </a:lnSpc>
              <a:spcBef>
                <a:spcPts val="1695"/>
              </a:spcBef>
              <a:buFont typeface="Wingdings"/>
              <a:buChar char=""/>
              <a:tabLst>
                <a:tab pos="1613535" algn="l"/>
              </a:tabLst>
            </a:pP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Delivery:</a:t>
            </a:r>
            <a:r>
              <a:rPr sz="20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Delivery</a:t>
            </a:r>
            <a:r>
              <a:rPr sz="20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should</a:t>
            </a:r>
            <a:r>
              <a:rPr sz="20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be</a:t>
            </a:r>
            <a:r>
              <a:rPr sz="2000" spc="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done</a:t>
            </a:r>
            <a:r>
              <a:rPr sz="20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to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correct</a:t>
            </a:r>
            <a:r>
              <a:rPr sz="20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destination.</a:t>
            </a:r>
            <a:endParaRPr sz="2000">
              <a:latin typeface="Times New Roman"/>
              <a:cs typeface="Times New Roman"/>
            </a:endParaRPr>
          </a:p>
          <a:p>
            <a:pPr marL="1612900" lvl="3" indent="-229235">
              <a:lnSpc>
                <a:spcPct val="100000"/>
              </a:lnSpc>
              <a:spcBef>
                <a:spcPts val="1705"/>
              </a:spcBef>
              <a:buFont typeface="Wingdings"/>
              <a:buChar char=""/>
              <a:tabLst>
                <a:tab pos="1613535" algn="l"/>
              </a:tabLst>
            </a:pPr>
            <a:r>
              <a:rPr sz="2000" spc="-10" dirty="0">
                <a:solidFill>
                  <a:srgbClr val="202429"/>
                </a:solidFill>
                <a:latin typeface="Times New Roman"/>
                <a:cs typeface="Times New Roman"/>
              </a:rPr>
              <a:t>Timeliness:</a:t>
            </a:r>
            <a:r>
              <a:rPr sz="20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Delivery</a:t>
            </a:r>
            <a:r>
              <a:rPr sz="20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should</a:t>
            </a:r>
            <a:r>
              <a:rPr sz="2000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be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on</a:t>
            </a:r>
            <a:r>
              <a:rPr sz="20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02429"/>
                </a:solidFill>
                <a:latin typeface="Times New Roman"/>
                <a:cs typeface="Times New Roman"/>
              </a:rPr>
              <a:t>time.</a:t>
            </a:r>
            <a:endParaRPr sz="2000">
              <a:latin typeface="Times New Roman"/>
              <a:cs typeface="Times New Roman"/>
            </a:endParaRPr>
          </a:p>
          <a:p>
            <a:pPr marL="1612900" lvl="3" indent="-229235">
              <a:lnSpc>
                <a:spcPct val="100000"/>
              </a:lnSpc>
              <a:spcBef>
                <a:spcPts val="1705"/>
              </a:spcBef>
              <a:buFont typeface="Wingdings"/>
              <a:buChar char=""/>
              <a:tabLst>
                <a:tab pos="1613535" algn="l"/>
              </a:tabLst>
            </a:pP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Accuracy:</a:t>
            </a:r>
            <a:r>
              <a:rPr sz="20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Data</a:t>
            </a:r>
            <a:r>
              <a:rPr sz="20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delivered</a:t>
            </a:r>
            <a:r>
              <a:rPr sz="20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should</a:t>
            </a:r>
            <a:r>
              <a:rPr sz="20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02429"/>
                </a:solidFill>
                <a:latin typeface="Times New Roman"/>
                <a:cs typeface="Times New Roman"/>
              </a:rPr>
              <a:t>be </a:t>
            </a:r>
            <a:r>
              <a:rPr sz="2000" spc="-5" dirty="0">
                <a:solidFill>
                  <a:srgbClr val="202429"/>
                </a:solidFill>
                <a:latin typeface="Times New Roman"/>
                <a:cs typeface="Times New Roman"/>
              </a:rPr>
              <a:t>accurate.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26358" y="571322"/>
            <a:ext cx="49517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D</a:t>
            </a:r>
            <a:r>
              <a:rPr spc="-95" dirty="0"/>
              <a:t>a</a:t>
            </a:r>
            <a:r>
              <a:rPr spc="-105" dirty="0"/>
              <a:t>t</a:t>
            </a:r>
            <a:r>
              <a:rPr dirty="0"/>
              <a:t>a</a:t>
            </a:r>
            <a:r>
              <a:rPr spc="-235" dirty="0"/>
              <a:t> </a:t>
            </a:r>
            <a:r>
              <a:rPr spc="-100" dirty="0"/>
              <a:t>C</a:t>
            </a:r>
            <a:r>
              <a:rPr spc="-95" dirty="0"/>
              <a:t>om</a:t>
            </a:r>
            <a:r>
              <a:rPr spc="-105" dirty="0"/>
              <a:t>m</a:t>
            </a:r>
            <a:r>
              <a:rPr spc="-100" dirty="0"/>
              <a:t>uni</a:t>
            </a:r>
            <a:r>
              <a:rPr spc="-110" dirty="0"/>
              <a:t>c</a:t>
            </a:r>
            <a:r>
              <a:rPr spc="-105" dirty="0"/>
              <a:t>a</a:t>
            </a:r>
            <a:r>
              <a:rPr spc="-114" dirty="0"/>
              <a:t>t</a:t>
            </a:r>
            <a:r>
              <a:rPr spc="-100" dirty="0"/>
              <a:t>i</a:t>
            </a:r>
            <a:r>
              <a:rPr spc="-105" dirty="0"/>
              <a:t>o</a:t>
            </a:r>
            <a:r>
              <a:rPr dirty="0"/>
              <a:t>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12645" y="571322"/>
            <a:ext cx="79813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D</a:t>
            </a:r>
            <a:r>
              <a:rPr spc="-95" dirty="0"/>
              <a:t>a</a:t>
            </a:r>
            <a:r>
              <a:rPr spc="-105" dirty="0"/>
              <a:t>t</a:t>
            </a:r>
            <a:r>
              <a:rPr dirty="0"/>
              <a:t>a</a:t>
            </a:r>
            <a:r>
              <a:rPr spc="-235" dirty="0"/>
              <a:t> </a:t>
            </a:r>
            <a:r>
              <a:rPr spc="-100" dirty="0"/>
              <a:t>c</a:t>
            </a:r>
            <a:r>
              <a:rPr spc="-95" dirty="0"/>
              <a:t>om</a:t>
            </a:r>
            <a:r>
              <a:rPr spc="-105" dirty="0"/>
              <a:t>m</a:t>
            </a:r>
            <a:r>
              <a:rPr spc="-100" dirty="0"/>
              <a:t>un</a:t>
            </a:r>
            <a:r>
              <a:rPr spc="-110" dirty="0"/>
              <a:t>i</a:t>
            </a:r>
            <a:r>
              <a:rPr spc="-100" dirty="0"/>
              <a:t>c</a:t>
            </a:r>
            <a:r>
              <a:rPr spc="-105" dirty="0"/>
              <a:t>a</a:t>
            </a:r>
            <a:r>
              <a:rPr spc="-114" dirty="0"/>
              <a:t>t</a:t>
            </a:r>
            <a:r>
              <a:rPr spc="-100" dirty="0"/>
              <a:t>i</a:t>
            </a:r>
            <a:r>
              <a:rPr spc="-105" dirty="0"/>
              <a:t>o</a:t>
            </a:r>
            <a:r>
              <a:rPr spc="-100" dirty="0"/>
              <a:t>n</a:t>
            </a:r>
            <a:r>
              <a:rPr dirty="0"/>
              <a:t>:</a:t>
            </a:r>
            <a:r>
              <a:rPr spc="-240" dirty="0"/>
              <a:t> </a:t>
            </a:r>
            <a:r>
              <a:rPr spc="-100" dirty="0"/>
              <a:t>C</a:t>
            </a:r>
            <a:r>
              <a:rPr spc="-95" dirty="0"/>
              <a:t>om</a:t>
            </a:r>
            <a:r>
              <a:rPr spc="-100" dirty="0"/>
              <a:t>p</a:t>
            </a:r>
            <a:r>
              <a:rPr spc="-105" dirty="0"/>
              <a:t>o</a:t>
            </a:r>
            <a:r>
              <a:rPr spc="-114" dirty="0"/>
              <a:t>n</a:t>
            </a:r>
            <a:r>
              <a:rPr spc="-100" dirty="0"/>
              <a:t>e</a:t>
            </a:r>
            <a:r>
              <a:rPr spc="-114" dirty="0"/>
              <a:t>n</a:t>
            </a:r>
            <a:r>
              <a:rPr spc="-105" dirty="0"/>
              <a:t>t</a:t>
            </a:r>
            <a:r>
              <a:rPr dirty="0"/>
              <a:t>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1992" y="4605528"/>
            <a:ext cx="7065264" cy="1825752"/>
          </a:xfrm>
          <a:prstGeom prst="rect">
            <a:avLst/>
          </a:prstGeom>
        </p:spPr>
      </p:pic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7A19F33A-B470-BBC4-D170-F88DA8C32A8B}"/>
              </a:ext>
            </a:extLst>
          </p:cNvPr>
          <p:cNvGraphicFramePr/>
          <p:nvPr/>
        </p:nvGraphicFramePr>
        <p:xfrm>
          <a:off x="535940" y="1691386"/>
          <a:ext cx="9331325" cy="25723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417472"/>
            <a:ext cx="10376535" cy="324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Network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 nothing,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connection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made</a:t>
            </a:r>
            <a:r>
              <a:rPr sz="2800" dirty="0">
                <a:latin typeface="Times New Roman"/>
                <a:cs typeface="Times New Roman"/>
              </a:rPr>
              <a:t> through</a:t>
            </a:r>
            <a:r>
              <a:rPr sz="2800" spc="-5" dirty="0">
                <a:latin typeface="Times New Roman"/>
                <a:cs typeface="Times New Roman"/>
              </a:rPr>
              <a:t> connection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links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between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two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more</a:t>
            </a:r>
            <a:r>
              <a:rPr sz="2800" spc="-5" dirty="0">
                <a:latin typeface="Times New Roman"/>
                <a:cs typeface="Times New Roman"/>
              </a:rPr>
              <a:t> devices.</a:t>
            </a:r>
            <a:endParaRPr sz="2800">
              <a:latin typeface="Times New Roman"/>
              <a:cs typeface="Times New Roman"/>
            </a:endParaRPr>
          </a:p>
          <a:p>
            <a:pPr marL="295275" indent="-283210">
              <a:lnSpc>
                <a:spcPct val="100000"/>
              </a:lnSpc>
              <a:spcBef>
                <a:spcPts val="218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There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 two ways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connect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712470" lvl="1" indent="-243204">
              <a:lnSpc>
                <a:spcPct val="100000"/>
              </a:lnSpc>
              <a:spcBef>
                <a:spcPts val="2030"/>
              </a:spcBef>
              <a:buSzPct val="95833"/>
              <a:buFont typeface="Wingdings"/>
              <a:buChar char=""/>
              <a:tabLst>
                <a:tab pos="713105" algn="l"/>
              </a:tabLst>
            </a:pPr>
            <a:r>
              <a:rPr sz="2400" dirty="0">
                <a:latin typeface="Times New Roman"/>
                <a:cs typeface="Times New Roman"/>
              </a:rPr>
              <a:t>Point-to-Point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dedicated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connection</a:t>
            </a:r>
            <a:endParaRPr sz="2400">
              <a:latin typeface="Times New Roman"/>
              <a:cs typeface="Times New Roman"/>
            </a:endParaRPr>
          </a:p>
          <a:p>
            <a:pPr marL="712470" lvl="1" indent="-243204">
              <a:lnSpc>
                <a:spcPct val="100000"/>
              </a:lnSpc>
              <a:spcBef>
                <a:spcPts val="1945"/>
              </a:spcBef>
              <a:buSzPct val="95833"/>
              <a:buFont typeface="Wingdings"/>
              <a:buChar char=""/>
              <a:tabLst>
                <a:tab pos="713105" algn="l"/>
              </a:tabLst>
            </a:pPr>
            <a:r>
              <a:rPr sz="2400" dirty="0">
                <a:latin typeface="Times New Roman"/>
                <a:cs typeface="Times New Roman"/>
              </a:rPr>
              <a:t>Multipoint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shared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26229" y="571322"/>
            <a:ext cx="39522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C</a:t>
            </a:r>
            <a:r>
              <a:rPr spc="-95" dirty="0"/>
              <a:t>o</a:t>
            </a:r>
            <a:r>
              <a:rPr spc="-100" dirty="0"/>
              <a:t>nne</a:t>
            </a:r>
            <a:r>
              <a:rPr spc="-110" dirty="0"/>
              <a:t>c</a:t>
            </a:r>
            <a:r>
              <a:rPr spc="-105" dirty="0"/>
              <a:t>t</a:t>
            </a:r>
            <a:r>
              <a:rPr spc="-100" dirty="0"/>
              <a:t>i</a:t>
            </a:r>
            <a:r>
              <a:rPr spc="-105" dirty="0"/>
              <a:t>o</a:t>
            </a:r>
            <a:r>
              <a:rPr dirty="0"/>
              <a:t>n</a:t>
            </a:r>
            <a:r>
              <a:rPr spc="-240" dirty="0"/>
              <a:t> </a:t>
            </a:r>
            <a:r>
              <a:rPr spc="-105" dirty="0"/>
              <a:t>t</a:t>
            </a:r>
            <a:r>
              <a:rPr spc="-95" dirty="0"/>
              <a:t>y</a:t>
            </a:r>
            <a:r>
              <a:rPr spc="-100" dirty="0"/>
              <a:t>pe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35732" y="571322"/>
            <a:ext cx="73336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C</a:t>
            </a:r>
            <a:r>
              <a:rPr spc="-95" dirty="0"/>
              <a:t>o</a:t>
            </a:r>
            <a:r>
              <a:rPr spc="-100" dirty="0"/>
              <a:t>nne</a:t>
            </a:r>
            <a:r>
              <a:rPr spc="-110" dirty="0"/>
              <a:t>c</a:t>
            </a:r>
            <a:r>
              <a:rPr spc="-105" dirty="0"/>
              <a:t>t</a:t>
            </a:r>
            <a:r>
              <a:rPr spc="-100" dirty="0"/>
              <a:t>i</a:t>
            </a:r>
            <a:r>
              <a:rPr spc="-105" dirty="0"/>
              <a:t>o</a:t>
            </a:r>
            <a:r>
              <a:rPr dirty="0"/>
              <a:t>n</a:t>
            </a:r>
            <a:r>
              <a:rPr spc="-240" dirty="0"/>
              <a:t> </a:t>
            </a:r>
            <a:r>
              <a:rPr spc="-105" dirty="0"/>
              <a:t>t</a:t>
            </a:r>
            <a:r>
              <a:rPr spc="-95" dirty="0"/>
              <a:t>y</a:t>
            </a:r>
            <a:r>
              <a:rPr spc="-100" dirty="0"/>
              <a:t>pe</a:t>
            </a:r>
            <a:r>
              <a:rPr spc="-95" dirty="0"/>
              <a:t>s</a:t>
            </a:r>
            <a:r>
              <a:rPr dirty="0"/>
              <a:t>:</a:t>
            </a:r>
            <a:r>
              <a:rPr spc="-240" dirty="0"/>
              <a:t> </a:t>
            </a:r>
            <a:r>
              <a:rPr spc="-105" dirty="0"/>
              <a:t>P</a:t>
            </a:r>
            <a:r>
              <a:rPr spc="-95" dirty="0"/>
              <a:t>o</a:t>
            </a:r>
            <a:r>
              <a:rPr spc="-100" dirty="0"/>
              <a:t>in</a:t>
            </a:r>
            <a:r>
              <a:rPr dirty="0"/>
              <a:t>t</a:t>
            </a:r>
            <a:r>
              <a:rPr spc="-229" dirty="0"/>
              <a:t> </a:t>
            </a:r>
            <a:r>
              <a:rPr spc="-105" dirty="0"/>
              <a:t>t</a:t>
            </a:r>
            <a:r>
              <a:rPr dirty="0"/>
              <a:t>o</a:t>
            </a:r>
            <a:r>
              <a:rPr spc="-220" dirty="0"/>
              <a:t> </a:t>
            </a:r>
            <a:r>
              <a:rPr spc="-100" dirty="0"/>
              <a:t>p</a:t>
            </a:r>
            <a:r>
              <a:rPr spc="-95" dirty="0"/>
              <a:t>o</a:t>
            </a:r>
            <a:r>
              <a:rPr spc="-100" dirty="0"/>
              <a:t>in</a:t>
            </a:r>
            <a:r>
              <a:rPr dirty="0"/>
              <a:t>t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6619" y="3531377"/>
            <a:ext cx="5334656" cy="121862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2207" y="5285230"/>
            <a:ext cx="5439113" cy="1104899"/>
          </a:xfrm>
          <a:prstGeom prst="rect">
            <a:avLst/>
          </a:prstGeom>
        </p:spPr>
      </p:pic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99FC7B64-9B7C-38A7-1CD1-AE5330F2799D}"/>
              </a:ext>
            </a:extLst>
          </p:cNvPr>
          <p:cNvGraphicFramePr/>
          <p:nvPr/>
        </p:nvGraphicFramePr>
        <p:xfrm>
          <a:off x="535940" y="1631442"/>
          <a:ext cx="10625455" cy="17964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31442"/>
            <a:ext cx="101841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link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shared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space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shared,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or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</a:t>
            </a:r>
            <a:r>
              <a:rPr sz="2800" spc="-5" dirty="0">
                <a:latin typeface="Times New Roman"/>
                <a:cs typeface="Times New Roman"/>
              </a:rPr>
              <a:t> shared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etween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many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49676" y="571322"/>
            <a:ext cx="67036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C</a:t>
            </a:r>
            <a:r>
              <a:rPr spc="-95" dirty="0"/>
              <a:t>o</a:t>
            </a:r>
            <a:r>
              <a:rPr spc="-100" dirty="0"/>
              <a:t>nne</a:t>
            </a:r>
            <a:r>
              <a:rPr spc="-110" dirty="0"/>
              <a:t>c</a:t>
            </a:r>
            <a:r>
              <a:rPr spc="-105" dirty="0"/>
              <a:t>t</a:t>
            </a:r>
            <a:r>
              <a:rPr spc="-100" dirty="0"/>
              <a:t>i</a:t>
            </a:r>
            <a:r>
              <a:rPr spc="-105" dirty="0"/>
              <a:t>o</a:t>
            </a:r>
            <a:r>
              <a:rPr dirty="0"/>
              <a:t>n</a:t>
            </a:r>
            <a:r>
              <a:rPr spc="-240" dirty="0"/>
              <a:t> </a:t>
            </a:r>
            <a:r>
              <a:rPr spc="-105" dirty="0"/>
              <a:t>t</a:t>
            </a:r>
            <a:r>
              <a:rPr spc="-95" dirty="0"/>
              <a:t>y</a:t>
            </a:r>
            <a:r>
              <a:rPr spc="-100" dirty="0"/>
              <a:t>pe</a:t>
            </a:r>
            <a:r>
              <a:rPr spc="-95" dirty="0"/>
              <a:t>s</a:t>
            </a:r>
            <a:r>
              <a:rPr dirty="0"/>
              <a:t>:</a:t>
            </a:r>
            <a:r>
              <a:rPr spc="-240" dirty="0"/>
              <a:t> </a:t>
            </a:r>
            <a:r>
              <a:rPr spc="-105" dirty="0"/>
              <a:t>M</a:t>
            </a:r>
            <a:r>
              <a:rPr spc="-100" dirty="0"/>
              <a:t>ul</a:t>
            </a:r>
            <a:r>
              <a:rPr spc="-105" dirty="0"/>
              <a:t>t</a:t>
            </a:r>
            <a:r>
              <a:rPr spc="-100" dirty="0"/>
              <a:t>ip</a:t>
            </a:r>
            <a:r>
              <a:rPr spc="-95" dirty="0"/>
              <a:t>o</a:t>
            </a:r>
            <a:r>
              <a:rPr spc="-110" dirty="0"/>
              <a:t>i</a:t>
            </a:r>
            <a:r>
              <a:rPr spc="-100" dirty="0"/>
              <a:t>n</a:t>
            </a:r>
            <a:r>
              <a:rPr dirty="0"/>
              <a:t>t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3144" y="3077310"/>
            <a:ext cx="4810455" cy="26856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417472"/>
            <a:ext cx="11043285" cy="2010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15" dirty="0">
                <a:latin typeface="Times New Roman"/>
                <a:cs typeface="Times New Roman"/>
              </a:rPr>
              <a:t>Transmission</a:t>
            </a:r>
            <a:r>
              <a:rPr sz="2800" spc="-5" dirty="0">
                <a:latin typeface="Times New Roman"/>
                <a:cs typeface="Times New Roman"/>
              </a:rPr>
              <a:t> mode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refers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 mechanism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transferring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between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two devices connected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over 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network.</a:t>
            </a:r>
            <a:endParaRPr sz="2800">
              <a:latin typeface="Times New Roman"/>
              <a:cs typeface="Times New Roman"/>
            </a:endParaRPr>
          </a:p>
          <a:p>
            <a:pPr marL="295275" indent="-283210">
              <a:lnSpc>
                <a:spcPct val="100000"/>
              </a:lnSpc>
              <a:spcBef>
                <a:spcPts val="218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These modes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direct</a:t>
            </a:r>
            <a:r>
              <a:rPr sz="2800" dirty="0">
                <a:latin typeface="Times New Roman"/>
                <a:cs typeface="Times New Roman"/>
              </a:rPr>
              <a:t> 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direction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flow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information.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39134" y="571322"/>
            <a:ext cx="47256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20" dirty="0"/>
              <a:t>T</a:t>
            </a:r>
            <a:r>
              <a:rPr spc="-100" dirty="0"/>
              <a:t>r</a:t>
            </a:r>
            <a:r>
              <a:rPr spc="-95" dirty="0"/>
              <a:t>a</a:t>
            </a:r>
            <a:r>
              <a:rPr spc="-100" dirty="0"/>
              <a:t>n</a:t>
            </a:r>
            <a:r>
              <a:rPr spc="-95" dirty="0"/>
              <a:t>s</a:t>
            </a:r>
            <a:r>
              <a:rPr spc="-110" dirty="0"/>
              <a:t>mi</a:t>
            </a:r>
            <a:r>
              <a:rPr spc="-95" dirty="0"/>
              <a:t>s</a:t>
            </a:r>
            <a:r>
              <a:rPr spc="-110" dirty="0"/>
              <a:t>s</a:t>
            </a:r>
            <a:r>
              <a:rPr spc="-100" dirty="0"/>
              <a:t>i</a:t>
            </a:r>
            <a:r>
              <a:rPr spc="-105" dirty="0"/>
              <a:t>o</a:t>
            </a:r>
            <a:r>
              <a:rPr dirty="0"/>
              <a:t>n</a:t>
            </a:r>
            <a:r>
              <a:rPr spc="-240" dirty="0"/>
              <a:t> </a:t>
            </a:r>
            <a:r>
              <a:rPr spc="-105" dirty="0"/>
              <a:t>M</a:t>
            </a:r>
            <a:r>
              <a:rPr spc="-95" dirty="0"/>
              <a:t>o</a:t>
            </a:r>
            <a:r>
              <a:rPr spc="-100" dirty="0"/>
              <a:t>de</a:t>
            </a:r>
            <a:r>
              <a:rPr dirty="0"/>
              <a:t>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0052" y="4177987"/>
            <a:ext cx="6116483" cy="17116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2443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C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39134" y="571322"/>
            <a:ext cx="47256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20" dirty="0"/>
              <a:t>T</a:t>
            </a:r>
            <a:r>
              <a:rPr spc="-100" dirty="0"/>
              <a:t>r</a:t>
            </a:r>
            <a:r>
              <a:rPr spc="-95" dirty="0"/>
              <a:t>a</a:t>
            </a:r>
            <a:r>
              <a:rPr spc="-100" dirty="0"/>
              <a:t>n</a:t>
            </a:r>
            <a:r>
              <a:rPr spc="-95" dirty="0"/>
              <a:t>s</a:t>
            </a:r>
            <a:r>
              <a:rPr spc="-110" dirty="0"/>
              <a:t>mi</a:t>
            </a:r>
            <a:r>
              <a:rPr spc="-95" dirty="0"/>
              <a:t>s</a:t>
            </a:r>
            <a:r>
              <a:rPr spc="-110" dirty="0"/>
              <a:t>s</a:t>
            </a:r>
            <a:r>
              <a:rPr spc="-100" dirty="0"/>
              <a:t>i</a:t>
            </a:r>
            <a:r>
              <a:rPr spc="-105" dirty="0"/>
              <a:t>o</a:t>
            </a:r>
            <a:r>
              <a:rPr dirty="0"/>
              <a:t>n</a:t>
            </a:r>
            <a:r>
              <a:rPr spc="-240" dirty="0"/>
              <a:t> </a:t>
            </a:r>
            <a:r>
              <a:rPr spc="-105" dirty="0"/>
              <a:t>M</a:t>
            </a:r>
            <a:r>
              <a:rPr spc="-95" dirty="0"/>
              <a:t>o</a:t>
            </a:r>
            <a:r>
              <a:rPr spc="-100" dirty="0"/>
              <a:t>de</a:t>
            </a:r>
            <a:r>
              <a:rPr dirty="0"/>
              <a:t>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1197" y="2122784"/>
            <a:ext cx="5849411" cy="73393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523" y="3316999"/>
            <a:ext cx="11238230" cy="1420495"/>
            <a:chOff x="1523" y="3316999"/>
            <a:chExt cx="11238230" cy="142049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3170" y="3316999"/>
              <a:ext cx="6506316" cy="14202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23" y="3941063"/>
              <a:ext cx="4758055" cy="368935"/>
            </a:xfrm>
            <a:custGeom>
              <a:avLst/>
              <a:gdLst/>
              <a:ahLst/>
              <a:cxnLst/>
              <a:rect l="l" t="t" r="r" b="b"/>
              <a:pathLst>
                <a:path w="4758055" h="368935">
                  <a:moveTo>
                    <a:pt x="4757928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4757928" y="368807"/>
                  </a:lnTo>
                  <a:lnTo>
                    <a:pt x="475792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0" y="5252465"/>
            <a:ext cx="11326495" cy="1181100"/>
            <a:chOff x="0" y="5252465"/>
            <a:chExt cx="11326495" cy="11811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77387" y="5252465"/>
              <a:ext cx="6648723" cy="11811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0" y="5786627"/>
              <a:ext cx="4756785" cy="368935"/>
            </a:xfrm>
            <a:custGeom>
              <a:avLst/>
              <a:gdLst/>
              <a:ahLst/>
              <a:cxnLst/>
              <a:rect l="l" t="t" r="r" b="b"/>
              <a:pathLst>
                <a:path w="4756785" h="368935">
                  <a:moveTo>
                    <a:pt x="4756404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4756404" y="368808"/>
                  </a:lnTo>
                  <a:lnTo>
                    <a:pt x="4756404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8739" y="5203012"/>
            <a:ext cx="4286885" cy="903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91310" indent="-283845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1591945" algn="l"/>
              </a:tabLst>
            </a:pPr>
            <a:r>
              <a:rPr sz="2800" dirty="0">
                <a:latin typeface="Times New Roman"/>
                <a:cs typeface="Times New Roman"/>
              </a:rPr>
              <a:t>Full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Duplex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mode: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E.g.</a:t>
            </a:r>
            <a:r>
              <a:rPr sz="18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02429"/>
                </a:solidFill>
                <a:latin typeface="Calibri"/>
                <a:cs typeface="Calibri"/>
              </a:rPr>
              <a:t>telephone</a:t>
            </a:r>
            <a:r>
              <a:rPr sz="1800" spc="20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02429"/>
                </a:solidFill>
                <a:latin typeface="Calibri"/>
                <a:cs typeface="Calibri"/>
              </a:rPr>
              <a:t>network,</a:t>
            </a:r>
            <a:r>
              <a:rPr sz="1800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02429"/>
                </a:solidFill>
                <a:latin typeface="Calibri"/>
                <a:cs typeface="Calibri"/>
              </a:rPr>
              <a:t>skype,</a:t>
            </a:r>
            <a:r>
              <a:rPr sz="1800" spc="-10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02429"/>
                </a:solidFill>
                <a:latin typeface="Calibri"/>
                <a:cs typeface="Calibri"/>
              </a:rPr>
              <a:t>video</a:t>
            </a:r>
            <a:r>
              <a:rPr sz="1800" spc="10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02429"/>
                </a:solidFill>
                <a:latin typeface="Calibri"/>
                <a:cs typeface="Calibri"/>
              </a:rPr>
              <a:t>call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2333244"/>
            <a:ext cx="4756785" cy="646430"/>
          </a:xfrm>
          <a:custGeom>
            <a:avLst/>
            <a:gdLst/>
            <a:ahLst/>
            <a:cxnLst/>
            <a:rect l="l" t="t" r="r" b="b"/>
            <a:pathLst>
              <a:path w="4756785" h="646430">
                <a:moveTo>
                  <a:pt x="4756404" y="0"/>
                </a:moveTo>
                <a:lnTo>
                  <a:pt x="0" y="0"/>
                </a:lnTo>
                <a:lnTo>
                  <a:pt x="0" y="646176"/>
                </a:lnTo>
                <a:lnTo>
                  <a:pt x="4756404" y="646176"/>
                </a:lnTo>
                <a:lnTo>
                  <a:pt x="4756404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8739" y="1685289"/>
            <a:ext cx="4575810" cy="257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90675" indent="-28321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1591310" algn="l"/>
              </a:tabLst>
            </a:pPr>
            <a:r>
              <a:rPr sz="2800" spc="-5" dirty="0">
                <a:latin typeface="Times New Roman"/>
                <a:cs typeface="Times New Roman"/>
              </a:rPr>
              <a:t>Simplex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mode:</a:t>
            </a:r>
            <a:endParaRPr sz="2800">
              <a:latin typeface="Times New Roman"/>
              <a:cs typeface="Times New Roman"/>
            </a:endParaRPr>
          </a:p>
          <a:p>
            <a:pPr marL="12700" marR="454025">
              <a:lnSpc>
                <a:spcPct val="100000"/>
              </a:lnSpc>
              <a:spcBef>
                <a:spcPts val="1945"/>
              </a:spcBef>
            </a:pP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E.g. loudspeakers, television broadcasting, </a:t>
            </a:r>
            <a:r>
              <a:rPr sz="1800" spc="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television</a:t>
            </a:r>
            <a:r>
              <a:rPr sz="18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and</a:t>
            </a:r>
            <a:r>
              <a:rPr sz="18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remote,</a:t>
            </a:r>
            <a:r>
              <a:rPr sz="18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keyboard</a:t>
            </a:r>
            <a:r>
              <a:rPr sz="18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and</a:t>
            </a:r>
            <a:r>
              <a:rPr sz="1800" spc="-5" dirty="0">
                <a:solidFill>
                  <a:srgbClr val="202429"/>
                </a:solidFill>
                <a:latin typeface="Times New Roman"/>
                <a:cs typeface="Times New Roman"/>
              </a:rPr>
              <a:t> monitor</a:t>
            </a:r>
            <a:endParaRPr sz="1800">
              <a:latin typeface="Times New Roman"/>
              <a:cs typeface="Times New Roman"/>
            </a:endParaRPr>
          </a:p>
          <a:p>
            <a:pPr marL="1590675" lvl="1" indent="-283210">
              <a:lnSpc>
                <a:spcPct val="100000"/>
              </a:lnSpc>
              <a:spcBef>
                <a:spcPts val="1455"/>
              </a:spcBef>
              <a:buSzPct val="96428"/>
              <a:buFont typeface="Wingdings"/>
              <a:buChar char=""/>
              <a:tabLst>
                <a:tab pos="1591310" algn="l"/>
              </a:tabLst>
            </a:pPr>
            <a:r>
              <a:rPr sz="2800" spc="-5" dirty="0">
                <a:latin typeface="Times New Roman"/>
                <a:cs typeface="Times New Roman"/>
              </a:rPr>
              <a:t>Half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Duplex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mode: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</a:pP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E.g.</a:t>
            </a:r>
            <a:r>
              <a:rPr sz="18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02429"/>
                </a:solidFill>
                <a:latin typeface="Calibri"/>
                <a:cs typeface="Calibri"/>
              </a:rPr>
              <a:t>walkie-</a:t>
            </a:r>
            <a:r>
              <a:rPr sz="1800" spc="15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02429"/>
                </a:solidFill>
                <a:latin typeface="Calibri"/>
                <a:cs typeface="Calibri"/>
              </a:rPr>
              <a:t>talkie,</a:t>
            </a:r>
            <a:r>
              <a:rPr sz="1800" spc="25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202429"/>
                </a:solidFill>
                <a:latin typeface="Calibri"/>
                <a:cs typeface="Calibri"/>
              </a:rPr>
              <a:t>workstation</a:t>
            </a:r>
            <a:r>
              <a:rPr sz="1800" spc="5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202429"/>
                </a:solidFill>
                <a:latin typeface="Calibri"/>
                <a:cs typeface="Calibri"/>
              </a:rPr>
              <a:t>data</a:t>
            </a:r>
            <a:r>
              <a:rPr sz="1800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02429"/>
                </a:solidFill>
                <a:latin typeface="Calibri"/>
                <a:cs typeface="Calibri"/>
              </a:rPr>
              <a:t>transmission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983993"/>
            <a:ext cx="9616440" cy="1156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function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media</a:t>
            </a:r>
            <a:r>
              <a:rPr sz="2800" dirty="0">
                <a:latin typeface="Times New Roman"/>
                <a:cs typeface="Times New Roman"/>
              </a:rPr>
              <a:t> is</a:t>
            </a:r>
            <a:r>
              <a:rPr sz="2800" spc="-5" dirty="0">
                <a:latin typeface="Times New Roman"/>
                <a:cs typeface="Times New Roman"/>
              </a:rPr>
              <a:t> to carry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information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5" dirty="0">
                <a:latin typeface="Times New Roman"/>
                <a:cs typeface="Times New Roman"/>
              </a:rPr>
              <a:t> 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LAN.</a:t>
            </a:r>
            <a:endParaRPr sz="2800">
              <a:latin typeface="Times New Roman"/>
              <a:cs typeface="Times New Roman"/>
            </a:endParaRPr>
          </a:p>
          <a:p>
            <a:pPr marL="295275" indent="-283210">
              <a:lnSpc>
                <a:spcPct val="100000"/>
              </a:lnSpc>
              <a:spcBef>
                <a:spcPts val="218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5" dirty="0">
                <a:latin typeface="Times New Roman"/>
                <a:cs typeface="Times New Roman"/>
              </a:rPr>
              <a:t>Following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types: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71138" y="571322"/>
            <a:ext cx="46628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20" dirty="0"/>
              <a:t>T</a:t>
            </a:r>
            <a:r>
              <a:rPr spc="-100" dirty="0"/>
              <a:t>r</a:t>
            </a:r>
            <a:r>
              <a:rPr spc="-95" dirty="0"/>
              <a:t>a</a:t>
            </a:r>
            <a:r>
              <a:rPr spc="-100" dirty="0"/>
              <a:t>n</a:t>
            </a:r>
            <a:r>
              <a:rPr spc="-95" dirty="0"/>
              <a:t>s</a:t>
            </a:r>
            <a:r>
              <a:rPr spc="-110" dirty="0"/>
              <a:t>mi</a:t>
            </a:r>
            <a:r>
              <a:rPr spc="-95" dirty="0"/>
              <a:t>s</a:t>
            </a:r>
            <a:r>
              <a:rPr spc="-110" dirty="0"/>
              <a:t>s</a:t>
            </a:r>
            <a:r>
              <a:rPr spc="-100" dirty="0"/>
              <a:t>i</a:t>
            </a:r>
            <a:r>
              <a:rPr spc="-105" dirty="0"/>
              <a:t>o</a:t>
            </a:r>
            <a:r>
              <a:rPr dirty="0"/>
              <a:t>n</a:t>
            </a:r>
            <a:r>
              <a:rPr spc="-240" dirty="0"/>
              <a:t> </a:t>
            </a:r>
            <a:r>
              <a:rPr spc="-105" dirty="0"/>
              <a:t>M</a:t>
            </a:r>
            <a:r>
              <a:rPr spc="-100" dirty="0"/>
              <a:t>edi</a:t>
            </a:r>
            <a:r>
              <a:rPr dirty="0"/>
              <a:t>a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30167" y="2471927"/>
            <a:ext cx="8433816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769643"/>
            <a:ext cx="11577955" cy="3993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100"/>
              </a:lnSpc>
              <a:spcBef>
                <a:spcPts val="100"/>
              </a:spcBef>
              <a:buSzPct val="96428"/>
              <a:buFont typeface="Wingdings"/>
              <a:buChar char=""/>
              <a:tabLst>
                <a:tab pos="295910" algn="l"/>
                <a:tab pos="724535" algn="l"/>
                <a:tab pos="1768475" algn="l"/>
                <a:tab pos="3322954" algn="l"/>
                <a:tab pos="4307840" algn="l"/>
                <a:tab pos="5467350" algn="l"/>
                <a:tab pos="6528434" algn="l"/>
                <a:tab pos="6959600" algn="l"/>
                <a:tab pos="8298180" algn="l"/>
                <a:tab pos="9004935" algn="l"/>
                <a:tab pos="10579735" algn="l"/>
                <a:tab pos="11129645" algn="l"/>
              </a:tabLst>
            </a:pP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si</a:t>
            </a:r>
            <a:r>
              <a:rPr sz="2800" spc="5" dirty="0">
                <a:latin typeface="Times New Roman"/>
                <a:cs typeface="Times New Roman"/>
              </a:rPr>
              <a:t>g</a:t>
            </a:r>
            <a:r>
              <a:rPr sz="2800" spc="-5" dirty="0">
                <a:latin typeface="Times New Roman"/>
                <a:cs typeface="Times New Roman"/>
              </a:rPr>
              <a:t>nal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travelling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alo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gu</a:t>
            </a:r>
            <a:r>
              <a:rPr sz="2800" spc="-15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ded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ed</a:t>
            </a:r>
            <a:r>
              <a:rPr sz="2800" spc="5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d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rect</a:t>
            </a:r>
            <a:r>
              <a:rPr sz="2800" spc="-15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con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ned</a:t>
            </a:r>
            <a:r>
              <a:rPr sz="2800" dirty="0">
                <a:latin typeface="Times New Roman"/>
                <a:cs typeface="Times New Roman"/>
              </a:rPr>
              <a:t>	b</a:t>
            </a:r>
            <a:r>
              <a:rPr sz="2800" spc="-5" dirty="0">
                <a:latin typeface="Times New Roman"/>
                <a:cs typeface="Times New Roman"/>
              </a:rPr>
              <a:t>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h</a:t>
            </a:r>
            <a:r>
              <a:rPr sz="2800" spc="-5" dirty="0">
                <a:latin typeface="Times New Roman"/>
                <a:cs typeface="Times New Roman"/>
              </a:rPr>
              <a:t>e  physical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limits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the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medium.</a:t>
            </a:r>
            <a:endParaRPr sz="2800">
              <a:latin typeface="Times New Roman"/>
              <a:cs typeface="Times New Roman"/>
            </a:endParaRPr>
          </a:p>
          <a:p>
            <a:pPr marL="241300" marR="43815" indent="-228600">
              <a:lnSpc>
                <a:spcPct val="150000"/>
              </a:lnSpc>
              <a:spcBef>
                <a:spcPts val="50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b="1" spc="-25" dirty="0">
                <a:latin typeface="Times New Roman"/>
                <a:cs typeface="Times New Roman"/>
              </a:rPr>
              <a:t>Twisted-pair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and</a:t>
            </a:r>
            <a:r>
              <a:rPr sz="2800" b="1" spc="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coaxial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cable</a:t>
            </a:r>
            <a:r>
              <a:rPr sz="2800" b="1" spc="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metallic</a:t>
            </a:r>
            <a:r>
              <a:rPr sz="2800" b="1" spc="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(copper)</a:t>
            </a:r>
            <a:r>
              <a:rPr sz="2800" b="1" spc="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conductors</a:t>
            </a:r>
            <a:r>
              <a:rPr sz="2800" b="1" spc="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accept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 transport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signals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form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electric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current.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490"/>
              </a:spcBef>
              <a:buSzPct val="96428"/>
              <a:buFont typeface="Wingdings"/>
              <a:buChar char=""/>
              <a:tabLst>
                <a:tab pos="295910" algn="l"/>
                <a:tab pos="1570355" algn="l"/>
                <a:tab pos="2441575" algn="l"/>
                <a:tab pos="2828925" algn="l"/>
                <a:tab pos="3135630" algn="l"/>
                <a:tab pos="4033520" algn="l"/>
                <a:tab pos="4712970" algn="l"/>
                <a:tab pos="5906770" algn="l"/>
                <a:tab pos="6567805" algn="l"/>
                <a:tab pos="8119745" algn="l"/>
                <a:tab pos="9294495" algn="l"/>
                <a:tab pos="9741535" algn="l"/>
                <a:tab pos="10365105" algn="l"/>
                <a:tab pos="11264265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Opt</a:t>
            </a:r>
            <a:r>
              <a:rPr sz="2800" b="1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Times New Roman"/>
                <a:cs typeface="Times New Roman"/>
              </a:rPr>
              <a:t>cal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5" dirty="0">
                <a:latin typeface="Times New Roman"/>
                <a:cs typeface="Times New Roman"/>
              </a:rPr>
              <a:t>fiber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c</a:t>
            </a:r>
            <a:r>
              <a:rPr sz="2800" spc="-2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b</a:t>
            </a:r>
            <a:r>
              <a:rPr sz="2800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h</a:t>
            </a:r>
            <a:r>
              <a:rPr sz="2800" spc="-25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Times New Roman"/>
                <a:cs typeface="Times New Roman"/>
              </a:rPr>
              <a:t>c</a:t>
            </a:r>
            <a:r>
              <a:rPr sz="2800" spc="-2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5" dirty="0">
                <a:latin typeface="Times New Roman"/>
                <a:cs typeface="Times New Roman"/>
              </a:rPr>
              <a:t>an</a:t>
            </a:r>
            <a:r>
              <a:rPr sz="2800" spc="-5" dirty="0">
                <a:latin typeface="Times New Roman"/>
                <a:cs typeface="Times New Roman"/>
              </a:rPr>
              <a:t>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transp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rts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b="1" spc="-5" dirty="0">
                <a:latin typeface="Times New Roman"/>
                <a:cs typeface="Times New Roman"/>
              </a:rPr>
              <a:t>sign</a:t>
            </a:r>
            <a:r>
              <a:rPr sz="2800" b="1" dirty="0">
                <a:latin typeface="Times New Roman"/>
                <a:cs typeface="Times New Roman"/>
              </a:rPr>
              <a:t>a</a:t>
            </a:r>
            <a:r>
              <a:rPr sz="2800" b="1" spc="-15" dirty="0">
                <a:latin typeface="Times New Roman"/>
                <a:cs typeface="Times New Roman"/>
              </a:rPr>
              <a:t>l</a:t>
            </a:r>
            <a:r>
              <a:rPr sz="2800" b="1" spc="-5" dirty="0">
                <a:latin typeface="Times New Roman"/>
                <a:cs typeface="Times New Roman"/>
              </a:rPr>
              <a:t>s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5" dirty="0">
                <a:latin typeface="Times New Roman"/>
                <a:cs typeface="Times New Roman"/>
              </a:rPr>
              <a:t>in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5" dirty="0">
                <a:latin typeface="Times New Roman"/>
                <a:cs typeface="Times New Roman"/>
              </a:rPr>
              <a:t>the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5" dirty="0">
                <a:latin typeface="Times New Roman"/>
                <a:cs typeface="Times New Roman"/>
              </a:rPr>
              <a:t>f</a:t>
            </a:r>
            <a:r>
              <a:rPr sz="2800" b="1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rm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10" dirty="0">
                <a:latin typeface="Times New Roman"/>
                <a:cs typeface="Times New Roman"/>
              </a:rPr>
              <a:t>of  </a:t>
            </a:r>
            <a:r>
              <a:rPr sz="2800" b="1" dirty="0">
                <a:latin typeface="Times New Roman"/>
                <a:cs typeface="Times New Roman"/>
              </a:rPr>
              <a:t>light</a:t>
            </a:r>
            <a:r>
              <a:rPr sz="280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41122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10052" y="571322"/>
            <a:ext cx="67837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20" dirty="0"/>
              <a:t>T</a:t>
            </a:r>
            <a:r>
              <a:rPr spc="-100" dirty="0"/>
              <a:t>r</a:t>
            </a:r>
            <a:r>
              <a:rPr spc="-95" dirty="0"/>
              <a:t>a</a:t>
            </a:r>
            <a:r>
              <a:rPr spc="-100" dirty="0"/>
              <a:t>n</a:t>
            </a:r>
            <a:r>
              <a:rPr spc="-95" dirty="0"/>
              <a:t>s</a:t>
            </a:r>
            <a:r>
              <a:rPr spc="-110" dirty="0"/>
              <a:t>mi</a:t>
            </a:r>
            <a:r>
              <a:rPr spc="-95" dirty="0"/>
              <a:t>s</a:t>
            </a:r>
            <a:r>
              <a:rPr spc="-110" dirty="0"/>
              <a:t>s</a:t>
            </a:r>
            <a:r>
              <a:rPr spc="-100" dirty="0"/>
              <a:t>i</a:t>
            </a:r>
            <a:r>
              <a:rPr spc="-105" dirty="0"/>
              <a:t>o</a:t>
            </a:r>
            <a:r>
              <a:rPr dirty="0"/>
              <a:t>n</a:t>
            </a:r>
            <a:r>
              <a:rPr spc="-240" dirty="0"/>
              <a:t> </a:t>
            </a:r>
            <a:r>
              <a:rPr spc="-100" dirty="0"/>
              <a:t>Medi</a:t>
            </a:r>
            <a:r>
              <a:rPr dirty="0"/>
              <a:t>a</a:t>
            </a:r>
            <a:r>
              <a:rPr spc="-220" dirty="0"/>
              <a:t> </a:t>
            </a:r>
            <a:r>
              <a:rPr dirty="0"/>
              <a:t>:</a:t>
            </a:r>
            <a:r>
              <a:rPr spc="-220" dirty="0"/>
              <a:t> </a:t>
            </a:r>
            <a:r>
              <a:rPr spc="-105" dirty="0"/>
              <a:t>G</a:t>
            </a:r>
            <a:r>
              <a:rPr spc="-100" dirty="0"/>
              <a:t>uide</a:t>
            </a:r>
            <a:r>
              <a:rPr dirty="0"/>
              <a:t>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983993"/>
            <a:ext cx="10604500" cy="2562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physical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media made</a:t>
            </a:r>
            <a:r>
              <a:rPr sz="2800" dirty="0">
                <a:latin typeface="Times New Roman"/>
                <a:cs typeface="Times New Roman"/>
              </a:rPr>
              <a:t> up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pair 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cables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twisted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with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each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other.</a:t>
            </a:r>
            <a:endParaRPr sz="2800">
              <a:latin typeface="Times New Roman"/>
              <a:cs typeface="Times New Roman"/>
            </a:endParaRPr>
          </a:p>
          <a:p>
            <a:pPr marL="295275" indent="-283210">
              <a:lnSpc>
                <a:spcPct val="100000"/>
              </a:lnSpc>
              <a:spcBef>
                <a:spcPts val="218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twisted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pair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cable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 cheap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compared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other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transmission media.</a:t>
            </a:r>
            <a:endParaRPr sz="2800">
              <a:latin typeface="Times New Roman"/>
              <a:cs typeface="Times New Roman"/>
            </a:endParaRPr>
          </a:p>
          <a:p>
            <a:pPr marL="295275" indent="-283210">
              <a:lnSpc>
                <a:spcPct val="100000"/>
              </a:lnSpc>
              <a:spcBef>
                <a:spcPts val="217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5" dirty="0">
                <a:latin typeface="Times New Roman"/>
                <a:cs typeface="Times New Roman"/>
              </a:rPr>
              <a:t>Installation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twisted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pair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cable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easy,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it is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lightweight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cable.</a:t>
            </a:r>
            <a:endParaRPr sz="2800">
              <a:latin typeface="Times New Roman"/>
              <a:cs typeface="Times New Roman"/>
            </a:endParaRPr>
          </a:p>
          <a:p>
            <a:pPr marL="295275" indent="-283210">
              <a:lnSpc>
                <a:spcPct val="100000"/>
              </a:lnSpc>
              <a:spcBef>
                <a:spcPts val="218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pair 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wire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twisted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over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double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helix.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5423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59989" y="571322"/>
            <a:ext cx="62877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Guid</a:t>
            </a:r>
            <a:r>
              <a:rPr spc="-95" dirty="0"/>
              <a:t>e</a:t>
            </a:r>
            <a:r>
              <a:rPr dirty="0"/>
              <a:t>d</a:t>
            </a:r>
            <a:r>
              <a:rPr spc="-215" dirty="0"/>
              <a:t> </a:t>
            </a:r>
            <a:r>
              <a:rPr dirty="0"/>
              <a:t>:</a:t>
            </a:r>
            <a:r>
              <a:rPr spc="-285" dirty="0"/>
              <a:t> </a:t>
            </a:r>
            <a:r>
              <a:rPr spc="-420" dirty="0"/>
              <a:t>T</a:t>
            </a:r>
            <a:r>
              <a:rPr spc="-100" dirty="0"/>
              <a:t>wi</a:t>
            </a:r>
            <a:r>
              <a:rPr spc="-95" dirty="0"/>
              <a:t>s</a:t>
            </a:r>
            <a:r>
              <a:rPr spc="-100" dirty="0"/>
              <a:t>t</a:t>
            </a:r>
            <a:r>
              <a:rPr spc="-110" dirty="0"/>
              <a:t>e</a:t>
            </a:r>
            <a:r>
              <a:rPr dirty="0"/>
              <a:t>d</a:t>
            </a:r>
            <a:r>
              <a:rPr spc="-225" dirty="0"/>
              <a:t> </a:t>
            </a:r>
            <a:r>
              <a:rPr spc="-100" dirty="0"/>
              <a:t>p</a:t>
            </a:r>
            <a:r>
              <a:rPr spc="-90" dirty="0"/>
              <a:t>a</a:t>
            </a:r>
            <a:r>
              <a:rPr spc="-100" dirty="0"/>
              <a:t>i</a:t>
            </a:r>
            <a:r>
              <a:rPr dirty="0"/>
              <a:t>r</a:t>
            </a:r>
            <a:r>
              <a:rPr spc="-305" dirty="0"/>
              <a:t> </a:t>
            </a:r>
            <a:r>
              <a:rPr spc="-95" dirty="0"/>
              <a:t>c</a:t>
            </a:r>
            <a:r>
              <a:rPr spc="-90" dirty="0"/>
              <a:t>a</a:t>
            </a:r>
            <a:r>
              <a:rPr spc="-100" dirty="0"/>
              <a:t>bl</a:t>
            </a:r>
            <a:r>
              <a:rPr dirty="0"/>
              <a:t>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5225796"/>
            <a:ext cx="5943600" cy="12664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430273"/>
            <a:ext cx="11241405" cy="2959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cable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interference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does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physical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shield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purpose.</a:t>
            </a:r>
            <a:endParaRPr sz="2400">
              <a:latin typeface="Times New Roman"/>
              <a:cs typeface="Times New Roman"/>
            </a:endParaRPr>
          </a:p>
          <a:p>
            <a:pPr marL="255270" indent="-243204">
              <a:lnSpc>
                <a:spcPct val="100000"/>
              </a:lnSpc>
              <a:spcBef>
                <a:spcPts val="194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UTP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seven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categories,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suitable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use.</a:t>
            </a:r>
            <a:endParaRPr sz="2400">
              <a:latin typeface="Times New Roman"/>
              <a:cs typeface="Times New Roman"/>
            </a:endParaRPr>
          </a:p>
          <a:p>
            <a:pPr marL="255270" indent="-243204">
              <a:lnSpc>
                <a:spcPct val="100000"/>
              </a:lnSpc>
              <a:spcBef>
                <a:spcPts val="1930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computer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network,Cat-5,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Cat-5e,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Cat-6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cables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mostly </a:t>
            </a:r>
            <a:r>
              <a:rPr sz="2400" dirty="0">
                <a:latin typeface="Times New Roman"/>
                <a:cs typeface="Times New Roman"/>
              </a:rPr>
              <a:t>used.</a:t>
            </a:r>
            <a:endParaRPr sz="2400">
              <a:latin typeface="Times New Roman"/>
              <a:cs typeface="Times New Roman"/>
            </a:endParaRPr>
          </a:p>
          <a:p>
            <a:pPr marL="255270" indent="-243204">
              <a:lnSpc>
                <a:spcPct val="100000"/>
              </a:lnSpc>
              <a:spcBef>
                <a:spcPts val="194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UTP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cables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RJ45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connectors.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542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5"/>
              </a:spcBef>
            </a:pPr>
            <a:r>
              <a:rPr spc="-105" dirty="0"/>
              <a:t>G</a:t>
            </a:r>
            <a:r>
              <a:rPr spc="-100" dirty="0"/>
              <a:t>uide</a:t>
            </a:r>
            <a:r>
              <a:rPr dirty="0"/>
              <a:t>d</a:t>
            </a:r>
            <a:r>
              <a:rPr spc="-215" dirty="0"/>
              <a:t> </a:t>
            </a:r>
            <a:r>
              <a:rPr dirty="0"/>
              <a:t>:</a:t>
            </a:r>
            <a:r>
              <a:rPr spc="-210" dirty="0"/>
              <a:t> </a:t>
            </a:r>
            <a:r>
              <a:rPr spc="-100" dirty="0"/>
              <a:t>Un</a:t>
            </a:r>
            <a:r>
              <a:rPr spc="-95" dirty="0"/>
              <a:t>s</a:t>
            </a:r>
            <a:r>
              <a:rPr spc="-100" dirty="0"/>
              <a:t>hield</a:t>
            </a:r>
            <a:r>
              <a:rPr spc="-110" dirty="0"/>
              <a:t>e</a:t>
            </a:r>
            <a:r>
              <a:rPr dirty="0"/>
              <a:t>d</a:t>
            </a:r>
            <a:r>
              <a:rPr spc="-240" dirty="0"/>
              <a:t> </a:t>
            </a:r>
            <a:r>
              <a:rPr spc="-105" dirty="0"/>
              <a:t>t</a:t>
            </a:r>
            <a:r>
              <a:rPr spc="-100" dirty="0"/>
              <a:t>wi</a:t>
            </a:r>
            <a:r>
              <a:rPr spc="-95" dirty="0"/>
              <a:t>s</a:t>
            </a:r>
            <a:r>
              <a:rPr spc="-105" dirty="0"/>
              <a:t>t</a:t>
            </a:r>
            <a:r>
              <a:rPr spc="-110" dirty="0"/>
              <a:t>e</a:t>
            </a:r>
            <a:r>
              <a:rPr dirty="0"/>
              <a:t>d</a:t>
            </a:r>
            <a:r>
              <a:rPr spc="-225" dirty="0"/>
              <a:t> </a:t>
            </a:r>
            <a:r>
              <a:rPr spc="-100" dirty="0"/>
              <a:t>p</a:t>
            </a:r>
            <a:r>
              <a:rPr spc="-95" dirty="0"/>
              <a:t>a</a:t>
            </a:r>
            <a:r>
              <a:rPr spc="-100" dirty="0"/>
              <a:t>i</a:t>
            </a:r>
            <a:r>
              <a:rPr dirty="0"/>
              <a:t>r</a:t>
            </a:r>
            <a:r>
              <a:rPr spc="-310" dirty="0"/>
              <a:t> </a:t>
            </a:r>
            <a:r>
              <a:rPr spc="-105" dirty="0"/>
              <a:t>(</a:t>
            </a:r>
            <a:r>
              <a:rPr spc="-100" dirty="0"/>
              <a:t>UT</a:t>
            </a:r>
            <a:r>
              <a:rPr spc="-105" dirty="0"/>
              <a:t>P</a:t>
            </a:r>
            <a:r>
              <a:rPr dirty="0"/>
              <a:t>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6300" y="4684776"/>
            <a:ext cx="3695700" cy="197662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710706"/>
            <a:ext cx="8771890" cy="4211320"/>
          </a:xfrm>
          <a:prstGeom prst="rect">
            <a:avLst/>
          </a:prstGeom>
        </p:spPr>
        <p:txBody>
          <a:bodyPr vert="horz" wrap="square" lIns="0" tIns="217804" rIns="0" bIns="0" rtlCol="0">
            <a:spAutoFit/>
          </a:bodyPr>
          <a:lstStyle/>
          <a:p>
            <a:pPr marL="263525" marR="6836409" indent="-263525" algn="r">
              <a:lnSpc>
                <a:spcPct val="100000"/>
              </a:lnSpc>
              <a:spcBef>
                <a:spcPts val="1714"/>
              </a:spcBef>
              <a:buSzPct val="96153"/>
              <a:buFont typeface="Wingdings"/>
              <a:buChar char=""/>
              <a:tabLst>
                <a:tab pos="263525" algn="l"/>
              </a:tabLst>
            </a:pP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va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s:</a:t>
            </a:r>
            <a:endParaRPr sz="2600">
              <a:latin typeface="Times New Roman"/>
              <a:cs typeface="Times New Roman"/>
            </a:endParaRPr>
          </a:p>
          <a:p>
            <a:pPr marL="229235" marR="6847840" lvl="1" indent="-229235" algn="r">
              <a:lnSpc>
                <a:spcPct val="100000"/>
              </a:lnSpc>
              <a:spcBef>
                <a:spcPts val="1360"/>
              </a:spcBef>
              <a:buSzPct val="95454"/>
              <a:buFont typeface="Wingdings"/>
              <a:buChar char=""/>
              <a:tabLst>
                <a:tab pos="229235" algn="l"/>
              </a:tabLst>
            </a:pP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cheap.</a:t>
            </a:r>
            <a:endParaRPr sz="22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300"/>
              </a:spcBef>
              <a:buSzPct val="95454"/>
              <a:buFont typeface="Wingdings"/>
              <a:buChar char=""/>
              <a:tabLst>
                <a:tab pos="699135" algn="l"/>
              </a:tabLst>
            </a:pPr>
            <a:r>
              <a:rPr sz="2200" spc="-5" dirty="0">
                <a:latin typeface="Times New Roman"/>
                <a:cs typeface="Times New Roman"/>
              </a:rPr>
              <a:t>Installation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the </a:t>
            </a:r>
            <a:r>
              <a:rPr sz="2200" spc="-5" dirty="0">
                <a:latin typeface="Times New Roman"/>
                <a:cs typeface="Times New Roman"/>
              </a:rPr>
              <a:t>unshielded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twisted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pair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easy.</a:t>
            </a:r>
            <a:endParaRPr sz="22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295"/>
              </a:spcBef>
              <a:buSzPct val="95454"/>
              <a:buFont typeface="Wingdings"/>
              <a:buChar char=""/>
              <a:tabLst>
                <a:tab pos="699135" algn="l"/>
              </a:tabLst>
            </a:pP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high-speed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LAN.</a:t>
            </a:r>
            <a:endParaRPr sz="2200">
              <a:latin typeface="Times New Roman"/>
              <a:cs typeface="Times New Roman"/>
            </a:endParaRPr>
          </a:p>
          <a:p>
            <a:pPr marL="276225" indent="-264160">
              <a:lnSpc>
                <a:spcPct val="100000"/>
              </a:lnSpc>
              <a:spcBef>
                <a:spcPts val="1350"/>
              </a:spcBef>
              <a:buSzPct val="96153"/>
              <a:buFont typeface="Wingdings"/>
              <a:buChar char=""/>
              <a:tabLst>
                <a:tab pos="276860" algn="l"/>
              </a:tabLst>
            </a:pPr>
            <a:r>
              <a:rPr sz="2600" dirty="0">
                <a:latin typeface="Times New Roman"/>
                <a:cs typeface="Times New Roman"/>
              </a:rPr>
              <a:t>Disadvantage:</a:t>
            </a:r>
            <a:endParaRPr sz="26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375"/>
              </a:spcBef>
              <a:buSzPct val="95454"/>
              <a:buFont typeface="Wingdings"/>
              <a:buChar char=""/>
              <a:tabLst>
                <a:tab pos="699135" algn="l"/>
              </a:tabLst>
            </a:pPr>
            <a:r>
              <a:rPr sz="2200" spc="-5" dirty="0">
                <a:latin typeface="Times New Roman"/>
                <a:cs typeface="Times New Roman"/>
              </a:rPr>
              <a:t>This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cable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only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shorter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distances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because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attenuation.</a:t>
            </a:r>
            <a:endParaRPr sz="22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295"/>
              </a:spcBef>
              <a:buSzPct val="95454"/>
              <a:buFont typeface="Wingdings"/>
              <a:buChar char=""/>
              <a:tabLst>
                <a:tab pos="699135" algn="l"/>
              </a:tabLst>
            </a:pPr>
            <a:r>
              <a:rPr sz="2200" spc="-5" dirty="0">
                <a:latin typeface="Times New Roman"/>
                <a:cs typeface="Times New Roman"/>
              </a:rPr>
              <a:t>Liable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exterior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interference</a:t>
            </a:r>
            <a:endParaRPr sz="22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285"/>
              </a:spcBef>
              <a:buSzPct val="95454"/>
              <a:buFont typeface="Wingdings"/>
              <a:buChar char=""/>
              <a:tabLst>
                <a:tab pos="699135" algn="l"/>
              </a:tabLst>
            </a:pPr>
            <a:r>
              <a:rPr sz="2200" spc="-5" dirty="0">
                <a:latin typeface="Times New Roman"/>
                <a:cs typeface="Times New Roman"/>
              </a:rPr>
              <a:t>Less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capacity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5"/>
              </a:spcBef>
            </a:pPr>
            <a:r>
              <a:rPr spc="-105" dirty="0"/>
              <a:t>G</a:t>
            </a:r>
            <a:r>
              <a:rPr spc="-100" dirty="0"/>
              <a:t>uide</a:t>
            </a:r>
            <a:r>
              <a:rPr dirty="0"/>
              <a:t>d</a:t>
            </a:r>
            <a:r>
              <a:rPr spc="-215" dirty="0"/>
              <a:t> </a:t>
            </a:r>
            <a:r>
              <a:rPr dirty="0"/>
              <a:t>:</a:t>
            </a:r>
            <a:r>
              <a:rPr spc="-210" dirty="0"/>
              <a:t> </a:t>
            </a:r>
            <a:r>
              <a:rPr spc="-100" dirty="0"/>
              <a:t>Un</a:t>
            </a:r>
            <a:r>
              <a:rPr spc="-95" dirty="0"/>
              <a:t>s</a:t>
            </a:r>
            <a:r>
              <a:rPr spc="-100" dirty="0"/>
              <a:t>hield</a:t>
            </a:r>
            <a:r>
              <a:rPr spc="-110" dirty="0"/>
              <a:t>e</a:t>
            </a:r>
            <a:r>
              <a:rPr dirty="0"/>
              <a:t>d</a:t>
            </a:r>
            <a:r>
              <a:rPr spc="-240" dirty="0"/>
              <a:t> </a:t>
            </a:r>
            <a:r>
              <a:rPr spc="-105" dirty="0"/>
              <a:t>t</a:t>
            </a:r>
            <a:r>
              <a:rPr spc="-100" dirty="0"/>
              <a:t>wi</a:t>
            </a:r>
            <a:r>
              <a:rPr spc="-95" dirty="0"/>
              <a:t>s</a:t>
            </a:r>
            <a:r>
              <a:rPr spc="-105" dirty="0"/>
              <a:t>t</a:t>
            </a:r>
            <a:r>
              <a:rPr spc="-110" dirty="0"/>
              <a:t>e</a:t>
            </a:r>
            <a:r>
              <a:rPr dirty="0"/>
              <a:t>d</a:t>
            </a:r>
            <a:r>
              <a:rPr spc="-225" dirty="0"/>
              <a:t> </a:t>
            </a:r>
            <a:r>
              <a:rPr spc="-100" dirty="0"/>
              <a:t>p</a:t>
            </a:r>
            <a:r>
              <a:rPr spc="-95" dirty="0"/>
              <a:t>a</a:t>
            </a:r>
            <a:r>
              <a:rPr spc="-100" dirty="0"/>
              <a:t>i</a:t>
            </a:r>
            <a:r>
              <a:rPr dirty="0"/>
              <a:t>r</a:t>
            </a:r>
            <a:r>
              <a:rPr spc="-310" dirty="0"/>
              <a:t> </a:t>
            </a:r>
            <a:r>
              <a:rPr spc="-105" dirty="0"/>
              <a:t>(</a:t>
            </a:r>
            <a:r>
              <a:rPr spc="-100" dirty="0"/>
              <a:t>UT</a:t>
            </a:r>
            <a:r>
              <a:rPr spc="-105" dirty="0"/>
              <a:t>P</a:t>
            </a:r>
            <a:r>
              <a:rPr dirty="0"/>
              <a:t>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9531" y="1929383"/>
            <a:ext cx="2296668" cy="29992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5064251"/>
            <a:ext cx="6096000" cy="179374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369923"/>
            <a:ext cx="11007090" cy="5162550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275590" indent="-263525">
              <a:lnSpc>
                <a:spcPct val="100000"/>
              </a:lnSpc>
              <a:spcBef>
                <a:spcPts val="1850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dirty="0">
                <a:latin typeface="Times New Roman"/>
                <a:cs typeface="Times New Roman"/>
              </a:rPr>
              <a:t>STP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cable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includes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5" dirty="0">
                <a:latin typeface="Times New Roman"/>
                <a:cs typeface="Times New Roman"/>
              </a:rPr>
              <a:t>particular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jacket</a:t>
            </a:r>
            <a:r>
              <a:rPr sz="2600" dirty="0">
                <a:latin typeface="Times New Roman"/>
                <a:cs typeface="Times New Roman"/>
              </a:rPr>
              <a:t> for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blocking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outside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interference.</a:t>
            </a:r>
            <a:endParaRPr sz="26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1750"/>
              </a:spcBef>
              <a:buFont typeface="Wingdings"/>
              <a:buChar char=""/>
              <a:tabLst>
                <a:tab pos="357505" algn="l"/>
              </a:tabLst>
            </a:pPr>
            <a:r>
              <a:rPr sz="2600" dirty="0">
                <a:latin typeface="Times New Roman"/>
                <a:cs typeface="Times New Roman"/>
              </a:rPr>
              <a:t>It is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used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 </a:t>
            </a:r>
            <a:r>
              <a:rPr sz="2600" spc="-5" dirty="0">
                <a:latin typeface="Times New Roman"/>
                <a:cs typeface="Times New Roman"/>
              </a:rPr>
              <a:t>rapid </a:t>
            </a:r>
            <a:r>
              <a:rPr sz="2600" dirty="0">
                <a:latin typeface="Times New Roman"/>
                <a:cs typeface="Times New Roman"/>
              </a:rPr>
              <a:t>data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rate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Ethernet,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voice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&amp;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data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channels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telephone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lines.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4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Advantages:</a:t>
            </a:r>
            <a:endParaRPr sz="22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490"/>
              </a:spcBef>
              <a:buFont typeface="Wingdings"/>
              <a:buChar char=""/>
              <a:tabLst>
                <a:tab pos="699135" algn="l"/>
              </a:tabLst>
            </a:pPr>
            <a:r>
              <a:rPr sz="1900" spc="-5" dirty="0">
                <a:latin typeface="Times New Roman"/>
                <a:cs typeface="Times New Roman"/>
              </a:rPr>
              <a:t>Better performance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at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 higher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data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rate in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comparison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to </a:t>
            </a:r>
            <a:r>
              <a:rPr sz="1900" spc="-10" dirty="0">
                <a:latin typeface="Times New Roman"/>
                <a:cs typeface="Times New Roman"/>
              </a:rPr>
              <a:t>UTP</a:t>
            </a:r>
            <a:endParaRPr sz="19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400"/>
              </a:spcBef>
              <a:buFont typeface="Wingdings"/>
              <a:buChar char=""/>
              <a:tabLst>
                <a:tab pos="699135" algn="l"/>
              </a:tabLst>
            </a:pPr>
            <a:r>
              <a:rPr sz="1900" spc="-5" dirty="0">
                <a:latin typeface="Times New Roman"/>
                <a:cs typeface="Times New Roman"/>
              </a:rPr>
              <a:t>Eliminates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crosstalk</a:t>
            </a:r>
            <a:endParaRPr sz="19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699135" algn="l"/>
              </a:tabLst>
            </a:pPr>
            <a:r>
              <a:rPr sz="1900" spc="-5" dirty="0">
                <a:latin typeface="Times New Roman"/>
                <a:cs typeface="Times New Roman"/>
              </a:rPr>
              <a:t>Comparatively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faster</a:t>
            </a:r>
            <a:endParaRPr sz="19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49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Disadvantages</a:t>
            </a:r>
            <a:endParaRPr sz="22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475"/>
              </a:spcBef>
              <a:buFont typeface="Wingdings"/>
              <a:buChar char=""/>
              <a:tabLst>
                <a:tab pos="699135" algn="l"/>
              </a:tabLst>
            </a:pPr>
            <a:r>
              <a:rPr sz="1900" spc="-5" dirty="0">
                <a:latin typeface="Times New Roman"/>
                <a:cs typeface="Times New Roman"/>
              </a:rPr>
              <a:t>Comparatively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difficult</a:t>
            </a:r>
            <a:r>
              <a:rPr sz="1900" spc="-5" dirty="0">
                <a:latin typeface="Times New Roman"/>
                <a:cs typeface="Times New Roman"/>
              </a:rPr>
              <a:t> to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install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and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manufacture</a:t>
            </a:r>
            <a:endParaRPr sz="19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415"/>
              </a:spcBef>
              <a:buFont typeface="Wingdings"/>
              <a:buChar char=""/>
              <a:tabLst>
                <a:tab pos="699135" algn="l"/>
              </a:tabLst>
            </a:pPr>
            <a:r>
              <a:rPr sz="1900" spc="-5" dirty="0">
                <a:latin typeface="Times New Roman"/>
                <a:cs typeface="Times New Roman"/>
              </a:rPr>
              <a:t>More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expensive</a:t>
            </a:r>
            <a:endParaRPr sz="19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699135" algn="l"/>
              </a:tabLst>
            </a:pPr>
            <a:r>
              <a:rPr sz="1900" spc="-5" dirty="0">
                <a:latin typeface="Times New Roman"/>
                <a:cs typeface="Times New Roman"/>
              </a:rPr>
              <a:t>Bulky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5423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13001" y="571322"/>
            <a:ext cx="8376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5" dirty="0"/>
              <a:t>G</a:t>
            </a:r>
            <a:r>
              <a:rPr spc="-100" dirty="0"/>
              <a:t>uide</a:t>
            </a:r>
            <a:r>
              <a:rPr dirty="0"/>
              <a:t>d</a:t>
            </a:r>
            <a:r>
              <a:rPr spc="-215" dirty="0"/>
              <a:t> </a:t>
            </a:r>
            <a:r>
              <a:rPr dirty="0"/>
              <a:t>:</a:t>
            </a:r>
            <a:r>
              <a:rPr spc="-210" dirty="0"/>
              <a:t> </a:t>
            </a:r>
            <a:r>
              <a:rPr spc="-100" dirty="0"/>
              <a:t>Shielde</a:t>
            </a:r>
            <a:r>
              <a:rPr dirty="0"/>
              <a:t>d</a:t>
            </a:r>
            <a:r>
              <a:rPr spc="-240" dirty="0"/>
              <a:t> </a:t>
            </a:r>
            <a:r>
              <a:rPr spc="-105" dirty="0"/>
              <a:t>t</a:t>
            </a:r>
            <a:r>
              <a:rPr spc="-100" dirty="0"/>
              <a:t>wi</a:t>
            </a:r>
            <a:r>
              <a:rPr spc="-95" dirty="0"/>
              <a:t>s</a:t>
            </a:r>
            <a:r>
              <a:rPr spc="-105" dirty="0"/>
              <a:t>t</a:t>
            </a:r>
            <a:r>
              <a:rPr spc="-100" dirty="0"/>
              <a:t>e</a:t>
            </a:r>
            <a:r>
              <a:rPr dirty="0"/>
              <a:t>d</a:t>
            </a:r>
            <a:r>
              <a:rPr spc="-240" dirty="0"/>
              <a:t> </a:t>
            </a:r>
            <a:r>
              <a:rPr spc="-100" dirty="0"/>
              <a:t>p</a:t>
            </a:r>
            <a:r>
              <a:rPr spc="-95" dirty="0"/>
              <a:t>a</a:t>
            </a:r>
            <a:r>
              <a:rPr spc="-100" dirty="0"/>
              <a:t>i</a:t>
            </a:r>
            <a:r>
              <a:rPr dirty="0"/>
              <a:t>r</a:t>
            </a:r>
            <a:r>
              <a:rPr spc="-310" dirty="0"/>
              <a:t> </a:t>
            </a:r>
            <a:r>
              <a:rPr spc="-105" dirty="0"/>
              <a:t>(</a:t>
            </a:r>
            <a:r>
              <a:rPr spc="-100" dirty="0"/>
              <a:t>ST</a:t>
            </a:r>
            <a:r>
              <a:rPr spc="-105" dirty="0"/>
              <a:t>P</a:t>
            </a:r>
            <a:r>
              <a:rPr dirty="0"/>
              <a:t>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7101" y="4054117"/>
            <a:ext cx="5204137" cy="25190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71625"/>
            <a:ext cx="11466195" cy="2807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Coaxial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conductors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parallel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other.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 inner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conductor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made</a:t>
            </a:r>
            <a:r>
              <a:rPr sz="2000" spc="5" dirty="0">
                <a:latin typeface="Times New Roman"/>
                <a:cs typeface="Times New Roman"/>
              </a:rPr>
              <a:t> up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copper,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conductor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made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up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copper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mesh.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100"/>
              </a:lnSpc>
              <a:spcBef>
                <a:spcPts val="49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middle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made</a:t>
            </a:r>
            <a:r>
              <a:rPr sz="2000" spc="5" dirty="0">
                <a:latin typeface="Times New Roman"/>
                <a:cs typeface="Times New Roman"/>
              </a:rPr>
              <a:t> up</a:t>
            </a:r>
            <a:r>
              <a:rPr sz="2000" dirty="0">
                <a:latin typeface="Times New Roman"/>
                <a:cs typeface="Times New Roman"/>
              </a:rPr>
              <a:t> 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non-conductive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cover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separates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inner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conductor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one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responsible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data</a:t>
            </a:r>
            <a:r>
              <a:rPr sz="2000" spc="-5" dirty="0">
                <a:latin typeface="Times New Roman"/>
                <a:cs typeface="Times New Roman"/>
              </a:rPr>
              <a:t> transferring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whereas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copper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mesh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prevents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Electromagnetic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interference.</a:t>
            </a:r>
            <a:endParaRPr sz="2000">
              <a:latin typeface="Times New Roman"/>
              <a:cs typeface="Times New Roman"/>
            </a:endParaRPr>
          </a:p>
          <a:p>
            <a:pPr marL="241300" marR="544830" indent="-228600">
              <a:lnSpc>
                <a:spcPct val="15000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categories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coax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namely,</a:t>
            </a:r>
            <a:r>
              <a:rPr sz="2000" spc="5" dirty="0">
                <a:latin typeface="Times New Roman"/>
                <a:cs typeface="Times New Roman"/>
              </a:rPr>
              <a:t> RG-59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(Cable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TV),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RG-58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(Thin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Ethernet),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RG-11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(Thick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Ethernet).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Radio </a:t>
            </a:r>
            <a:r>
              <a:rPr sz="2000" dirty="0">
                <a:latin typeface="Times New Roman"/>
                <a:cs typeface="Times New Roman"/>
              </a:rPr>
              <a:t>Government.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05798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49090" y="532002"/>
            <a:ext cx="39084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5" dirty="0"/>
              <a:t>G</a:t>
            </a:r>
            <a:r>
              <a:rPr spc="-100" dirty="0"/>
              <a:t>uide</a:t>
            </a:r>
            <a:r>
              <a:rPr dirty="0"/>
              <a:t>d</a:t>
            </a:r>
            <a:r>
              <a:rPr spc="-215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100" dirty="0"/>
              <a:t>C</a:t>
            </a:r>
            <a:r>
              <a:rPr spc="-90" dirty="0"/>
              <a:t>oa</a:t>
            </a:r>
            <a:r>
              <a:rPr spc="-105" dirty="0"/>
              <a:t>x</a:t>
            </a:r>
            <a:r>
              <a:rPr spc="-100" dirty="0"/>
              <a:t>i</a:t>
            </a:r>
            <a:r>
              <a:rPr spc="-105" dirty="0"/>
              <a:t>a</a:t>
            </a:r>
            <a:r>
              <a:rPr dirty="0"/>
              <a:t>l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6779" y="4445508"/>
            <a:ext cx="7475220" cy="23896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35652" y="1896617"/>
            <a:ext cx="1122045" cy="281940"/>
          </a:xfrm>
          <a:custGeom>
            <a:avLst/>
            <a:gdLst/>
            <a:ahLst/>
            <a:cxnLst/>
            <a:rect l="l" t="t" r="r" b="b"/>
            <a:pathLst>
              <a:path w="1122045" h="281939">
                <a:moveTo>
                  <a:pt x="1121664" y="0"/>
                </a:moveTo>
                <a:lnTo>
                  <a:pt x="0" y="0"/>
                </a:lnTo>
                <a:lnTo>
                  <a:pt x="0" y="281939"/>
                </a:lnTo>
                <a:lnTo>
                  <a:pt x="1121664" y="281939"/>
                </a:lnTo>
                <a:lnTo>
                  <a:pt x="112166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77240" y="2875025"/>
            <a:ext cx="745490" cy="281940"/>
          </a:xfrm>
          <a:custGeom>
            <a:avLst/>
            <a:gdLst/>
            <a:ahLst/>
            <a:cxnLst/>
            <a:rect l="l" t="t" r="r" b="b"/>
            <a:pathLst>
              <a:path w="745490" h="281939">
                <a:moveTo>
                  <a:pt x="745236" y="0"/>
                </a:moveTo>
                <a:lnTo>
                  <a:pt x="608076" y="0"/>
                </a:lnTo>
                <a:lnTo>
                  <a:pt x="522732" y="0"/>
                </a:lnTo>
                <a:lnTo>
                  <a:pt x="0" y="0"/>
                </a:lnTo>
                <a:lnTo>
                  <a:pt x="0" y="281940"/>
                </a:lnTo>
                <a:lnTo>
                  <a:pt x="522732" y="281940"/>
                </a:lnTo>
                <a:lnTo>
                  <a:pt x="608076" y="281940"/>
                </a:lnTo>
                <a:lnTo>
                  <a:pt x="745236" y="281940"/>
                </a:lnTo>
                <a:lnTo>
                  <a:pt x="7452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852422"/>
            <a:ext cx="5499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4800" indent="-29273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05435" algn="l"/>
              </a:tabLst>
            </a:pP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bandwidth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450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MBPS.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08832" y="2417826"/>
            <a:ext cx="1652270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5"/>
              </a:lnSpc>
            </a:pPr>
            <a:r>
              <a:rPr sz="2000" dirty="0">
                <a:latin typeface="Times New Roman"/>
                <a:cs typeface="Times New Roman"/>
              </a:rPr>
              <a:t>BNC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connector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2373630"/>
            <a:ext cx="5106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41300" algn="l"/>
                <a:tab pos="4725035" algn="l"/>
              </a:tabLst>
            </a:pP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bles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</a:t>
            </a:r>
            <a:r>
              <a:rPr sz="2000" spc="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nected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	and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2830525"/>
            <a:ext cx="5467350" cy="3609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Times New Roman"/>
                <a:cs typeface="Times New Roman"/>
              </a:rPr>
              <a:t>BNC-T.</a:t>
            </a:r>
            <a:endParaRPr sz="2000">
              <a:latin typeface="Times New Roman"/>
              <a:cs typeface="Times New Roman"/>
            </a:endParaRPr>
          </a:p>
          <a:p>
            <a:pPr marL="241300" marR="28575" indent="-228600">
              <a:lnSpc>
                <a:spcPct val="150000"/>
              </a:lnSpc>
              <a:spcBef>
                <a:spcPts val="49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BNC </a:t>
            </a:r>
            <a:r>
              <a:rPr sz="2000" spc="-5" dirty="0">
                <a:latin typeface="Times New Roman"/>
                <a:cs typeface="Times New Roman"/>
              </a:rPr>
              <a:t>terminator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terminate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ends.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Coaxial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transmission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types:</a:t>
            </a:r>
            <a:endParaRPr sz="2000">
              <a:latin typeface="Times New Roman"/>
              <a:cs typeface="Times New Roman"/>
            </a:endParaRPr>
          </a:p>
          <a:p>
            <a:pPr marL="698500" marR="5080" lvl="1" indent="-229235">
              <a:lnSpc>
                <a:spcPct val="150000"/>
              </a:lnSpc>
              <a:spcBef>
                <a:spcPts val="550"/>
              </a:spcBef>
              <a:buFont typeface="Wingdings"/>
              <a:buChar char=""/>
              <a:tabLst>
                <a:tab pos="699135" algn="l"/>
              </a:tabLst>
            </a:pPr>
            <a:r>
              <a:rPr sz="1800" dirty="0">
                <a:latin typeface="Times New Roman"/>
                <a:cs typeface="Times New Roman"/>
              </a:rPr>
              <a:t>Baseband </a:t>
            </a:r>
            <a:r>
              <a:rPr sz="1800" spc="-5" dirty="0">
                <a:latin typeface="Times New Roman"/>
                <a:cs typeface="Times New Roman"/>
              </a:rPr>
              <a:t>transmission: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Transmitting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single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high </a:t>
            </a:r>
            <a:r>
              <a:rPr sz="1800" spc="-5" dirty="0">
                <a:latin typeface="Times New Roman"/>
                <a:cs typeface="Times New Roman"/>
              </a:rPr>
              <a:t>speed.</a:t>
            </a:r>
            <a:endParaRPr sz="1800">
              <a:latin typeface="Times New Roman"/>
              <a:cs typeface="Times New Roman"/>
            </a:endParaRPr>
          </a:p>
          <a:p>
            <a:pPr marL="698500" marR="436245" lvl="1" indent="-229235">
              <a:lnSpc>
                <a:spcPct val="150100"/>
              </a:lnSpc>
              <a:spcBef>
                <a:spcPts val="500"/>
              </a:spcBef>
              <a:buFont typeface="Wingdings"/>
              <a:buChar char=""/>
              <a:tabLst>
                <a:tab pos="699135" algn="l"/>
              </a:tabLst>
            </a:pPr>
            <a:r>
              <a:rPr sz="1800" dirty="0">
                <a:latin typeface="Times New Roman"/>
                <a:cs typeface="Times New Roman"/>
              </a:rPr>
              <a:t>Broadband </a:t>
            </a:r>
            <a:r>
              <a:rPr sz="1800" spc="-5" dirty="0">
                <a:latin typeface="Times New Roman"/>
                <a:cs typeface="Times New Roman"/>
              </a:rPr>
              <a:t>transmission: </a:t>
            </a:r>
            <a:r>
              <a:rPr sz="1800" spc="-10" dirty="0">
                <a:latin typeface="Times New Roman"/>
                <a:cs typeface="Times New Roman"/>
              </a:rPr>
              <a:t>Transmitting </a:t>
            </a:r>
            <a:r>
              <a:rPr sz="1800" dirty="0">
                <a:latin typeface="Times New Roman"/>
                <a:cs typeface="Times New Roman"/>
              </a:rPr>
              <a:t>multiple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signals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simultaneously.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45423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149090" y="571322"/>
            <a:ext cx="39084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5" dirty="0"/>
              <a:t>G</a:t>
            </a:r>
            <a:r>
              <a:rPr spc="-100" dirty="0"/>
              <a:t>uide</a:t>
            </a:r>
            <a:r>
              <a:rPr dirty="0"/>
              <a:t>d</a:t>
            </a:r>
            <a:r>
              <a:rPr spc="-215" dirty="0"/>
              <a:t> </a:t>
            </a:r>
            <a:r>
              <a:rPr dirty="0"/>
              <a:t>:</a:t>
            </a:r>
            <a:r>
              <a:rPr spc="-210" dirty="0"/>
              <a:t> </a:t>
            </a:r>
            <a:r>
              <a:rPr spc="-100" dirty="0"/>
              <a:t>C</a:t>
            </a:r>
            <a:r>
              <a:rPr spc="-95" dirty="0"/>
              <a:t>oa</a:t>
            </a:r>
            <a:r>
              <a:rPr spc="-105" dirty="0"/>
              <a:t>x</a:t>
            </a:r>
            <a:r>
              <a:rPr spc="-100" dirty="0"/>
              <a:t>i</a:t>
            </a:r>
            <a:r>
              <a:rPr spc="-105" dirty="0"/>
              <a:t>a</a:t>
            </a:r>
            <a:r>
              <a:rPr dirty="0"/>
              <a:t>l</a:t>
            </a: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619493" y="1762024"/>
          <a:ext cx="5581650" cy="2147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8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6680">
                <a:tc>
                  <a:txBody>
                    <a:bodyPr/>
                    <a:lstStyle/>
                    <a:p>
                      <a:pPr marL="1758950">
                        <a:lnSpc>
                          <a:spcPts val="21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Advantage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0797">
                <a:tc>
                  <a:txBody>
                    <a:bodyPr/>
                    <a:lstStyle/>
                    <a:p>
                      <a:pPr marL="329565" indent="-203200">
                        <a:lnSpc>
                          <a:spcPct val="100000"/>
                        </a:lnSpc>
                        <a:spcBef>
                          <a:spcPts val="630"/>
                        </a:spcBef>
                        <a:buSzPct val="95000"/>
                        <a:buFont typeface="Wingdings"/>
                        <a:buChar char=""/>
                        <a:tabLst>
                          <a:tab pos="33020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transmitted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speed.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29565" indent="-203200">
                        <a:lnSpc>
                          <a:spcPct val="100000"/>
                        </a:lnSpc>
                        <a:spcBef>
                          <a:spcPts val="1200"/>
                        </a:spcBef>
                        <a:buSzPct val="95000"/>
                        <a:buFont typeface="Wingdings"/>
                        <a:buChar char=""/>
                        <a:tabLst>
                          <a:tab pos="330200" algn="l"/>
                        </a:tabLst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shielding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compared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twisted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pair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cable.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29565" indent="-203200">
                        <a:lnSpc>
                          <a:spcPct val="100000"/>
                        </a:lnSpc>
                        <a:spcBef>
                          <a:spcPts val="1200"/>
                        </a:spcBef>
                        <a:buSzPct val="95000"/>
                        <a:buFont typeface="Wingdings"/>
                        <a:buChar char=""/>
                        <a:tabLst>
                          <a:tab pos="33020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higher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bandwidth.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29565" indent="-203200">
                        <a:lnSpc>
                          <a:spcPts val="2335"/>
                        </a:lnSpc>
                        <a:spcBef>
                          <a:spcPts val="1200"/>
                        </a:spcBef>
                        <a:buSzPct val="95000"/>
                        <a:buFont typeface="Wingdings"/>
                        <a:buChar char=""/>
                        <a:tabLst>
                          <a:tab pos="33020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broadband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transmission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619493" y="4207409"/>
          <a:ext cx="5596255" cy="16903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6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6680">
                <a:tc>
                  <a:txBody>
                    <a:bodyPr/>
                    <a:lstStyle/>
                    <a:p>
                      <a:pPr marL="1610995">
                        <a:lnSpc>
                          <a:spcPts val="21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Disadvantage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3673">
                <a:tc>
                  <a:txBody>
                    <a:bodyPr/>
                    <a:lstStyle/>
                    <a:p>
                      <a:pPr marL="329565" indent="-203200">
                        <a:lnSpc>
                          <a:spcPct val="100000"/>
                        </a:lnSpc>
                        <a:spcBef>
                          <a:spcPts val="630"/>
                        </a:spcBef>
                        <a:buSzPct val="95000"/>
                        <a:buFont typeface="Wingdings"/>
                        <a:buChar char=""/>
                        <a:tabLst>
                          <a:tab pos="33020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expensive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as compared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twisted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pair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cable.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27000" marR="352425">
                        <a:lnSpc>
                          <a:spcPct val="150000"/>
                        </a:lnSpc>
                        <a:buSzPct val="95000"/>
                        <a:buFont typeface="Wingdings"/>
                        <a:buChar char=""/>
                        <a:tabLst>
                          <a:tab pos="33020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fault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occurs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cable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causes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failure </a:t>
                      </a:r>
                      <a:r>
                        <a:rPr sz="2000" spc="-48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entire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network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82292"/>
            <a:ext cx="7333615" cy="5118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9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works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properties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light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provides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highest speed.</a:t>
            </a:r>
            <a:endParaRPr sz="22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49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 core is made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high-quality glass </a:t>
            </a:r>
            <a:r>
              <a:rPr sz="2200" spc="-10" dirty="0">
                <a:latin typeface="Times New Roman"/>
                <a:cs typeface="Times New Roman"/>
              </a:rPr>
              <a:t>or </a:t>
            </a:r>
            <a:r>
              <a:rPr sz="2200" spc="-5" dirty="0">
                <a:latin typeface="Times New Roman"/>
                <a:cs typeface="Times New Roman"/>
              </a:rPr>
              <a:t>plastic. From </a:t>
            </a:r>
            <a:r>
              <a:rPr sz="2200" dirty="0">
                <a:latin typeface="Times New Roman"/>
                <a:cs typeface="Times New Roman"/>
              </a:rPr>
              <a:t>one </a:t>
            </a:r>
            <a:r>
              <a:rPr sz="2200" spc="-5" dirty="0">
                <a:latin typeface="Times New Roman"/>
                <a:cs typeface="Times New Roman"/>
              </a:rPr>
              <a:t>end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it light is emitted, it </a:t>
            </a:r>
            <a:r>
              <a:rPr sz="2200" dirty="0">
                <a:latin typeface="Times New Roman"/>
                <a:cs typeface="Times New Roman"/>
              </a:rPr>
              <a:t>travels </a:t>
            </a:r>
            <a:r>
              <a:rPr sz="2200" spc="-5" dirty="0">
                <a:latin typeface="Times New Roman"/>
                <a:cs typeface="Times New Roman"/>
              </a:rPr>
              <a:t>through it and at the other end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light detector detects light stream and converts it </a:t>
            </a:r>
            <a:r>
              <a:rPr sz="2200" spc="-10" dirty="0">
                <a:latin typeface="Times New Roman"/>
                <a:cs typeface="Times New Roman"/>
              </a:rPr>
              <a:t>to </a:t>
            </a:r>
            <a:r>
              <a:rPr sz="2200" spc="-5" dirty="0">
                <a:latin typeface="Times New Roman"/>
                <a:cs typeface="Times New Roman"/>
              </a:rPr>
              <a:t>electric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data.</a:t>
            </a:r>
            <a:endParaRPr sz="22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100"/>
              </a:lnSpc>
              <a:spcBef>
                <a:spcPts val="50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 plastic coating protects the optical fibers </a:t>
            </a:r>
            <a:r>
              <a:rPr sz="2200" dirty="0">
                <a:latin typeface="Times New Roman"/>
                <a:cs typeface="Times New Roman"/>
              </a:rPr>
              <a:t>from </a:t>
            </a:r>
            <a:r>
              <a:rPr sz="2200" spc="-5" dirty="0">
                <a:latin typeface="Times New Roman"/>
                <a:cs typeface="Times New Roman"/>
              </a:rPr>
              <a:t>heat, cold,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electromagnetic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interference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from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other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types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wiring.</a:t>
            </a:r>
            <a:endParaRPr sz="22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82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Data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transfer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modes:</a:t>
            </a:r>
            <a:endParaRPr sz="22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750"/>
              </a:spcBef>
              <a:buFont typeface="Wingdings"/>
              <a:buChar char=""/>
              <a:tabLst>
                <a:tab pos="699135" algn="l"/>
              </a:tabLst>
            </a:pPr>
            <a:r>
              <a:rPr sz="2000" b="1" dirty="0">
                <a:latin typeface="Times New Roman"/>
                <a:cs typeface="Times New Roman"/>
              </a:rPr>
              <a:t>Single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mode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fiber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Carry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light</a:t>
            </a:r>
            <a:endParaRPr sz="20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695"/>
              </a:spcBef>
              <a:buFont typeface="Wingdings"/>
              <a:buChar char=""/>
              <a:tabLst>
                <a:tab pos="699135" algn="l"/>
              </a:tabLst>
            </a:pPr>
            <a:r>
              <a:rPr sz="2000" b="1" dirty="0">
                <a:latin typeface="Times New Roman"/>
                <a:cs typeface="Times New Roman"/>
              </a:rPr>
              <a:t>Multimode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fiber: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multiple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beams</a:t>
            </a:r>
            <a:r>
              <a:rPr sz="2000" dirty="0">
                <a:latin typeface="Times New Roman"/>
                <a:cs typeface="Times New Roman"/>
              </a:rPr>
              <a:t> 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light.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05798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07129" y="532002"/>
            <a:ext cx="47904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5" dirty="0"/>
              <a:t>G</a:t>
            </a:r>
            <a:r>
              <a:rPr spc="-100" dirty="0"/>
              <a:t>uide</a:t>
            </a:r>
            <a:r>
              <a:rPr dirty="0"/>
              <a:t>d</a:t>
            </a:r>
            <a:r>
              <a:rPr spc="-215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100" dirty="0"/>
              <a:t>Fibe</a:t>
            </a:r>
            <a:r>
              <a:rPr dirty="0"/>
              <a:t>r</a:t>
            </a:r>
            <a:r>
              <a:rPr spc="-310" dirty="0"/>
              <a:t> </a:t>
            </a:r>
            <a:r>
              <a:rPr spc="-105" dirty="0"/>
              <a:t>O</a:t>
            </a:r>
            <a:r>
              <a:rPr spc="-100" dirty="0"/>
              <a:t>pti</a:t>
            </a:r>
            <a:r>
              <a:rPr dirty="0"/>
              <a:t>c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2125" y="2175573"/>
            <a:ext cx="3959874" cy="287496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852422"/>
            <a:ext cx="6699884" cy="37865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Components:</a:t>
            </a:r>
            <a:endParaRPr sz="2000">
              <a:latin typeface="Times New Roman"/>
              <a:cs typeface="Times New Roman"/>
            </a:endParaRPr>
          </a:p>
          <a:p>
            <a:pPr marL="698500" marR="8890" lvl="1" indent="-229235">
              <a:lnSpc>
                <a:spcPct val="150000"/>
              </a:lnSpc>
              <a:spcBef>
                <a:spcPts val="600"/>
              </a:spcBef>
              <a:buFont typeface="Wingdings"/>
              <a:buChar char=""/>
              <a:tabLst>
                <a:tab pos="699135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Core: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Narrow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strand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glass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plastic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light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transmission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area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fiber.</a:t>
            </a:r>
            <a:endParaRPr sz="1600">
              <a:latin typeface="Times New Roman"/>
              <a:cs typeface="Times New Roman"/>
            </a:endParaRPr>
          </a:p>
          <a:p>
            <a:pPr marL="698500" marR="114935" lvl="1" indent="-229235">
              <a:lnSpc>
                <a:spcPct val="150000"/>
              </a:lnSpc>
              <a:spcBef>
                <a:spcPts val="495"/>
              </a:spcBef>
              <a:buFont typeface="Wingdings"/>
              <a:buChar char=""/>
              <a:tabLst>
                <a:tab pos="699135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Cladding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concentric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layer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glass.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provides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lower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refractive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index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core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interface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cause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reflection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within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core.</a:t>
            </a:r>
            <a:endParaRPr sz="16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465"/>
              </a:spcBef>
              <a:buFont typeface="Wingdings"/>
              <a:buChar char=""/>
              <a:tabLst>
                <a:tab pos="699135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Jacket:</a:t>
            </a:r>
            <a:r>
              <a:rPr sz="1600" b="1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protective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coating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consisting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plastic.</a:t>
            </a:r>
            <a:endParaRPr sz="16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4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7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connect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fiber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optic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type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connectors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used. These can be </a:t>
            </a:r>
            <a:r>
              <a:rPr sz="2000" b="1" dirty="0">
                <a:latin typeface="Times New Roman"/>
                <a:cs typeface="Times New Roman"/>
              </a:rPr>
              <a:t>Subscriber Channel (SC), Straight </a:t>
            </a:r>
            <a:r>
              <a:rPr sz="2000" b="1" spc="-15" dirty="0">
                <a:latin typeface="Times New Roman"/>
                <a:cs typeface="Times New Roman"/>
              </a:rPr>
              <a:t>Tip 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(ST),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30" dirty="0">
                <a:latin typeface="Times New Roman"/>
                <a:cs typeface="Times New Roman"/>
              </a:rPr>
              <a:t>MT-RJ</a:t>
            </a:r>
            <a:r>
              <a:rPr sz="2000" spc="-3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39527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83329" y="571322"/>
            <a:ext cx="46367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5" dirty="0"/>
              <a:t>G</a:t>
            </a:r>
            <a:r>
              <a:rPr spc="-100" dirty="0"/>
              <a:t>uide</a:t>
            </a:r>
            <a:r>
              <a:rPr dirty="0"/>
              <a:t>d</a:t>
            </a:r>
            <a:r>
              <a:rPr spc="-215" dirty="0"/>
              <a:t> </a:t>
            </a:r>
            <a:r>
              <a:rPr dirty="0"/>
              <a:t>:</a:t>
            </a:r>
            <a:r>
              <a:rPr spc="-210" dirty="0"/>
              <a:t> </a:t>
            </a:r>
            <a:r>
              <a:rPr spc="-105" dirty="0"/>
              <a:t>F</a:t>
            </a:r>
            <a:r>
              <a:rPr spc="-100" dirty="0"/>
              <a:t>ibe</a:t>
            </a:r>
            <a:r>
              <a:rPr dirty="0"/>
              <a:t>r</a:t>
            </a:r>
            <a:r>
              <a:rPr spc="-310" dirty="0"/>
              <a:t> </a:t>
            </a:r>
            <a:r>
              <a:rPr spc="-95" dirty="0"/>
              <a:t>o</a:t>
            </a:r>
            <a:r>
              <a:rPr spc="-100" dirty="0"/>
              <a:t>p</a:t>
            </a:r>
            <a:r>
              <a:rPr spc="-105" dirty="0"/>
              <a:t>t</a:t>
            </a:r>
            <a:r>
              <a:rPr spc="-100" dirty="0"/>
              <a:t>i</a:t>
            </a:r>
            <a:r>
              <a:rPr dirty="0"/>
              <a:t>c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110855" y="1479449"/>
          <a:ext cx="2571750" cy="26050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6817">
                <a:tc>
                  <a:txBody>
                    <a:bodyPr/>
                    <a:lstStyle/>
                    <a:p>
                      <a:pPr marL="986790">
                        <a:lnSpc>
                          <a:spcPts val="21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Advantage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8241">
                <a:tc>
                  <a:txBody>
                    <a:bodyPr/>
                    <a:lstStyle/>
                    <a:p>
                      <a:pPr marL="329565" indent="-203200">
                        <a:lnSpc>
                          <a:spcPct val="100000"/>
                        </a:lnSpc>
                        <a:spcBef>
                          <a:spcPts val="625"/>
                        </a:spcBef>
                        <a:buSzPct val="95000"/>
                        <a:buFont typeface="Wingdings"/>
                        <a:buChar char=""/>
                        <a:tabLst>
                          <a:tab pos="33020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Greater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Bandwidth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29565" indent="-203200">
                        <a:lnSpc>
                          <a:spcPct val="100000"/>
                        </a:lnSpc>
                        <a:spcBef>
                          <a:spcPts val="1205"/>
                        </a:spcBef>
                        <a:buSzPct val="95000"/>
                        <a:buFont typeface="Wingdings"/>
                        <a:buChar char=""/>
                        <a:tabLst>
                          <a:tab pos="330200" algn="l"/>
                        </a:tabLst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Faster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speed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29565" indent="-203200">
                        <a:lnSpc>
                          <a:spcPct val="100000"/>
                        </a:lnSpc>
                        <a:spcBef>
                          <a:spcPts val="1200"/>
                        </a:spcBef>
                        <a:buSzPct val="95000"/>
                        <a:buFont typeface="Wingdings"/>
                        <a:buChar char=""/>
                        <a:tabLst>
                          <a:tab pos="33020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Longer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distances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29565" indent="-203200">
                        <a:lnSpc>
                          <a:spcPct val="100000"/>
                        </a:lnSpc>
                        <a:spcBef>
                          <a:spcPts val="1200"/>
                        </a:spcBef>
                        <a:buSzPct val="95000"/>
                        <a:buFont typeface="Wingdings"/>
                        <a:buChar char=""/>
                        <a:tabLst>
                          <a:tab pos="330200" algn="l"/>
                        </a:tabLst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Better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29565" indent="-203200">
                        <a:lnSpc>
                          <a:spcPts val="2335"/>
                        </a:lnSpc>
                        <a:spcBef>
                          <a:spcPts val="1200"/>
                        </a:spcBef>
                        <a:buSzPct val="95000"/>
                        <a:buFont typeface="Wingdings"/>
                        <a:buChar char=""/>
                        <a:tabLst>
                          <a:tab pos="33020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Thinner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Sturdier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110855" y="4198265"/>
          <a:ext cx="3843020" cy="26050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7008">
                <a:tc>
                  <a:txBody>
                    <a:bodyPr/>
                    <a:lstStyle/>
                    <a:p>
                      <a:pPr marL="840740">
                        <a:lnSpc>
                          <a:spcPts val="21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Disadvantage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8050">
                <a:tc>
                  <a:txBody>
                    <a:bodyPr/>
                    <a:lstStyle/>
                    <a:p>
                      <a:pPr marL="329565" indent="-203200">
                        <a:lnSpc>
                          <a:spcPct val="100000"/>
                        </a:lnSpc>
                        <a:spcBef>
                          <a:spcPts val="630"/>
                        </a:spcBef>
                        <a:buSzPct val="95000"/>
                        <a:buFont typeface="Wingdings"/>
                        <a:buChar char=""/>
                        <a:tabLst>
                          <a:tab pos="33020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expensive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compared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copper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cable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29565" indent="-203200">
                        <a:lnSpc>
                          <a:spcPct val="100000"/>
                        </a:lnSpc>
                        <a:spcBef>
                          <a:spcPts val="1200"/>
                        </a:spcBef>
                        <a:buSzPct val="95000"/>
                        <a:buFont typeface="Wingdings"/>
                        <a:buChar char=""/>
                        <a:tabLst>
                          <a:tab pos="33020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Fragile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29565" indent="-203200">
                        <a:lnSpc>
                          <a:spcPct val="100000"/>
                        </a:lnSpc>
                        <a:spcBef>
                          <a:spcPts val="1200"/>
                        </a:spcBef>
                        <a:buSzPct val="95000"/>
                        <a:buFont typeface="Wingdings"/>
                        <a:buChar char=""/>
                        <a:tabLst>
                          <a:tab pos="330200" algn="l"/>
                        </a:tabLst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Installation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maintenance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ts val="2335"/>
                        </a:lnSpc>
                        <a:spcBef>
                          <a:spcPts val="120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difficult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801528"/>
            <a:ext cx="11526520" cy="414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946150" indent="-228600">
              <a:lnSpc>
                <a:spcPct val="130000"/>
              </a:lnSpc>
              <a:spcBef>
                <a:spcPts val="95"/>
              </a:spcBef>
              <a:buClr>
                <a:srgbClr val="000000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https://www.electronicsmedia.info/2021/04/17/what-are-the-various-applications-of- </a:t>
            </a:r>
            <a:r>
              <a:rPr sz="2400" spc="-585" dirty="0">
                <a:solidFill>
                  <a:srgbClr val="0462C1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sz="24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computer-networks/</a:t>
            </a:r>
            <a:endParaRPr sz="2400">
              <a:latin typeface="Times New Roman"/>
              <a:cs typeface="Times New Roman"/>
            </a:endParaRPr>
          </a:p>
          <a:p>
            <a:pPr marL="255270" indent="-243204">
              <a:lnSpc>
                <a:spcPct val="100000"/>
              </a:lnSpc>
              <a:spcBef>
                <a:spcPts val="1370"/>
              </a:spcBef>
              <a:buClr>
                <a:srgbClr val="000000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https://www.studytonight.com/computer-networks/uses-of-computer-networks</a:t>
            </a:r>
            <a:endParaRPr sz="2400">
              <a:latin typeface="Times New Roman"/>
              <a:cs typeface="Times New Roman"/>
            </a:endParaRPr>
          </a:p>
          <a:p>
            <a:pPr marL="255270" indent="-243204">
              <a:lnSpc>
                <a:spcPct val="100000"/>
              </a:lnSpc>
              <a:spcBef>
                <a:spcPts val="1355"/>
              </a:spcBef>
              <a:buClr>
                <a:srgbClr val="000000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https://www.javatpoint.com/guided-transmission-media</a:t>
            </a:r>
            <a:endParaRPr sz="2400">
              <a:latin typeface="Times New Roman"/>
              <a:cs typeface="Times New Roman"/>
            </a:endParaRPr>
          </a:p>
          <a:p>
            <a:pPr marL="255270" indent="-243204">
              <a:lnSpc>
                <a:spcPct val="100000"/>
              </a:lnSpc>
              <a:spcBef>
                <a:spcPts val="1370"/>
              </a:spcBef>
              <a:buClr>
                <a:srgbClr val="000000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5"/>
              </a:rPr>
              <a:t>https://www.geeksforgeeks.org/types-transmission-media/</a:t>
            </a:r>
            <a:endParaRPr sz="2400">
              <a:latin typeface="Times New Roman"/>
              <a:cs typeface="Times New Roman"/>
            </a:endParaRPr>
          </a:p>
          <a:p>
            <a:pPr marL="255270" indent="-243204">
              <a:lnSpc>
                <a:spcPct val="100000"/>
              </a:lnSpc>
              <a:spcBef>
                <a:spcPts val="1370"/>
              </a:spcBef>
              <a:buClr>
                <a:srgbClr val="000000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6"/>
              </a:rPr>
              <a:t>https://www.elprocus.com/what-is-transmission-media-in-computer-networks-its-types/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30000"/>
              </a:lnSpc>
              <a:spcBef>
                <a:spcPts val="490"/>
              </a:spcBef>
              <a:buClr>
                <a:srgbClr val="000000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7"/>
              </a:rPr>
              <a:t>https://www.tutorialspoint.com/data_communication_computer_network/transmission_medi </a:t>
            </a:r>
            <a:r>
              <a:rPr sz="2400" spc="-585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 </a:t>
            </a:r>
            <a:r>
              <a:rPr sz="240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7"/>
              </a:rPr>
              <a:t>a.htm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542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48605" y="571322"/>
            <a:ext cx="25082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Re</a:t>
            </a:r>
            <a:r>
              <a:rPr spc="-105" dirty="0"/>
              <a:t>f</a:t>
            </a:r>
            <a:r>
              <a:rPr spc="-100" dirty="0"/>
              <a:t>e</a:t>
            </a:r>
            <a:r>
              <a:rPr spc="-185" dirty="0"/>
              <a:t>r</a:t>
            </a:r>
            <a:r>
              <a:rPr spc="-110" dirty="0"/>
              <a:t>e</a:t>
            </a:r>
            <a:r>
              <a:rPr spc="-100" dirty="0"/>
              <a:t>n</a:t>
            </a:r>
            <a:r>
              <a:rPr spc="-110" dirty="0"/>
              <a:t>ce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1635</Words>
  <Application>Microsoft Office PowerPoint</Application>
  <PresentationFormat>Widescreen</PresentationFormat>
  <Paragraphs>169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</vt:lpstr>
      <vt:lpstr>Times New Roman</vt:lpstr>
      <vt:lpstr>Wingdings</vt:lpstr>
      <vt:lpstr>Office Theme</vt:lpstr>
      <vt:lpstr>Introduction to Computer Networks</vt:lpstr>
      <vt:lpstr>Outline</vt:lpstr>
      <vt:lpstr>Computer network basics</vt:lpstr>
      <vt:lpstr>Computer network application</vt:lpstr>
      <vt:lpstr>Computer network application</vt:lpstr>
      <vt:lpstr>Network criteria</vt:lpstr>
      <vt:lpstr>Data Communication</vt:lpstr>
      <vt:lpstr>Data communication: Components</vt:lpstr>
      <vt:lpstr>Connection types</vt:lpstr>
      <vt:lpstr>Connection types: Point to point</vt:lpstr>
      <vt:lpstr>Connection types: Multipoint</vt:lpstr>
      <vt:lpstr>Transmission Modes</vt:lpstr>
      <vt:lpstr>Transmission Modes</vt:lpstr>
      <vt:lpstr>Transmission Media</vt:lpstr>
      <vt:lpstr>Transmission Media : Guided</vt:lpstr>
      <vt:lpstr>Guided : Twisted pair cable</vt:lpstr>
      <vt:lpstr>Guided : Unshielded twisted pair (UTP)</vt:lpstr>
      <vt:lpstr>Guided : Unshielded twisted pair (UTP)</vt:lpstr>
      <vt:lpstr>Guided : Shielded twisted pair (STP)</vt:lpstr>
      <vt:lpstr>Guided : Coaxial</vt:lpstr>
      <vt:lpstr>Guided : Coaxial</vt:lpstr>
      <vt:lpstr>Guided : Fiber Optic</vt:lpstr>
      <vt:lpstr>Guided : Fiber optic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SUCHI KUMARI</dc:creator>
  <cp:lastModifiedBy>Abuzar Sayeed</cp:lastModifiedBy>
  <cp:revision>1</cp:revision>
  <dcterms:created xsi:type="dcterms:W3CDTF">2023-06-14T06:24:02Z</dcterms:created>
  <dcterms:modified xsi:type="dcterms:W3CDTF">2026-01-04T14:13:23Z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2022-01-25T00:00:00Z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2023-06-14T00:00:00Z</vt:filetime>
  </property>
</Properties>
</file>
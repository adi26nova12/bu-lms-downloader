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8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15811" y="682751"/>
            <a:ext cx="5492750" cy="5492750"/>
          </a:xfrm>
          <a:custGeom>
            <a:avLst/>
            <a:gdLst/>
            <a:ahLst/>
            <a:cxnLst/>
            <a:rect l="l" t="t" r="r" b="b"/>
            <a:pathLst>
              <a:path w="5492750" h="5492750">
                <a:moveTo>
                  <a:pt x="2746247" y="0"/>
                </a:moveTo>
                <a:lnTo>
                  <a:pt x="2697939" y="416"/>
                </a:lnTo>
                <a:lnTo>
                  <a:pt x="2649832" y="1660"/>
                </a:lnTo>
                <a:lnTo>
                  <a:pt x="2601934" y="3726"/>
                </a:lnTo>
                <a:lnTo>
                  <a:pt x="2554252" y="6606"/>
                </a:lnTo>
                <a:lnTo>
                  <a:pt x="2506791" y="10294"/>
                </a:lnTo>
                <a:lnTo>
                  <a:pt x="2459560" y="14782"/>
                </a:lnTo>
                <a:lnTo>
                  <a:pt x="2412565" y="20065"/>
                </a:lnTo>
                <a:lnTo>
                  <a:pt x="2365812" y="26135"/>
                </a:lnTo>
                <a:lnTo>
                  <a:pt x="2319309" y="32985"/>
                </a:lnTo>
                <a:lnTo>
                  <a:pt x="2273063" y="40609"/>
                </a:lnTo>
                <a:lnTo>
                  <a:pt x="2227079" y="48999"/>
                </a:lnTo>
                <a:lnTo>
                  <a:pt x="2181366" y="58150"/>
                </a:lnTo>
                <a:lnTo>
                  <a:pt x="2135929" y="68054"/>
                </a:lnTo>
                <a:lnTo>
                  <a:pt x="2090775" y="78704"/>
                </a:lnTo>
                <a:lnTo>
                  <a:pt x="2045913" y="90094"/>
                </a:lnTo>
                <a:lnTo>
                  <a:pt x="2001347" y="102217"/>
                </a:lnTo>
                <a:lnTo>
                  <a:pt x="1957085" y="115065"/>
                </a:lnTo>
                <a:lnTo>
                  <a:pt x="1913134" y="128633"/>
                </a:lnTo>
                <a:lnTo>
                  <a:pt x="1869501" y="142913"/>
                </a:lnTo>
                <a:lnTo>
                  <a:pt x="1826191" y="157899"/>
                </a:lnTo>
                <a:lnTo>
                  <a:pt x="1783214" y="173583"/>
                </a:lnTo>
                <a:lnTo>
                  <a:pt x="1740574" y="189959"/>
                </a:lnTo>
                <a:lnTo>
                  <a:pt x="1698279" y="207021"/>
                </a:lnTo>
                <a:lnTo>
                  <a:pt x="1656335" y="224760"/>
                </a:lnTo>
                <a:lnTo>
                  <a:pt x="1614750" y="243172"/>
                </a:lnTo>
                <a:lnTo>
                  <a:pt x="1573531" y="262248"/>
                </a:lnTo>
                <a:lnTo>
                  <a:pt x="1532683" y="281982"/>
                </a:lnTo>
                <a:lnTo>
                  <a:pt x="1492214" y="302367"/>
                </a:lnTo>
                <a:lnTo>
                  <a:pt x="1452131" y="323396"/>
                </a:lnTo>
                <a:lnTo>
                  <a:pt x="1412440" y="345063"/>
                </a:lnTo>
                <a:lnTo>
                  <a:pt x="1373149" y="367360"/>
                </a:lnTo>
                <a:lnTo>
                  <a:pt x="1334263" y="390282"/>
                </a:lnTo>
                <a:lnTo>
                  <a:pt x="1295791" y="413820"/>
                </a:lnTo>
                <a:lnTo>
                  <a:pt x="1257738" y="437969"/>
                </a:lnTo>
                <a:lnTo>
                  <a:pt x="1220111" y="462721"/>
                </a:lnTo>
                <a:lnTo>
                  <a:pt x="1182918" y="488070"/>
                </a:lnTo>
                <a:lnTo>
                  <a:pt x="1146165" y="514008"/>
                </a:lnTo>
                <a:lnTo>
                  <a:pt x="1109859" y="540530"/>
                </a:lnTo>
                <a:lnTo>
                  <a:pt x="1074007" y="567628"/>
                </a:lnTo>
                <a:lnTo>
                  <a:pt x="1038615" y="595295"/>
                </a:lnTo>
                <a:lnTo>
                  <a:pt x="1003690" y="623525"/>
                </a:lnTo>
                <a:lnTo>
                  <a:pt x="969240" y="652311"/>
                </a:lnTo>
                <a:lnTo>
                  <a:pt x="935270" y="681645"/>
                </a:lnTo>
                <a:lnTo>
                  <a:pt x="901789" y="711522"/>
                </a:lnTo>
                <a:lnTo>
                  <a:pt x="868802" y="741935"/>
                </a:lnTo>
                <a:lnTo>
                  <a:pt x="836316" y="772875"/>
                </a:lnTo>
                <a:lnTo>
                  <a:pt x="804338" y="804338"/>
                </a:lnTo>
                <a:lnTo>
                  <a:pt x="772875" y="836316"/>
                </a:lnTo>
                <a:lnTo>
                  <a:pt x="741935" y="868802"/>
                </a:lnTo>
                <a:lnTo>
                  <a:pt x="711522" y="901789"/>
                </a:lnTo>
                <a:lnTo>
                  <a:pt x="681645" y="935270"/>
                </a:lnTo>
                <a:lnTo>
                  <a:pt x="652311" y="969240"/>
                </a:lnTo>
                <a:lnTo>
                  <a:pt x="623525" y="1003690"/>
                </a:lnTo>
                <a:lnTo>
                  <a:pt x="595295" y="1038615"/>
                </a:lnTo>
                <a:lnTo>
                  <a:pt x="567628" y="1074007"/>
                </a:lnTo>
                <a:lnTo>
                  <a:pt x="540530" y="1109859"/>
                </a:lnTo>
                <a:lnTo>
                  <a:pt x="514008" y="1146165"/>
                </a:lnTo>
                <a:lnTo>
                  <a:pt x="488070" y="1182918"/>
                </a:lnTo>
                <a:lnTo>
                  <a:pt x="462721" y="1220111"/>
                </a:lnTo>
                <a:lnTo>
                  <a:pt x="437969" y="1257738"/>
                </a:lnTo>
                <a:lnTo>
                  <a:pt x="413820" y="1295791"/>
                </a:lnTo>
                <a:lnTo>
                  <a:pt x="390282" y="1334263"/>
                </a:lnTo>
                <a:lnTo>
                  <a:pt x="367360" y="1373149"/>
                </a:lnTo>
                <a:lnTo>
                  <a:pt x="345063" y="1412440"/>
                </a:lnTo>
                <a:lnTo>
                  <a:pt x="323396" y="1452131"/>
                </a:lnTo>
                <a:lnTo>
                  <a:pt x="302367" y="1492214"/>
                </a:lnTo>
                <a:lnTo>
                  <a:pt x="281982" y="1532683"/>
                </a:lnTo>
                <a:lnTo>
                  <a:pt x="262248" y="1573531"/>
                </a:lnTo>
                <a:lnTo>
                  <a:pt x="243172" y="1614750"/>
                </a:lnTo>
                <a:lnTo>
                  <a:pt x="224760" y="1656335"/>
                </a:lnTo>
                <a:lnTo>
                  <a:pt x="207021" y="1698279"/>
                </a:lnTo>
                <a:lnTo>
                  <a:pt x="189959" y="1740574"/>
                </a:lnTo>
                <a:lnTo>
                  <a:pt x="173583" y="1783214"/>
                </a:lnTo>
                <a:lnTo>
                  <a:pt x="157899" y="1826191"/>
                </a:lnTo>
                <a:lnTo>
                  <a:pt x="142913" y="1869501"/>
                </a:lnTo>
                <a:lnTo>
                  <a:pt x="128633" y="1913134"/>
                </a:lnTo>
                <a:lnTo>
                  <a:pt x="115065" y="1957085"/>
                </a:lnTo>
                <a:lnTo>
                  <a:pt x="102217" y="2001347"/>
                </a:lnTo>
                <a:lnTo>
                  <a:pt x="90094" y="2045913"/>
                </a:lnTo>
                <a:lnTo>
                  <a:pt x="78704" y="2090775"/>
                </a:lnTo>
                <a:lnTo>
                  <a:pt x="68054" y="2135929"/>
                </a:lnTo>
                <a:lnTo>
                  <a:pt x="58150" y="2181366"/>
                </a:lnTo>
                <a:lnTo>
                  <a:pt x="48999" y="2227079"/>
                </a:lnTo>
                <a:lnTo>
                  <a:pt x="40609" y="2273063"/>
                </a:lnTo>
                <a:lnTo>
                  <a:pt x="32985" y="2319309"/>
                </a:lnTo>
                <a:lnTo>
                  <a:pt x="26135" y="2365812"/>
                </a:lnTo>
                <a:lnTo>
                  <a:pt x="20065" y="2412565"/>
                </a:lnTo>
                <a:lnTo>
                  <a:pt x="14782" y="2459560"/>
                </a:lnTo>
                <a:lnTo>
                  <a:pt x="10294" y="2506791"/>
                </a:lnTo>
                <a:lnTo>
                  <a:pt x="6606" y="2554252"/>
                </a:lnTo>
                <a:lnTo>
                  <a:pt x="3726" y="2601934"/>
                </a:lnTo>
                <a:lnTo>
                  <a:pt x="1660" y="2649832"/>
                </a:lnTo>
                <a:lnTo>
                  <a:pt x="416" y="2697939"/>
                </a:lnTo>
                <a:lnTo>
                  <a:pt x="0" y="2746248"/>
                </a:lnTo>
                <a:lnTo>
                  <a:pt x="416" y="2794556"/>
                </a:lnTo>
                <a:lnTo>
                  <a:pt x="1660" y="2842663"/>
                </a:lnTo>
                <a:lnTo>
                  <a:pt x="3726" y="2890561"/>
                </a:lnTo>
                <a:lnTo>
                  <a:pt x="6606" y="2938243"/>
                </a:lnTo>
                <a:lnTo>
                  <a:pt x="10294" y="2985704"/>
                </a:lnTo>
                <a:lnTo>
                  <a:pt x="14782" y="3032935"/>
                </a:lnTo>
                <a:lnTo>
                  <a:pt x="20065" y="3079930"/>
                </a:lnTo>
                <a:lnTo>
                  <a:pt x="26135" y="3126683"/>
                </a:lnTo>
                <a:lnTo>
                  <a:pt x="32985" y="3173186"/>
                </a:lnTo>
                <a:lnTo>
                  <a:pt x="40609" y="3219432"/>
                </a:lnTo>
                <a:lnTo>
                  <a:pt x="48999" y="3265416"/>
                </a:lnTo>
                <a:lnTo>
                  <a:pt x="58150" y="3311129"/>
                </a:lnTo>
                <a:lnTo>
                  <a:pt x="68054" y="3356566"/>
                </a:lnTo>
                <a:lnTo>
                  <a:pt x="78704" y="3401720"/>
                </a:lnTo>
                <a:lnTo>
                  <a:pt x="90094" y="3446582"/>
                </a:lnTo>
                <a:lnTo>
                  <a:pt x="102217" y="3491148"/>
                </a:lnTo>
                <a:lnTo>
                  <a:pt x="115065" y="3535410"/>
                </a:lnTo>
                <a:lnTo>
                  <a:pt x="128633" y="3579361"/>
                </a:lnTo>
                <a:lnTo>
                  <a:pt x="142913" y="3622994"/>
                </a:lnTo>
                <a:lnTo>
                  <a:pt x="157899" y="3666304"/>
                </a:lnTo>
                <a:lnTo>
                  <a:pt x="173583" y="3709281"/>
                </a:lnTo>
                <a:lnTo>
                  <a:pt x="189959" y="3751921"/>
                </a:lnTo>
                <a:lnTo>
                  <a:pt x="207021" y="3794216"/>
                </a:lnTo>
                <a:lnTo>
                  <a:pt x="224760" y="3836160"/>
                </a:lnTo>
                <a:lnTo>
                  <a:pt x="243172" y="3877745"/>
                </a:lnTo>
                <a:lnTo>
                  <a:pt x="262248" y="3918964"/>
                </a:lnTo>
                <a:lnTo>
                  <a:pt x="281982" y="3959812"/>
                </a:lnTo>
                <a:lnTo>
                  <a:pt x="302367" y="4000281"/>
                </a:lnTo>
                <a:lnTo>
                  <a:pt x="323396" y="4040364"/>
                </a:lnTo>
                <a:lnTo>
                  <a:pt x="345063" y="4080055"/>
                </a:lnTo>
                <a:lnTo>
                  <a:pt x="367360" y="4119346"/>
                </a:lnTo>
                <a:lnTo>
                  <a:pt x="390282" y="4158232"/>
                </a:lnTo>
                <a:lnTo>
                  <a:pt x="413820" y="4196704"/>
                </a:lnTo>
                <a:lnTo>
                  <a:pt x="437969" y="4234757"/>
                </a:lnTo>
                <a:lnTo>
                  <a:pt x="462721" y="4272384"/>
                </a:lnTo>
                <a:lnTo>
                  <a:pt x="488070" y="4309577"/>
                </a:lnTo>
                <a:lnTo>
                  <a:pt x="514008" y="4346330"/>
                </a:lnTo>
                <a:lnTo>
                  <a:pt x="540530" y="4382636"/>
                </a:lnTo>
                <a:lnTo>
                  <a:pt x="567628" y="4418488"/>
                </a:lnTo>
                <a:lnTo>
                  <a:pt x="595295" y="4453880"/>
                </a:lnTo>
                <a:lnTo>
                  <a:pt x="623525" y="4488805"/>
                </a:lnTo>
                <a:lnTo>
                  <a:pt x="652311" y="4523255"/>
                </a:lnTo>
                <a:lnTo>
                  <a:pt x="681645" y="4557225"/>
                </a:lnTo>
                <a:lnTo>
                  <a:pt x="711522" y="4590706"/>
                </a:lnTo>
                <a:lnTo>
                  <a:pt x="741935" y="4623693"/>
                </a:lnTo>
                <a:lnTo>
                  <a:pt x="772875" y="4656179"/>
                </a:lnTo>
                <a:lnTo>
                  <a:pt x="804338" y="4688157"/>
                </a:lnTo>
                <a:lnTo>
                  <a:pt x="836316" y="4719620"/>
                </a:lnTo>
                <a:lnTo>
                  <a:pt x="868802" y="4750560"/>
                </a:lnTo>
                <a:lnTo>
                  <a:pt x="901789" y="4780973"/>
                </a:lnTo>
                <a:lnTo>
                  <a:pt x="935270" y="4810850"/>
                </a:lnTo>
                <a:lnTo>
                  <a:pt x="969240" y="4840184"/>
                </a:lnTo>
                <a:lnTo>
                  <a:pt x="1003690" y="4868970"/>
                </a:lnTo>
                <a:lnTo>
                  <a:pt x="1038615" y="4897200"/>
                </a:lnTo>
                <a:lnTo>
                  <a:pt x="1074007" y="4924867"/>
                </a:lnTo>
                <a:lnTo>
                  <a:pt x="1109859" y="4951965"/>
                </a:lnTo>
                <a:lnTo>
                  <a:pt x="1146165" y="4978487"/>
                </a:lnTo>
                <a:lnTo>
                  <a:pt x="1182918" y="5004425"/>
                </a:lnTo>
                <a:lnTo>
                  <a:pt x="1220111" y="5029774"/>
                </a:lnTo>
                <a:lnTo>
                  <a:pt x="1257738" y="5054526"/>
                </a:lnTo>
                <a:lnTo>
                  <a:pt x="1295791" y="5078675"/>
                </a:lnTo>
                <a:lnTo>
                  <a:pt x="1334263" y="5102213"/>
                </a:lnTo>
                <a:lnTo>
                  <a:pt x="1373149" y="5125135"/>
                </a:lnTo>
                <a:lnTo>
                  <a:pt x="1412440" y="5147432"/>
                </a:lnTo>
                <a:lnTo>
                  <a:pt x="1452131" y="5169099"/>
                </a:lnTo>
                <a:lnTo>
                  <a:pt x="1492214" y="5190128"/>
                </a:lnTo>
                <a:lnTo>
                  <a:pt x="1532683" y="5210513"/>
                </a:lnTo>
                <a:lnTo>
                  <a:pt x="1573531" y="5230247"/>
                </a:lnTo>
                <a:lnTo>
                  <a:pt x="1614750" y="5249323"/>
                </a:lnTo>
                <a:lnTo>
                  <a:pt x="1656335" y="5267735"/>
                </a:lnTo>
                <a:lnTo>
                  <a:pt x="1698279" y="5285474"/>
                </a:lnTo>
                <a:lnTo>
                  <a:pt x="1740574" y="5302536"/>
                </a:lnTo>
                <a:lnTo>
                  <a:pt x="1783214" y="5318912"/>
                </a:lnTo>
                <a:lnTo>
                  <a:pt x="1826191" y="5334596"/>
                </a:lnTo>
                <a:lnTo>
                  <a:pt x="1869501" y="5349582"/>
                </a:lnTo>
                <a:lnTo>
                  <a:pt x="1913134" y="5363862"/>
                </a:lnTo>
                <a:lnTo>
                  <a:pt x="1957085" y="5377430"/>
                </a:lnTo>
                <a:lnTo>
                  <a:pt x="2001347" y="5390278"/>
                </a:lnTo>
                <a:lnTo>
                  <a:pt x="2045913" y="5402401"/>
                </a:lnTo>
                <a:lnTo>
                  <a:pt x="2090775" y="5413791"/>
                </a:lnTo>
                <a:lnTo>
                  <a:pt x="2135929" y="5424441"/>
                </a:lnTo>
                <a:lnTo>
                  <a:pt x="2181366" y="5434345"/>
                </a:lnTo>
                <a:lnTo>
                  <a:pt x="2227079" y="5443496"/>
                </a:lnTo>
                <a:lnTo>
                  <a:pt x="2273063" y="5451886"/>
                </a:lnTo>
                <a:lnTo>
                  <a:pt x="2319309" y="5459510"/>
                </a:lnTo>
                <a:lnTo>
                  <a:pt x="2365812" y="5466360"/>
                </a:lnTo>
                <a:lnTo>
                  <a:pt x="2412565" y="5472430"/>
                </a:lnTo>
                <a:lnTo>
                  <a:pt x="2459560" y="5477713"/>
                </a:lnTo>
                <a:lnTo>
                  <a:pt x="2506791" y="5482201"/>
                </a:lnTo>
                <a:lnTo>
                  <a:pt x="2554252" y="5485889"/>
                </a:lnTo>
                <a:lnTo>
                  <a:pt x="2601934" y="5488769"/>
                </a:lnTo>
                <a:lnTo>
                  <a:pt x="2649832" y="5490835"/>
                </a:lnTo>
                <a:lnTo>
                  <a:pt x="2697939" y="5492079"/>
                </a:lnTo>
                <a:lnTo>
                  <a:pt x="2746247" y="5492496"/>
                </a:lnTo>
                <a:lnTo>
                  <a:pt x="2794556" y="5492079"/>
                </a:lnTo>
                <a:lnTo>
                  <a:pt x="2842663" y="5490835"/>
                </a:lnTo>
                <a:lnTo>
                  <a:pt x="2890561" y="5488769"/>
                </a:lnTo>
                <a:lnTo>
                  <a:pt x="2938243" y="5485889"/>
                </a:lnTo>
                <a:lnTo>
                  <a:pt x="2985704" y="5482201"/>
                </a:lnTo>
                <a:lnTo>
                  <a:pt x="3032935" y="5477713"/>
                </a:lnTo>
                <a:lnTo>
                  <a:pt x="3079930" y="5472430"/>
                </a:lnTo>
                <a:lnTo>
                  <a:pt x="3126683" y="5466360"/>
                </a:lnTo>
                <a:lnTo>
                  <a:pt x="3173186" y="5459510"/>
                </a:lnTo>
                <a:lnTo>
                  <a:pt x="3219432" y="5451886"/>
                </a:lnTo>
                <a:lnTo>
                  <a:pt x="3265416" y="5443496"/>
                </a:lnTo>
                <a:lnTo>
                  <a:pt x="3311129" y="5434345"/>
                </a:lnTo>
                <a:lnTo>
                  <a:pt x="3356566" y="5424441"/>
                </a:lnTo>
                <a:lnTo>
                  <a:pt x="3401720" y="5413791"/>
                </a:lnTo>
                <a:lnTo>
                  <a:pt x="3446582" y="5402401"/>
                </a:lnTo>
                <a:lnTo>
                  <a:pt x="3491148" y="5390278"/>
                </a:lnTo>
                <a:lnTo>
                  <a:pt x="3535410" y="5377430"/>
                </a:lnTo>
                <a:lnTo>
                  <a:pt x="3579361" y="5363862"/>
                </a:lnTo>
                <a:lnTo>
                  <a:pt x="3622994" y="5349582"/>
                </a:lnTo>
                <a:lnTo>
                  <a:pt x="3666304" y="5334596"/>
                </a:lnTo>
                <a:lnTo>
                  <a:pt x="3709281" y="5318912"/>
                </a:lnTo>
                <a:lnTo>
                  <a:pt x="3751921" y="5302536"/>
                </a:lnTo>
                <a:lnTo>
                  <a:pt x="3794216" y="5285474"/>
                </a:lnTo>
                <a:lnTo>
                  <a:pt x="3836160" y="5267735"/>
                </a:lnTo>
                <a:lnTo>
                  <a:pt x="3877745" y="5249323"/>
                </a:lnTo>
                <a:lnTo>
                  <a:pt x="3918964" y="5230247"/>
                </a:lnTo>
                <a:lnTo>
                  <a:pt x="3959812" y="5210513"/>
                </a:lnTo>
                <a:lnTo>
                  <a:pt x="4000281" y="5190128"/>
                </a:lnTo>
                <a:lnTo>
                  <a:pt x="4040364" y="5169099"/>
                </a:lnTo>
                <a:lnTo>
                  <a:pt x="4080055" y="5147432"/>
                </a:lnTo>
                <a:lnTo>
                  <a:pt x="4119346" y="5125135"/>
                </a:lnTo>
                <a:lnTo>
                  <a:pt x="4158232" y="5102213"/>
                </a:lnTo>
                <a:lnTo>
                  <a:pt x="4196704" y="5078675"/>
                </a:lnTo>
                <a:lnTo>
                  <a:pt x="4234757" y="5054526"/>
                </a:lnTo>
                <a:lnTo>
                  <a:pt x="4272384" y="5029774"/>
                </a:lnTo>
                <a:lnTo>
                  <a:pt x="4309577" y="5004425"/>
                </a:lnTo>
                <a:lnTo>
                  <a:pt x="4346330" y="4978487"/>
                </a:lnTo>
                <a:lnTo>
                  <a:pt x="4382636" y="4951965"/>
                </a:lnTo>
                <a:lnTo>
                  <a:pt x="4418488" y="4924867"/>
                </a:lnTo>
                <a:lnTo>
                  <a:pt x="4453880" y="4897200"/>
                </a:lnTo>
                <a:lnTo>
                  <a:pt x="4488805" y="4868970"/>
                </a:lnTo>
                <a:lnTo>
                  <a:pt x="4523255" y="4840184"/>
                </a:lnTo>
                <a:lnTo>
                  <a:pt x="4557225" y="4810850"/>
                </a:lnTo>
                <a:lnTo>
                  <a:pt x="4590706" y="4780973"/>
                </a:lnTo>
                <a:lnTo>
                  <a:pt x="4623693" y="4750560"/>
                </a:lnTo>
                <a:lnTo>
                  <a:pt x="4656179" y="4719620"/>
                </a:lnTo>
                <a:lnTo>
                  <a:pt x="4688157" y="4688157"/>
                </a:lnTo>
                <a:lnTo>
                  <a:pt x="4719620" y="4656179"/>
                </a:lnTo>
                <a:lnTo>
                  <a:pt x="4750560" y="4623693"/>
                </a:lnTo>
                <a:lnTo>
                  <a:pt x="4780973" y="4590706"/>
                </a:lnTo>
                <a:lnTo>
                  <a:pt x="4810850" y="4557225"/>
                </a:lnTo>
                <a:lnTo>
                  <a:pt x="4840184" y="4523255"/>
                </a:lnTo>
                <a:lnTo>
                  <a:pt x="4868970" y="4488805"/>
                </a:lnTo>
                <a:lnTo>
                  <a:pt x="4897200" y="4453880"/>
                </a:lnTo>
                <a:lnTo>
                  <a:pt x="4924867" y="4418488"/>
                </a:lnTo>
                <a:lnTo>
                  <a:pt x="4951965" y="4382636"/>
                </a:lnTo>
                <a:lnTo>
                  <a:pt x="4978487" y="4346330"/>
                </a:lnTo>
                <a:lnTo>
                  <a:pt x="5004425" y="4309577"/>
                </a:lnTo>
                <a:lnTo>
                  <a:pt x="5029774" y="4272384"/>
                </a:lnTo>
                <a:lnTo>
                  <a:pt x="5054526" y="4234757"/>
                </a:lnTo>
                <a:lnTo>
                  <a:pt x="5078675" y="4196704"/>
                </a:lnTo>
                <a:lnTo>
                  <a:pt x="5102213" y="4158232"/>
                </a:lnTo>
                <a:lnTo>
                  <a:pt x="5125135" y="4119346"/>
                </a:lnTo>
                <a:lnTo>
                  <a:pt x="5147432" y="4080055"/>
                </a:lnTo>
                <a:lnTo>
                  <a:pt x="5169099" y="4040364"/>
                </a:lnTo>
                <a:lnTo>
                  <a:pt x="5190128" y="4000281"/>
                </a:lnTo>
                <a:lnTo>
                  <a:pt x="5210513" y="3959812"/>
                </a:lnTo>
                <a:lnTo>
                  <a:pt x="5230247" y="3918964"/>
                </a:lnTo>
                <a:lnTo>
                  <a:pt x="5249323" y="3877745"/>
                </a:lnTo>
                <a:lnTo>
                  <a:pt x="5267735" y="3836160"/>
                </a:lnTo>
                <a:lnTo>
                  <a:pt x="5285474" y="3794216"/>
                </a:lnTo>
                <a:lnTo>
                  <a:pt x="5302536" y="3751921"/>
                </a:lnTo>
                <a:lnTo>
                  <a:pt x="5318912" y="3709281"/>
                </a:lnTo>
                <a:lnTo>
                  <a:pt x="5334596" y="3666304"/>
                </a:lnTo>
                <a:lnTo>
                  <a:pt x="5349582" y="3622994"/>
                </a:lnTo>
                <a:lnTo>
                  <a:pt x="5363862" y="3579361"/>
                </a:lnTo>
                <a:lnTo>
                  <a:pt x="5377430" y="3535410"/>
                </a:lnTo>
                <a:lnTo>
                  <a:pt x="5390278" y="3491148"/>
                </a:lnTo>
                <a:lnTo>
                  <a:pt x="5402401" y="3446582"/>
                </a:lnTo>
                <a:lnTo>
                  <a:pt x="5413791" y="3401720"/>
                </a:lnTo>
                <a:lnTo>
                  <a:pt x="5424441" y="3356566"/>
                </a:lnTo>
                <a:lnTo>
                  <a:pt x="5434345" y="3311129"/>
                </a:lnTo>
                <a:lnTo>
                  <a:pt x="5443496" y="3265416"/>
                </a:lnTo>
                <a:lnTo>
                  <a:pt x="5451886" y="3219432"/>
                </a:lnTo>
                <a:lnTo>
                  <a:pt x="5459510" y="3173186"/>
                </a:lnTo>
                <a:lnTo>
                  <a:pt x="5466360" y="3126683"/>
                </a:lnTo>
                <a:lnTo>
                  <a:pt x="5472430" y="3079930"/>
                </a:lnTo>
                <a:lnTo>
                  <a:pt x="5477713" y="3032935"/>
                </a:lnTo>
                <a:lnTo>
                  <a:pt x="5482201" y="2985704"/>
                </a:lnTo>
                <a:lnTo>
                  <a:pt x="5485889" y="2938243"/>
                </a:lnTo>
                <a:lnTo>
                  <a:pt x="5488769" y="2890561"/>
                </a:lnTo>
                <a:lnTo>
                  <a:pt x="5490835" y="2842663"/>
                </a:lnTo>
                <a:lnTo>
                  <a:pt x="5492079" y="2794556"/>
                </a:lnTo>
                <a:lnTo>
                  <a:pt x="5492495" y="2746248"/>
                </a:lnTo>
                <a:lnTo>
                  <a:pt x="5492079" y="2697939"/>
                </a:lnTo>
                <a:lnTo>
                  <a:pt x="5490835" y="2649832"/>
                </a:lnTo>
                <a:lnTo>
                  <a:pt x="5488769" y="2601934"/>
                </a:lnTo>
                <a:lnTo>
                  <a:pt x="5485889" y="2554252"/>
                </a:lnTo>
                <a:lnTo>
                  <a:pt x="5482201" y="2506791"/>
                </a:lnTo>
                <a:lnTo>
                  <a:pt x="5477713" y="2459560"/>
                </a:lnTo>
                <a:lnTo>
                  <a:pt x="5472430" y="2412565"/>
                </a:lnTo>
                <a:lnTo>
                  <a:pt x="5466360" y="2365812"/>
                </a:lnTo>
                <a:lnTo>
                  <a:pt x="5459510" y="2319309"/>
                </a:lnTo>
                <a:lnTo>
                  <a:pt x="5451886" y="2273063"/>
                </a:lnTo>
                <a:lnTo>
                  <a:pt x="5443496" y="2227079"/>
                </a:lnTo>
                <a:lnTo>
                  <a:pt x="5434345" y="2181366"/>
                </a:lnTo>
                <a:lnTo>
                  <a:pt x="5424441" y="2135929"/>
                </a:lnTo>
                <a:lnTo>
                  <a:pt x="5413791" y="2090775"/>
                </a:lnTo>
                <a:lnTo>
                  <a:pt x="5402401" y="2045913"/>
                </a:lnTo>
                <a:lnTo>
                  <a:pt x="5390278" y="2001347"/>
                </a:lnTo>
                <a:lnTo>
                  <a:pt x="5377430" y="1957085"/>
                </a:lnTo>
                <a:lnTo>
                  <a:pt x="5363862" y="1913134"/>
                </a:lnTo>
                <a:lnTo>
                  <a:pt x="5349582" y="1869501"/>
                </a:lnTo>
                <a:lnTo>
                  <a:pt x="5334596" y="1826191"/>
                </a:lnTo>
                <a:lnTo>
                  <a:pt x="5318912" y="1783214"/>
                </a:lnTo>
                <a:lnTo>
                  <a:pt x="5302536" y="1740574"/>
                </a:lnTo>
                <a:lnTo>
                  <a:pt x="5285474" y="1698279"/>
                </a:lnTo>
                <a:lnTo>
                  <a:pt x="5267735" y="1656335"/>
                </a:lnTo>
                <a:lnTo>
                  <a:pt x="5249323" y="1614750"/>
                </a:lnTo>
                <a:lnTo>
                  <a:pt x="5230247" y="1573531"/>
                </a:lnTo>
                <a:lnTo>
                  <a:pt x="5210513" y="1532683"/>
                </a:lnTo>
                <a:lnTo>
                  <a:pt x="5190128" y="1492214"/>
                </a:lnTo>
                <a:lnTo>
                  <a:pt x="5169099" y="1452131"/>
                </a:lnTo>
                <a:lnTo>
                  <a:pt x="5147432" y="1412440"/>
                </a:lnTo>
                <a:lnTo>
                  <a:pt x="5125135" y="1373149"/>
                </a:lnTo>
                <a:lnTo>
                  <a:pt x="5102213" y="1334263"/>
                </a:lnTo>
                <a:lnTo>
                  <a:pt x="5078675" y="1295791"/>
                </a:lnTo>
                <a:lnTo>
                  <a:pt x="5054526" y="1257738"/>
                </a:lnTo>
                <a:lnTo>
                  <a:pt x="5029774" y="1220111"/>
                </a:lnTo>
                <a:lnTo>
                  <a:pt x="5004425" y="1182918"/>
                </a:lnTo>
                <a:lnTo>
                  <a:pt x="4978487" y="1146165"/>
                </a:lnTo>
                <a:lnTo>
                  <a:pt x="4951965" y="1109859"/>
                </a:lnTo>
                <a:lnTo>
                  <a:pt x="4924867" y="1074007"/>
                </a:lnTo>
                <a:lnTo>
                  <a:pt x="4897200" y="1038615"/>
                </a:lnTo>
                <a:lnTo>
                  <a:pt x="4868970" y="1003690"/>
                </a:lnTo>
                <a:lnTo>
                  <a:pt x="4840184" y="969240"/>
                </a:lnTo>
                <a:lnTo>
                  <a:pt x="4810850" y="935270"/>
                </a:lnTo>
                <a:lnTo>
                  <a:pt x="4780973" y="901789"/>
                </a:lnTo>
                <a:lnTo>
                  <a:pt x="4750560" y="868802"/>
                </a:lnTo>
                <a:lnTo>
                  <a:pt x="4719620" y="836316"/>
                </a:lnTo>
                <a:lnTo>
                  <a:pt x="4688157" y="804338"/>
                </a:lnTo>
                <a:lnTo>
                  <a:pt x="4656179" y="772875"/>
                </a:lnTo>
                <a:lnTo>
                  <a:pt x="4623693" y="741935"/>
                </a:lnTo>
                <a:lnTo>
                  <a:pt x="4590706" y="711522"/>
                </a:lnTo>
                <a:lnTo>
                  <a:pt x="4557225" y="681645"/>
                </a:lnTo>
                <a:lnTo>
                  <a:pt x="4523255" y="652311"/>
                </a:lnTo>
                <a:lnTo>
                  <a:pt x="4488805" y="623525"/>
                </a:lnTo>
                <a:lnTo>
                  <a:pt x="4453880" y="595295"/>
                </a:lnTo>
                <a:lnTo>
                  <a:pt x="4418488" y="567628"/>
                </a:lnTo>
                <a:lnTo>
                  <a:pt x="4382636" y="540530"/>
                </a:lnTo>
                <a:lnTo>
                  <a:pt x="4346330" y="514008"/>
                </a:lnTo>
                <a:lnTo>
                  <a:pt x="4309577" y="488070"/>
                </a:lnTo>
                <a:lnTo>
                  <a:pt x="4272384" y="462721"/>
                </a:lnTo>
                <a:lnTo>
                  <a:pt x="4234757" y="437969"/>
                </a:lnTo>
                <a:lnTo>
                  <a:pt x="4196704" y="413820"/>
                </a:lnTo>
                <a:lnTo>
                  <a:pt x="4158232" y="390282"/>
                </a:lnTo>
                <a:lnTo>
                  <a:pt x="4119346" y="367360"/>
                </a:lnTo>
                <a:lnTo>
                  <a:pt x="4080055" y="345063"/>
                </a:lnTo>
                <a:lnTo>
                  <a:pt x="4040364" y="323396"/>
                </a:lnTo>
                <a:lnTo>
                  <a:pt x="4000281" y="302367"/>
                </a:lnTo>
                <a:lnTo>
                  <a:pt x="3959812" y="281982"/>
                </a:lnTo>
                <a:lnTo>
                  <a:pt x="3918964" y="262248"/>
                </a:lnTo>
                <a:lnTo>
                  <a:pt x="3877745" y="243172"/>
                </a:lnTo>
                <a:lnTo>
                  <a:pt x="3836160" y="224760"/>
                </a:lnTo>
                <a:lnTo>
                  <a:pt x="3794216" y="207021"/>
                </a:lnTo>
                <a:lnTo>
                  <a:pt x="3751921" y="189959"/>
                </a:lnTo>
                <a:lnTo>
                  <a:pt x="3709281" y="173583"/>
                </a:lnTo>
                <a:lnTo>
                  <a:pt x="3666304" y="157899"/>
                </a:lnTo>
                <a:lnTo>
                  <a:pt x="3622994" y="142913"/>
                </a:lnTo>
                <a:lnTo>
                  <a:pt x="3579361" y="128633"/>
                </a:lnTo>
                <a:lnTo>
                  <a:pt x="3535410" y="115065"/>
                </a:lnTo>
                <a:lnTo>
                  <a:pt x="3491148" y="102217"/>
                </a:lnTo>
                <a:lnTo>
                  <a:pt x="3446582" y="90094"/>
                </a:lnTo>
                <a:lnTo>
                  <a:pt x="3401720" y="78704"/>
                </a:lnTo>
                <a:lnTo>
                  <a:pt x="3356566" y="68054"/>
                </a:lnTo>
                <a:lnTo>
                  <a:pt x="3311129" y="58150"/>
                </a:lnTo>
                <a:lnTo>
                  <a:pt x="3265416" y="48999"/>
                </a:lnTo>
                <a:lnTo>
                  <a:pt x="3219432" y="40609"/>
                </a:lnTo>
                <a:lnTo>
                  <a:pt x="3173186" y="32985"/>
                </a:lnTo>
                <a:lnTo>
                  <a:pt x="3126683" y="26135"/>
                </a:lnTo>
                <a:lnTo>
                  <a:pt x="3079930" y="20065"/>
                </a:lnTo>
                <a:lnTo>
                  <a:pt x="3032935" y="14782"/>
                </a:lnTo>
                <a:lnTo>
                  <a:pt x="2985704" y="10294"/>
                </a:lnTo>
                <a:lnTo>
                  <a:pt x="2938243" y="6606"/>
                </a:lnTo>
                <a:lnTo>
                  <a:pt x="2890561" y="3726"/>
                </a:lnTo>
                <a:lnTo>
                  <a:pt x="2842663" y="1660"/>
                </a:lnTo>
                <a:lnTo>
                  <a:pt x="2794556" y="416"/>
                </a:lnTo>
                <a:lnTo>
                  <a:pt x="2746247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433816" y="5436107"/>
            <a:ext cx="436245" cy="436245"/>
          </a:xfrm>
          <a:custGeom>
            <a:avLst/>
            <a:gdLst/>
            <a:ahLst/>
            <a:cxnLst/>
            <a:rect l="l" t="t" r="r" b="b"/>
            <a:pathLst>
              <a:path w="436245" h="436245">
                <a:moveTo>
                  <a:pt x="217931" y="0"/>
                </a:moveTo>
                <a:lnTo>
                  <a:pt x="167951" y="5753"/>
                </a:lnTo>
                <a:lnTo>
                  <a:pt x="122075" y="22144"/>
                </a:lnTo>
                <a:lnTo>
                  <a:pt x="81611" y="47866"/>
                </a:lnTo>
                <a:lnTo>
                  <a:pt x="47866" y="81611"/>
                </a:lnTo>
                <a:lnTo>
                  <a:pt x="22144" y="122075"/>
                </a:lnTo>
                <a:lnTo>
                  <a:pt x="5753" y="167951"/>
                </a:lnTo>
                <a:lnTo>
                  <a:pt x="0" y="217931"/>
                </a:lnTo>
                <a:lnTo>
                  <a:pt x="5753" y="267900"/>
                </a:lnTo>
                <a:lnTo>
                  <a:pt x="22144" y="313771"/>
                </a:lnTo>
                <a:lnTo>
                  <a:pt x="47866" y="354236"/>
                </a:lnTo>
                <a:lnTo>
                  <a:pt x="81611" y="387985"/>
                </a:lnTo>
                <a:lnTo>
                  <a:pt x="122075" y="413712"/>
                </a:lnTo>
                <a:lnTo>
                  <a:pt x="167951" y="430108"/>
                </a:lnTo>
                <a:lnTo>
                  <a:pt x="217931" y="435863"/>
                </a:lnTo>
                <a:lnTo>
                  <a:pt x="267912" y="430108"/>
                </a:lnTo>
                <a:lnTo>
                  <a:pt x="313788" y="413712"/>
                </a:lnTo>
                <a:lnTo>
                  <a:pt x="354252" y="387985"/>
                </a:lnTo>
                <a:lnTo>
                  <a:pt x="387997" y="354236"/>
                </a:lnTo>
                <a:lnTo>
                  <a:pt x="413719" y="313771"/>
                </a:lnTo>
                <a:lnTo>
                  <a:pt x="430110" y="267900"/>
                </a:lnTo>
                <a:lnTo>
                  <a:pt x="435863" y="217931"/>
                </a:lnTo>
                <a:lnTo>
                  <a:pt x="430110" y="167951"/>
                </a:lnTo>
                <a:lnTo>
                  <a:pt x="413719" y="122075"/>
                </a:lnTo>
                <a:lnTo>
                  <a:pt x="387997" y="81611"/>
                </a:lnTo>
                <a:lnTo>
                  <a:pt x="354252" y="47866"/>
                </a:lnTo>
                <a:lnTo>
                  <a:pt x="313788" y="22144"/>
                </a:lnTo>
                <a:lnTo>
                  <a:pt x="267912" y="5753"/>
                </a:lnTo>
                <a:lnTo>
                  <a:pt x="217931" y="0"/>
                </a:lnTo>
                <a:close/>
              </a:path>
            </a:pathLst>
          </a:custGeom>
          <a:solidFill>
            <a:srgbClr val="585858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011411" y="3567684"/>
            <a:ext cx="2312035" cy="2304415"/>
          </a:xfrm>
          <a:custGeom>
            <a:avLst/>
            <a:gdLst/>
            <a:ahLst/>
            <a:cxnLst/>
            <a:rect l="l" t="t" r="r" b="b"/>
            <a:pathLst>
              <a:path w="2312034" h="2304415">
                <a:moveTo>
                  <a:pt x="2311908" y="0"/>
                </a:moveTo>
                <a:lnTo>
                  <a:pt x="1837690" y="0"/>
                </a:lnTo>
                <a:lnTo>
                  <a:pt x="1828546" y="179704"/>
                </a:lnTo>
                <a:lnTo>
                  <a:pt x="1822933" y="228482"/>
                </a:lnTo>
                <a:lnTo>
                  <a:pt x="1816057" y="276863"/>
                </a:lnTo>
                <a:lnTo>
                  <a:pt x="1807933" y="324832"/>
                </a:lnTo>
                <a:lnTo>
                  <a:pt x="1798579" y="372370"/>
                </a:lnTo>
                <a:lnTo>
                  <a:pt x="1788012" y="419462"/>
                </a:lnTo>
                <a:lnTo>
                  <a:pt x="1776249" y="466090"/>
                </a:lnTo>
                <a:lnTo>
                  <a:pt x="1763307" y="512238"/>
                </a:lnTo>
                <a:lnTo>
                  <a:pt x="1749203" y="557887"/>
                </a:lnTo>
                <a:lnTo>
                  <a:pt x="1733954" y="603021"/>
                </a:lnTo>
                <a:lnTo>
                  <a:pt x="1717577" y="647624"/>
                </a:lnTo>
                <a:lnTo>
                  <a:pt x="1700089" y="691677"/>
                </a:lnTo>
                <a:lnTo>
                  <a:pt x="1681508" y="735164"/>
                </a:lnTo>
                <a:lnTo>
                  <a:pt x="1661849" y="778068"/>
                </a:lnTo>
                <a:lnTo>
                  <a:pt x="1641131" y="820372"/>
                </a:lnTo>
                <a:lnTo>
                  <a:pt x="1619369" y="862059"/>
                </a:lnTo>
                <a:lnTo>
                  <a:pt x="1596582" y="903112"/>
                </a:lnTo>
                <a:lnTo>
                  <a:pt x="1572786" y="943513"/>
                </a:lnTo>
                <a:lnTo>
                  <a:pt x="1547999" y="983246"/>
                </a:lnTo>
                <a:lnTo>
                  <a:pt x="1522236" y="1022294"/>
                </a:lnTo>
                <a:lnTo>
                  <a:pt x="1495517" y="1060640"/>
                </a:lnTo>
                <a:lnTo>
                  <a:pt x="1467856" y="1098266"/>
                </a:lnTo>
                <a:lnTo>
                  <a:pt x="1439272" y="1135155"/>
                </a:lnTo>
                <a:lnTo>
                  <a:pt x="1409781" y="1171292"/>
                </a:lnTo>
                <a:lnTo>
                  <a:pt x="1379401" y="1206658"/>
                </a:lnTo>
                <a:lnTo>
                  <a:pt x="1348148" y="1241236"/>
                </a:lnTo>
                <a:lnTo>
                  <a:pt x="1316040" y="1275010"/>
                </a:lnTo>
                <a:lnTo>
                  <a:pt x="1283093" y="1307962"/>
                </a:lnTo>
                <a:lnTo>
                  <a:pt x="1249324" y="1340075"/>
                </a:lnTo>
                <a:lnTo>
                  <a:pt x="1214752" y="1371333"/>
                </a:lnTo>
                <a:lnTo>
                  <a:pt x="1179392" y="1401719"/>
                </a:lnTo>
                <a:lnTo>
                  <a:pt x="1143261" y="1431214"/>
                </a:lnTo>
                <a:lnTo>
                  <a:pt x="1106378" y="1459803"/>
                </a:lnTo>
                <a:lnTo>
                  <a:pt x="1068758" y="1487468"/>
                </a:lnTo>
                <a:lnTo>
                  <a:pt x="1030418" y="1514192"/>
                </a:lnTo>
                <a:lnTo>
                  <a:pt x="991377" y="1539959"/>
                </a:lnTo>
                <a:lnTo>
                  <a:pt x="951650" y="1564750"/>
                </a:lnTo>
                <a:lnTo>
                  <a:pt x="911255" y="1588550"/>
                </a:lnTo>
                <a:lnTo>
                  <a:pt x="870209" y="1611341"/>
                </a:lnTo>
                <a:lnTo>
                  <a:pt x="828529" y="1633105"/>
                </a:lnTo>
                <a:lnTo>
                  <a:pt x="786232" y="1653827"/>
                </a:lnTo>
                <a:lnTo>
                  <a:pt x="743334" y="1673489"/>
                </a:lnTo>
                <a:lnTo>
                  <a:pt x="699854" y="1692073"/>
                </a:lnTo>
                <a:lnTo>
                  <a:pt x="655808" y="1709564"/>
                </a:lnTo>
                <a:lnTo>
                  <a:pt x="611212" y="1725943"/>
                </a:lnTo>
                <a:lnTo>
                  <a:pt x="566085" y="1741194"/>
                </a:lnTo>
                <a:lnTo>
                  <a:pt x="520443" y="1755300"/>
                </a:lnTo>
                <a:lnTo>
                  <a:pt x="474303" y="1768244"/>
                </a:lnTo>
                <a:lnTo>
                  <a:pt x="427682" y="1780008"/>
                </a:lnTo>
                <a:lnTo>
                  <a:pt x="380597" y="1790576"/>
                </a:lnTo>
                <a:lnTo>
                  <a:pt x="333065" y="1799931"/>
                </a:lnTo>
                <a:lnTo>
                  <a:pt x="285104" y="1808055"/>
                </a:lnTo>
                <a:lnTo>
                  <a:pt x="236729" y="1814932"/>
                </a:lnTo>
                <a:lnTo>
                  <a:pt x="187960" y="1820544"/>
                </a:lnTo>
                <a:lnTo>
                  <a:pt x="0" y="1829942"/>
                </a:lnTo>
                <a:lnTo>
                  <a:pt x="0" y="2304288"/>
                </a:lnTo>
                <a:lnTo>
                  <a:pt x="118999" y="2301278"/>
                </a:lnTo>
                <a:lnTo>
                  <a:pt x="167843" y="2298288"/>
                </a:lnTo>
                <a:lnTo>
                  <a:pt x="216409" y="2294293"/>
                </a:lnTo>
                <a:lnTo>
                  <a:pt x="264687" y="2289302"/>
                </a:lnTo>
                <a:lnTo>
                  <a:pt x="312666" y="2283326"/>
                </a:lnTo>
                <a:lnTo>
                  <a:pt x="360335" y="2276375"/>
                </a:lnTo>
                <a:lnTo>
                  <a:pt x="407685" y="2268459"/>
                </a:lnTo>
                <a:lnTo>
                  <a:pt x="454705" y="2259589"/>
                </a:lnTo>
                <a:lnTo>
                  <a:pt x="501385" y="2249775"/>
                </a:lnTo>
                <a:lnTo>
                  <a:pt x="547714" y="2239028"/>
                </a:lnTo>
                <a:lnTo>
                  <a:pt x="593682" y="2227357"/>
                </a:lnTo>
                <a:lnTo>
                  <a:pt x="639278" y="2214773"/>
                </a:lnTo>
                <a:lnTo>
                  <a:pt x="684493" y="2201287"/>
                </a:lnTo>
                <a:lnTo>
                  <a:pt x="729317" y="2186908"/>
                </a:lnTo>
                <a:lnTo>
                  <a:pt x="773737" y="2171648"/>
                </a:lnTo>
                <a:lnTo>
                  <a:pt x="817746" y="2155516"/>
                </a:lnTo>
                <a:lnTo>
                  <a:pt x="861331" y="2138522"/>
                </a:lnTo>
                <a:lnTo>
                  <a:pt x="904483" y="2120678"/>
                </a:lnTo>
                <a:lnTo>
                  <a:pt x="947191" y="2101993"/>
                </a:lnTo>
                <a:lnTo>
                  <a:pt x="989445" y="2082477"/>
                </a:lnTo>
                <a:lnTo>
                  <a:pt x="1031235" y="2062142"/>
                </a:lnTo>
                <a:lnTo>
                  <a:pt x="1072551" y="2040997"/>
                </a:lnTo>
                <a:lnTo>
                  <a:pt x="1113381" y="2019053"/>
                </a:lnTo>
                <a:lnTo>
                  <a:pt x="1153716" y="1996320"/>
                </a:lnTo>
                <a:lnTo>
                  <a:pt x="1193546" y="1972808"/>
                </a:lnTo>
                <a:lnTo>
                  <a:pt x="1232859" y="1948528"/>
                </a:lnTo>
                <a:lnTo>
                  <a:pt x="1271646" y="1923489"/>
                </a:lnTo>
                <a:lnTo>
                  <a:pt x="1309897" y="1897704"/>
                </a:lnTo>
                <a:lnTo>
                  <a:pt x="1347601" y="1871180"/>
                </a:lnTo>
                <a:lnTo>
                  <a:pt x="1384747" y="1843930"/>
                </a:lnTo>
                <a:lnTo>
                  <a:pt x="1421325" y="1815963"/>
                </a:lnTo>
                <a:lnTo>
                  <a:pt x="1457326" y="1787290"/>
                </a:lnTo>
                <a:lnTo>
                  <a:pt x="1492738" y="1757921"/>
                </a:lnTo>
                <a:lnTo>
                  <a:pt x="1527552" y="1727866"/>
                </a:lnTo>
                <a:lnTo>
                  <a:pt x="1561756" y="1697136"/>
                </a:lnTo>
                <a:lnTo>
                  <a:pt x="1595342" y="1665741"/>
                </a:lnTo>
                <a:lnTo>
                  <a:pt x="1628297" y="1633691"/>
                </a:lnTo>
                <a:lnTo>
                  <a:pt x="1660613" y="1600997"/>
                </a:lnTo>
                <a:lnTo>
                  <a:pt x="1692278" y="1567669"/>
                </a:lnTo>
                <a:lnTo>
                  <a:pt x="1723283" y="1533717"/>
                </a:lnTo>
                <a:lnTo>
                  <a:pt x="1753617" y="1499152"/>
                </a:lnTo>
                <a:lnTo>
                  <a:pt x="1783269" y="1463983"/>
                </a:lnTo>
                <a:lnTo>
                  <a:pt x="1812230" y="1428222"/>
                </a:lnTo>
                <a:lnTo>
                  <a:pt x="1840488" y="1391879"/>
                </a:lnTo>
                <a:lnTo>
                  <a:pt x="1868034" y="1354963"/>
                </a:lnTo>
                <a:lnTo>
                  <a:pt x="1894858" y="1317486"/>
                </a:lnTo>
                <a:lnTo>
                  <a:pt x="1920949" y="1279458"/>
                </a:lnTo>
                <a:lnTo>
                  <a:pt x="1946296" y="1240888"/>
                </a:lnTo>
                <a:lnTo>
                  <a:pt x="1970890" y="1201788"/>
                </a:lnTo>
                <a:lnTo>
                  <a:pt x="1994719" y="1162167"/>
                </a:lnTo>
                <a:lnTo>
                  <a:pt x="2017774" y="1122037"/>
                </a:lnTo>
                <a:lnTo>
                  <a:pt x="2040045" y="1081406"/>
                </a:lnTo>
                <a:lnTo>
                  <a:pt x="2061520" y="1040286"/>
                </a:lnTo>
                <a:lnTo>
                  <a:pt x="2082191" y="998687"/>
                </a:lnTo>
                <a:lnTo>
                  <a:pt x="2102045" y="956620"/>
                </a:lnTo>
                <a:lnTo>
                  <a:pt x="2121074" y="914094"/>
                </a:lnTo>
                <a:lnTo>
                  <a:pt x="2139266" y="871119"/>
                </a:lnTo>
                <a:lnTo>
                  <a:pt x="2156611" y="827708"/>
                </a:lnTo>
                <a:lnTo>
                  <a:pt x="2173100" y="783868"/>
                </a:lnTo>
                <a:lnTo>
                  <a:pt x="2188721" y="739612"/>
                </a:lnTo>
                <a:lnTo>
                  <a:pt x="2203464" y="694949"/>
                </a:lnTo>
                <a:lnTo>
                  <a:pt x="2217319" y="649889"/>
                </a:lnTo>
                <a:lnTo>
                  <a:pt x="2230276" y="604444"/>
                </a:lnTo>
                <a:lnTo>
                  <a:pt x="2242324" y="558622"/>
                </a:lnTo>
                <a:lnTo>
                  <a:pt x="2253454" y="512435"/>
                </a:lnTo>
                <a:lnTo>
                  <a:pt x="2263654" y="465893"/>
                </a:lnTo>
                <a:lnTo>
                  <a:pt x="2272914" y="419007"/>
                </a:lnTo>
                <a:lnTo>
                  <a:pt x="2281224" y="371785"/>
                </a:lnTo>
                <a:lnTo>
                  <a:pt x="2288573" y="324240"/>
                </a:lnTo>
                <a:lnTo>
                  <a:pt x="2294953" y="276381"/>
                </a:lnTo>
                <a:lnTo>
                  <a:pt x="2300351" y="228218"/>
                </a:lnTo>
                <a:lnTo>
                  <a:pt x="2311908" y="0"/>
                </a:lnTo>
                <a:close/>
              </a:path>
            </a:pathLst>
          </a:custGeom>
          <a:solidFill>
            <a:srgbClr val="6FAC46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2289" y="347472"/>
            <a:ext cx="11107420" cy="1801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34685" y="2610738"/>
            <a:ext cx="5588634" cy="2251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5.png"/><Relationship Id="rId21" Type="http://schemas.openxmlformats.org/officeDocument/2006/relationships/image" Target="../media/image60.png"/><Relationship Id="rId42" Type="http://schemas.openxmlformats.org/officeDocument/2006/relationships/image" Target="../media/image81.png"/><Relationship Id="rId47" Type="http://schemas.openxmlformats.org/officeDocument/2006/relationships/image" Target="../media/image86.png"/><Relationship Id="rId63" Type="http://schemas.openxmlformats.org/officeDocument/2006/relationships/image" Target="../media/image102.png"/><Relationship Id="rId68" Type="http://schemas.openxmlformats.org/officeDocument/2006/relationships/image" Target="../media/image107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29" Type="http://schemas.openxmlformats.org/officeDocument/2006/relationships/image" Target="../media/image68.png"/><Relationship Id="rId11" Type="http://schemas.openxmlformats.org/officeDocument/2006/relationships/image" Target="../media/image50.png"/><Relationship Id="rId24" Type="http://schemas.openxmlformats.org/officeDocument/2006/relationships/image" Target="../media/image63.png"/><Relationship Id="rId32" Type="http://schemas.openxmlformats.org/officeDocument/2006/relationships/image" Target="../media/image71.png"/><Relationship Id="rId37" Type="http://schemas.openxmlformats.org/officeDocument/2006/relationships/image" Target="../media/image76.png"/><Relationship Id="rId40" Type="http://schemas.openxmlformats.org/officeDocument/2006/relationships/image" Target="../media/image79.png"/><Relationship Id="rId45" Type="http://schemas.openxmlformats.org/officeDocument/2006/relationships/image" Target="../media/image84.png"/><Relationship Id="rId53" Type="http://schemas.openxmlformats.org/officeDocument/2006/relationships/image" Target="../media/image92.png"/><Relationship Id="rId58" Type="http://schemas.openxmlformats.org/officeDocument/2006/relationships/image" Target="../media/image97.png"/><Relationship Id="rId66" Type="http://schemas.openxmlformats.org/officeDocument/2006/relationships/image" Target="../media/image105.png"/><Relationship Id="rId5" Type="http://schemas.openxmlformats.org/officeDocument/2006/relationships/image" Target="../media/image44.png"/><Relationship Id="rId61" Type="http://schemas.openxmlformats.org/officeDocument/2006/relationships/image" Target="../media/image100.png"/><Relationship Id="rId19" Type="http://schemas.openxmlformats.org/officeDocument/2006/relationships/image" Target="../media/image5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Relationship Id="rId27" Type="http://schemas.openxmlformats.org/officeDocument/2006/relationships/image" Target="../media/image66.png"/><Relationship Id="rId30" Type="http://schemas.openxmlformats.org/officeDocument/2006/relationships/image" Target="../media/image69.png"/><Relationship Id="rId35" Type="http://schemas.openxmlformats.org/officeDocument/2006/relationships/image" Target="../media/image74.png"/><Relationship Id="rId43" Type="http://schemas.openxmlformats.org/officeDocument/2006/relationships/image" Target="../media/image82.png"/><Relationship Id="rId48" Type="http://schemas.openxmlformats.org/officeDocument/2006/relationships/image" Target="../media/image87.png"/><Relationship Id="rId56" Type="http://schemas.openxmlformats.org/officeDocument/2006/relationships/image" Target="../media/image95.png"/><Relationship Id="rId64" Type="http://schemas.openxmlformats.org/officeDocument/2006/relationships/image" Target="../media/image103.png"/><Relationship Id="rId69" Type="http://schemas.openxmlformats.org/officeDocument/2006/relationships/image" Target="../media/image108.png"/><Relationship Id="rId8" Type="http://schemas.openxmlformats.org/officeDocument/2006/relationships/image" Target="../media/image47.png"/><Relationship Id="rId51" Type="http://schemas.openxmlformats.org/officeDocument/2006/relationships/image" Target="../media/image90.png"/><Relationship Id="rId3" Type="http://schemas.openxmlformats.org/officeDocument/2006/relationships/image" Target="../media/image42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64.png"/><Relationship Id="rId33" Type="http://schemas.openxmlformats.org/officeDocument/2006/relationships/image" Target="../media/image72.png"/><Relationship Id="rId38" Type="http://schemas.openxmlformats.org/officeDocument/2006/relationships/image" Target="../media/image77.png"/><Relationship Id="rId46" Type="http://schemas.openxmlformats.org/officeDocument/2006/relationships/image" Target="../media/image85.png"/><Relationship Id="rId59" Type="http://schemas.openxmlformats.org/officeDocument/2006/relationships/image" Target="../media/image98.png"/><Relationship Id="rId67" Type="http://schemas.openxmlformats.org/officeDocument/2006/relationships/image" Target="../media/image106.png"/><Relationship Id="rId20" Type="http://schemas.openxmlformats.org/officeDocument/2006/relationships/image" Target="../media/image59.png"/><Relationship Id="rId41" Type="http://schemas.openxmlformats.org/officeDocument/2006/relationships/image" Target="../media/image80.png"/><Relationship Id="rId54" Type="http://schemas.openxmlformats.org/officeDocument/2006/relationships/image" Target="../media/image93.png"/><Relationship Id="rId62" Type="http://schemas.openxmlformats.org/officeDocument/2006/relationships/image" Target="../media/image101.png"/><Relationship Id="rId70" Type="http://schemas.openxmlformats.org/officeDocument/2006/relationships/image" Target="../media/image10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28" Type="http://schemas.openxmlformats.org/officeDocument/2006/relationships/image" Target="../media/image67.png"/><Relationship Id="rId36" Type="http://schemas.openxmlformats.org/officeDocument/2006/relationships/image" Target="../media/image75.png"/><Relationship Id="rId49" Type="http://schemas.openxmlformats.org/officeDocument/2006/relationships/image" Target="../media/image88.png"/><Relationship Id="rId57" Type="http://schemas.openxmlformats.org/officeDocument/2006/relationships/image" Target="../media/image96.png"/><Relationship Id="rId10" Type="http://schemas.openxmlformats.org/officeDocument/2006/relationships/image" Target="../media/image49.png"/><Relationship Id="rId31" Type="http://schemas.openxmlformats.org/officeDocument/2006/relationships/image" Target="../media/image70.png"/><Relationship Id="rId44" Type="http://schemas.openxmlformats.org/officeDocument/2006/relationships/image" Target="../media/image83.png"/><Relationship Id="rId52" Type="http://schemas.openxmlformats.org/officeDocument/2006/relationships/image" Target="../media/image91.png"/><Relationship Id="rId60" Type="http://schemas.openxmlformats.org/officeDocument/2006/relationships/image" Target="../media/image99.png"/><Relationship Id="rId65" Type="http://schemas.openxmlformats.org/officeDocument/2006/relationships/image" Target="../media/image10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9" Type="http://schemas.openxmlformats.org/officeDocument/2006/relationships/image" Target="../media/image78.png"/><Relationship Id="rId34" Type="http://schemas.openxmlformats.org/officeDocument/2006/relationships/image" Target="../media/image73.png"/><Relationship Id="rId50" Type="http://schemas.openxmlformats.org/officeDocument/2006/relationships/image" Target="../media/image89.png"/><Relationship Id="rId55" Type="http://schemas.openxmlformats.org/officeDocument/2006/relationships/image" Target="../media/image9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149" y="602056"/>
            <a:ext cx="114407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Reliable</a:t>
            </a:r>
            <a:r>
              <a:rPr sz="4000" b="1" spc="-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4000" b="1" spc="-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Delivery:</a:t>
            </a:r>
            <a:r>
              <a:rPr sz="4000" b="1" spc="-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114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4000" b="1" spc="-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r>
              <a:rPr sz="4000" b="1" spc="-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4000" b="1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Correction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0810" y="5128386"/>
            <a:ext cx="7451725" cy="10502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065" marR="5080" algn="ctr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latin typeface="Times New Roman"/>
                <a:cs typeface="Times New Roman"/>
              </a:rPr>
              <a:t>School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Computer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Science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Engineering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Technology </a:t>
            </a:r>
            <a:r>
              <a:rPr sz="2400" b="1" dirty="0">
                <a:latin typeface="Times New Roman"/>
                <a:cs typeface="Times New Roman"/>
              </a:rPr>
              <a:t>Bennett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University</a:t>
            </a:r>
            <a:endParaRPr sz="2400">
              <a:latin typeface="Times New Roman"/>
              <a:cs typeface="Times New Roman"/>
            </a:endParaRPr>
          </a:p>
          <a:p>
            <a:pPr marL="2540" algn="ctr">
              <a:lnSpc>
                <a:spcPts val="2560"/>
              </a:lnSpc>
            </a:pPr>
            <a:r>
              <a:rPr sz="2400" b="1" dirty="0">
                <a:latin typeface="Times New Roman"/>
                <a:cs typeface="Times New Roman"/>
              </a:rPr>
              <a:t>Greater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Noida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201310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8323" y="2137367"/>
            <a:ext cx="2401106" cy="27330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3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000000">
              <a:alpha val="5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5626" y="1142238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5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25400">
            <a:solidFill>
              <a:srgbClr val="8496A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626" y="1041653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5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25400">
            <a:solidFill>
              <a:srgbClr val="8496A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" y="939546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5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25400">
            <a:solidFill>
              <a:srgbClr val="8496A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626" y="837438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5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25400">
            <a:solidFill>
              <a:srgbClr val="8496A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6196" y="0"/>
            <a:ext cx="4265803" cy="616864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2075688"/>
            <a:ext cx="6096000" cy="4783455"/>
            <a:chOff x="0" y="2075688"/>
            <a:chExt cx="6096000" cy="47834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075688"/>
              <a:ext cx="4642231" cy="356033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556630"/>
              <a:ext cx="6096000" cy="130241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09676" y="2879547"/>
            <a:ext cx="19888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Outline</a:t>
            </a:r>
            <a:endParaRPr sz="4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10073" y="2621026"/>
            <a:ext cx="6266180" cy="732155"/>
            <a:chOff x="4910073" y="2621026"/>
            <a:chExt cx="6266180" cy="732155"/>
          </a:xfrm>
        </p:grpSpPr>
        <p:sp>
          <p:nvSpPr>
            <p:cNvPr id="13" name="object 13"/>
            <p:cNvSpPr/>
            <p:nvPr/>
          </p:nvSpPr>
          <p:spPr>
            <a:xfrm>
              <a:off x="4916423" y="2892552"/>
              <a:ext cx="6253480" cy="454659"/>
            </a:xfrm>
            <a:custGeom>
              <a:avLst/>
              <a:gdLst/>
              <a:ahLst/>
              <a:cxnLst/>
              <a:rect l="l" t="t" r="r" b="b"/>
              <a:pathLst>
                <a:path w="6253480" h="454660">
                  <a:moveTo>
                    <a:pt x="6252972" y="0"/>
                  </a:moveTo>
                  <a:lnTo>
                    <a:pt x="0" y="0"/>
                  </a:lnTo>
                  <a:lnTo>
                    <a:pt x="0" y="454151"/>
                  </a:lnTo>
                  <a:lnTo>
                    <a:pt x="6252972" y="454151"/>
                  </a:lnTo>
                  <a:lnTo>
                    <a:pt x="625297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16423" y="2892552"/>
              <a:ext cx="6253480" cy="454659"/>
            </a:xfrm>
            <a:custGeom>
              <a:avLst/>
              <a:gdLst/>
              <a:ahLst/>
              <a:cxnLst/>
              <a:rect l="l" t="t" r="r" b="b"/>
              <a:pathLst>
                <a:path w="6253480" h="454660">
                  <a:moveTo>
                    <a:pt x="0" y="454151"/>
                  </a:moveTo>
                  <a:lnTo>
                    <a:pt x="6252972" y="454151"/>
                  </a:lnTo>
                  <a:lnTo>
                    <a:pt x="6252972" y="0"/>
                  </a:lnTo>
                  <a:lnTo>
                    <a:pt x="0" y="0"/>
                  </a:lnTo>
                  <a:lnTo>
                    <a:pt x="0" y="454151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28843" y="2627376"/>
              <a:ext cx="4377055" cy="530860"/>
            </a:xfrm>
            <a:custGeom>
              <a:avLst/>
              <a:gdLst/>
              <a:ahLst/>
              <a:cxnLst/>
              <a:rect l="l" t="t" r="r" b="b"/>
              <a:pathLst>
                <a:path w="4377055" h="530860">
                  <a:moveTo>
                    <a:pt x="4288535" y="0"/>
                  </a:moveTo>
                  <a:lnTo>
                    <a:pt x="88391" y="0"/>
                  </a:lnTo>
                  <a:lnTo>
                    <a:pt x="54006" y="6953"/>
                  </a:lnTo>
                  <a:lnTo>
                    <a:pt x="25908" y="25908"/>
                  </a:lnTo>
                  <a:lnTo>
                    <a:pt x="6953" y="54006"/>
                  </a:lnTo>
                  <a:lnTo>
                    <a:pt x="0" y="88391"/>
                  </a:lnTo>
                  <a:lnTo>
                    <a:pt x="0" y="441960"/>
                  </a:lnTo>
                  <a:lnTo>
                    <a:pt x="6953" y="476345"/>
                  </a:lnTo>
                  <a:lnTo>
                    <a:pt x="25907" y="504443"/>
                  </a:lnTo>
                  <a:lnTo>
                    <a:pt x="54006" y="523398"/>
                  </a:lnTo>
                  <a:lnTo>
                    <a:pt x="88391" y="530351"/>
                  </a:lnTo>
                  <a:lnTo>
                    <a:pt x="4288535" y="530351"/>
                  </a:lnTo>
                  <a:lnTo>
                    <a:pt x="4322921" y="523398"/>
                  </a:lnTo>
                  <a:lnTo>
                    <a:pt x="4351020" y="504443"/>
                  </a:lnTo>
                  <a:lnTo>
                    <a:pt x="4369974" y="476345"/>
                  </a:lnTo>
                  <a:lnTo>
                    <a:pt x="4376928" y="441960"/>
                  </a:lnTo>
                  <a:lnTo>
                    <a:pt x="4376928" y="88391"/>
                  </a:lnTo>
                  <a:lnTo>
                    <a:pt x="4369974" y="54006"/>
                  </a:lnTo>
                  <a:lnTo>
                    <a:pt x="4351019" y="25908"/>
                  </a:lnTo>
                  <a:lnTo>
                    <a:pt x="4322921" y="6953"/>
                  </a:lnTo>
                  <a:lnTo>
                    <a:pt x="4288535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28843" y="2627376"/>
              <a:ext cx="4377055" cy="530860"/>
            </a:xfrm>
            <a:custGeom>
              <a:avLst/>
              <a:gdLst/>
              <a:ahLst/>
              <a:cxnLst/>
              <a:rect l="l" t="t" r="r" b="b"/>
              <a:pathLst>
                <a:path w="4377055" h="530860">
                  <a:moveTo>
                    <a:pt x="0" y="88391"/>
                  </a:moveTo>
                  <a:lnTo>
                    <a:pt x="6953" y="54006"/>
                  </a:lnTo>
                  <a:lnTo>
                    <a:pt x="25908" y="25908"/>
                  </a:lnTo>
                  <a:lnTo>
                    <a:pt x="54006" y="6953"/>
                  </a:lnTo>
                  <a:lnTo>
                    <a:pt x="88391" y="0"/>
                  </a:lnTo>
                  <a:lnTo>
                    <a:pt x="4288535" y="0"/>
                  </a:lnTo>
                  <a:lnTo>
                    <a:pt x="4322921" y="6953"/>
                  </a:lnTo>
                  <a:lnTo>
                    <a:pt x="4351019" y="25908"/>
                  </a:lnTo>
                  <a:lnTo>
                    <a:pt x="4369974" y="54006"/>
                  </a:lnTo>
                  <a:lnTo>
                    <a:pt x="4376928" y="88391"/>
                  </a:lnTo>
                  <a:lnTo>
                    <a:pt x="4376928" y="441960"/>
                  </a:lnTo>
                  <a:lnTo>
                    <a:pt x="4369974" y="476345"/>
                  </a:lnTo>
                  <a:lnTo>
                    <a:pt x="4351020" y="504443"/>
                  </a:lnTo>
                  <a:lnTo>
                    <a:pt x="4322921" y="523398"/>
                  </a:lnTo>
                  <a:lnTo>
                    <a:pt x="4288535" y="530351"/>
                  </a:lnTo>
                  <a:lnTo>
                    <a:pt x="88391" y="530351"/>
                  </a:lnTo>
                  <a:lnTo>
                    <a:pt x="54006" y="523398"/>
                  </a:lnTo>
                  <a:lnTo>
                    <a:pt x="25907" y="504443"/>
                  </a:lnTo>
                  <a:lnTo>
                    <a:pt x="6953" y="476345"/>
                  </a:lnTo>
                  <a:lnTo>
                    <a:pt x="0" y="441960"/>
                  </a:lnTo>
                  <a:lnTo>
                    <a:pt x="0" y="8839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408167" y="2716784"/>
            <a:ext cx="38468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Errors,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Detection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Correction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910073" y="3422650"/>
            <a:ext cx="6266180" cy="746125"/>
            <a:chOff x="4910073" y="3422650"/>
            <a:chExt cx="6266180" cy="746125"/>
          </a:xfrm>
        </p:grpSpPr>
        <p:sp>
          <p:nvSpPr>
            <p:cNvPr id="19" name="object 19"/>
            <p:cNvSpPr/>
            <p:nvPr/>
          </p:nvSpPr>
          <p:spPr>
            <a:xfrm>
              <a:off x="4916423" y="3709415"/>
              <a:ext cx="6253480" cy="452755"/>
            </a:xfrm>
            <a:custGeom>
              <a:avLst/>
              <a:gdLst/>
              <a:ahLst/>
              <a:cxnLst/>
              <a:rect l="l" t="t" r="r" b="b"/>
              <a:pathLst>
                <a:path w="6253480" h="452754">
                  <a:moveTo>
                    <a:pt x="6252972" y="0"/>
                  </a:moveTo>
                  <a:lnTo>
                    <a:pt x="0" y="0"/>
                  </a:lnTo>
                  <a:lnTo>
                    <a:pt x="0" y="452628"/>
                  </a:lnTo>
                  <a:lnTo>
                    <a:pt x="6252972" y="452628"/>
                  </a:lnTo>
                  <a:lnTo>
                    <a:pt x="625297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16423" y="3709415"/>
              <a:ext cx="6253480" cy="452755"/>
            </a:xfrm>
            <a:custGeom>
              <a:avLst/>
              <a:gdLst/>
              <a:ahLst/>
              <a:cxnLst/>
              <a:rect l="l" t="t" r="r" b="b"/>
              <a:pathLst>
                <a:path w="6253480" h="452754">
                  <a:moveTo>
                    <a:pt x="0" y="452628"/>
                  </a:moveTo>
                  <a:lnTo>
                    <a:pt x="6252972" y="452628"/>
                  </a:lnTo>
                  <a:lnTo>
                    <a:pt x="6252972" y="0"/>
                  </a:lnTo>
                  <a:lnTo>
                    <a:pt x="0" y="0"/>
                  </a:lnTo>
                  <a:lnTo>
                    <a:pt x="0" y="452628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77027" y="3429000"/>
              <a:ext cx="4378960" cy="532130"/>
            </a:xfrm>
            <a:custGeom>
              <a:avLst/>
              <a:gdLst/>
              <a:ahLst/>
              <a:cxnLst/>
              <a:rect l="l" t="t" r="r" b="b"/>
              <a:pathLst>
                <a:path w="4378959" h="532129">
                  <a:moveTo>
                    <a:pt x="4289806" y="0"/>
                  </a:moveTo>
                  <a:lnTo>
                    <a:pt x="88646" y="0"/>
                  </a:lnTo>
                  <a:lnTo>
                    <a:pt x="54167" y="6975"/>
                  </a:lnTo>
                  <a:lnTo>
                    <a:pt x="25987" y="25987"/>
                  </a:lnTo>
                  <a:lnTo>
                    <a:pt x="6975" y="54167"/>
                  </a:lnTo>
                  <a:lnTo>
                    <a:pt x="0" y="88646"/>
                  </a:lnTo>
                  <a:lnTo>
                    <a:pt x="0" y="443230"/>
                  </a:lnTo>
                  <a:lnTo>
                    <a:pt x="6975" y="477708"/>
                  </a:lnTo>
                  <a:lnTo>
                    <a:pt x="25987" y="505888"/>
                  </a:lnTo>
                  <a:lnTo>
                    <a:pt x="54167" y="524900"/>
                  </a:lnTo>
                  <a:lnTo>
                    <a:pt x="88646" y="531876"/>
                  </a:lnTo>
                  <a:lnTo>
                    <a:pt x="4289806" y="531876"/>
                  </a:lnTo>
                  <a:lnTo>
                    <a:pt x="4324284" y="524900"/>
                  </a:lnTo>
                  <a:lnTo>
                    <a:pt x="4352464" y="505888"/>
                  </a:lnTo>
                  <a:lnTo>
                    <a:pt x="4371476" y="477708"/>
                  </a:lnTo>
                  <a:lnTo>
                    <a:pt x="4378452" y="443230"/>
                  </a:lnTo>
                  <a:lnTo>
                    <a:pt x="4378452" y="88646"/>
                  </a:lnTo>
                  <a:lnTo>
                    <a:pt x="4371476" y="54167"/>
                  </a:lnTo>
                  <a:lnTo>
                    <a:pt x="4352464" y="25987"/>
                  </a:lnTo>
                  <a:lnTo>
                    <a:pt x="4324284" y="6975"/>
                  </a:lnTo>
                  <a:lnTo>
                    <a:pt x="428980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77027" y="3429000"/>
              <a:ext cx="4378960" cy="532130"/>
            </a:xfrm>
            <a:custGeom>
              <a:avLst/>
              <a:gdLst/>
              <a:ahLst/>
              <a:cxnLst/>
              <a:rect l="l" t="t" r="r" b="b"/>
              <a:pathLst>
                <a:path w="4378959" h="532129">
                  <a:moveTo>
                    <a:pt x="0" y="88646"/>
                  </a:moveTo>
                  <a:lnTo>
                    <a:pt x="6975" y="54167"/>
                  </a:lnTo>
                  <a:lnTo>
                    <a:pt x="25987" y="25987"/>
                  </a:lnTo>
                  <a:lnTo>
                    <a:pt x="54167" y="6975"/>
                  </a:lnTo>
                  <a:lnTo>
                    <a:pt x="88646" y="0"/>
                  </a:lnTo>
                  <a:lnTo>
                    <a:pt x="4289806" y="0"/>
                  </a:lnTo>
                  <a:lnTo>
                    <a:pt x="4324284" y="6975"/>
                  </a:lnTo>
                  <a:lnTo>
                    <a:pt x="4352464" y="25987"/>
                  </a:lnTo>
                  <a:lnTo>
                    <a:pt x="4371476" y="54167"/>
                  </a:lnTo>
                  <a:lnTo>
                    <a:pt x="4378452" y="88646"/>
                  </a:lnTo>
                  <a:lnTo>
                    <a:pt x="4378452" y="443230"/>
                  </a:lnTo>
                  <a:lnTo>
                    <a:pt x="4371476" y="477708"/>
                  </a:lnTo>
                  <a:lnTo>
                    <a:pt x="4352464" y="505888"/>
                  </a:lnTo>
                  <a:lnTo>
                    <a:pt x="4324284" y="524900"/>
                  </a:lnTo>
                  <a:lnTo>
                    <a:pt x="4289806" y="531876"/>
                  </a:lnTo>
                  <a:lnTo>
                    <a:pt x="88646" y="531876"/>
                  </a:lnTo>
                  <a:lnTo>
                    <a:pt x="54167" y="524900"/>
                  </a:lnTo>
                  <a:lnTo>
                    <a:pt x="25987" y="505888"/>
                  </a:lnTo>
                  <a:lnTo>
                    <a:pt x="6975" y="477708"/>
                  </a:lnTo>
                  <a:lnTo>
                    <a:pt x="0" y="443230"/>
                  </a:lnTo>
                  <a:lnTo>
                    <a:pt x="0" y="8864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356605" y="3519296"/>
            <a:ext cx="2587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Hamming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Distance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CRC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8527" y="1040637"/>
            <a:ext cx="28073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70" dirty="0"/>
              <a:t>Types</a:t>
            </a:r>
            <a:r>
              <a:rPr sz="4000" spc="-140" dirty="0"/>
              <a:t> </a:t>
            </a:r>
            <a:r>
              <a:rPr sz="4000" dirty="0"/>
              <a:t>of</a:t>
            </a:r>
            <a:r>
              <a:rPr sz="4000" spc="-105" dirty="0"/>
              <a:t> </a:t>
            </a:r>
            <a:r>
              <a:rPr sz="4000" spc="-20" dirty="0"/>
              <a:t>Error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0" y="1083563"/>
            <a:ext cx="86995" cy="673735"/>
          </a:xfrm>
          <a:custGeom>
            <a:avLst/>
            <a:gdLst/>
            <a:ahLst/>
            <a:cxnLst/>
            <a:rect l="l" t="t" r="r" b="b"/>
            <a:pathLst>
              <a:path w="86995" h="673735">
                <a:moveTo>
                  <a:pt x="86868" y="0"/>
                </a:moveTo>
                <a:lnTo>
                  <a:pt x="0" y="0"/>
                </a:lnTo>
                <a:lnTo>
                  <a:pt x="0" y="673608"/>
                </a:lnTo>
                <a:lnTo>
                  <a:pt x="86868" y="673608"/>
                </a:lnTo>
                <a:lnTo>
                  <a:pt x="8686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0020" y="1083563"/>
            <a:ext cx="195580" cy="673735"/>
          </a:xfrm>
          <a:custGeom>
            <a:avLst/>
            <a:gdLst/>
            <a:ahLst/>
            <a:cxnLst/>
            <a:rect l="l" t="t" r="r" b="b"/>
            <a:pathLst>
              <a:path w="195579" h="673735">
                <a:moveTo>
                  <a:pt x="195072" y="0"/>
                </a:moveTo>
                <a:lnTo>
                  <a:pt x="0" y="0"/>
                </a:lnTo>
                <a:lnTo>
                  <a:pt x="0" y="673608"/>
                </a:lnTo>
                <a:lnTo>
                  <a:pt x="195072" y="673608"/>
                </a:lnTo>
                <a:lnTo>
                  <a:pt x="19507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4463" y="2124455"/>
            <a:ext cx="4975860" cy="27940"/>
          </a:xfrm>
          <a:custGeom>
            <a:avLst/>
            <a:gdLst/>
            <a:ahLst/>
            <a:cxnLst/>
            <a:rect l="l" t="t" r="r" b="b"/>
            <a:pathLst>
              <a:path w="4975860" h="27939">
                <a:moveTo>
                  <a:pt x="4975860" y="0"/>
                </a:moveTo>
                <a:lnTo>
                  <a:pt x="0" y="0"/>
                </a:lnTo>
                <a:lnTo>
                  <a:pt x="0" y="27432"/>
                </a:lnTo>
                <a:lnTo>
                  <a:pt x="4975860" y="27432"/>
                </a:lnTo>
                <a:lnTo>
                  <a:pt x="497586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69442" y="2126742"/>
            <a:ext cx="5122545" cy="377634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54330" marR="5080" indent="-284480" algn="just">
              <a:lnSpc>
                <a:spcPts val="1730"/>
              </a:lnSpc>
              <a:spcBef>
                <a:spcPts val="310"/>
              </a:spcBef>
              <a:buFont typeface="Wingdings"/>
              <a:buChar char=""/>
              <a:tabLst>
                <a:tab pos="355600" algn="l"/>
              </a:tabLst>
            </a:pPr>
            <a:r>
              <a:rPr sz="1600" b="1" dirty="0">
                <a:latin typeface="Calibri"/>
                <a:cs typeface="Calibri"/>
              </a:rPr>
              <a:t>Single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Bit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Error: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term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single-</a:t>
            </a:r>
            <a:r>
              <a:rPr sz="1600" i="1" dirty="0">
                <a:latin typeface="Calibri"/>
                <a:cs typeface="Calibri"/>
              </a:rPr>
              <a:t>bit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error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means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20" dirty="0">
                <a:latin typeface="Calibri"/>
                <a:cs typeface="Calibri"/>
              </a:rPr>
              <a:t> only 	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bit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1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given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unit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(such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1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byte,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character,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or 	</a:t>
            </a:r>
            <a:r>
              <a:rPr sz="1600" dirty="0">
                <a:latin typeface="Calibri"/>
                <a:cs typeface="Calibri"/>
              </a:rPr>
              <a:t>packet)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changed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1.</a:t>
            </a:r>
            <a:endParaRPr sz="1600">
              <a:latin typeface="Calibri"/>
              <a:cs typeface="Calibri"/>
            </a:endParaRPr>
          </a:p>
          <a:p>
            <a:pPr marL="354330" marR="6985" indent="-284480" algn="just">
              <a:lnSpc>
                <a:spcPts val="1730"/>
              </a:lnSpc>
              <a:spcBef>
                <a:spcPts val="595"/>
              </a:spcBef>
              <a:buFont typeface="Wingdings"/>
              <a:buChar char=""/>
              <a:tabLst>
                <a:tab pos="355600" algn="l"/>
              </a:tabLst>
            </a:pPr>
            <a:r>
              <a:rPr sz="1600" b="1" dirty="0">
                <a:latin typeface="Calibri"/>
                <a:cs typeface="Calibri"/>
              </a:rPr>
              <a:t>Burst</a:t>
            </a:r>
            <a:r>
              <a:rPr sz="1600" b="1" spc="7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Error:</a:t>
            </a:r>
            <a:r>
              <a:rPr sz="1600" b="1" spc="80" dirty="0">
                <a:latin typeface="Calibri"/>
                <a:cs typeface="Calibri"/>
              </a:rPr>
              <a:t> 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term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burst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error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means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more 	</a:t>
            </a:r>
            <a:r>
              <a:rPr sz="1600" dirty="0">
                <a:latin typeface="Calibri"/>
                <a:cs typeface="Calibri"/>
              </a:rPr>
              <a:t>bits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unit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changed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0 	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1.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600">
              <a:latin typeface="Calibri"/>
              <a:cs typeface="Calibri"/>
            </a:endParaRPr>
          </a:p>
          <a:p>
            <a:pPr marL="297815" marR="5715" indent="-285750" algn="just">
              <a:lnSpc>
                <a:spcPts val="1730"/>
              </a:lnSpc>
              <a:buFont typeface="Wingdings"/>
              <a:buChar char=""/>
              <a:tabLst>
                <a:tab pos="299085" algn="l"/>
              </a:tabLst>
            </a:pPr>
            <a:r>
              <a:rPr sz="1600" spc="-10" dirty="0">
                <a:latin typeface="Calibri"/>
                <a:cs typeface="Calibri"/>
              </a:rPr>
              <a:t>Single-</a:t>
            </a:r>
            <a:r>
              <a:rPr sz="1600" dirty="0">
                <a:latin typeface="Calibri"/>
                <a:cs typeface="Calibri"/>
              </a:rPr>
              <a:t>bit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errors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least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likely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error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serial 	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transmission.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understand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why,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imagine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sent 	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Mbps.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means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lasts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1/1,000,000</a:t>
            </a:r>
            <a:endParaRPr sz="1600">
              <a:latin typeface="Calibri"/>
              <a:cs typeface="Calibri"/>
            </a:endParaRPr>
          </a:p>
          <a:p>
            <a:pPr marL="299085" algn="just">
              <a:lnSpc>
                <a:spcPts val="1605"/>
              </a:lnSpc>
            </a:pPr>
            <a:r>
              <a:rPr sz="1600" dirty="0">
                <a:latin typeface="Calibri"/>
                <a:cs typeface="Calibri"/>
              </a:rPr>
              <a:t>s.</a:t>
            </a:r>
            <a:r>
              <a:rPr sz="1600" spc="2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2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204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single-</a:t>
            </a:r>
            <a:r>
              <a:rPr sz="1600" dirty="0">
                <a:latin typeface="Calibri"/>
                <a:cs typeface="Calibri"/>
              </a:rPr>
              <a:t>bit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error</a:t>
            </a:r>
            <a:r>
              <a:rPr sz="1600" spc="20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2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occur,</a:t>
            </a:r>
            <a:r>
              <a:rPr sz="1600" spc="20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noise</a:t>
            </a:r>
            <a:r>
              <a:rPr sz="1600" spc="2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must</a:t>
            </a:r>
            <a:r>
              <a:rPr sz="1600" spc="2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  <a:p>
            <a:pPr marL="299085" marR="5080" algn="just">
              <a:lnSpc>
                <a:spcPts val="1730"/>
              </a:lnSpc>
              <a:spcBef>
                <a:spcPts val="125"/>
              </a:spcBef>
            </a:pPr>
            <a:r>
              <a:rPr sz="1600" dirty="0">
                <a:latin typeface="Calibri"/>
                <a:cs typeface="Calibri"/>
              </a:rPr>
              <a:t>duration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)ls,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very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rare;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noise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normally </a:t>
            </a:r>
            <a:r>
              <a:rPr sz="1600" dirty="0">
                <a:latin typeface="Calibri"/>
                <a:cs typeface="Calibri"/>
              </a:rPr>
              <a:t>lasts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much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longer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this.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burst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error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likely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occur</a:t>
            </a:r>
            <a:r>
              <a:rPr sz="1600" spc="3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3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3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single-</a:t>
            </a:r>
            <a:r>
              <a:rPr sz="1600" dirty="0">
                <a:latin typeface="Calibri"/>
                <a:cs typeface="Calibri"/>
              </a:rPr>
              <a:t>bit</a:t>
            </a:r>
            <a:r>
              <a:rPr sz="1600" spc="4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error.</a:t>
            </a:r>
            <a:r>
              <a:rPr sz="1600" spc="3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3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duration</a:t>
            </a:r>
            <a:r>
              <a:rPr sz="1600" spc="3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4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noise</a:t>
            </a:r>
            <a:r>
              <a:rPr sz="1600" spc="39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is </a:t>
            </a:r>
            <a:r>
              <a:rPr sz="1600" dirty="0">
                <a:latin typeface="Calibri"/>
                <a:cs typeface="Calibri"/>
              </a:rPr>
              <a:t>normally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longer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duration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bit,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means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noise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affects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affects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0" dirty="0">
                <a:latin typeface="Calibri"/>
                <a:cs typeface="Calibri"/>
              </a:rPr>
              <a:t> bits.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08647" y="0"/>
            <a:ext cx="5483860" cy="6858000"/>
            <a:chOff x="6708647" y="0"/>
            <a:chExt cx="5483860" cy="6858000"/>
          </a:xfrm>
        </p:grpSpPr>
        <p:sp>
          <p:nvSpPr>
            <p:cNvPr id="8" name="object 8"/>
            <p:cNvSpPr/>
            <p:nvPr/>
          </p:nvSpPr>
          <p:spPr>
            <a:xfrm>
              <a:off x="10696955" y="0"/>
              <a:ext cx="1495425" cy="6858000"/>
            </a:xfrm>
            <a:custGeom>
              <a:avLst/>
              <a:gdLst/>
              <a:ahLst/>
              <a:cxnLst/>
              <a:rect l="l" t="t" r="r" b="b"/>
              <a:pathLst>
                <a:path w="1495425" h="6858000">
                  <a:moveTo>
                    <a:pt x="14950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044" y="6858000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8647" y="342900"/>
              <a:ext cx="5119115" cy="31973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0379" y="358140"/>
              <a:ext cx="4845050" cy="2923540"/>
            </a:xfrm>
            <a:custGeom>
              <a:avLst/>
              <a:gdLst/>
              <a:ahLst/>
              <a:cxnLst/>
              <a:rect l="l" t="t" r="r" b="b"/>
              <a:pathLst>
                <a:path w="4845050" h="2923540">
                  <a:moveTo>
                    <a:pt x="4844796" y="0"/>
                  </a:moveTo>
                  <a:lnTo>
                    <a:pt x="0" y="0"/>
                  </a:lnTo>
                  <a:lnTo>
                    <a:pt x="0" y="2923031"/>
                  </a:lnTo>
                  <a:lnTo>
                    <a:pt x="4844796" y="2923031"/>
                  </a:lnTo>
                  <a:lnTo>
                    <a:pt x="4844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3551" y="1386839"/>
              <a:ext cx="4396740" cy="9083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8647" y="3489934"/>
              <a:ext cx="5119115" cy="31988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0379" y="3505200"/>
              <a:ext cx="4845050" cy="2924810"/>
            </a:xfrm>
            <a:custGeom>
              <a:avLst/>
              <a:gdLst/>
              <a:ahLst/>
              <a:cxnLst/>
              <a:rect l="l" t="t" r="r" b="b"/>
              <a:pathLst>
                <a:path w="4845050" h="2924810">
                  <a:moveTo>
                    <a:pt x="4844796" y="0"/>
                  </a:moveTo>
                  <a:lnTo>
                    <a:pt x="0" y="0"/>
                  </a:lnTo>
                  <a:lnTo>
                    <a:pt x="0" y="2924556"/>
                  </a:lnTo>
                  <a:lnTo>
                    <a:pt x="4844796" y="2924556"/>
                  </a:lnTo>
                  <a:lnTo>
                    <a:pt x="4844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3551" y="3906011"/>
              <a:ext cx="4395215" cy="21229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2279" y="559053"/>
            <a:ext cx="30410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latin typeface="Times New Roman"/>
                <a:cs typeface="Times New Roman"/>
              </a:rPr>
              <a:t>Redundancy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765300" cy="1557655"/>
          </a:xfrm>
          <a:custGeom>
            <a:avLst/>
            <a:gdLst/>
            <a:ahLst/>
            <a:cxnLst/>
            <a:rect l="l" t="t" r="r" b="b"/>
            <a:pathLst>
              <a:path w="1765300" h="1557655">
                <a:moveTo>
                  <a:pt x="1764792" y="0"/>
                </a:moveTo>
                <a:lnTo>
                  <a:pt x="0" y="0"/>
                </a:lnTo>
                <a:lnTo>
                  <a:pt x="0" y="1557527"/>
                </a:lnTo>
                <a:lnTo>
                  <a:pt x="1042492" y="1557527"/>
                </a:lnTo>
                <a:lnTo>
                  <a:pt x="17647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1691639"/>
            <a:ext cx="12192000" cy="5166360"/>
            <a:chOff x="0" y="1691639"/>
            <a:chExt cx="12192000" cy="5166360"/>
          </a:xfrm>
        </p:grpSpPr>
        <p:sp>
          <p:nvSpPr>
            <p:cNvPr id="5" name="object 5"/>
            <p:cNvSpPr/>
            <p:nvPr/>
          </p:nvSpPr>
          <p:spPr>
            <a:xfrm>
              <a:off x="0" y="1691639"/>
              <a:ext cx="12192000" cy="5166360"/>
            </a:xfrm>
            <a:custGeom>
              <a:avLst/>
              <a:gdLst/>
              <a:ahLst/>
              <a:cxnLst/>
              <a:rect l="l" t="t" r="r" b="b"/>
              <a:pathLst>
                <a:path w="12192000" h="5166359">
                  <a:moveTo>
                    <a:pt x="12192000" y="0"/>
                  </a:moveTo>
                  <a:lnTo>
                    <a:pt x="0" y="0"/>
                  </a:lnTo>
                  <a:lnTo>
                    <a:pt x="0" y="888"/>
                  </a:lnTo>
                  <a:lnTo>
                    <a:pt x="1206385" y="888"/>
                  </a:lnTo>
                  <a:lnTo>
                    <a:pt x="862736" y="742569"/>
                  </a:lnTo>
                  <a:lnTo>
                    <a:pt x="0" y="742569"/>
                  </a:lnTo>
                  <a:lnTo>
                    <a:pt x="0" y="743331"/>
                  </a:lnTo>
                  <a:lnTo>
                    <a:pt x="862342" y="743331"/>
                  </a:lnTo>
                  <a:lnTo>
                    <a:pt x="0" y="2604389"/>
                  </a:lnTo>
                  <a:lnTo>
                    <a:pt x="0" y="5166359"/>
                  </a:lnTo>
                  <a:lnTo>
                    <a:pt x="12192000" y="516635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691639"/>
              <a:ext cx="972819" cy="2097405"/>
            </a:xfrm>
            <a:custGeom>
              <a:avLst/>
              <a:gdLst/>
              <a:ahLst/>
              <a:cxnLst/>
              <a:rect l="l" t="t" r="r" b="b"/>
              <a:pathLst>
                <a:path w="972819" h="2097404">
                  <a:moveTo>
                    <a:pt x="972312" y="0"/>
                  </a:moveTo>
                  <a:lnTo>
                    <a:pt x="0" y="0"/>
                  </a:lnTo>
                  <a:lnTo>
                    <a:pt x="0" y="2097024"/>
                  </a:lnTo>
                  <a:lnTo>
                    <a:pt x="97231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32279" y="2066061"/>
            <a:ext cx="9045575" cy="380428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spcBef>
                <a:spcPts val="830"/>
              </a:spcBef>
              <a:buFont typeface="Wingdings"/>
              <a:buChar char=""/>
              <a:tabLst>
                <a:tab pos="326390" algn="l"/>
              </a:tabLst>
            </a:pPr>
            <a:r>
              <a:rPr sz="2200" spc="-95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detect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correct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errors,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extra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(redundant)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bits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data.</a:t>
            </a:r>
            <a:endParaRPr sz="2200">
              <a:latin typeface="Calibri"/>
              <a:cs typeface="Calibri"/>
            </a:endParaRPr>
          </a:p>
          <a:p>
            <a:pPr marL="241300" marR="877569" indent="-228600">
              <a:lnSpc>
                <a:spcPts val="2380"/>
              </a:lnSpc>
              <a:spcBef>
                <a:spcPts val="1030"/>
              </a:spcBef>
              <a:buFont typeface="Wingdings"/>
              <a:buChar char=""/>
              <a:tabLst>
                <a:tab pos="241300" algn="l"/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	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receiver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able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detect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correct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extra information.</a:t>
            </a:r>
            <a:endParaRPr sz="220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695"/>
              </a:spcBef>
              <a:buFont typeface="Wingdings"/>
              <a:buChar char=""/>
              <a:tabLst>
                <a:tab pos="326390" algn="l"/>
              </a:tabLst>
            </a:pPr>
            <a:r>
              <a:rPr sz="2200" spc="-10" dirty="0">
                <a:latin typeface="Calibri"/>
                <a:cs typeface="Calibri"/>
              </a:rPr>
              <a:t>Detection</a:t>
            </a:r>
            <a:endParaRPr sz="2200">
              <a:latin typeface="Calibri"/>
              <a:cs typeface="Calibri"/>
            </a:endParaRPr>
          </a:p>
          <a:p>
            <a:pPr marL="761365" lvl="1" indent="-2914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761365" algn="l"/>
              </a:tabLst>
            </a:pPr>
            <a:r>
              <a:rPr sz="2200" dirty="0">
                <a:latin typeface="Calibri"/>
                <a:cs typeface="Calibri"/>
              </a:rPr>
              <a:t>Looking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existence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error,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NO.</a:t>
            </a:r>
            <a:endParaRPr sz="2200">
              <a:latin typeface="Calibri"/>
              <a:cs typeface="Calibri"/>
            </a:endParaRPr>
          </a:p>
          <a:p>
            <a:pPr marL="762000" lvl="1" indent="-292100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762000" algn="l"/>
              </a:tabLst>
            </a:pPr>
            <a:r>
              <a:rPr sz="2200" spc="-10" dirty="0">
                <a:latin typeface="Calibri"/>
                <a:cs typeface="Calibri"/>
              </a:rPr>
              <a:t>Retransmission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4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yes.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(ARQ)</a:t>
            </a:r>
            <a:endParaRPr sz="220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735"/>
              </a:spcBef>
              <a:buFont typeface="Wingdings"/>
              <a:buChar char=""/>
              <a:tabLst>
                <a:tab pos="326390" algn="l"/>
              </a:tabLst>
            </a:pPr>
            <a:r>
              <a:rPr sz="2200" spc="-10" dirty="0">
                <a:latin typeface="Calibri"/>
                <a:cs typeface="Calibri"/>
              </a:rPr>
              <a:t>Correction</a:t>
            </a:r>
            <a:endParaRPr sz="2200">
              <a:latin typeface="Calibri"/>
              <a:cs typeface="Calibri"/>
            </a:endParaRPr>
          </a:p>
          <a:p>
            <a:pPr marL="698500" marR="200025" lvl="1" indent="-228600">
              <a:lnSpc>
                <a:spcPts val="2380"/>
              </a:lnSpc>
              <a:spcBef>
                <a:spcPts val="535"/>
              </a:spcBef>
              <a:buFont typeface="Wingdings"/>
              <a:buChar char=""/>
              <a:tabLst>
                <a:tab pos="698500" algn="l"/>
                <a:tab pos="761365" algn="l"/>
              </a:tabLst>
            </a:pPr>
            <a:r>
              <a:rPr sz="2200" dirty="0">
                <a:latin typeface="Calibri"/>
                <a:cs typeface="Calibri"/>
              </a:rPr>
              <a:t>	Looking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both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errors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location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errors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message.</a:t>
            </a:r>
            <a:endParaRPr sz="2200">
              <a:latin typeface="Calibri"/>
              <a:cs typeface="Calibri"/>
            </a:endParaRPr>
          </a:p>
          <a:p>
            <a:pPr marL="761365" lvl="1" indent="-291465">
              <a:lnSpc>
                <a:spcPct val="100000"/>
              </a:lnSpc>
              <a:spcBef>
                <a:spcPts val="190"/>
              </a:spcBef>
              <a:buFont typeface="Wingdings"/>
              <a:buChar char=""/>
              <a:tabLst>
                <a:tab pos="761365" algn="l"/>
              </a:tabLst>
            </a:pPr>
            <a:r>
              <a:rPr sz="2200" dirty="0">
                <a:latin typeface="Calibri"/>
                <a:cs typeface="Calibri"/>
              </a:rPr>
              <a:t>Forward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correction.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(FEC)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654040" cy="6858000"/>
          </a:xfrm>
          <a:custGeom>
            <a:avLst/>
            <a:gdLst/>
            <a:ahLst/>
            <a:cxnLst/>
            <a:rect l="l" t="t" r="r" b="b"/>
            <a:pathLst>
              <a:path w="5654040" h="6858000">
                <a:moveTo>
                  <a:pt x="5163820" y="0"/>
                </a:moveTo>
                <a:lnTo>
                  <a:pt x="0" y="0"/>
                </a:lnTo>
                <a:lnTo>
                  <a:pt x="0" y="6857999"/>
                </a:lnTo>
                <a:lnTo>
                  <a:pt x="5654040" y="6857999"/>
                </a:lnTo>
                <a:lnTo>
                  <a:pt x="4722241" y="6857997"/>
                </a:lnTo>
                <a:lnTo>
                  <a:pt x="4704588" y="6843646"/>
                </a:lnTo>
                <a:lnTo>
                  <a:pt x="4700006" y="6838021"/>
                </a:lnTo>
                <a:lnTo>
                  <a:pt x="4697555" y="6831944"/>
                </a:lnTo>
                <a:lnTo>
                  <a:pt x="4697890" y="6825243"/>
                </a:lnTo>
                <a:lnTo>
                  <a:pt x="4701667" y="6817744"/>
                </a:lnTo>
                <a:lnTo>
                  <a:pt x="4693068" y="6793453"/>
                </a:lnTo>
                <a:lnTo>
                  <a:pt x="4691078" y="6784271"/>
                </a:lnTo>
                <a:lnTo>
                  <a:pt x="4694826" y="6777285"/>
                </a:lnTo>
                <a:lnTo>
                  <a:pt x="4703445" y="6759581"/>
                </a:lnTo>
                <a:lnTo>
                  <a:pt x="4700244" y="6742570"/>
                </a:lnTo>
                <a:lnTo>
                  <a:pt x="4696126" y="6730314"/>
                </a:lnTo>
                <a:lnTo>
                  <a:pt x="4692747" y="6719121"/>
                </a:lnTo>
                <a:lnTo>
                  <a:pt x="4691761" y="6705295"/>
                </a:lnTo>
                <a:lnTo>
                  <a:pt x="4689034" y="6686648"/>
                </a:lnTo>
                <a:lnTo>
                  <a:pt x="4687760" y="6672630"/>
                </a:lnTo>
                <a:lnTo>
                  <a:pt x="4685438" y="6658860"/>
                </a:lnTo>
                <a:lnTo>
                  <a:pt x="4679569" y="6640957"/>
                </a:lnTo>
                <a:lnTo>
                  <a:pt x="4673538" y="6609607"/>
                </a:lnTo>
                <a:lnTo>
                  <a:pt x="4672472" y="6585858"/>
                </a:lnTo>
                <a:lnTo>
                  <a:pt x="4675378" y="6541312"/>
                </a:lnTo>
                <a:lnTo>
                  <a:pt x="4672641" y="6500712"/>
                </a:lnTo>
                <a:lnTo>
                  <a:pt x="4666916" y="6456632"/>
                </a:lnTo>
                <a:lnTo>
                  <a:pt x="4653407" y="6370256"/>
                </a:lnTo>
                <a:lnTo>
                  <a:pt x="4646072" y="6331777"/>
                </a:lnTo>
                <a:lnTo>
                  <a:pt x="4637595" y="6295085"/>
                </a:lnTo>
                <a:lnTo>
                  <a:pt x="4631118" y="6259649"/>
                </a:lnTo>
                <a:lnTo>
                  <a:pt x="4629785" y="6224943"/>
                </a:lnTo>
                <a:lnTo>
                  <a:pt x="4626102" y="6089688"/>
                </a:lnTo>
                <a:lnTo>
                  <a:pt x="4620962" y="6050534"/>
                </a:lnTo>
                <a:lnTo>
                  <a:pt x="4615275" y="6018871"/>
                </a:lnTo>
                <a:lnTo>
                  <a:pt x="4614779" y="5993692"/>
                </a:lnTo>
                <a:lnTo>
                  <a:pt x="4625213" y="5973991"/>
                </a:lnTo>
                <a:lnTo>
                  <a:pt x="4622139" y="5956603"/>
                </a:lnTo>
                <a:lnTo>
                  <a:pt x="4625768" y="5950172"/>
                </a:lnTo>
                <a:lnTo>
                  <a:pt x="4630231" y="5947112"/>
                </a:lnTo>
                <a:lnTo>
                  <a:pt x="4629658" y="5939840"/>
                </a:lnTo>
                <a:lnTo>
                  <a:pt x="4610354" y="5906465"/>
                </a:lnTo>
                <a:lnTo>
                  <a:pt x="4606036" y="5862701"/>
                </a:lnTo>
                <a:lnTo>
                  <a:pt x="4605928" y="5850711"/>
                </a:lnTo>
                <a:lnTo>
                  <a:pt x="4606321" y="5845257"/>
                </a:lnTo>
                <a:lnTo>
                  <a:pt x="4607429" y="5838680"/>
                </a:lnTo>
                <a:lnTo>
                  <a:pt x="4609465" y="5823318"/>
                </a:lnTo>
                <a:lnTo>
                  <a:pt x="4608322" y="5769229"/>
                </a:lnTo>
                <a:lnTo>
                  <a:pt x="4612364" y="5744365"/>
                </a:lnTo>
                <a:lnTo>
                  <a:pt x="4618448" y="5691372"/>
                </a:lnTo>
                <a:lnTo>
                  <a:pt x="4622419" y="5667895"/>
                </a:lnTo>
                <a:lnTo>
                  <a:pt x="4620978" y="5651512"/>
                </a:lnTo>
                <a:lnTo>
                  <a:pt x="4626705" y="5633042"/>
                </a:lnTo>
                <a:lnTo>
                  <a:pt x="4634384" y="5613669"/>
                </a:lnTo>
                <a:lnTo>
                  <a:pt x="4638802" y="5594578"/>
                </a:lnTo>
                <a:lnTo>
                  <a:pt x="4634408" y="5552032"/>
                </a:lnTo>
                <a:lnTo>
                  <a:pt x="4634611" y="5527767"/>
                </a:lnTo>
                <a:lnTo>
                  <a:pt x="4636051" y="5504306"/>
                </a:lnTo>
                <a:lnTo>
                  <a:pt x="4635373" y="5464175"/>
                </a:lnTo>
                <a:lnTo>
                  <a:pt x="4630517" y="5412934"/>
                </a:lnTo>
                <a:lnTo>
                  <a:pt x="4626149" y="5358955"/>
                </a:lnTo>
                <a:lnTo>
                  <a:pt x="4619498" y="5269738"/>
                </a:lnTo>
                <a:lnTo>
                  <a:pt x="4616989" y="5242941"/>
                </a:lnTo>
                <a:lnTo>
                  <a:pt x="4614957" y="5225097"/>
                </a:lnTo>
                <a:lnTo>
                  <a:pt x="4614211" y="5214874"/>
                </a:lnTo>
                <a:lnTo>
                  <a:pt x="4615561" y="5210937"/>
                </a:lnTo>
                <a:lnTo>
                  <a:pt x="4599741" y="5178859"/>
                </a:lnTo>
                <a:lnTo>
                  <a:pt x="4599400" y="5153961"/>
                </a:lnTo>
                <a:lnTo>
                  <a:pt x="4604059" y="5132659"/>
                </a:lnTo>
                <a:lnTo>
                  <a:pt x="4603242" y="5111369"/>
                </a:lnTo>
                <a:lnTo>
                  <a:pt x="4606768" y="5074626"/>
                </a:lnTo>
                <a:lnTo>
                  <a:pt x="4609544" y="5048027"/>
                </a:lnTo>
                <a:lnTo>
                  <a:pt x="4611010" y="5027572"/>
                </a:lnTo>
                <a:lnTo>
                  <a:pt x="4610608" y="5009261"/>
                </a:lnTo>
                <a:lnTo>
                  <a:pt x="4623677" y="4989258"/>
                </a:lnTo>
                <a:lnTo>
                  <a:pt x="4640008" y="4968970"/>
                </a:lnTo>
                <a:lnTo>
                  <a:pt x="4649862" y="4947967"/>
                </a:lnTo>
                <a:lnTo>
                  <a:pt x="4643501" y="4925822"/>
                </a:lnTo>
                <a:lnTo>
                  <a:pt x="4653420" y="4922055"/>
                </a:lnTo>
                <a:lnTo>
                  <a:pt x="4651613" y="4907788"/>
                </a:lnTo>
                <a:lnTo>
                  <a:pt x="4649019" y="4890567"/>
                </a:lnTo>
                <a:lnTo>
                  <a:pt x="4656582" y="4877943"/>
                </a:lnTo>
                <a:lnTo>
                  <a:pt x="4666162" y="4871809"/>
                </a:lnTo>
                <a:lnTo>
                  <a:pt x="4669790" y="4863544"/>
                </a:lnTo>
                <a:lnTo>
                  <a:pt x="4670655" y="4854065"/>
                </a:lnTo>
                <a:lnTo>
                  <a:pt x="4671949" y="4844288"/>
                </a:lnTo>
                <a:lnTo>
                  <a:pt x="4683500" y="4824585"/>
                </a:lnTo>
                <a:lnTo>
                  <a:pt x="4691776" y="4791440"/>
                </a:lnTo>
                <a:lnTo>
                  <a:pt x="4695219" y="4756937"/>
                </a:lnTo>
                <a:lnTo>
                  <a:pt x="4692269" y="4733163"/>
                </a:lnTo>
                <a:lnTo>
                  <a:pt x="4697483" y="4698882"/>
                </a:lnTo>
                <a:lnTo>
                  <a:pt x="4702175" y="4673139"/>
                </a:lnTo>
                <a:lnTo>
                  <a:pt x="4704199" y="4650420"/>
                </a:lnTo>
                <a:lnTo>
                  <a:pt x="4701413" y="4625213"/>
                </a:lnTo>
                <a:lnTo>
                  <a:pt x="4700222" y="4600203"/>
                </a:lnTo>
                <a:lnTo>
                  <a:pt x="4702651" y="4579064"/>
                </a:lnTo>
                <a:lnTo>
                  <a:pt x="4707985" y="4559472"/>
                </a:lnTo>
                <a:lnTo>
                  <a:pt x="4715510" y="4539107"/>
                </a:lnTo>
                <a:lnTo>
                  <a:pt x="4716018" y="4488561"/>
                </a:lnTo>
                <a:lnTo>
                  <a:pt x="4716601" y="4473672"/>
                </a:lnTo>
                <a:lnTo>
                  <a:pt x="4718780" y="4453937"/>
                </a:lnTo>
                <a:lnTo>
                  <a:pt x="4721482" y="4432178"/>
                </a:lnTo>
                <a:lnTo>
                  <a:pt x="4723638" y="4411218"/>
                </a:lnTo>
                <a:lnTo>
                  <a:pt x="4714345" y="4362126"/>
                </a:lnTo>
                <a:lnTo>
                  <a:pt x="4717780" y="4313475"/>
                </a:lnTo>
                <a:lnTo>
                  <a:pt x="4723477" y="4265753"/>
                </a:lnTo>
                <a:lnTo>
                  <a:pt x="4720971" y="4219448"/>
                </a:lnTo>
                <a:lnTo>
                  <a:pt x="4722780" y="4192242"/>
                </a:lnTo>
                <a:lnTo>
                  <a:pt x="4723681" y="4174504"/>
                </a:lnTo>
                <a:lnTo>
                  <a:pt x="4727399" y="4153236"/>
                </a:lnTo>
                <a:lnTo>
                  <a:pt x="4737657" y="4115442"/>
                </a:lnTo>
                <a:lnTo>
                  <a:pt x="4758182" y="4048125"/>
                </a:lnTo>
                <a:lnTo>
                  <a:pt x="4760525" y="4011412"/>
                </a:lnTo>
                <a:lnTo>
                  <a:pt x="4768072" y="3960828"/>
                </a:lnTo>
                <a:lnTo>
                  <a:pt x="4771880" y="3911411"/>
                </a:lnTo>
                <a:lnTo>
                  <a:pt x="4763008" y="3878199"/>
                </a:lnTo>
                <a:lnTo>
                  <a:pt x="4759672" y="3847988"/>
                </a:lnTo>
                <a:lnTo>
                  <a:pt x="4759372" y="3831971"/>
                </a:lnTo>
                <a:lnTo>
                  <a:pt x="4756096" y="3814048"/>
                </a:lnTo>
                <a:lnTo>
                  <a:pt x="4743831" y="3778123"/>
                </a:lnTo>
                <a:lnTo>
                  <a:pt x="4743116" y="3761944"/>
                </a:lnTo>
                <a:lnTo>
                  <a:pt x="4738401" y="3742515"/>
                </a:lnTo>
                <a:lnTo>
                  <a:pt x="4732972" y="3723205"/>
                </a:lnTo>
                <a:lnTo>
                  <a:pt x="4730115" y="3707383"/>
                </a:lnTo>
                <a:lnTo>
                  <a:pt x="4728706" y="3693925"/>
                </a:lnTo>
                <a:lnTo>
                  <a:pt x="4728178" y="3682111"/>
                </a:lnTo>
                <a:lnTo>
                  <a:pt x="4727956" y="3664585"/>
                </a:lnTo>
                <a:lnTo>
                  <a:pt x="4722749" y="3653028"/>
                </a:lnTo>
                <a:lnTo>
                  <a:pt x="4715637" y="3641217"/>
                </a:lnTo>
                <a:lnTo>
                  <a:pt x="4715637" y="3606038"/>
                </a:lnTo>
                <a:lnTo>
                  <a:pt x="4723130" y="3597275"/>
                </a:lnTo>
                <a:lnTo>
                  <a:pt x="4720336" y="3586353"/>
                </a:lnTo>
                <a:lnTo>
                  <a:pt x="4722749" y="3569716"/>
                </a:lnTo>
                <a:lnTo>
                  <a:pt x="4718685" y="3552190"/>
                </a:lnTo>
                <a:lnTo>
                  <a:pt x="4711573" y="3542029"/>
                </a:lnTo>
                <a:lnTo>
                  <a:pt x="4702556" y="3531235"/>
                </a:lnTo>
                <a:lnTo>
                  <a:pt x="4696206" y="3496437"/>
                </a:lnTo>
                <a:lnTo>
                  <a:pt x="4702175" y="3486912"/>
                </a:lnTo>
                <a:lnTo>
                  <a:pt x="4697476" y="3476371"/>
                </a:lnTo>
                <a:lnTo>
                  <a:pt x="4696825" y="3465256"/>
                </a:lnTo>
                <a:lnTo>
                  <a:pt x="4695825" y="3424554"/>
                </a:lnTo>
                <a:lnTo>
                  <a:pt x="4694047" y="3419855"/>
                </a:lnTo>
                <a:lnTo>
                  <a:pt x="4695571" y="3415157"/>
                </a:lnTo>
                <a:lnTo>
                  <a:pt x="4692142" y="3409823"/>
                </a:lnTo>
                <a:lnTo>
                  <a:pt x="4693793" y="3407029"/>
                </a:lnTo>
                <a:lnTo>
                  <a:pt x="4681474" y="3378962"/>
                </a:lnTo>
                <a:lnTo>
                  <a:pt x="4676140" y="3362960"/>
                </a:lnTo>
                <a:lnTo>
                  <a:pt x="4660265" y="3332099"/>
                </a:lnTo>
                <a:lnTo>
                  <a:pt x="4662297" y="3325622"/>
                </a:lnTo>
                <a:lnTo>
                  <a:pt x="4646168" y="3278124"/>
                </a:lnTo>
                <a:lnTo>
                  <a:pt x="4648327" y="3277235"/>
                </a:lnTo>
                <a:lnTo>
                  <a:pt x="4654169" y="3262629"/>
                </a:lnTo>
                <a:lnTo>
                  <a:pt x="4653026" y="3258692"/>
                </a:lnTo>
                <a:lnTo>
                  <a:pt x="4650593" y="3233951"/>
                </a:lnTo>
                <a:lnTo>
                  <a:pt x="4654518" y="3222497"/>
                </a:lnTo>
                <a:lnTo>
                  <a:pt x="4654490" y="3209615"/>
                </a:lnTo>
                <a:lnTo>
                  <a:pt x="4640199" y="3180588"/>
                </a:lnTo>
                <a:lnTo>
                  <a:pt x="4644485" y="3174103"/>
                </a:lnTo>
                <a:lnTo>
                  <a:pt x="4645723" y="3167475"/>
                </a:lnTo>
                <a:lnTo>
                  <a:pt x="4644199" y="3160228"/>
                </a:lnTo>
                <a:lnTo>
                  <a:pt x="4640199" y="3151886"/>
                </a:lnTo>
                <a:lnTo>
                  <a:pt x="4640589" y="3137275"/>
                </a:lnTo>
                <a:lnTo>
                  <a:pt x="4645040" y="3126724"/>
                </a:lnTo>
                <a:lnTo>
                  <a:pt x="4647039" y="3116720"/>
                </a:lnTo>
                <a:lnTo>
                  <a:pt x="4640072" y="3103753"/>
                </a:lnTo>
                <a:lnTo>
                  <a:pt x="4645247" y="3097224"/>
                </a:lnTo>
                <a:lnTo>
                  <a:pt x="4644993" y="3082099"/>
                </a:lnTo>
                <a:lnTo>
                  <a:pt x="4645072" y="3068212"/>
                </a:lnTo>
                <a:lnTo>
                  <a:pt x="4651248" y="3065399"/>
                </a:lnTo>
                <a:lnTo>
                  <a:pt x="4648160" y="3054244"/>
                </a:lnTo>
                <a:lnTo>
                  <a:pt x="4642453" y="3042269"/>
                </a:lnTo>
                <a:lnTo>
                  <a:pt x="4636031" y="3030555"/>
                </a:lnTo>
                <a:lnTo>
                  <a:pt x="4630801" y="3020187"/>
                </a:lnTo>
                <a:lnTo>
                  <a:pt x="4627407" y="3009606"/>
                </a:lnTo>
                <a:lnTo>
                  <a:pt x="4619049" y="2997398"/>
                </a:lnTo>
                <a:lnTo>
                  <a:pt x="4619371" y="2991104"/>
                </a:lnTo>
                <a:lnTo>
                  <a:pt x="4620895" y="2987802"/>
                </a:lnTo>
                <a:lnTo>
                  <a:pt x="4624197" y="2983484"/>
                </a:lnTo>
                <a:lnTo>
                  <a:pt x="4630547" y="2977261"/>
                </a:lnTo>
                <a:lnTo>
                  <a:pt x="4625905" y="2962288"/>
                </a:lnTo>
                <a:lnTo>
                  <a:pt x="4626752" y="2949019"/>
                </a:lnTo>
                <a:lnTo>
                  <a:pt x="4629814" y="2933487"/>
                </a:lnTo>
                <a:lnTo>
                  <a:pt x="4631817" y="2911729"/>
                </a:lnTo>
                <a:lnTo>
                  <a:pt x="4630491" y="2890170"/>
                </a:lnTo>
                <a:lnTo>
                  <a:pt x="4624705" y="2825877"/>
                </a:lnTo>
                <a:lnTo>
                  <a:pt x="4624705" y="2804160"/>
                </a:lnTo>
                <a:lnTo>
                  <a:pt x="4617974" y="2790190"/>
                </a:lnTo>
                <a:lnTo>
                  <a:pt x="4613275" y="2760217"/>
                </a:lnTo>
                <a:lnTo>
                  <a:pt x="4619498" y="2751074"/>
                </a:lnTo>
                <a:lnTo>
                  <a:pt x="4615434" y="2740279"/>
                </a:lnTo>
                <a:lnTo>
                  <a:pt x="4619117" y="2726436"/>
                </a:lnTo>
                <a:lnTo>
                  <a:pt x="4615180" y="2725039"/>
                </a:lnTo>
                <a:lnTo>
                  <a:pt x="4608068" y="2715895"/>
                </a:lnTo>
                <a:lnTo>
                  <a:pt x="4621911" y="2665603"/>
                </a:lnTo>
                <a:lnTo>
                  <a:pt x="4626737" y="2635377"/>
                </a:lnTo>
                <a:lnTo>
                  <a:pt x="4626864" y="2606040"/>
                </a:lnTo>
                <a:lnTo>
                  <a:pt x="4633087" y="2596515"/>
                </a:lnTo>
                <a:lnTo>
                  <a:pt x="4634144" y="2585321"/>
                </a:lnTo>
                <a:lnTo>
                  <a:pt x="4633261" y="2573448"/>
                </a:lnTo>
                <a:lnTo>
                  <a:pt x="4632069" y="2561457"/>
                </a:lnTo>
                <a:lnTo>
                  <a:pt x="4632198" y="2549905"/>
                </a:lnTo>
                <a:lnTo>
                  <a:pt x="4648073" y="2496439"/>
                </a:lnTo>
                <a:lnTo>
                  <a:pt x="4649622" y="2487505"/>
                </a:lnTo>
                <a:lnTo>
                  <a:pt x="4656627" y="2454826"/>
                </a:lnTo>
                <a:lnTo>
                  <a:pt x="4658106" y="2445892"/>
                </a:lnTo>
                <a:lnTo>
                  <a:pt x="4657228" y="2438939"/>
                </a:lnTo>
                <a:lnTo>
                  <a:pt x="4658141" y="2416032"/>
                </a:lnTo>
                <a:lnTo>
                  <a:pt x="4657979" y="2408936"/>
                </a:lnTo>
                <a:lnTo>
                  <a:pt x="4673576" y="2395970"/>
                </a:lnTo>
                <a:lnTo>
                  <a:pt x="4677410" y="2369312"/>
                </a:lnTo>
                <a:lnTo>
                  <a:pt x="4680196" y="2344177"/>
                </a:lnTo>
                <a:lnTo>
                  <a:pt x="4692650" y="2335784"/>
                </a:lnTo>
                <a:lnTo>
                  <a:pt x="4705490" y="2312866"/>
                </a:lnTo>
                <a:lnTo>
                  <a:pt x="4717367" y="2295985"/>
                </a:lnTo>
                <a:lnTo>
                  <a:pt x="4727457" y="2280080"/>
                </a:lnTo>
                <a:lnTo>
                  <a:pt x="4734941" y="2260091"/>
                </a:lnTo>
                <a:lnTo>
                  <a:pt x="4736625" y="2238386"/>
                </a:lnTo>
                <a:lnTo>
                  <a:pt x="4736131" y="2223611"/>
                </a:lnTo>
                <a:lnTo>
                  <a:pt x="4736280" y="2210407"/>
                </a:lnTo>
                <a:lnTo>
                  <a:pt x="4739894" y="2193416"/>
                </a:lnTo>
                <a:lnTo>
                  <a:pt x="4737276" y="2169882"/>
                </a:lnTo>
                <a:lnTo>
                  <a:pt x="4733623" y="2149157"/>
                </a:lnTo>
                <a:lnTo>
                  <a:pt x="4735232" y="2129194"/>
                </a:lnTo>
                <a:lnTo>
                  <a:pt x="4748403" y="2107946"/>
                </a:lnTo>
                <a:lnTo>
                  <a:pt x="4754880" y="2024252"/>
                </a:lnTo>
                <a:lnTo>
                  <a:pt x="4793742" y="1969389"/>
                </a:lnTo>
                <a:lnTo>
                  <a:pt x="4797806" y="1961134"/>
                </a:lnTo>
                <a:lnTo>
                  <a:pt x="4808601" y="1945132"/>
                </a:lnTo>
                <a:lnTo>
                  <a:pt x="4807839" y="1942084"/>
                </a:lnTo>
                <a:lnTo>
                  <a:pt x="4802886" y="1935607"/>
                </a:lnTo>
                <a:lnTo>
                  <a:pt x="4803126" y="1930048"/>
                </a:lnTo>
                <a:lnTo>
                  <a:pt x="4805680" y="1910207"/>
                </a:lnTo>
                <a:lnTo>
                  <a:pt x="4804156" y="1909952"/>
                </a:lnTo>
                <a:lnTo>
                  <a:pt x="4804029" y="1909190"/>
                </a:lnTo>
                <a:lnTo>
                  <a:pt x="4811014" y="1899412"/>
                </a:lnTo>
                <a:lnTo>
                  <a:pt x="4813046" y="1895094"/>
                </a:lnTo>
                <a:lnTo>
                  <a:pt x="4799076" y="1892427"/>
                </a:lnTo>
                <a:lnTo>
                  <a:pt x="4796817" y="1885209"/>
                </a:lnTo>
                <a:lnTo>
                  <a:pt x="4797679" y="1876123"/>
                </a:lnTo>
                <a:lnTo>
                  <a:pt x="4797682" y="1867441"/>
                </a:lnTo>
                <a:lnTo>
                  <a:pt x="4792853" y="1861439"/>
                </a:lnTo>
                <a:lnTo>
                  <a:pt x="4799282" y="1848897"/>
                </a:lnTo>
                <a:lnTo>
                  <a:pt x="4805045" y="1835785"/>
                </a:lnTo>
                <a:lnTo>
                  <a:pt x="4806823" y="1830577"/>
                </a:lnTo>
                <a:lnTo>
                  <a:pt x="4806569" y="1830451"/>
                </a:lnTo>
                <a:lnTo>
                  <a:pt x="4806188" y="1829180"/>
                </a:lnTo>
                <a:lnTo>
                  <a:pt x="4806569" y="1827529"/>
                </a:lnTo>
                <a:lnTo>
                  <a:pt x="4807712" y="1824863"/>
                </a:lnTo>
                <a:lnTo>
                  <a:pt x="4809998" y="1821052"/>
                </a:lnTo>
                <a:lnTo>
                  <a:pt x="4812411" y="1807083"/>
                </a:lnTo>
                <a:lnTo>
                  <a:pt x="4809109" y="1805304"/>
                </a:lnTo>
                <a:lnTo>
                  <a:pt x="4809871" y="1804415"/>
                </a:lnTo>
                <a:lnTo>
                  <a:pt x="4816129" y="1800494"/>
                </a:lnTo>
                <a:lnTo>
                  <a:pt x="4819650" y="1796954"/>
                </a:lnTo>
                <a:lnTo>
                  <a:pt x="4817264" y="1792128"/>
                </a:lnTo>
                <a:lnTo>
                  <a:pt x="4805807" y="1784350"/>
                </a:lnTo>
                <a:lnTo>
                  <a:pt x="4812579" y="1774447"/>
                </a:lnTo>
                <a:lnTo>
                  <a:pt x="4812363" y="1765522"/>
                </a:lnTo>
                <a:lnTo>
                  <a:pt x="4809503" y="1755024"/>
                </a:lnTo>
                <a:lnTo>
                  <a:pt x="4808347" y="1740408"/>
                </a:lnTo>
                <a:lnTo>
                  <a:pt x="4815498" y="1734377"/>
                </a:lnTo>
                <a:lnTo>
                  <a:pt x="4818316" y="1728263"/>
                </a:lnTo>
                <a:lnTo>
                  <a:pt x="4817705" y="1722030"/>
                </a:lnTo>
                <a:lnTo>
                  <a:pt x="4814570" y="1715642"/>
                </a:lnTo>
                <a:lnTo>
                  <a:pt x="4820521" y="1699595"/>
                </a:lnTo>
                <a:lnTo>
                  <a:pt x="4822840" y="1683083"/>
                </a:lnTo>
                <a:lnTo>
                  <a:pt x="4823946" y="1665833"/>
                </a:lnTo>
                <a:lnTo>
                  <a:pt x="4826254" y="1647571"/>
                </a:lnTo>
                <a:lnTo>
                  <a:pt x="4835663" y="1630136"/>
                </a:lnTo>
                <a:lnTo>
                  <a:pt x="4836096" y="1613915"/>
                </a:lnTo>
                <a:lnTo>
                  <a:pt x="4833576" y="1597314"/>
                </a:lnTo>
                <a:lnTo>
                  <a:pt x="4834128" y="1578737"/>
                </a:lnTo>
                <a:lnTo>
                  <a:pt x="4830064" y="1545971"/>
                </a:lnTo>
                <a:lnTo>
                  <a:pt x="4830710" y="1541117"/>
                </a:lnTo>
                <a:lnTo>
                  <a:pt x="4830286" y="1532572"/>
                </a:lnTo>
                <a:lnTo>
                  <a:pt x="4829175" y="1519936"/>
                </a:lnTo>
                <a:lnTo>
                  <a:pt x="4828921" y="1519682"/>
                </a:lnTo>
                <a:lnTo>
                  <a:pt x="4832223" y="1514855"/>
                </a:lnTo>
                <a:lnTo>
                  <a:pt x="4833491" y="1503048"/>
                </a:lnTo>
                <a:lnTo>
                  <a:pt x="4833598" y="1475386"/>
                </a:lnTo>
                <a:lnTo>
                  <a:pt x="4834509" y="1463294"/>
                </a:lnTo>
                <a:lnTo>
                  <a:pt x="4837457" y="1456991"/>
                </a:lnTo>
                <a:lnTo>
                  <a:pt x="4841716" y="1446307"/>
                </a:lnTo>
                <a:lnTo>
                  <a:pt x="4845260" y="1435862"/>
                </a:lnTo>
                <a:lnTo>
                  <a:pt x="4846066" y="1430274"/>
                </a:lnTo>
                <a:lnTo>
                  <a:pt x="4845050" y="1429512"/>
                </a:lnTo>
                <a:lnTo>
                  <a:pt x="4864227" y="1403985"/>
                </a:lnTo>
                <a:lnTo>
                  <a:pt x="4871466" y="1360932"/>
                </a:lnTo>
                <a:lnTo>
                  <a:pt x="4899533" y="1302003"/>
                </a:lnTo>
                <a:lnTo>
                  <a:pt x="4903216" y="1210817"/>
                </a:lnTo>
                <a:lnTo>
                  <a:pt x="4911379" y="1201622"/>
                </a:lnTo>
                <a:lnTo>
                  <a:pt x="4915662" y="1192022"/>
                </a:lnTo>
                <a:lnTo>
                  <a:pt x="4917753" y="1178421"/>
                </a:lnTo>
                <a:lnTo>
                  <a:pt x="4919345" y="1157224"/>
                </a:lnTo>
                <a:lnTo>
                  <a:pt x="4925820" y="1129377"/>
                </a:lnTo>
                <a:lnTo>
                  <a:pt x="4927615" y="1110472"/>
                </a:lnTo>
                <a:lnTo>
                  <a:pt x="4926006" y="1091447"/>
                </a:lnTo>
                <a:lnTo>
                  <a:pt x="4922266" y="1063244"/>
                </a:lnTo>
                <a:lnTo>
                  <a:pt x="4931042" y="1022986"/>
                </a:lnTo>
                <a:lnTo>
                  <a:pt x="4941617" y="984837"/>
                </a:lnTo>
                <a:lnTo>
                  <a:pt x="4961503" y="942425"/>
                </a:lnTo>
                <a:lnTo>
                  <a:pt x="4998212" y="889380"/>
                </a:lnTo>
                <a:lnTo>
                  <a:pt x="5024501" y="816355"/>
                </a:lnTo>
                <a:lnTo>
                  <a:pt x="5031950" y="804574"/>
                </a:lnTo>
                <a:lnTo>
                  <a:pt x="5042852" y="785828"/>
                </a:lnTo>
                <a:lnTo>
                  <a:pt x="5051468" y="766439"/>
                </a:lnTo>
                <a:lnTo>
                  <a:pt x="5052060" y="752728"/>
                </a:lnTo>
                <a:lnTo>
                  <a:pt x="5067046" y="724408"/>
                </a:lnTo>
                <a:lnTo>
                  <a:pt x="5072380" y="722502"/>
                </a:lnTo>
                <a:lnTo>
                  <a:pt x="5075428" y="717550"/>
                </a:lnTo>
                <a:lnTo>
                  <a:pt x="5074666" y="697229"/>
                </a:lnTo>
                <a:lnTo>
                  <a:pt x="5074285" y="693420"/>
                </a:lnTo>
                <a:lnTo>
                  <a:pt x="5074793" y="690879"/>
                </a:lnTo>
                <a:lnTo>
                  <a:pt x="5075682" y="689228"/>
                </a:lnTo>
                <a:lnTo>
                  <a:pt x="5076190" y="689101"/>
                </a:lnTo>
                <a:lnTo>
                  <a:pt x="5076317" y="681609"/>
                </a:lnTo>
                <a:lnTo>
                  <a:pt x="5084575" y="665227"/>
                </a:lnTo>
                <a:lnTo>
                  <a:pt x="5117973" y="601345"/>
                </a:lnTo>
                <a:lnTo>
                  <a:pt x="5114815" y="590224"/>
                </a:lnTo>
                <a:lnTo>
                  <a:pt x="5111575" y="582294"/>
                </a:lnTo>
                <a:lnTo>
                  <a:pt x="5113883" y="579127"/>
                </a:lnTo>
                <a:lnTo>
                  <a:pt x="5127371" y="582295"/>
                </a:lnTo>
                <a:lnTo>
                  <a:pt x="5127752" y="577088"/>
                </a:lnTo>
                <a:lnTo>
                  <a:pt x="5130546" y="574294"/>
                </a:lnTo>
                <a:lnTo>
                  <a:pt x="5134737" y="572515"/>
                </a:lnTo>
                <a:lnTo>
                  <a:pt x="5136515" y="572135"/>
                </a:lnTo>
                <a:lnTo>
                  <a:pt x="5132324" y="536066"/>
                </a:lnTo>
                <a:lnTo>
                  <a:pt x="5134991" y="531622"/>
                </a:lnTo>
                <a:lnTo>
                  <a:pt x="5121529" y="491363"/>
                </a:lnTo>
                <a:lnTo>
                  <a:pt x="5118608" y="487299"/>
                </a:lnTo>
                <a:lnTo>
                  <a:pt x="5117846" y="481964"/>
                </a:lnTo>
                <a:lnTo>
                  <a:pt x="5121783" y="473837"/>
                </a:lnTo>
                <a:lnTo>
                  <a:pt x="5123688" y="472059"/>
                </a:lnTo>
                <a:lnTo>
                  <a:pt x="5140452" y="354583"/>
                </a:lnTo>
                <a:lnTo>
                  <a:pt x="5142041" y="297308"/>
                </a:lnTo>
                <a:lnTo>
                  <a:pt x="5143754" y="265683"/>
                </a:lnTo>
                <a:lnTo>
                  <a:pt x="5142341" y="233558"/>
                </a:lnTo>
                <a:lnTo>
                  <a:pt x="5139499" y="218614"/>
                </a:lnTo>
                <a:lnTo>
                  <a:pt x="5137038" y="207551"/>
                </a:lnTo>
                <a:lnTo>
                  <a:pt x="5136769" y="187071"/>
                </a:lnTo>
                <a:lnTo>
                  <a:pt x="5134858" y="166020"/>
                </a:lnTo>
                <a:lnTo>
                  <a:pt x="5133197" y="144684"/>
                </a:lnTo>
                <a:lnTo>
                  <a:pt x="5135036" y="130349"/>
                </a:lnTo>
                <a:lnTo>
                  <a:pt x="5143627" y="130301"/>
                </a:lnTo>
                <a:lnTo>
                  <a:pt x="5132068" y="96246"/>
                </a:lnTo>
                <a:lnTo>
                  <a:pt x="5137832" y="75406"/>
                </a:lnTo>
                <a:lnTo>
                  <a:pt x="5147859" y="53756"/>
                </a:lnTo>
                <a:lnTo>
                  <a:pt x="5149088" y="17272"/>
                </a:lnTo>
                <a:lnTo>
                  <a:pt x="5155184" y="13843"/>
                </a:lnTo>
                <a:lnTo>
                  <a:pt x="5159756" y="8381"/>
                </a:lnTo>
                <a:lnTo>
                  <a:pt x="5163312" y="1650"/>
                </a:lnTo>
                <a:lnTo>
                  <a:pt x="5163820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56945"/>
            <a:ext cx="15614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Coding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9117" y="1811223"/>
            <a:ext cx="3992245" cy="170307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4330" marR="5080" indent="-342265" algn="just">
              <a:lnSpc>
                <a:spcPct val="90000"/>
              </a:lnSpc>
              <a:spcBef>
                <a:spcPts val="345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Redundancy</a:t>
            </a:r>
            <a:r>
              <a:rPr sz="2000" spc="9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0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achieved</a:t>
            </a:r>
            <a:r>
              <a:rPr sz="2000" spc="105" dirty="0">
                <a:latin typeface="Calibri"/>
                <a:cs typeface="Calibri"/>
              </a:rPr>
              <a:t>  </a:t>
            </a:r>
            <a:r>
              <a:rPr sz="2000" spc="-10" dirty="0">
                <a:latin typeface="Calibri"/>
                <a:cs typeface="Calibri"/>
              </a:rPr>
              <a:t>through 	</a:t>
            </a:r>
            <a:r>
              <a:rPr sz="2000" dirty="0">
                <a:latin typeface="Calibri"/>
                <a:cs typeface="Calibri"/>
              </a:rPr>
              <a:t>various</a:t>
            </a:r>
            <a:r>
              <a:rPr sz="2000" spc="260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coding</a:t>
            </a:r>
            <a:r>
              <a:rPr sz="2000" spc="260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schemes.</a:t>
            </a:r>
            <a:r>
              <a:rPr sz="2000" spc="260" dirty="0">
                <a:latin typeface="Calibri"/>
                <a:cs typeface="Calibri"/>
              </a:rPr>
              <a:t>  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dirty="0">
                <a:latin typeface="Calibri"/>
                <a:cs typeface="Calibri"/>
              </a:rPr>
              <a:t>sender</a:t>
            </a:r>
            <a:r>
              <a:rPr sz="2000" spc="365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adds</a:t>
            </a:r>
            <a:r>
              <a:rPr sz="2000" spc="365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redundant</a:t>
            </a:r>
            <a:r>
              <a:rPr sz="2000" spc="370" dirty="0">
                <a:latin typeface="Calibri"/>
                <a:cs typeface="Calibri"/>
              </a:rPr>
              <a:t>   </a:t>
            </a:r>
            <a:r>
              <a:rPr sz="2000" spc="-20" dirty="0">
                <a:latin typeface="Calibri"/>
                <a:cs typeface="Calibri"/>
              </a:rPr>
              <a:t>bits 	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4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creates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	</a:t>
            </a:r>
            <a:r>
              <a:rPr sz="2000" dirty="0">
                <a:latin typeface="Calibri"/>
                <a:cs typeface="Calibri"/>
              </a:rPr>
              <a:t>relationship</a:t>
            </a:r>
            <a:r>
              <a:rPr sz="2000" spc="425" dirty="0">
                <a:latin typeface="Calibri"/>
                <a:cs typeface="Calibri"/>
              </a:rPr>
              <a:t>    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420" dirty="0">
                <a:latin typeface="Calibri"/>
                <a:cs typeface="Calibri"/>
              </a:rPr>
              <a:t>    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dirty="0">
                <a:latin typeface="Calibri"/>
                <a:cs typeface="Calibri"/>
              </a:rPr>
              <a:t>redundant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actual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2322" y="3732402"/>
            <a:ext cx="30359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51305" algn="l"/>
                <a:tab pos="2676525" algn="l"/>
              </a:tabLst>
            </a:pPr>
            <a:r>
              <a:rPr sz="2000" spc="-10" dirty="0">
                <a:latin typeface="Calibri"/>
                <a:cs typeface="Calibri"/>
              </a:rPr>
              <a:t>relationships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between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2322" y="3458083"/>
            <a:ext cx="364744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ts val="2280"/>
              </a:lnSpc>
              <a:spcBef>
                <a:spcPts val="105"/>
              </a:spcBef>
              <a:tabLst>
                <a:tab pos="671830" algn="l"/>
                <a:tab pos="1287145" algn="l"/>
                <a:tab pos="2353310" algn="l"/>
                <a:tab pos="3275329" algn="l"/>
              </a:tabLst>
            </a:pPr>
            <a:r>
              <a:rPr sz="2000" spc="-10" dirty="0">
                <a:latin typeface="Calibri"/>
                <a:cs typeface="Calibri"/>
              </a:rPr>
              <a:t>bits.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receiver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checks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R="5080" algn="r">
              <a:lnSpc>
                <a:spcPts val="2280"/>
              </a:lnSpc>
            </a:pPr>
            <a:r>
              <a:rPr sz="2000" spc="-25" dirty="0">
                <a:latin typeface="Calibri"/>
                <a:cs typeface="Calibri"/>
              </a:rPr>
              <a:t>two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9117" y="4006722"/>
            <a:ext cx="3991610" cy="212979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Calibri"/>
                <a:cs typeface="Calibri"/>
              </a:rPr>
              <a:t>sets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 bits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 detect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correct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errors.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000">
              <a:latin typeface="Calibri"/>
              <a:cs typeface="Calibri"/>
            </a:endParaRPr>
          </a:p>
          <a:p>
            <a:pPr marL="355600" marR="5080" indent="-343535" algn="just">
              <a:lnSpc>
                <a:spcPts val="2160"/>
              </a:lnSpc>
              <a:buFont typeface="Wingdings"/>
              <a:buChar char="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ratio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redundant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bits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robustness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5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6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important</a:t>
            </a:r>
            <a:r>
              <a:rPr sz="2000" spc="6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factors</a:t>
            </a:r>
            <a:r>
              <a:rPr sz="2000" spc="55" dirty="0">
                <a:latin typeface="Calibri"/>
                <a:cs typeface="Calibri"/>
              </a:rPr>
              <a:t>  </a:t>
            </a:r>
            <a:r>
              <a:rPr sz="2000" spc="-25" dirty="0">
                <a:latin typeface="Calibri"/>
                <a:cs typeface="Calibri"/>
              </a:rPr>
              <a:t>in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scheme.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8784" y="2133600"/>
            <a:ext cx="7264908" cy="2929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659" y="906602"/>
            <a:ext cx="2974340" cy="83629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sz="2800" spc="-10" dirty="0"/>
              <a:t>Prerequisite: </a:t>
            </a:r>
            <a:r>
              <a:rPr sz="2800" spc="-35" dirty="0"/>
              <a:t>Modulo-</a:t>
            </a:r>
            <a:r>
              <a:rPr sz="2800" dirty="0"/>
              <a:t>2</a:t>
            </a:r>
            <a:r>
              <a:rPr sz="2800" spc="-40" dirty="0"/>
              <a:t> </a:t>
            </a:r>
            <a:r>
              <a:rPr sz="2800" spc="-20" dirty="0"/>
              <a:t>Arithmetic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09955" y="2387043"/>
            <a:ext cx="3221355" cy="3665854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265"/>
              </a:spcBef>
              <a:buClr>
                <a:srgbClr val="3891A7"/>
              </a:buClr>
              <a:buSzPct val="80555"/>
              <a:buFont typeface="Wingdings"/>
              <a:buChar char=""/>
              <a:tabLst>
                <a:tab pos="299085" algn="l"/>
              </a:tabLst>
            </a:pPr>
            <a:r>
              <a:rPr sz="1800" spc="-10" dirty="0">
                <a:latin typeface="Constantia"/>
                <a:cs typeface="Constantia"/>
              </a:rPr>
              <a:t>Possible</a:t>
            </a:r>
            <a:r>
              <a:rPr sz="1800" spc="-6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numbers</a:t>
            </a:r>
            <a:r>
              <a:rPr sz="1800" spc="-9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are</a:t>
            </a:r>
            <a:r>
              <a:rPr sz="1800" spc="-8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{0, </a:t>
            </a:r>
            <a:r>
              <a:rPr sz="1800" spc="-25" dirty="0">
                <a:latin typeface="Constantia"/>
                <a:cs typeface="Constantia"/>
              </a:rPr>
              <a:t>1}</a:t>
            </a:r>
            <a:endParaRPr sz="1800">
              <a:latin typeface="Constantia"/>
              <a:cs typeface="Constantia"/>
            </a:endParaRPr>
          </a:p>
          <a:p>
            <a:pPr marL="299085" indent="-286385">
              <a:lnSpc>
                <a:spcPct val="100000"/>
              </a:lnSpc>
              <a:spcBef>
                <a:spcPts val="165"/>
              </a:spcBef>
              <a:buClr>
                <a:srgbClr val="3891A7"/>
              </a:buClr>
              <a:buSzPct val="80555"/>
              <a:buFont typeface="Wingdings"/>
              <a:buChar char=""/>
              <a:tabLst>
                <a:tab pos="299085" algn="l"/>
              </a:tabLst>
            </a:pPr>
            <a:r>
              <a:rPr sz="1800" spc="-10" dirty="0">
                <a:latin typeface="Constantia"/>
                <a:cs typeface="Constantia"/>
              </a:rPr>
              <a:t>Arithmetic</a:t>
            </a:r>
            <a:endParaRPr sz="1800">
              <a:latin typeface="Constantia"/>
              <a:cs typeface="Constantia"/>
            </a:endParaRPr>
          </a:p>
          <a:p>
            <a:pPr marL="618490" lvl="1" indent="-284480">
              <a:lnSpc>
                <a:spcPct val="100000"/>
              </a:lnSpc>
              <a:spcBef>
                <a:spcPts val="170"/>
              </a:spcBef>
              <a:buClr>
                <a:srgbClr val="3891A7"/>
              </a:buClr>
              <a:buFont typeface="Wingdings"/>
              <a:buChar char=""/>
              <a:tabLst>
                <a:tab pos="618490" algn="l"/>
              </a:tabLst>
            </a:pPr>
            <a:r>
              <a:rPr sz="1800" spc="-10" dirty="0">
                <a:latin typeface="Constantia"/>
                <a:cs typeface="Constantia"/>
              </a:rPr>
              <a:t>Addition</a:t>
            </a:r>
            <a:endParaRPr sz="1800">
              <a:latin typeface="Constantia"/>
              <a:cs typeface="Constantia"/>
            </a:endParaRPr>
          </a:p>
          <a:p>
            <a:pPr marL="587375">
              <a:lnSpc>
                <a:spcPts val="1945"/>
              </a:lnSpc>
              <a:tabLst>
                <a:tab pos="815975" algn="l"/>
                <a:tab pos="1758950" algn="l"/>
                <a:tab pos="2673985" algn="l"/>
              </a:tabLst>
            </a:pPr>
            <a:r>
              <a:rPr sz="1800" spc="-990" dirty="0">
                <a:solidFill>
                  <a:srgbClr val="FDB809"/>
                </a:solidFill>
                <a:latin typeface="Arial MT"/>
                <a:cs typeface="Arial MT"/>
              </a:rPr>
              <a:t>🞄</a:t>
            </a:r>
            <a:r>
              <a:rPr sz="1800" dirty="0">
                <a:solidFill>
                  <a:srgbClr val="FDB809"/>
                </a:solidFill>
                <a:latin typeface="Arial MT"/>
                <a:cs typeface="Arial MT"/>
              </a:rPr>
              <a:t>	</a:t>
            </a:r>
            <a:r>
              <a:rPr sz="1800" spc="-10" dirty="0">
                <a:latin typeface="Constantia"/>
                <a:cs typeface="Constantia"/>
              </a:rPr>
              <a:t>0+0=0,</a:t>
            </a:r>
            <a:r>
              <a:rPr sz="1800" dirty="0">
                <a:latin typeface="Constantia"/>
                <a:cs typeface="Constantia"/>
              </a:rPr>
              <a:t>	</a:t>
            </a:r>
            <a:r>
              <a:rPr sz="1800" spc="-10" dirty="0">
                <a:latin typeface="Constantia"/>
                <a:cs typeface="Constantia"/>
              </a:rPr>
              <a:t>0+1=1,</a:t>
            </a:r>
            <a:r>
              <a:rPr sz="1800" dirty="0">
                <a:latin typeface="Constantia"/>
                <a:cs typeface="Constantia"/>
              </a:rPr>
              <a:t>	</a:t>
            </a:r>
            <a:r>
              <a:rPr sz="1800" spc="-20" dirty="0">
                <a:latin typeface="Constantia"/>
                <a:cs typeface="Constantia"/>
              </a:rPr>
              <a:t>1+0=</a:t>
            </a:r>
            <a:endParaRPr sz="1800">
              <a:latin typeface="Constantia"/>
              <a:cs typeface="Constantia"/>
            </a:endParaRPr>
          </a:p>
          <a:p>
            <a:pPr marL="815975">
              <a:lnSpc>
                <a:spcPts val="1945"/>
              </a:lnSpc>
              <a:tabLst>
                <a:tab pos="1174750" algn="l"/>
              </a:tabLst>
            </a:pPr>
            <a:r>
              <a:rPr sz="1800" spc="-25" dirty="0">
                <a:latin typeface="Constantia"/>
                <a:cs typeface="Constantia"/>
              </a:rPr>
              <a:t>1,</a:t>
            </a:r>
            <a:r>
              <a:rPr sz="1800" dirty="0">
                <a:latin typeface="Constantia"/>
                <a:cs typeface="Constantia"/>
              </a:rPr>
              <a:t>	</a:t>
            </a:r>
            <a:r>
              <a:rPr sz="1800" spc="-10" dirty="0">
                <a:latin typeface="Constantia"/>
                <a:cs typeface="Constantia"/>
              </a:rPr>
              <a:t>1+1=2=0</a:t>
            </a:r>
            <a:endParaRPr sz="1800">
              <a:latin typeface="Constantia"/>
              <a:cs typeface="Constantia"/>
            </a:endParaRPr>
          </a:p>
          <a:p>
            <a:pPr marL="618490" lvl="1" indent="-284480">
              <a:lnSpc>
                <a:spcPct val="100000"/>
              </a:lnSpc>
              <a:spcBef>
                <a:spcPts val="170"/>
              </a:spcBef>
              <a:buClr>
                <a:srgbClr val="3891A7"/>
              </a:buClr>
              <a:buFont typeface="Wingdings"/>
              <a:buChar char=""/>
              <a:tabLst>
                <a:tab pos="618490" algn="l"/>
              </a:tabLst>
            </a:pPr>
            <a:r>
              <a:rPr sz="1800" spc="-10" dirty="0">
                <a:latin typeface="Constantia"/>
                <a:cs typeface="Constantia"/>
              </a:rPr>
              <a:t>Subtraction</a:t>
            </a:r>
            <a:endParaRPr sz="1800">
              <a:latin typeface="Constantia"/>
              <a:cs typeface="Constantia"/>
            </a:endParaRPr>
          </a:p>
          <a:p>
            <a:pPr marL="587375">
              <a:lnSpc>
                <a:spcPts val="1945"/>
              </a:lnSpc>
              <a:tabLst>
                <a:tab pos="815975" algn="l"/>
                <a:tab pos="1758950" algn="l"/>
              </a:tabLst>
            </a:pPr>
            <a:r>
              <a:rPr sz="1800" spc="-990" dirty="0">
                <a:solidFill>
                  <a:srgbClr val="FDB809"/>
                </a:solidFill>
                <a:latin typeface="Arial MT"/>
                <a:cs typeface="Arial MT"/>
              </a:rPr>
              <a:t>🞄</a:t>
            </a:r>
            <a:r>
              <a:rPr sz="1800" dirty="0">
                <a:solidFill>
                  <a:srgbClr val="FDB809"/>
                </a:solidFill>
                <a:latin typeface="Arial MT"/>
                <a:cs typeface="Arial MT"/>
              </a:rPr>
              <a:t>	</a:t>
            </a:r>
            <a:r>
              <a:rPr sz="1800" spc="-10" dirty="0">
                <a:latin typeface="Constantia"/>
                <a:cs typeface="Constantia"/>
              </a:rPr>
              <a:t>0-</a:t>
            </a:r>
            <a:r>
              <a:rPr sz="1800" spc="-20" dirty="0">
                <a:latin typeface="Constantia"/>
                <a:cs typeface="Constantia"/>
              </a:rPr>
              <a:t>0=0,</a:t>
            </a:r>
            <a:r>
              <a:rPr sz="1800" dirty="0">
                <a:latin typeface="Constantia"/>
                <a:cs typeface="Constantia"/>
              </a:rPr>
              <a:t>	</a:t>
            </a:r>
            <a:r>
              <a:rPr sz="1800" spc="-10" dirty="0">
                <a:latin typeface="Constantia"/>
                <a:cs typeface="Constantia"/>
              </a:rPr>
              <a:t>0-1=-</a:t>
            </a:r>
            <a:r>
              <a:rPr sz="1800" dirty="0">
                <a:latin typeface="Constantia"/>
                <a:cs typeface="Constantia"/>
              </a:rPr>
              <a:t>1=1,</a:t>
            </a:r>
            <a:r>
              <a:rPr sz="1800" spc="37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1-</a:t>
            </a:r>
            <a:r>
              <a:rPr sz="1800" spc="-20" dirty="0">
                <a:latin typeface="Constantia"/>
                <a:cs typeface="Constantia"/>
              </a:rPr>
              <a:t>0=1,</a:t>
            </a:r>
            <a:endParaRPr sz="1800">
              <a:latin typeface="Constantia"/>
              <a:cs typeface="Constantia"/>
            </a:endParaRPr>
          </a:p>
          <a:p>
            <a:pPr marL="844550">
              <a:lnSpc>
                <a:spcPts val="1945"/>
              </a:lnSpc>
            </a:pPr>
            <a:r>
              <a:rPr sz="1800" spc="-10" dirty="0">
                <a:latin typeface="Constantia"/>
                <a:cs typeface="Constantia"/>
              </a:rPr>
              <a:t>1-</a:t>
            </a:r>
            <a:r>
              <a:rPr sz="1800" spc="-25" dirty="0">
                <a:latin typeface="Constantia"/>
                <a:cs typeface="Constantia"/>
              </a:rPr>
              <a:t>1=0</a:t>
            </a:r>
            <a:endParaRPr sz="1800">
              <a:latin typeface="Constantia"/>
              <a:cs typeface="Constantia"/>
            </a:endParaRPr>
          </a:p>
          <a:p>
            <a:pPr marL="619125" marR="109220" lvl="1" indent="-285115">
              <a:lnSpc>
                <a:spcPts val="1730"/>
              </a:lnSpc>
              <a:spcBef>
                <a:spcPts val="585"/>
              </a:spcBef>
              <a:buClr>
                <a:srgbClr val="3891A7"/>
              </a:buClr>
              <a:buFont typeface="Wingdings"/>
              <a:buChar char=""/>
              <a:tabLst>
                <a:tab pos="619125" algn="l"/>
              </a:tabLst>
            </a:pPr>
            <a:r>
              <a:rPr sz="1800" spc="-25" dirty="0">
                <a:latin typeface="Constantia"/>
                <a:cs typeface="Constantia"/>
              </a:rPr>
              <a:t>Surprisingly,</a:t>
            </a:r>
            <a:r>
              <a:rPr sz="1800" spc="-1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the</a:t>
            </a:r>
            <a:r>
              <a:rPr sz="1800" spc="-9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addition </a:t>
            </a:r>
            <a:r>
              <a:rPr sz="1800" dirty="0">
                <a:latin typeface="Constantia"/>
                <a:cs typeface="Constantia"/>
              </a:rPr>
              <a:t>and</a:t>
            </a:r>
            <a:r>
              <a:rPr sz="1800" spc="-6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subtraction</a:t>
            </a:r>
            <a:r>
              <a:rPr sz="1800" spc="-95" dirty="0">
                <a:latin typeface="Constantia"/>
                <a:cs typeface="Constantia"/>
              </a:rPr>
              <a:t> </a:t>
            </a:r>
            <a:r>
              <a:rPr sz="1800" spc="-20" dirty="0">
                <a:latin typeface="Constantia"/>
                <a:cs typeface="Constantia"/>
              </a:rPr>
              <a:t>give</a:t>
            </a:r>
            <a:r>
              <a:rPr sz="1800" spc="-75" dirty="0">
                <a:latin typeface="Constantia"/>
                <a:cs typeface="Constantia"/>
              </a:rPr>
              <a:t> </a:t>
            </a:r>
            <a:r>
              <a:rPr sz="1800" spc="-25" dirty="0">
                <a:latin typeface="Constantia"/>
                <a:cs typeface="Constantia"/>
              </a:rPr>
              <a:t>the </a:t>
            </a:r>
            <a:r>
              <a:rPr sz="1800" dirty="0">
                <a:latin typeface="Constantia"/>
                <a:cs typeface="Constantia"/>
              </a:rPr>
              <a:t>same</a:t>
            </a:r>
            <a:r>
              <a:rPr sz="1800" spc="-7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result.</a:t>
            </a:r>
            <a:endParaRPr sz="1800">
              <a:latin typeface="Constantia"/>
              <a:cs typeface="Constantia"/>
            </a:endParaRPr>
          </a:p>
          <a:p>
            <a:pPr marL="619125" marR="66040" lvl="1" indent="-285115" algn="just">
              <a:lnSpc>
                <a:spcPct val="80000"/>
              </a:lnSpc>
              <a:spcBef>
                <a:spcPts val="610"/>
              </a:spcBef>
              <a:buClr>
                <a:srgbClr val="3891A7"/>
              </a:buClr>
              <a:buFont typeface="Wingdings"/>
              <a:buChar char=""/>
              <a:tabLst>
                <a:tab pos="619125" algn="l"/>
              </a:tabLst>
            </a:pPr>
            <a:r>
              <a:rPr sz="1800" spc="-20" dirty="0">
                <a:latin typeface="Constantia"/>
                <a:cs typeface="Constantia"/>
              </a:rPr>
              <a:t>XOR</a:t>
            </a:r>
            <a:r>
              <a:rPr sz="1800" spc="-25" dirty="0">
                <a:latin typeface="Constantia"/>
                <a:cs typeface="Constantia"/>
              </a:rPr>
              <a:t> </a:t>
            </a:r>
            <a:r>
              <a:rPr sz="1800" spc="-20" dirty="0">
                <a:latin typeface="Constantia"/>
                <a:cs typeface="Constantia"/>
              </a:rPr>
              <a:t>(exclusively</a:t>
            </a:r>
            <a:r>
              <a:rPr sz="1800" spc="-6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OR)</a:t>
            </a:r>
            <a:r>
              <a:rPr sz="1800" spc="-60" dirty="0">
                <a:latin typeface="Constantia"/>
                <a:cs typeface="Constantia"/>
              </a:rPr>
              <a:t> </a:t>
            </a:r>
            <a:r>
              <a:rPr sz="1800" spc="-25" dirty="0">
                <a:latin typeface="Constantia"/>
                <a:cs typeface="Constantia"/>
              </a:rPr>
              <a:t>can </a:t>
            </a:r>
            <a:r>
              <a:rPr sz="1800" spc="-10" dirty="0">
                <a:latin typeface="Constantia"/>
                <a:cs typeface="Constantia"/>
              </a:rPr>
              <a:t>replace</a:t>
            </a:r>
            <a:r>
              <a:rPr sz="1800" spc="-8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both</a:t>
            </a:r>
            <a:r>
              <a:rPr sz="1800" spc="-10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addition</a:t>
            </a:r>
            <a:r>
              <a:rPr sz="1800" spc="-45" dirty="0">
                <a:latin typeface="Constantia"/>
                <a:cs typeface="Constantia"/>
              </a:rPr>
              <a:t> </a:t>
            </a:r>
            <a:r>
              <a:rPr sz="1800" spc="-25" dirty="0">
                <a:latin typeface="Constantia"/>
                <a:cs typeface="Constantia"/>
              </a:rPr>
              <a:t>and </a:t>
            </a:r>
            <a:r>
              <a:rPr sz="1800" spc="-10" dirty="0">
                <a:latin typeface="Constantia"/>
                <a:cs typeface="Constantia"/>
              </a:rPr>
              <a:t>subtraction.</a:t>
            </a:r>
            <a:endParaRPr sz="1800">
              <a:latin typeface="Constantia"/>
              <a:cs typeface="Constant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39055" y="0"/>
            <a:ext cx="7553325" cy="6858000"/>
            <a:chOff x="4639055" y="0"/>
            <a:chExt cx="7553325" cy="6858000"/>
          </a:xfrm>
        </p:grpSpPr>
        <p:sp>
          <p:nvSpPr>
            <p:cNvPr id="5" name="object 5"/>
            <p:cNvSpPr/>
            <p:nvPr/>
          </p:nvSpPr>
          <p:spPr>
            <a:xfrm>
              <a:off x="4639055" y="0"/>
              <a:ext cx="7553325" cy="6858000"/>
            </a:xfrm>
            <a:custGeom>
              <a:avLst/>
              <a:gdLst/>
              <a:ahLst/>
              <a:cxnLst/>
              <a:rect l="l" t="t" r="r" b="b"/>
              <a:pathLst>
                <a:path w="7553325" h="6858000">
                  <a:moveTo>
                    <a:pt x="75529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552944" y="6858000"/>
                  </a:lnTo>
                  <a:lnTo>
                    <a:pt x="7552944" y="0"/>
                  </a:lnTo>
                  <a:close/>
                </a:path>
              </a:pathLst>
            </a:custGeom>
            <a:solidFill>
              <a:srgbClr val="C7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9679" y="512063"/>
              <a:ext cx="6707124" cy="58643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23687" y="557783"/>
              <a:ext cx="6583680" cy="5739765"/>
            </a:xfrm>
            <a:custGeom>
              <a:avLst/>
              <a:gdLst/>
              <a:ahLst/>
              <a:cxnLst/>
              <a:rect l="l" t="t" r="r" b="b"/>
              <a:pathLst>
                <a:path w="6583680" h="5739765">
                  <a:moveTo>
                    <a:pt x="6583679" y="0"/>
                  </a:moveTo>
                  <a:lnTo>
                    <a:pt x="0" y="0"/>
                  </a:lnTo>
                  <a:lnTo>
                    <a:pt x="0" y="5739384"/>
                  </a:lnTo>
                  <a:lnTo>
                    <a:pt x="6583679" y="5739384"/>
                  </a:lnTo>
                  <a:lnTo>
                    <a:pt x="65836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23687" y="557783"/>
              <a:ext cx="6583680" cy="5739765"/>
            </a:xfrm>
            <a:custGeom>
              <a:avLst/>
              <a:gdLst/>
              <a:ahLst/>
              <a:cxnLst/>
              <a:rect l="l" t="t" r="r" b="b"/>
              <a:pathLst>
                <a:path w="6583680" h="5739765">
                  <a:moveTo>
                    <a:pt x="0" y="5739384"/>
                  </a:moveTo>
                  <a:lnTo>
                    <a:pt x="6583679" y="5739384"/>
                  </a:lnTo>
                  <a:lnTo>
                    <a:pt x="6583679" y="0"/>
                  </a:lnTo>
                  <a:lnTo>
                    <a:pt x="0" y="0"/>
                  </a:lnTo>
                  <a:lnTo>
                    <a:pt x="0" y="5739384"/>
                  </a:lnTo>
                  <a:close/>
                </a:path>
              </a:pathLst>
            </a:custGeom>
            <a:ln w="9525">
              <a:solidFill>
                <a:srgbClr val="C7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05627" y="2531364"/>
              <a:ext cx="6019800" cy="21671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11101070" cy="1801495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105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20"/>
              </a:spcBef>
            </a:pPr>
            <a:r>
              <a:rPr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Block</a:t>
            </a:r>
            <a:r>
              <a:rPr sz="40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Coding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5228" y="3198876"/>
            <a:ext cx="5486400" cy="202387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48640" y="2231135"/>
            <a:ext cx="5012690" cy="1153795"/>
            <a:chOff x="548640" y="2231135"/>
            <a:chExt cx="5012690" cy="1153795"/>
          </a:xfrm>
        </p:grpSpPr>
        <p:sp>
          <p:nvSpPr>
            <p:cNvPr id="5" name="object 5"/>
            <p:cNvSpPr/>
            <p:nvPr/>
          </p:nvSpPr>
          <p:spPr>
            <a:xfrm>
              <a:off x="548640" y="2231135"/>
              <a:ext cx="5012690" cy="1153795"/>
            </a:xfrm>
            <a:custGeom>
              <a:avLst/>
              <a:gdLst/>
              <a:ahLst/>
              <a:cxnLst/>
              <a:rect l="l" t="t" r="r" b="b"/>
              <a:pathLst>
                <a:path w="5012690" h="1153795">
                  <a:moveTo>
                    <a:pt x="4897120" y="0"/>
                  </a:moveTo>
                  <a:lnTo>
                    <a:pt x="115366" y="0"/>
                  </a:lnTo>
                  <a:lnTo>
                    <a:pt x="70460" y="9070"/>
                  </a:lnTo>
                  <a:lnTo>
                    <a:pt x="33789" y="33797"/>
                  </a:lnTo>
                  <a:lnTo>
                    <a:pt x="9066" y="70455"/>
                  </a:lnTo>
                  <a:lnTo>
                    <a:pt x="0" y="115315"/>
                  </a:lnTo>
                  <a:lnTo>
                    <a:pt x="0" y="1038351"/>
                  </a:lnTo>
                  <a:lnTo>
                    <a:pt x="9066" y="1083212"/>
                  </a:lnTo>
                  <a:lnTo>
                    <a:pt x="33789" y="1119870"/>
                  </a:lnTo>
                  <a:lnTo>
                    <a:pt x="70460" y="1144597"/>
                  </a:lnTo>
                  <a:lnTo>
                    <a:pt x="115366" y="1153667"/>
                  </a:lnTo>
                  <a:lnTo>
                    <a:pt x="4897120" y="1153667"/>
                  </a:lnTo>
                  <a:lnTo>
                    <a:pt x="4941980" y="1144597"/>
                  </a:lnTo>
                  <a:lnTo>
                    <a:pt x="4978638" y="1119870"/>
                  </a:lnTo>
                  <a:lnTo>
                    <a:pt x="5003365" y="1083212"/>
                  </a:lnTo>
                  <a:lnTo>
                    <a:pt x="5012436" y="1038351"/>
                  </a:lnTo>
                  <a:lnTo>
                    <a:pt x="5012436" y="115315"/>
                  </a:lnTo>
                  <a:lnTo>
                    <a:pt x="5003365" y="70455"/>
                  </a:lnTo>
                  <a:lnTo>
                    <a:pt x="4978638" y="33797"/>
                  </a:lnTo>
                  <a:lnTo>
                    <a:pt x="4941980" y="9070"/>
                  </a:lnTo>
                  <a:lnTo>
                    <a:pt x="4897120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0651" y="2587070"/>
              <a:ext cx="248320" cy="2024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20651" y="2587070"/>
              <a:ext cx="248920" cy="202565"/>
            </a:xfrm>
            <a:custGeom>
              <a:avLst/>
              <a:gdLst/>
              <a:ahLst/>
              <a:cxnLst/>
              <a:rect l="l" t="t" r="r" b="b"/>
              <a:pathLst>
                <a:path w="248919" h="202564">
                  <a:moveTo>
                    <a:pt x="209031" y="176226"/>
                  </a:moveTo>
                  <a:lnTo>
                    <a:pt x="209031" y="38733"/>
                  </a:lnTo>
                  <a:lnTo>
                    <a:pt x="102557" y="38733"/>
                  </a:lnTo>
                  <a:lnTo>
                    <a:pt x="93472" y="20020"/>
                  </a:lnTo>
                  <a:lnTo>
                    <a:pt x="78438" y="6705"/>
                  </a:lnTo>
                  <a:lnTo>
                    <a:pt x="59508" y="0"/>
                  </a:lnTo>
                  <a:lnTo>
                    <a:pt x="38734" y="1113"/>
                  </a:lnTo>
                  <a:lnTo>
                    <a:pt x="20022" y="10194"/>
                  </a:lnTo>
                  <a:lnTo>
                    <a:pt x="6707" y="25224"/>
                  </a:lnTo>
                  <a:lnTo>
                    <a:pt x="0" y="44151"/>
                  </a:lnTo>
                  <a:lnTo>
                    <a:pt x="1110" y="64922"/>
                  </a:lnTo>
                  <a:lnTo>
                    <a:pt x="10195" y="83632"/>
                  </a:lnTo>
                  <a:lnTo>
                    <a:pt x="25228" y="96945"/>
                  </a:lnTo>
                  <a:lnTo>
                    <a:pt x="44157" y="103652"/>
                  </a:lnTo>
                  <a:lnTo>
                    <a:pt x="64927" y="102542"/>
                  </a:lnTo>
                  <a:lnTo>
                    <a:pt x="77922" y="97248"/>
                  </a:lnTo>
                  <a:lnTo>
                    <a:pt x="88874" y="88863"/>
                  </a:lnTo>
                  <a:lnTo>
                    <a:pt x="97261" y="77912"/>
                  </a:lnTo>
                  <a:lnTo>
                    <a:pt x="102557" y="64922"/>
                  </a:lnTo>
                  <a:lnTo>
                    <a:pt x="182838" y="64922"/>
                  </a:lnTo>
                  <a:lnTo>
                    <a:pt x="182838" y="176226"/>
                  </a:lnTo>
                  <a:lnTo>
                    <a:pt x="143549" y="176226"/>
                  </a:lnTo>
                  <a:lnTo>
                    <a:pt x="143549" y="202416"/>
                  </a:lnTo>
                  <a:lnTo>
                    <a:pt x="248320" y="202416"/>
                  </a:lnTo>
                  <a:lnTo>
                    <a:pt x="248320" y="176226"/>
                  </a:lnTo>
                  <a:lnTo>
                    <a:pt x="209031" y="176226"/>
                  </a:lnTo>
                  <a:close/>
                </a:path>
              </a:pathLst>
            </a:custGeom>
            <a:ln w="763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4200" y="2828770"/>
              <a:ext cx="248314" cy="20241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64200" y="2828770"/>
              <a:ext cx="248920" cy="202565"/>
            </a:xfrm>
            <a:custGeom>
              <a:avLst/>
              <a:gdLst/>
              <a:ahLst/>
              <a:cxnLst/>
              <a:rect l="l" t="t" r="r" b="b"/>
              <a:pathLst>
                <a:path w="248919" h="202564">
                  <a:moveTo>
                    <a:pt x="196445" y="98209"/>
                  </a:moveTo>
                  <a:lnTo>
                    <a:pt x="179292" y="101104"/>
                  </a:lnTo>
                  <a:lnTo>
                    <a:pt x="164387" y="109190"/>
                  </a:lnTo>
                  <a:lnTo>
                    <a:pt x="152840" y="121607"/>
                  </a:lnTo>
                  <a:lnTo>
                    <a:pt x="145762" y="137493"/>
                  </a:lnTo>
                  <a:lnTo>
                    <a:pt x="65481" y="137493"/>
                  </a:lnTo>
                  <a:lnTo>
                    <a:pt x="65481" y="26189"/>
                  </a:lnTo>
                  <a:lnTo>
                    <a:pt x="104770" y="26189"/>
                  </a:lnTo>
                  <a:lnTo>
                    <a:pt x="104770" y="0"/>
                  </a:lnTo>
                  <a:lnTo>
                    <a:pt x="0" y="0"/>
                  </a:lnTo>
                  <a:lnTo>
                    <a:pt x="0" y="26189"/>
                  </a:lnTo>
                  <a:lnTo>
                    <a:pt x="39289" y="26189"/>
                  </a:lnTo>
                  <a:lnTo>
                    <a:pt x="39289" y="163683"/>
                  </a:lnTo>
                  <a:lnTo>
                    <a:pt x="145762" y="163683"/>
                  </a:lnTo>
                  <a:lnTo>
                    <a:pt x="154844" y="182392"/>
                  </a:lnTo>
                  <a:lnTo>
                    <a:pt x="169876" y="195706"/>
                  </a:lnTo>
                  <a:lnTo>
                    <a:pt x="188805" y="202413"/>
                  </a:lnTo>
                  <a:lnTo>
                    <a:pt x="209579" y="201302"/>
                  </a:lnTo>
                  <a:lnTo>
                    <a:pt x="228291" y="192218"/>
                  </a:lnTo>
                  <a:lnTo>
                    <a:pt x="241606" y="177187"/>
                  </a:lnTo>
                  <a:lnTo>
                    <a:pt x="248314" y="158261"/>
                  </a:lnTo>
                  <a:lnTo>
                    <a:pt x="247204" y="137493"/>
                  </a:lnTo>
                  <a:lnTo>
                    <a:pt x="240113" y="121590"/>
                  </a:lnTo>
                  <a:lnTo>
                    <a:pt x="228546" y="109166"/>
                  </a:lnTo>
                  <a:lnTo>
                    <a:pt x="213619" y="101084"/>
                  </a:lnTo>
                  <a:lnTo>
                    <a:pt x="196445" y="98209"/>
                  </a:lnTo>
                  <a:close/>
                </a:path>
              </a:pathLst>
            </a:custGeom>
            <a:ln w="763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7636" y="2490215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5" h="635635">
                  <a:moveTo>
                    <a:pt x="0" y="635508"/>
                  </a:moveTo>
                  <a:lnTo>
                    <a:pt x="635507" y="635508"/>
                  </a:lnTo>
                  <a:lnTo>
                    <a:pt x="635507" y="0"/>
                  </a:lnTo>
                  <a:lnTo>
                    <a:pt x="0" y="0"/>
                  </a:lnTo>
                  <a:lnTo>
                    <a:pt x="0" y="63550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48640" y="3636264"/>
            <a:ext cx="5012690" cy="1153795"/>
            <a:chOff x="548640" y="3636264"/>
            <a:chExt cx="5012690" cy="1153795"/>
          </a:xfrm>
        </p:grpSpPr>
        <p:sp>
          <p:nvSpPr>
            <p:cNvPr id="12" name="object 12"/>
            <p:cNvSpPr/>
            <p:nvPr/>
          </p:nvSpPr>
          <p:spPr>
            <a:xfrm>
              <a:off x="548640" y="3636264"/>
              <a:ext cx="5012690" cy="1153795"/>
            </a:xfrm>
            <a:custGeom>
              <a:avLst/>
              <a:gdLst/>
              <a:ahLst/>
              <a:cxnLst/>
              <a:rect l="l" t="t" r="r" b="b"/>
              <a:pathLst>
                <a:path w="5012690" h="1153795">
                  <a:moveTo>
                    <a:pt x="4897120" y="0"/>
                  </a:moveTo>
                  <a:lnTo>
                    <a:pt x="115366" y="0"/>
                  </a:lnTo>
                  <a:lnTo>
                    <a:pt x="70460" y="9070"/>
                  </a:lnTo>
                  <a:lnTo>
                    <a:pt x="33789" y="33797"/>
                  </a:lnTo>
                  <a:lnTo>
                    <a:pt x="9066" y="70455"/>
                  </a:lnTo>
                  <a:lnTo>
                    <a:pt x="0" y="115316"/>
                  </a:lnTo>
                  <a:lnTo>
                    <a:pt x="0" y="1038352"/>
                  </a:lnTo>
                  <a:lnTo>
                    <a:pt x="9066" y="1083212"/>
                  </a:lnTo>
                  <a:lnTo>
                    <a:pt x="33789" y="1119870"/>
                  </a:lnTo>
                  <a:lnTo>
                    <a:pt x="70460" y="1144597"/>
                  </a:lnTo>
                  <a:lnTo>
                    <a:pt x="115366" y="1153668"/>
                  </a:lnTo>
                  <a:lnTo>
                    <a:pt x="4897120" y="1153668"/>
                  </a:lnTo>
                  <a:lnTo>
                    <a:pt x="4941980" y="1144597"/>
                  </a:lnTo>
                  <a:lnTo>
                    <a:pt x="4978638" y="1119870"/>
                  </a:lnTo>
                  <a:lnTo>
                    <a:pt x="5003365" y="1083212"/>
                  </a:lnTo>
                  <a:lnTo>
                    <a:pt x="5012436" y="1038352"/>
                  </a:lnTo>
                  <a:lnTo>
                    <a:pt x="5012436" y="115316"/>
                  </a:lnTo>
                  <a:lnTo>
                    <a:pt x="5003365" y="70455"/>
                  </a:lnTo>
                  <a:lnTo>
                    <a:pt x="4978638" y="33797"/>
                  </a:lnTo>
                  <a:lnTo>
                    <a:pt x="4941980" y="9070"/>
                  </a:lnTo>
                  <a:lnTo>
                    <a:pt x="4897120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0175" y="4166149"/>
              <a:ext cx="332821" cy="16881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54659" y="4011289"/>
              <a:ext cx="523875" cy="406400"/>
            </a:xfrm>
            <a:custGeom>
              <a:avLst/>
              <a:gdLst/>
              <a:ahLst/>
              <a:cxnLst/>
              <a:rect l="l" t="t" r="r" b="b"/>
              <a:pathLst>
                <a:path w="523875" h="406400">
                  <a:moveTo>
                    <a:pt x="523853" y="0"/>
                  </a:moveTo>
                  <a:lnTo>
                    <a:pt x="0" y="0"/>
                  </a:lnTo>
                  <a:lnTo>
                    <a:pt x="0" y="405933"/>
                  </a:lnTo>
                  <a:lnTo>
                    <a:pt x="523853" y="405934"/>
                  </a:lnTo>
                  <a:lnTo>
                    <a:pt x="523853" y="366650"/>
                  </a:lnTo>
                  <a:lnTo>
                    <a:pt x="39289" y="366650"/>
                  </a:lnTo>
                  <a:lnTo>
                    <a:pt x="39289" y="104757"/>
                  </a:lnTo>
                  <a:lnTo>
                    <a:pt x="523853" y="104757"/>
                  </a:lnTo>
                  <a:lnTo>
                    <a:pt x="523853" y="65473"/>
                  </a:lnTo>
                  <a:lnTo>
                    <a:pt x="352913" y="65473"/>
                  </a:lnTo>
                  <a:lnTo>
                    <a:pt x="347052" y="59607"/>
                  </a:lnTo>
                  <a:lnTo>
                    <a:pt x="347052" y="45143"/>
                  </a:lnTo>
                  <a:lnTo>
                    <a:pt x="352913" y="39284"/>
                  </a:lnTo>
                  <a:lnTo>
                    <a:pt x="523853" y="39284"/>
                  </a:lnTo>
                  <a:lnTo>
                    <a:pt x="523853" y="0"/>
                  </a:lnTo>
                  <a:close/>
                </a:path>
                <a:path w="523875" h="406400">
                  <a:moveTo>
                    <a:pt x="523853" y="104757"/>
                  </a:moveTo>
                  <a:lnTo>
                    <a:pt x="484564" y="104757"/>
                  </a:lnTo>
                  <a:lnTo>
                    <a:pt x="484564" y="366650"/>
                  </a:lnTo>
                  <a:lnTo>
                    <a:pt x="523853" y="366650"/>
                  </a:lnTo>
                  <a:lnTo>
                    <a:pt x="523853" y="104757"/>
                  </a:lnTo>
                  <a:close/>
                </a:path>
                <a:path w="523875" h="406400">
                  <a:moveTo>
                    <a:pt x="398750" y="39284"/>
                  </a:moveTo>
                  <a:lnTo>
                    <a:pt x="367379" y="39284"/>
                  </a:lnTo>
                  <a:lnTo>
                    <a:pt x="373245" y="45143"/>
                  </a:lnTo>
                  <a:lnTo>
                    <a:pt x="373245" y="59608"/>
                  </a:lnTo>
                  <a:lnTo>
                    <a:pt x="367379" y="65473"/>
                  </a:lnTo>
                  <a:lnTo>
                    <a:pt x="398750" y="65473"/>
                  </a:lnTo>
                  <a:lnTo>
                    <a:pt x="392890" y="59608"/>
                  </a:lnTo>
                  <a:lnTo>
                    <a:pt x="392890" y="45143"/>
                  </a:lnTo>
                  <a:lnTo>
                    <a:pt x="398750" y="39284"/>
                  </a:lnTo>
                  <a:close/>
                </a:path>
                <a:path w="523875" h="406400">
                  <a:moveTo>
                    <a:pt x="444587" y="39284"/>
                  </a:moveTo>
                  <a:lnTo>
                    <a:pt x="413216" y="39284"/>
                  </a:lnTo>
                  <a:lnTo>
                    <a:pt x="419082" y="45143"/>
                  </a:lnTo>
                  <a:lnTo>
                    <a:pt x="419082" y="59608"/>
                  </a:lnTo>
                  <a:lnTo>
                    <a:pt x="413216" y="65473"/>
                  </a:lnTo>
                  <a:lnTo>
                    <a:pt x="444587" y="65473"/>
                  </a:lnTo>
                  <a:lnTo>
                    <a:pt x="438727" y="59608"/>
                  </a:lnTo>
                  <a:lnTo>
                    <a:pt x="438727" y="45143"/>
                  </a:lnTo>
                  <a:lnTo>
                    <a:pt x="444587" y="39284"/>
                  </a:lnTo>
                  <a:close/>
                </a:path>
                <a:path w="523875" h="406400">
                  <a:moveTo>
                    <a:pt x="523853" y="39284"/>
                  </a:moveTo>
                  <a:lnTo>
                    <a:pt x="459053" y="39284"/>
                  </a:lnTo>
                  <a:lnTo>
                    <a:pt x="464919" y="45143"/>
                  </a:lnTo>
                  <a:lnTo>
                    <a:pt x="464919" y="59608"/>
                  </a:lnTo>
                  <a:lnTo>
                    <a:pt x="459053" y="65473"/>
                  </a:lnTo>
                  <a:lnTo>
                    <a:pt x="523853" y="65473"/>
                  </a:lnTo>
                  <a:lnTo>
                    <a:pt x="523853" y="3928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54659" y="4011289"/>
              <a:ext cx="523875" cy="406400"/>
            </a:xfrm>
            <a:custGeom>
              <a:avLst/>
              <a:gdLst/>
              <a:ahLst/>
              <a:cxnLst/>
              <a:rect l="l" t="t" r="r" b="b"/>
              <a:pathLst>
                <a:path w="523875" h="406400">
                  <a:moveTo>
                    <a:pt x="0" y="0"/>
                  </a:moveTo>
                  <a:lnTo>
                    <a:pt x="0" y="405933"/>
                  </a:lnTo>
                  <a:lnTo>
                    <a:pt x="523853" y="405934"/>
                  </a:lnTo>
                  <a:lnTo>
                    <a:pt x="523853" y="0"/>
                  </a:lnTo>
                  <a:lnTo>
                    <a:pt x="0" y="0"/>
                  </a:lnTo>
                  <a:close/>
                </a:path>
                <a:path w="523875" h="406400">
                  <a:moveTo>
                    <a:pt x="451823" y="39284"/>
                  </a:moveTo>
                  <a:lnTo>
                    <a:pt x="459053" y="39284"/>
                  </a:lnTo>
                  <a:lnTo>
                    <a:pt x="464919" y="45143"/>
                  </a:lnTo>
                  <a:lnTo>
                    <a:pt x="464919" y="52378"/>
                  </a:lnTo>
                  <a:lnTo>
                    <a:pt x="464919" y="59608"/>
                  </a:lnTo>
                  <a:lnTo>
                    <a:pt x="459053" y="65473"/>
                  </a:lnTo>
                  <a:lnTo>
                    <a:pt x="451823" y="65473"/>
                  </a:lnTo>
                  <a:lnTo>
                    <a:pt x="444587" y="65473"/>
                  </a:lnTo>
                  <a:lnTo>
                    <a:pt x="438727" y="59608"/>
                  </a:lnTo>
                  <a:lnTo>
                    <a:pt x="438727" y="52378"/>
                  </a:lnTo>
                  <a:lnTo>
                    <a:pt x="438727" y="45143"/>
                  </a:lnTo>
                  <a:lnTo>
                    <a:pt x="444587" y="39284"/>
                  </a:lnTo>
                  <a:lnTo>
                    <a:pt x="451823" y="39284"/>
                  </a:lnTo>
                  <a:close/>
                </a:path>
                <a:path w="523875" h="406400">
                  <a:moveTo>
                    <a:pt x="405986" y="39284"/>
                  </a:moveTo>
                  <a:lnTo>
                    <a:pt x="413216" y="39284"/>
                  </a:lnTo>
                  <a:lnTo>
                    <a:pt x="419082" y="45143"/>
                  </a:lnTo>
                  <a:lnTo>
                    <a:pt x="419082" y="52378"/>
                  </a:lnTo>
                  <a:lnTo>
                    <a:pt x="419082" y="59608"/>
                  </a:lnTo>
                  <a:lnTo>
                    <a:pt x="413216" y="65473"/>
                  </a:lnTo>
                  <a:lnTo>
                    <a:pt x="405986" y="65473"/>
                  </a:lnTo>
                  <a:lnTo>
                    <a:pt x="398750" y="65473"/>
                  </a:lnTo>
                  <a:lnTo>
                    <a:pt x="392890" y="59608"/>
                  </a:lnTo>
                  <a:lnTo>
                    <a:pt x="392890" y="52378"/>
                  </a:lnTo>
                  <a:lnTo>
                    <a:pt x="392890" y="45143"/>
                  </a:lnTo>
                  <a:lnTo>
                    <a:pt x="398750" y="39284"/>
                  </a:lnTo>
                  <a:lnTo>
                    <a:pt x="405986" y="39284"/>
                  </a:lnTo>
                  <a:close/>
                </a:path>
                <a:path w="523875" h="406400">
                  <a:moveTo>
                    <a:pt x="360149" y="39284"/>
                  </a:moveTo>
                  <a:lnTo>
                    <a:pt x="367379" y="39284"/>
                  </a:lnTo>
                  <a:lnTo>
                    <a:pt x="373245" y="45143"/>
                  </a:lnTo>
                  <a:lnTo>
                    <a:pt x="373245" y="52378"/>
                  </a:lnTo>
                  <a:lnTo>
                    <a:pt x="373245" y="59608"/>
                  </a:lnTo>
                  <a:lnTo>
                    <a:pt x="367379" y="65473"/>
                  </a:lnTo>
                  <a:lnTo>
                    <a:pt x="360149" y="65473"/>
                  </a:lnTo>
                  <a:lnTo>
                    <a:pt x="352913" y="65473"/>
                  </a:lnTo>
                  <a:lnTo>
                    <a:pt x="347052" y="59607"/>
                  </a:lnTo>
                  <a:lnTo>
                    <a:pt x="347052" y="52378"/>
                  </a:lnTo>
                  <a:lnTo>
                    <a:pt x="347052" y="45143"/>
                  </a:lnTo>
                  <a:lnTo>
                    <a:pt x="352913" y="39284"/>
                  </a:lnTo>
                  <a:lnTo>
                    <a:pt x="360149" y="39284"/>
                  </a:lnTo>
                  <a:close/>
                </a:path>
                <a:path w="523875" h="406400">
                  <a:moveTo>
                    <a:pt x="484564" y="366650"/>
                  </a:moveTo>
                  <a:lnTo>
                    <a:pt x="39289" y="366650"/>
                  </a:lnTo>
                  <a:lnTo>
                    <a:pt x="39289" y="104757"/>
                  </a:lnTo>
                  <a:lnTo>
                    <a:pt x="484564" y="104757"/>
                  </a:lnTo>
                  <a:lnTo>
                    <a:pt x="484564" y="366650"/>
                  </a:lnTo>
                  <a:close/>
                </a:path>
              </a:pathLst>
            </a:custGeom>
            <a:ln w="763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97636" y="3895344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5" h="635635">
                  <a:moveTo>
                    <a:pt x="0" y="635507"/>
                  </a:moveTo>
                  <a:lnTo>
                    <a:pt x="635507" y="635507"/>
                  </a:lnTo>
                  <a:lnTo>
                    <a:pt x="635507" y="0"/>
                  </a:lnTo>
                  <a:lnTo>
                    <a:pt x="0" y="0"/>
                  </a:lnTo>
                  <a:lnTo>
                    <a:pt x="0" y="63550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548640" y="5041391"/>
            <a:ext cx="5012690" cy="1153795"/>
            <a:chOff x="548640" y="5041391"/>
            <a:chExt cx="5012690" cy="1153795"/>
          </a:xfrm>
        </p:grpSpPr>
        <p:sp>
          <p:nvSpPr>
            <p:cNvPr id="18" name="object 18"/>
            <p:cNvSpPr/>
            <p:nvPr/>
          </p:nvSpPr>
          <p:spPr>
            <a:xfrm>
              <a:off x="548640" y="5041391"/>
              <a:ext cx="5012690" cy="1153795"/>
            </a:xfrm>
            <a:custGeom>
              <a:avLst/>
              <a:gdLst/>
              <a:ahLst/>
              <a:cxnLst/>
              <a:rect l="l" t="t" r="r" b="b"/>
              <a:pathLst>
                <a:path w="5012690" h="1153795">
                  <a:moveTo>
                    <a:pt x="4897120" y="0"/>
                  </a:moveTo>
                  <a:lnTo>
                    <a:pt x="115366" y="0"/>
                  </a:lnTo>
                  <a:lnTo>
                    <a:pt x="70460" y="9070"/>
                  </a:lnTo>
                  <a:lnTo>
                    <a:pt x="33789" y="33797"/>
                  </a:lnTo>
                  <a:lnTo>
                    <a:pt x="9066" y="70455"/>
                  </a:lnTo>
                  <a:lnTo>
                    <a:pt x="0" y="115315"/>
                  </a:lnTo>
                  <a:lnTo>
                    <a:pt x="0" y="1038301"/>
                  </a:lnTo>
                  <a:lnTo>
                    <a:pt x="9066" y="1083207"/>
                  </a:lnTo>
                  <a:lnTo>
                    <a:pt x="33789" y="1119878"/>
                  </a:lnTo>
                  <a:lnTo>
                    <a:pt x="70460" y="1144601"/>
                  </a:lnTo>
                  <a:lnTo>
                    <a:pt x="115366" y="1153667"/>
                  </a:lnTo>
                  <a:lnTo>
                    <a:pt x="4897120" y="1153667"/>
                  </a:lnTo>
                  <a:lnTo>
                    <a:pt x="4941980" y="1144601"/>
                  </a:lnTo>
                  <a:lnTo>
                    <a:pt x="4978638" y="1119878"/>
                  </a:lnTo>
                  <a:lnTo>
                    <a:pt x="5003365" y="1083207"/>
                  </a:lnTo>
                  <a:lnTo>
                    <a:pt x="5012436" y="1038301"/>
                  </a:lnTo>
                  <a:lnTo>
                    <a:pt x="5012436" y="115315"/>
                  </a:lnTo>
                  <a:lnTo>
                    <a:pt x="5003365" y="70455"/>
                  </a:lnTo>
                  <a:lnTo>
                    <a:pt x="4978638" y="33797"/>
                  </a:lnTo>
                  <a:lnTo>
                    <a:pt x="4941980" y="9070"/>
                  </a:lnTo>
                  <a:lnTo>
                    <a:pt x="4897120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67755" y="5527721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45837" y="0"/>
                  </a:moveTo>
                  <a:lnTo>
                    <a:pt x="0" y="0"/>
                  </a:lnTo>
                  <a:lnTo>
                    <a:pt x="0" y="26189"/>
                  </a:lnTo>
                  <a:lnTo>
                    <a:pt x="45837" y="26189"/>
                  </a:lnTo>
                  <a:lnTo>
                    <a:pt x="458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67755" y="5527721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0" y="26189"/>
                  </a:moveTo>
                  <a:lnTo>
                    <a:pt x="45837" y="26189"/>
                  </a:lnTo>
                  <a:lnTo>
                    <a:pt x="45837" y="0"/>
                  </a:lnTo>
                  <a:lnTo>
                    <a:pt x="0" y="0"/>
                  </a:lnTo>
                  <a:lnTo>
                    <a:pt x="0" y="26189"/>
                  </a:lnTo>
                  <a:close/>
                </a:path>
              </a:pathLst>
            </a:custGeom>
            <a:ln w="763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67755" y="5475343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45837" y="0"/>
                  </a:moveTo>
                  <a:lnTo>
                    <a:pt x="0" y="0"/>
                  </a:lnTo>
                  <a:lnTo>
                    <a:pt x="0" y="26189"/>
                  </a:lnTo>
                  <a:lnTo>
                    <a:pt x="45837" y="26189"/>
                  </a:lnTo>
                  <a:lnTo>
                    <a:pt x="458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67755" y="5475343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0" y="26189"/>
                  </a:moveTo>
                  <a:lnTo>
                    <a:pt x="45837" y="26189"/>
                  </a:lnTo>
                  <a:lnTo>
                    <a:pt x="45837" y="0"/>
                  </a:lnTo>
                  <a:lnTo>
                    <a:pt x="0" y="0"/>
                  </a:lnTo>
                  <a:lnTo>
                    <a:pt x="0" y="26189"/>
                  </a:lnTo>
                  <a:close/>
                </a:path>
              </a:pathLst>
            </a:custGeom>
            <a:ln w="763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67755" y="5580100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45837" y="0"/>
                  </a:moveTo>
                  <a:lnTo>
                    <a:pt x="0" y="0"/>
                  </a:lnTo>
                  <a:lnTo>
                    <a:pt x="0" y="26189"/>
                  </a:lnTo>
                  <a:lnTo>
                    <a:pt x="45837" y="26189"/>
                  </a:lnTo>
                  <a:lnTo>
                    <a:pt x="458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67755" y="5580100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0" y="26189"/>
                  </a:moveTo>
                  <a:lnTo>
                    <a:pt x="45837" y="26189"/>
                  </a:lnTo>
                  <a:lnTo>
                    <a:pt x="45837" y="0"/>
                  </a:lnTo>
                  <a:lnTo>
                    <a:pt x="0" y="0"/>
                  </a:lnTo>
                  <a:lnTo>
                    <a:pt x="0" y="26189"/>
                  </a:lnTo>
                  <a:close/>
                </a:path>
              </a:pathLst>
            </a:custGeom>
            <a:ln w="763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67755" y="5737235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45837" y="0"/>
                  </a:moveTo>
                  <a:lnTo>
                    <a:pt x="0" y="0"/>
                  </a:lnTo>
                  <a:lnTo>
                    <a:pt x="0" y="26189"/>
                  </a:lnTo>
                  <a:lnTo>
                    <a:pt x="45837" y="26189"/>
                  </a:lnTo>
                  <a:lnTo>
                    <a:pt x="458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67755" y="5737235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0" y="26189"/>
                  </a:moveTo>
                  <a:lnTo>
                    <a:pt x="45837" y="26189"/>
                  </a:lnTo>
                  <a:lnTo>
                    <a:pt x="45837" y="0"/>
                  </a:lnTo>
                  <a:lnTo>
                    <a:pt x="0" y="0"/>
                  </a:lnTo>
                  <a:lnTo>
                    <a:pt x="0" y="26189"/>
                  </a:lnTo>
                  <a:close/>
                </a:path>
              </a:pathLst>
            </a:custGeom>
            <a:ln w="763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67755" y="5684857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45837" y="0"/>
                  </a:moveTo>
                  <a:lnTo>
                    <a:pt x="0" y="0"/>
                  </a:lnTo>
                  <a:lnTo>
                    <a:pt x="0" y="26189"/>
                  </a:lnTo>
                  <a:lnTo>
                    <a:pt x="45837" y="26189"/>
                  </a:lnTo>
                  <a:lnTo>
                    <a:pt x="458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67755" y="5684857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0" y="26189"/>
                  </a:moveTo>
                  <a:lnTo>
                    <a:pt x="45837" y="26189"/>
                  </a:lnTo>
                  <a:lnTo>
                    <a:pt x="45837" y="0"/>
                  </a:lnTo>
                  <a:lnTo>
                    <a:pt x="0" y="0"/>
                  </a:lnTo>
                  <a:lnTo>
                    <a:pt x="0" y="26189"/>
                  </a:lnTo>
                  <a:close/>
                </a:path>
              </a:pathLst>
            </a:custGeom>
            <a:ln w="763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7755" y="5632478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45837" y="0"/>
                  </a:moveTo>
                  <a:lnTo>
                    <a:pt x="0" y="0"/>
                  </a:lnTo>
                  <a:lnTo>
                    <a:pt x="0" y="26189"/>
                  </a:lnTo>
                  <a:lnTo>
                    <a:pt x="45837" y="26189"/>
                  </a:lnTo>
                  <a:lnTo>
                    <a:pt x="458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67755" y="5632478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0" y="26189"/>
                  </a:moveTo>
                  <a:lnTo>
                    <a:pt x="45837" y="26189"/>
                  </a:lnTo>
                  <a:lnTo>
                    <a:pt x="45837" y="0"/>
                  </a:lnTo>
                  <a:lnTo>
                    <a:pt x="0" y="0"/>
                  </a:lnTo>
                  <a:lnTo>
                    <a:pt x="0" y="26189"/>
                  </a:lnTo>
                  <a:close/>
                </a:path>
              </a:pathLst>
            </a:custGeom>
            <a:ln w="763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19579" y="5684857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45837" y="0"/>
                  </a:moveTo>
                  <a:lnTo>
                    <a:pt x="0" y="0"/>
                  </a:lnTo>
                  <a:lnTo>
                    <a:pt x="0" y="26189"/>
                  </a:lnTo>
                  <a:lnTo>
                    <a:pt x="45837" y="26189"/>
                  </a:lnTo>
                  <a:lnTo>
                    <a:pt x="458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19579" y="5684857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0" y="26189"/>
                  </a:moveTo>
                  <a:lnTo>
                    <a:pt x="45837" y="26189"/>
                  </a:lnTo>
                  <a:lnTo>
                    <a:pt x="45837" y="0"/>
                  </a:lnTo>
                  <a:lnTo>
                    <a:pt x="0" y="0"/>
                  </a:lnTo>
                  <a:lnTo>
                    <a:pt x="0" y="26189"/>
                  </a:lnTo>
                  <a:close/>
                </a:path>
              </a:pathLst>
            </a:custGeom>
            <a:ln w="763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19579" y="5737236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45837" y="0"/>
                  </a:moveTo>
                  <a:lnTo>
                    <a:pt x="0" y="0"/>
                  </a:lnTo>
                  <a:lnTo>
                    <a:pt x="0" y="26189"/>
                  </a:lnTo>
                  <a:lnTo>
                    <a:pt x="45837" y="26189"/>
                  </a:lnTo>
                  <a:lnTo>
                    <a:pt x="458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19579" y="5737236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0" y="26189"/>
                  </a:moveTo>
                  <a:lnTo>
                    <a:pt x="45837" y="26189"/>
                  </a:lnTo>
                  <a:lnTo>
                    <a:pt x="45837" y="0"/>
                  </a:lnTo>
                  <a:lnTo>
                    <a:pt x="0" y="0"/>
                  </a:lnTo>
                  <a:lnTo>
                    <a:pt x="0" y="26189"/>
                  </a:lnTo>
                  <a:close/>
                </a:path>
              </a:pathLst>
            </a:custGeom>
            <a:ln w="763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19579" y="5632478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45837" y="0"/>
                  </a:moveTo>
                  <a:lnTo>
                    <a:pt x="0" y="0"/>
                  </a:lnTo>
                  <a:lnTo>
                    <a:pt x="0" y="26189"/>
                  </a:lnTo>
                  <a:lnTo>
                    <a:pt x="45837" y="26189"/>
                  </a:lnTo>
                  <a:lnTo>
                    <a:pt x="458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19579" y="5632478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0" y="26189"/>
                  </a:moveTo>
                  <a:lnTo>
                    <a:pt x="45837" y="26189"/>
                  </a:lnTo>
                  <a:lnTo>
                    <a:pt x="45837" y="0"/>
                  </a:lnTo>
                  <a:lnTo>
                    <a:pt x="0" y="0"/>
                  </a:lnTo>
                  <a:lnTo>
                    <a:pt x="0" y="26189"/>
                  </a:lnTo>
                  <a:close/>
                </a:path>
              </a:pathLst>
            </a:custGeom>
            <a:ln w="763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419579" y="5475343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45837" y="0"/>
                  </a:moveTo>
                  <a:lnTo>
                    <a:pt x="0" y="0"/>
                  </a:lnTo>
                  <a:lnTo>
                    <a:pt x="0" y="26189"/>
                  </a:lnTo>
                  <a:lnTo>
                    <a:pt x="45837" y="26189"/>
                  </a:lnTo>
                  <a:lnTo>
                    <a:pt x="458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19579" y="5475343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0" y="26189"/>
                  </a:moveTo>
                  <a:lnTo>
                    <a:pt x="45837" y="26189"/>
                  </a:lnTo>
                  <a:lnTo>
                    <a:pt x="45837" y="0"/>
                  </a:lnTo>
                  <a:lnTo>
                    <a:pt x="0" y="0"/>
                  </a:lnTo>
                  <a:lnTo>
                    <a:pt x="0" y="26189"/>
                  </a:lnTo>
                  <a:close/>
                </a:path>
              </a:pathLst>
            </a:custGeom>
            <a:ln w="763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19579" y="5580100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45837" y="0"/>
                  </a:moveTo>
                  <a:lnTo>
                    <a:pt x="0" y="0"/>
                  </a:lnTo>
                  <a:lnTo>
                    <a:pt x="0" y="26189"/>
                  </a:lnTo>
                  <a:lnTo>
                    <a:pt x="45837" y="26189"/>
                  </a:lnTo>
                  <a:lnTo>
                    <a:pt x="458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419579" y="5580100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0" y="26189"/>
                  </a:moveTo>
                  <a:lnTo>
                    <a:pt x="45837" y="26189"/>
                  </a:lnTo>
                  <a:lnTo>
                    <a:pt x="45837" y="0"/>
                  </a:lnTo>
                  <a:lnTo>
                    <a:pt x="0" y="0"/>
                  </a:lnTo>
                  <a:lnTo>
                    <a:pt x="0" y="26189"/>
                  </a:lnTo>
                  <a:close/>
                </a:path>
              </a:pathLst>
            </a:custGeom>
            <a:ln w="763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419579" y="5527721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45837" y="0"/>
                  </a:moveTo>
                  <a:lnTo>
                    <a:pt x="0" y="0"/>
                  </a:lnTo>
                  <a:lnTo>
                    <a:pt x="0" y="26189"/>
                  </a:lnTo>
                  <a:lnTo>
                    <a:pt x="45837" y="26189"/>
                  </a:lnTo>
                  <a:lnTo>
                    <a:pt x="458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419579" y="5527721"/>
              <a:ext cx="46355" cy="26670"/>
            </a:xfrm>
            <a:custGeom>
              <a:avLst/>
              <a:gdLst/>
              <a:ahLst/>
              <a:cxnLst/>
              <a:rect l="l" t="t" r="r" b="b"/>
              <a:pathLst>
                <a:path w="46355" h="26670">
                  <a:moveTo>
                    <a:pt x="0" y="26189"/>
                  </a:moveTo>
                  <a:lnTo>
                    <a:pt x="45837" y="26189"/>
                  </a:lnTo>
                  <a:lnTo>
                    <a:pt x="45837" y="0"/>
                  </a:lnTo>
                  <a:lnTo>
                    <a:pt x="0" y="0"/>
                  </a:lnTo>
                  <a:lnTo>
                    <a:pt x="0" y="26189"/>
                  </a:lnTo>
                  <a:close/>
                </a:path>
              </a:pathLst>
            </a:custGeom>
            <a:ln w="763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229682" y="5370586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26192" y="0"/>
                  </a:moveTo>
                  <a:lnTo>
                    <a:pt x="0" y="0"/>
                  </a:lnTo>
                  <a:lnTo>
                    <a:pt x="0" y="45831"/>
                  </a:lnTo>
                  <a:lnTo>
                    <a:pt x="26192" y="45831"/>
                  </a:lnTo>
                  <a:lnTo>
                    <a:pt x="261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229682" y="5370586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0" y="45831"/>
                  </a:moveTo>
                  <a:lnTo>
                    <a:pt x="26192" y="45831"/>
                  </a:lnTo>
                  <a:lnTo>
                    <a:pt x="26192" y="0"/>
                  </a:lnTo>
                  <a:lnTo>
                    <a:pt x="0" y="0"/>
                  </a:lnTo>
                  <a:lnTo>
                    <a:pt x="0" y="45831"/>
                  </a:lnTo>
                  <a:close/>
                </a:path>
              </a:pathLst>
            </a:custGeom>
            <a:ln w="763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34453" y="5370586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26192" y="0"/>
                  </a:moveTo>
                  <a:lnTo>
                    <a:pt x="0" y="0"/>
                  </a:lnTo>
                  <a:lnTo>
                    <a:pt x="0" y="45831"/>
                  </a:lnTo>
                  <a:lnTo>
                    <a:pt x="26192" y="45831"/>
                  </a:lnTo>
                  <a:lnTo>
                    <a:pt x="261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334453" y="5370586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0" y="45831"/>
                  </a:moveTo>
                  <a:lnTo>
                    <a:pt x="26192" y="45831"/>
                  </a:lnTo>
                  <a:lnTo>
                    <a:pt x="26192" y="0"/>
                  </a:lnTo>
                  <a:lnTo>
                    <a:pt x="0" y="0"/>
                  </a:lnTo>
                  <a:lnTo>
                    <a:pt x="0" y="45831"/>
                  </a:lnTo>
                  <a:close/>
                </a:path>
              </a:pathLst>
            </a:custGeom>
            <a:ln w="763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282068" y="5370586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26192" y="0"/>
                  </a:moveTo>
                  <a:lnTo>
                    <a:pt x="0" y="0"/>
                  </a:lnTo>
                  <a:lnTo>
                    <a:pt x="0" y="45831"/>
                  </a:lnTo>
                  <a:lnTo>
                    <a:pt x="26192" y="45831"/>
                  </a:lnTo>
                  <a:lnTo>
                    <a:pt x="261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282068" y="5370586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0" y="45831"/>
                  </a:moveTo>
                  <a:lnTo>
                    <a:pt x="26192" y="45831"/>
                  </a:lnTo>
                  <a:lnTo>
                    <a:pt x="26192" y="0"/>
                  </a:lnTo>
                  <a:lnTo>
                    <a:pt x="0" y="0"/>
                  </a:lnTo>
                  <a:lnTo>
                    <a:pt x="0" y="45831"/>
                  </a:lnTo>
                  <a:close/>
                </a:path>
              </a:pathLst>
            </a:custGeom>
            <a:ln w="763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177297" y="5370585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26192" y="0"/>
                  </a:moveTo>
                  <a:lnTo>
                    <a:pt x="0" y="0"/>
                  </a:lnTo>
                  <a:lnTo>
                    <a:pt x="0" y="45831"/>
                  </a:lnTo>
                  <a:lnTo>
                    <a:pt x="26192" y="45831"/>
                  </a:lnTo>
                  <a:lnTo>
                    <a:pt x="261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177297" y="5370585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0" y="45831"/>
                  </a:moveTo>
                  <a:lnTo>
                    <a:pt x="26192" y="45831"/>
                  </a:lnTo>
                  <a:lnTo>
                    <a:pt x="26192" y="0"/>
                  </a:lnTo>
                  <a:lnTo>
                    <a:pt x="0" y="0"/>
                  </a:lnTo>
                  <a:lnTo>
                    <a:pt x="0" y="45831"/>
                  </a:lnTo>
                  <a:close/>
                </a:path>
              </a:pathLst>
            </a:custGeom>
            <a:ln w="763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72526" y="5370585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26192" y="0"/>
                  </a:moveTo>
                  <a:lnTo>
                    <a:pt x="0" y="0"/>
                  </a:lnTo>
                  <a:lnTo>
                    <a:pt x="0" y="45831"/>
                  </a:lnTo>
                  <a:lnTo>
                    <a:pt x="26192" y="45831"/>
                  </a:lnTo>
                  <a:lnTo>
                    <a:pt x="261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72526" y="5370585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0" y="45831"/>
                  </a:moveTo>
                  <a:lnTo>
                    <a:pt x="26192" y="45831"/>
                  </a:lnTo>
                  <a:lnTo>
                    <a:pt x="26192" y="0"/>
                  </a:lnTo>
                  <a:lnTo>
                    <a:pt x="0" y="0"/>
                  </a:lnTo>
                  <a:lnTo>
                    <a:pt x="0" y="45831"/>
                  </a:lnTo>
                  <a:close/>
                </a:path>
              </a:pathLst>
            </a:custGeom>
            <a:ln w="763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124911" y="5370585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26192" y="0"/>
                  </a:moveTo>
                  <a:lnTo>
                    <a:pt x="0" y="0"/>
                  </a:lnTo>
                  <a:lnTo>
                    <a:pt x="0" y="45831"/>
                  </a:lnTo>
                  <a:lnTo>
                    <a:pt x="26192" y="45831"/>
                  </a:lnTo>
                  <a:lnTo>
                    <a:pt x="261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124911" y="5370585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0" y="45831"/>
                  </a:moveTo>
                  <a:lnTo>
                    <a:pt x="26192" y="45831"/>
                  </a:lnTo>
                  <a:lnTo>
                    <a:pt x="26192" y="0"/>
                  </a:lnTo>
                  <a:lnTo>
                    <a:pt x="0" y="0"/>
                  </a:lnTo>
                  <a:lnTo>
                    <a:pt x="0" y="45831"/>
                  </a:lnTo>
                  <a:close/>
                </a:path>
              </a:pathLst>
            </a:custGeom>
            <a:ln w="763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124912" y="5822351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26192" y="0"/>
                  </a:moveTo>
                  <a:lnTo>
                    <a:pt x="0" y="0"/>
                  </a:lnTo>
                  <a:lnTo>
                    <a:pt x="0" y="45831"/>
                  </a:lnTo>
                  <a:lnTo>
                    <a:pt x="26192" y="45831"/>
                  </a:lnTo>
                  <a:lnTo>
                    <a:pt x="261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124912" y="5822351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0" y="45831"/>
                  </a:moveTo>
                  <a:lnTo>
                    <a:pt x="26192" y="45831"/>
                  </a:lnTo>
                  <a:lnTo>
                    <a:pt x="26192" y="0"/>
                  </a:lnTo>
                  <a:lnTo>
                    <a:pt x="0" y="0"/>
                  </a:lnTo>
                  <a:lnTo>
                    <a:pt x="0" y="45831"/>
                  </a:lnTo>
                  <a:close/>
                </a:path>
              </a:pathLst>
            </a:custGeom>
            <a:ln w="763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072526" y="5822351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26192" y="0"/>
                  </a:moveTo>
                  <a:lnTo>
                    <a:pt x="0" y="0"/>
                  </a:lnTo>
                  <a:lnTo>
                    <a:pt x="0" y="45831"/>
                  </a:lnTo>
                  <a:lnTo>
                    <a:pt x="26192" y="45831"/>
                  </a:lnTo>
                  <a:lnTo>
                    <a:pt x="261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072526" y="5822351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0" y="45831"/>
                  </a:moveTo>
                  <a:lnTo>
                    <a:pt x="26192" y="45831"/>
                  </a:lnTo>
                  <a:lnTo>
                    <a:pt x="26192" y="0"/>
                  </a:lnTo>
                  <a:lnTo>
                    <a:pt x="0" y="0"/>
                  </a:lnTo>
                  <a:lnTo>
                    <a:pt x="0" y="45831"/>
                  </a:lnTo>
                  <a:close/>
                </a:path>
              </a:pathLst>
            </a:custGeom>
            <a:ln w="763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177297" y="5822351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26192" y="0"/>
                  </a:moveTo>
                  <a:lnTo>
                    <a:pt x="0" y="0"/>
                  </a:lnTo>
                  <a:lnTo>
                    <a:pt x="0" y="45831"/>
                  </a:lnTo>
                  <a:lnTo>
                    <a:pt x="26192" y="45831"/>
                  </a:lnTo>
                  <a:lnTo>
                    <a:pt x="261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177297" y="5822351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0" y="45831"/>
                  </a:moveTo>
                  <a:lnTo>
                    <a:pt x="26192" y="45831"/>
                  </a:lnTo>
                  <a:lnTo>
                    <a:pt x="26192" y="0"/>
                  </a:lnTo>
                  <a:lnTo>
                    <a:pt x="0" y="0"/>
                  </a:lnTo>
                  <a:lnTo>
                    <a:pt x="0" y="45831"/>
                  </a:lnTo>
                  <a:close/>
                </a:path>
              </a:pathLst>
            </a:custGeom>
            <a:ln w="763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229682" y="5822351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26192" y="0"/>
                  </a:moveTo>
                  <a:lnTo>
                    <a:pt x="0" y="0"/>
                  </a:lnTo>
                  <a:lnTo>
                    <a:pt x="0" y="45831"/>
                  </a:lnTo>
                  <a:lnTo>
                    <a:pt x="26192" y="45831"/>
                  </a:lnTo>
                  <a:lnTo>
                    <a:pt x="261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229682" y="5822351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0" y="45831"/>
                  </a:moveTo>
                  <a:lnTo>
                    <a:pt x="26192" y="45831"/>
                  </a:lnTo>
                  <a:lnTo>
                    <a:pt x="26192" y="0"/>
                  </a:lnTo>
                  <a:lnTo>
                    <a:pt x="0" y="0"/>
                  </a:lnTo>
                  <a:lnTo>
                    <a:pt x="0" y="45831"/>
                  </a:lnTo>
                  <a:close/>
                </a:path>
              </a:pathLst>
            </a:custGeom>
            <a:ln w="763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282068" y="5822351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26192" y="0"/>
                  </a:moveTo>
                  <a:lnTo>
                    <a:pt x="0" y="0"/>
                  </a:lnTo>
                  <a:lnTo>
                    <a:pt x="0" y="45831"/>
                  </a:lnTo>
                  <a:lnTo>
                    <a:pt x="26192" y="45831"/>
                  </a:lnTo>
                  <a:lnTo>
                    <a:pt x="261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282068" y="5822351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0" y="45831"/>
                  </a:moveTo>
                  <a:lnTo>
                    <a:pt x="26192" y="45831"/>
                  </a:lnTo>
                  <a:lnTo>
                    <a:pt x="26192" y="0"/>
                  </a:lnTo>
                  <a:lnTo>
                    <a:pt x="0" y="0"/>
                  </a:lnTo>
                  <a:lnTo>
                    <a:pt x="0" y="45831"/>
                  </a:lnTo>
                  <a:close/>
                </a:path>
              </a:pathLst>
            </a:custGeom>
            <a:ln w="763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334453" y="5822351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26192" y="0"/>
                  </a:moveTo>
                  <a:lnTo>
                    <a:pt x="0" y="0"/>
                  </a:lnTo>
                  <a:lnTo>
                    <a:pt x="0" y="45831"/>
                  </a:lnTo>
                  <a:lnTo>
                    <a:pt x="26192" y="45831"/>
                  </a:lnTo>
                  <a:lnTo>
                    <a:pt x="261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334453" y="5822351"/>
              <a:ext cx="26670" cy="46355"/>
            </a:xfrm>
            <a:custGeom>
              <a:avLst/>
              <a:gdLst/>
              <a:ahLst/>
              <a:cxnLst/>
              <a:rect l="l" t="t" r="r" b="b"/>
              <a:pathLst>
                <a:path w="26669" h="46354">
                  <a:moveTo>
                    <a:pt x="0" y="45831"/>
                  </a:moveTo>
                  <a:lnTo>
                    <a:pt x="26192" y="45831"/>
                  </a:lnTo>
                  <a:lnTo>
                    <a:pt x="26192" y="0"/>
                  </a:lnTo>
                  <a:lnTo>
                    <a:pt x="0" y="0"/>
                  </a:lnTo>
                  <a:lnTo>
                    <a:pt x="0" y="45831"/>
                  </a:lnTo>
                  <a:close/>
                </a:path>
              </a:pathLst>
            </a:custGeom>
            <a:ln w="763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131460" y="5534269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4">
                  <a:moveTo>
                    <a:pt x="170252" y="0"/>
                  </a:moveTo>
                  <a:lnTo>
                    <a:pt x="0" y="0"/>
                  </a:lnTo>
                  <a:lnTo>
                    <a:pt x="0" y="170230"/>
                  </a:lnTo>
                  <a:lnTo>
                    <a:pt x="170252" y="170230"/>
                  </a:lnTo>
                  <a:lnTo>
                    <a:pt x="17025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131460" y="5534269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4">
                  <a:moveTo>
                    <a:pt x="0" y="170230"/>
                  </a:moveTo>
                  <a:lnTo>
                    <a:pt x="170252" y="170230"/>
                  </a:lnTo>
                  <a:lnTo>
                    <a:pt x="170252" y="0"/>
                  </a:lnTo>
                  <a:lnTo>
                    <a:pt x="0" y="0"/>
                  </a:lnTo>
                  <a:lnTo>
                    <a:pt x="0" y="170230"/>
                  </a:lnTo>
                  <a:close/>
                </a:path>
              </a:pathLst>
            </a:custGeom>
            <a:ln w="763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39785" y="5442606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327408" y="0"/>
                  </a:moveTo>
                  <a:lnTo>
                    <a:pt x="26192" y="0"/>
                  </a:lnTo>
                  <a:lnTo>
                    <a:pt x="0" y="26189"/>
                  </a:lnTo>
                  <a:lnTo>
                    <a:pt x="0" y="327366"/>
                  </a:lnTo>
                  <a:lnTo>
                    <a:pt x="327408" y="353555"/>
                  </a:lnTo>
                  <a:lnTo>
                    <a:pt x="337603" y="351497"/>
                  </a:lnTo>
                  <a:lnTo>
                    <a:pt x="345929" y="345884"/>
                  </a:lnTo>
                  <a:lnTo>
                    <a:pt x="351542" y="337560"/>
                  </a:lnTo>
                  <a:lnTo>
                    <a:pt x="353601" y="327366"/>
                  </a:lnTo>
                  <a:lnTo>
                    <a:pt x="353601" y="288082"/>
                  </a:lnTo>
                  <a:lnTo>
                    <a:pt x="65481" y="288082"/>
                  </a:lnTo>
                  <a:lnTo>
                    <a:pt x="65481" y="65473"/>
                  </a:lnTo>
                  <a:lnTo>
                    <a:pt x="353601" y="65473"/>
                  </a:lnTo>
                  <a:lnTo>
                    <a:pt x="353601" y="26189"/>
                  </a:lnTo>
                  <a:lnTo>
                    <a:pt x="351542" y="15995"/>
                  </a:lnTo>
                  <a:lnTo>
                    <a:pt x="345929" y="7670"/>
                  </a:lnTo>
                  <a:lnTo>
                    <a:pt x="337603" y="2058"/>
                  </a:lnTo>
                  <a:lnTo>
                    <a:pt x="327408" y="0"/>
                  </a:lnTo>
                  <a:close/>
                </a:path>
                <a:path w="353694" h="353695">
                  <a:moveTo>
                    <a:pt x="353601" y="65473"/>
                  </a:moveTo>
                  <a:lnTo>
                    <a:pt x="288119" y="65473"/>
                  </a:lnTo>
                  <a:lnTo>
                    <a:pt x="288119" y="288082"/>
                  </a:lnTo>
                  <a:lnTo>
                    <a:pt x="353601" y="288082"/>
                  </a:lnTo>
                  <a:lnTo>
                    <a:pt x="353601" y="65473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039785" y="5442606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327408" y="0"/>
                  </a:moveTo>
                  <a:lnTo>
                    <a:pt x="26192" y="0"/>
                  </a:lnTo>
                  <a:lnTo>
                    <a:pt x="0" y="26189"/>
                  </a:lnTo>
                  <a:lnTo>
                    <a:pt x="0" y="327366"/>
                  </a:lnTo>
                  <a:lnTo>
                    <a:pt x="327408" y="353555"/>
                  </a:lnTo>
                  <a:lnTo>
                    <a:pt x="337603" y="351497"/>
                  </a:lnTo>
                  <a:lnTo>
                    <a:pt x="345929" y="345884"/>
                  </a:lnTo>
                  <a:lnTo>
                    <a:pt x="351542" y="337560"/>
                  </a:lnTo>
                  <a:lnTo>
                    <a:pt x="353601" y="327366"/>
                  </a:lnTo>
                  <a:lnTo>
                    <a:pt x="353601" y="26189"/>
                  </a:lnTo>
                  <a:lnTo>
                    <a:pt x="351542" y="15995"/>
                  </a:lnTo>
                  <a:lnTo>
                    <a:pt x="345929" y="7670"/>
                  </a:lnTo>
                  <a:lnTo>
                    <a:pt x="337603" y="2058"/>
                  </a:lnTo>
                  <a:lnTo>
                    <a:pt x="327408" y="0"/>
                  </a:lnTo>
                  <a:close/>
                </a:path>
                <a:path w="353694" h="353695">
                  <a:moveTo>
                    <a:pt x="288119" y="288082"/>
                  </a:moveTo>
                  <a:lnTo>
                    <a:pt x="65481" y="288082"/>
                  </a:lnTo>
                  <a:lnTo>
                    <a:pt x="65481" y="65473"/>
                  </a:lnTo>
                  <a:lnTo>
                    <a:pt x="288119" y="65473"/>
                  </a:lnTo>
                  <a:lnTo>
                    <a:pt x="288119" y="288082"/>
                  </a:lnTo>
                  <a:close/>
                </a:path>
              </a:pathLst>
            </a:custGeom>
            <a:ln w="763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97636" y="5300471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5" h="635635">
                  <a:moveTo>
                    <a:pt x="0" y="635507"/>
                  </a:moveTo>
                  <a:lnTo>
                    <a:pt x="635507" y="635507"/>
                  </a:lnTo>
                  <a:lnTo>
                    <a:pt x="635507" y="0"/>
                  </a:lnTo>
                  <a:lnTo>
                    <a:pt x="0" y="0"/>
                  </a:lnTo>
                  <a:lnTo>
                    <a:pt x="0" y="63550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1992248" y="2244598"/>
            <a:ext cx="3258185" cy="381063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70"/>
              </a:spcBef>
            </a:pPr>
            <a:r>
              <a:rPr sz="1400" dirty="0">
                <a:latin typeface="Calibri"/>
                <a:cs typeface="Calibri"/>
              </a:rPr>
              <a:t>In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block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coding,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divide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message</a:t>
            </a:r>
            <a:r>
              <a:rPr sz="1400" spc="-20" dirty="0">
                <a:latin typeface="Calibri"/>
                <a:cs typeface="Calibri"/>
              </a:rPr>
              <a:t> into </a:t>
            </a:r>
            <a:r>
              <a:rPr sz="1400" dirty="0">
                <a:latin typeface="Calibri"/>
                <a:cs typeface="Calibri"/>
              </a:rPr>
              <a:t>blocks,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each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bits,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called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datawords.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We </a:t>
            </a:r>
            <a:r>
              <a:rPr sz="1400" dirty="0">
                <a:latin typeface="Calibri"/>
                <a:cs typeface="Calibri"/>
              </a:rPr>
              <a:t>add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redundant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bits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each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block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make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length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+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75" dirty="0">
                <a:latin typeface="Calibri"/>
                <a:cs typeface="Calibri"/>
              </a:rPr>
              <a:t>r.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resulting </a:t>
            </a:r>
            <a:r>
              <a:rPr sz="1400" spc="-25" dirty="0">
                <a:latin typeface="Calibri"/>
                <a:cs typeface="Calibri"/>
              </a:rPr>
              <a:t>n-</a:t>
            </a:r>
            <a:r>
              <a:rPr sz="1400" dirty="0">
                <a:latin typeface="Calibri"/>
                <a:cs typeface="Calibri"/>
              </a:rPr>
              <a:t>bit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blocks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called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codewords.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400">
              <a:latin typeface="Calibri"/>
              <a:cs typeface="Calibri"/>
            </a:endParaRPr>
          </a:p>
          <a:p>
            <a:pPr marL="12700" marR="100330" algn="just">
              <a:lnSpc>
                <a:spcPct val="101800"/>
              </a:lnSpc>
            </a:pPr>
            <a:r>
              <a:rPr sz="1400" dirty="0">
                <a:latin typeface="Calibri"/>
                <a:cs typeface="Calibri"/>
              </a:rPr>
              <a:t>With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bits,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create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0" dirty="0">
                <a:latin typeface="Calibri"/>
                <a:cs typeface="Calibri"/>
              </a:rPr>
              <a:t> combination</a:t>
            </a:r>
            <a:r>
              <a:rPr sz="1400" spc="-25" dirty="0">
                <a:latin typeface="Calibri"/>
                <a:cs typeface="Calibri"/>
              </a:rPr>
              <a:t> of </a:t>
            </a:r>
            <a:r>
              <a:rPr sz="1400" dirty="0">
                <a:latin typeface="Calibri"/>
                <a:cs typeface="Calibri"/>
              </a:rPr>
              <a:t>2^k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datawords;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bits,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create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a </a:t>
            </a:r>
            <a:r>
              <a:rPr sz="1400" spc="-10" dirty="0">
                <a:latin typeface="Calibri"/>
                <a:cs typeface="Calibri"/>
              </a:rPr>
              <a:t>combination </a:t>
            </a:r>
            <a:r>
              <a:rPr sz="1400" dirty="0">
                <a:latin typeface="Calibri"/>
                <a:cs typeface="Calibri"/>
              </a:rPr>
              <a:t>of 2^n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codewords.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Since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&gt;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k,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number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possible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codewords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larger </a:t>
            </a:r>
            <a:r>
              <a:rPr sz="1400" dirty="0">
                <a:latin typeface="Calibri"/>
                <a:cs typeface="Calibri"/>
              </a:rPr>
              <a:t>than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number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possible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datawords.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64"/>
              </a:spcBef>
            </a:pPr>
            <a:endParaRPr sz="1400">
              <a:latin typeface="Calibri"/>
              <a:cs typeface="Calibri"/>
            </a:endParaRPr>
          </a:p>
          <a:p>
            <a:pPr marL="12700" marR="104139">
              <a:lnSpc>
                <a:spcPct val="101699"/>
              </a:lnSpc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block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coding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process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0" dirty="0">
                <a:latin typeface="Calibri"/>
                <a:cs typeface="Calibri"/>
              </a:rPr>
              <a:t> one-</a:t>
            </a:r>
            <a:r>
              <a:rPr sz="1400" spc="-10" dirty="0">
                <a:latin typeface="Calibri"/>
                <a:cs typeface="Calibri"/>
              </a:rPr>
              <a:t>to-</a:t>
            </a:r>
            <a:r>
              <a:rPr sz="1400" dirty="0">
                <a:latin typeface="Calibri"/>
                <a:cs typeface="Calibri"/>
              </a:rPr>
              <a:t>one;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dirty="0">
                <a:latin typeface="Calibri"/>
                <a:cs typeface="Calibri"/>
              </a:rPr>
              <a:t>same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dataword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always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encoded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25" dirty="0">
                <a:latin typeface="Calibri"/>
                <a:cs typeface="Calibri"/>
              </a:rPr>
              <a:t> the </a:t>
            </a:r>
            <a:r>
              <a:rPr sz="1400" dirty="0">
                <a:latin typeface="Calibri"/>
                <a:cs typeface="Calibri"/>
              </a:rPr>
              <a:t>same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codeword.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means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have </a:t>
            </a:r>
            <a:r>
              <a:rPr sz="1400" dirty="0">
                <a:latin typeface="Calibri"/>
                <a:cs typeface="Calibri"/>
              </a:rPr>
              <a:t>2^n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–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2^k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codewords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used.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308" rIns="0" bIns="0" rtlCol="0">
            <a:spAutoFit/>
          </a:bodyPr>
          <a:lstStyle/>
          <a:p>
            <a:pPr marL="386715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Error</a:t>
            </a:r>
            <a:r>
              <a:rPr spc="-220" dirty="0"/>
              <a:t> </a:t>
            </a:r>
            <a:r>
              <a:rPr spc="-30" dirty="0"/>
              <a:t>Detection</a:t>
            </a:r>
          </a:p>
        </p:txBody>
      </p:sp>
      <p:sp>
        <p:nvSpPr>
          <p:cNvPr id="3" name="object 3"/>
          <p:cNvSpPr/>
          <p:nvPr/>
        </p:nvSpPr>
        <p:spPr>
          <a:xfrm>
            <a:off x="6178296" y="0"/>
            <a:ext cx="6014085" cy="1511935"/>
          </a:xfrm>
          <a:custGeom>
            <a:avLst/>
            <a:gdLst/>
            <a:ahLst/>
            <a:cxnLst/>
            <a:rect l="l" t="t" r="r" b="b"/>
            <a:pathLst>
              <a:path w="6014084" h="1511935">
                <a:moveTo>
                  <a:pt x="6013704" y="0"/>
                </a:moveTo>
                <a:lnTo>
                  <a:pt x="4545837" y="0"/>
                </a:lnTo>
                <a:lnTo>
                  <a:pt x="697737" y="0"/>
                </a:lnTo>
                <a:lnTo>
                  <a:pt x="0" y="1511808"/>
                </a:lnTo>
                <a:lnTo>
                  <a:pt x="4545837" y="1511808"/>
                </a:lnTo>
                <a:lnTo>
                  <a:pt x="4545837" y="1509267"/>
                </a:lnTo>
                <a:lnTo>
                  <a:pt x="6013704" y="1509267"/>
                </a:lnTo>
                <a:lnTo>
                  <a:pt x="601370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1690116"/>
            <a:ext cx="12192000" cy="5168265"/>
            <a:chOff x="0" y="1690116"/>
            <a:chExt cx="12192000" cy="5168265"/>
          </a:xfrm>
        </p:grpSpPr>
        <p:sp>
          <p:nvSpPr>
            <p:cNvPr id="5" name="object 5"/>
            <p:cNvSpPr/>
            <p:nvPr/>
          </p:nvSpPr>
          <p:spPr>
            <a:xfrm>
              <a:off x="3480815" y="1690116"/>
              <a:ext cx="8711565" cy="5168265"/>
            </a:xfrm>
            <a:custGeom>
              <a:avLst/>
              <a:gdLst/>
              <a:ahLst/>
              <a:cxnLst/>
              <a:rect l="l" t="t" r="r" b="b"/>
              <a:pathLst>
                <a:path w="8711565" h="5168265">
                  <a:moveTo>
                    <a:pt x="8711184" y="0"/>
                  </a:moveTo>
                  <a:lnTo>
                    <a:pt x="0" y="0"/>
                  </a:lnTo>
                  <a:lnTo>
                    <a:pt x="0" y="888"/>
                  </a:lnTo>
                  <a:lnTo>
                    <a:pt x="2615184" y="888"/>
                  </a:lnTo>
                  <a:lnTo>
                    <a:pt x="221361" y="5167884"/>
                  </a:lnTo>
                  <a:lnTo>
                    <a:pt x="8711184" y="5167884"/>
                  </a:lnTo>
                  <a:lnTo>
                    <a:pt x="871118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691640"/>
              <a:ext cx="5931535" cy="5166360"/>
            </a:xfrm>
            <a:custGeom>
              <a:avLst/>
              <a:gdLst/>
              <a:ahLst/>
              <a:cxnLst/>
              <a:rect l="l" t="t" r="r" b="b"/>
              <a:pathLst>
                <a:path w="5931535" h="5166359">
                  <a:moveTo>
                    <a:pt x="5931408" y="0"/>
                  </a:moveTo>
                  <a:lnTo>
                    <a:pt x="0" y="0"/>
                  </a:lnTo>
                  <a:lnTo>
                    <a:pt x="0" y="5166359"/>
                  </a:lnTo>
                  <a:lnTo>
                    <a:pt x="3537585" y="5166359"/>
                  </a:lnTo>
                  <a:lnTo>
                    <a:pt x="5931408" y="0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74852" y="2585085"/>
            <a:ext cx="15716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355600" algn="l"/>
                <a:tab pos="727075" algn="l"/>
              </a:tabLst>
            </a:pP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receiver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8005" y="2859405"/>
            <a:ext cx="12439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601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change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44470" y="2585085"/>
            <a:ext cx="161988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44780" marR="5080" indent="-132715">
              <a:lnSpc>
                <a:spcPts val="2160"/>
              </a:lnSpc>
              <a:spcBef>
                <a:spcPts val="375"/>
              </a:spcBef>
              <a:tabLst>
                <a:tab pos="597535" algn="l"/>
                <a:tab pos="832485" algn="l"/>
                <a:tab pos="1483360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detect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	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original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4852" y="3134106"/>
            <a:ext cx="3389629" cy="2205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codeword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2000">
              <a:latin typeface="Calibri"/>
              <a:cs typeface="Calibri"/>
            </a:endParaRPr>
          </a:p>
          <a:p>
            <a:pPr marL="241300" marR="5080" indent="-229235">
              <a:lnSpc>
                <a:spcPts val="2160"/>
              </a:lnSpc>
              <a:spcBef>
                <a:spcPts val="5"/>
              </a:spcBef>
              <a:buChar char="•"/>
              <a:tabLst>
                <a:tab pos="241300" algn="l"/>
                <a:tab pos="585470" algn="l"/>
              </a:tabLst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receiver</a:t>
            </a:r>
            <a:r>
              <a:rPr sz="2000" spc="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4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4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r>
              <a:rPr sz="2000" spc="43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valid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codewords,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241300" marR="5080" indent="-229235">
              <a:lnSpc>
                <a:spcPts val="2160"/>
              </a:lnSpc>
              <a:spcBef>
                <a:spcPts val="600"/>
              </a:spcBef>
              <a:buChar char="•"/>
              <a:tabLst>
                <a:tab pos="241300" algn="l"/>
                <a:tab pos="585470" algn="l"/>
                <a:tab pos="1489075" algn="l"/>
                <a:tab pos="2077720" algn="l"/>
                <a:tab pos="2705735" algn="l"/>
              </a:tabLst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original</a:t>
            </a:r>
            <a:r>
              <a:rPr sz="2000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codeword</a:t>
            </a:r>
            <a:r>
              <a:rPr sz="2000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has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changed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invalid</a:t>
            </a:r>
            <a:endParaRPr sz="2000">
              <a:latin typeface="Calibri"/>
              <a:cs typeface="Calibri"/>
            </a:endParaRPr>
          </a:p>
          <a:p>
            <a:pPr marL="640715">
              <a:lnSpc>
                <a:spcPts val="2130"/>
              </a:lnSpc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one.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82867" y="3134867"/>
            <a:ext cx="5170932" cy="20802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060190" cy="6858000"/>
          </a:xfrm>
          <a:custGeom>
            <a:avLst/>
            <a:gdLst/>
            <a:ahLst/>
            <a:cxnLst/>
            <a:rect l="l" t="t" r="r" b="b"/>
            <a:pathLst>
              <a:path w="4060190" h="6858000">
                <a:moveTo>
                  <a:pt x="0" y="6857999"/>
                </a:moveTo>
                <a:lnTo>
                  <a:pt x="4059935" y="6858000"/>
                </a:lnTo>
                <a:lnTo>
                  <a:pt x="4059936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2172" y="2425395"/>
            <a:ext cx="2193290" cy="1904364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spc="-10" dirty="0">
                <a:solidFill>
                  <a:srgbClr val="FFFFFF"/>
                </a:solidFill>
                <a:latin typeface="Calibri Light"/>
                <a:cs typeface="Calibri Light"/>
              </a:rPr>
              <a:t>Error </a:t>
            </a:r>
            <a:r>
              <a:rPr sz="4400" spc="-45" dirty="0">
                <a:solidFill>
                  <a:srgbClr val="FFFFFF"/>
                </a:solidFill>
                <a:latin typeface="Calibri Light"/>
                <a:cs typeface="Calibri Light"/>
              </a:rPr>
              <a:t>Detection </a:t>
            </a:r>
            <a:r>
              <a:rPr sz="4400" spc="-10" dirty="0">
                <a:solidFill>
                  <a:srgbClr val="FFFFFF"/>
                </a:solidFill>
                <a:latin typeface="Calibri Light"/>
                <a:cs typeface="Calibri Light"/>
              </a:rPr>
              <a:t>Example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79009" y="559384"/>
            <a:ext cx="6247765" cy="934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Let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assume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assume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following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table.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Font typeface="Arial MT"/>
              <a:buChar char="•"/>
            </a:pPr>
            <a:endParaRPr sz="1600">
              <a:latin typeface="Calibri"/>
              <a:cs typeface="Calibri"/>
            </a:endParaRPr>
          </a:p>
          <a:p>
            <a:pPr marL="354330" marR="5080" lvl="1" indent="-284480">
              <a:lnSpc>
                <a:spcPct val="70000"/>
              </a:lnSpc>
              <a:buFont typeface="Wingdings"/>
              <a:buChar char=""/>
              <a:tabLst>
                <a:tab pos="355600" algn="l"/>
              </a:tabLst>
            </a:pPr>
            <a:r>
              <a:rPr sz="1600" dirty="0">
                <a:latin typeface="Calibri"/>
                <a:cs typeface="Calibri"/>
              </a:rPr>
              <a:t>Assume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sender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encodes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dataword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01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011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sends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	receiver.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Consider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following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cases: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6921" y="1471422"/>
            <a:ext cx="6617334" cy="144589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96545" marR="250825" indent="-284480">
              <a:lnSpc>
                <a:spcPct val="70000"/>
              </a:lnSpc>
              <a:spcBef>
                <a:spcPts val="670"/>
              </a:spcBef>
              <a:buFont typeface="Wingdings"/>
              <a:buChar char=""/>
              <a:tabLst>
                <a:tab pos="297815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receiver</a:t>
            </a:r>
            <a:r>
              <a:rPr sz="1600" spc="-10" dirty="0">
                <a:latin typeface="Calibri"/>
                <a:cs typeface="Calibri"/>
              </a:rPr>
              <a:t> receives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011.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valid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codeword.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receiver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extracts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	</a:t>
            </a:r>
            <a:r>
              <a:rPr sz="1600" spc="-10" dirty="0">
                <a:latin typeface="Calibri"/>
                <a:cs typeface="Calibri"/>
              </a:rPr>
              <a:t>dataword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01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it.</a:t>
            </a:r>
            <a:endParaRPr sz="1600">
              <a:latin typeface="Calibri"/>
              <a:cs typeface="Calibri"/>
            </a:endParaRPr>
          </a:p>
          <a:p>
            <a:pPr marL="297180" indent="-284480">
              <a:lnSpc>
                <a:spcPts val="1635"/>
              </a:lnSpc>
              <a:spcBef>
                <a:spcPts val="25"/>
              </a:spcBef>
              <a:buFont typeface="Wingdings"/>
              <a:buChar char=""/>
              <a:tabLst>
                <a:tab pos="29718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codeword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corrupted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during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transmission,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111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received.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is</a:t>
            </a:r>
            <a:endParaRPr sz="1600">
              <a:latin typeface="Calibri"/>
              <a:cs typeface="Calibri"/>
            </a:endParaRPr>
          </a:p>
          <a:p>
            <a:pPr marL="297815">
              <a:lnSpc>
                <a:spcPts val="1635"/>
              </a:lnSpc>
            </a:pPr>
            <a:r>
              <a:rPr sz="1600" dirty="0">
                <a:latin typeface="Calibri"/>
                <a:cs typeface="Calibri"/>
              </a:rPr>
              <a:t>not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valid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codeword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discarded.</a:t>
            </a:r>
            <a:endParaRPr sz="1600">
              <a:latin typeface="Calibri"/>
              <a:cs typeface="Calibri"/>
            </a:endParaRPr>
          </a:p>
          <a:p>
            <a:pPr marL="296545" marR="5080" indent="-284480">
              <a:lnSpc>
                <a:spcPct val="70000"/>
              </a:lnSpc>
              <a:spcBef>
                <a:spcPts val="600"/>
              </a:spcBef>
              <a:buFont typeface="Wingdings"/>
              <a:buChar char=""/>
              <a:tabLst>
                <a:tab pos="297815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codeword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corrupted</a:t>
            </a:r>
            <a:r>
              <a:rPr sz="1600" dirty="0">
                <a:latin typeface="Calibri"/>
                <a:cs typeface="Calibri"/>
              </a:rPr>
              <a:t> during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transmission,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000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received.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 	</a:t>
            </a:r>
            <a:r>
              <a:rPr sz="1600" dirty="0">
                <a:latin typeface="Calibri"/>
                <a:cs typeface="Calibri"/>
              </a:rPr>
              <a:t>valid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codeword.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receiver</a:t>
            </a:r>
            <a:r>
              <a:rPr sz="1600" spc="-10" dirty="0">
                <a:latin typeface="Calibri"/>
                <a:cs typeface="Calibri"/>
              </a:rPr>
              <a:t> incorrectly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extracts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dataword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00.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Two 	</a:t>
            </a:r>
            <a:r>
              <a:rPr sz="1600" spc="-10" dirty="0">
                <a:latin typeface="Calibri"/>
                <a:cs typeface="Calibri"/>
              </a:rPr>
              <a:t>corrupted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error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undetectable.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6072" y="3561588"/>
            <a:ext cx="6602799" cy="22585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7"/>
            <a:ext cx="12192000" cy="6858000"/>
            <a:chOff x="0" y="37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7"/>
              <a:ext cx="12192000" cy="685796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18328" y="3058667"/>
              <a:ext cx="1847214" cy="659130"/>
            </a:xfrm>
            <a:custGeom>
              <a:avLst/>
              <a:gdLst/>
              <a:ahLst/>
              <a:cxnLst/>
              <a:rect l="l" t="t" r="r" b="b"/>
              <a:pathLst>
                <a:path w="1847215" h="659129">
                  <a:moveTo>
                    <a:pt x="815975" y="233299"/>
                  </a:moveTo>
                  <a:lnTo>
                    <a:pt x="766611" y="240692"/>
                  </a:lnTo>
                  <a:lnTo>
                    <a:pt x="728519" y="262016"/>
                  </a:lnTo>
                  <a:lnTo>
                    <a:pt x="701238" y="294945"/>
                  </a:lnTo>
                  <a:lnTo>
                    <a:pt x="684022" y="338201"/>
                  </a:lnTo>
                  <a:lnTo>
                    <a:pt x="676288" y="390296"/>
                  </a:lnTo>
                  <a:lnTo>
                    <a:pt x="675767" y="409321"/>
                  </a:lnTo>
                  <a:lnTo>
                    <a:pt x="676195" y="427775"/>
                  </a:lnTo>
                  <a:lnTo>
                    <a:pt x="682625" y="479425"/>
                  </a:lnTo>
                  <a:lnTo>
                    <a:pt x="698126" y="523644"/>
                  </a:lnTo>
                  <a:lnTo>
                    <a:pt x="723884" y="557625"/>
                  </a:lnTo>
                  <a:lnTo>
                    <a:pt x="761454" y="579987"/>
                  </a:lnTo>
                  <a:lnTo>
                    <a:pt x="813943" y="587756"/>
                  </a:lnTo>
                  <a:lnTo>
                    <a:pt x="831850" y="586926"/>
                  </a:lnTo>
                  <a:lnTo>
                    <a:pt x="877570" y="574675"/>
                  </a:lnTo>
                  <a:lnTo>
                    <a:pt x="912056" y="549386"/>
                  </a:lnTo>
                  <a:lnTo>
                    <a:pt x="935910" y="513064"/>
                  </a:lnTo>
                  <a:lnTo>
                    <a:pt x="949997" y="466383"/>
                  </a:lnTo>
                  <a:lnTo>
                    <a:pt x="954659" y="411734"/>
                  </a:lnTo>
                  <a:lnTo>
                    <a:pt x="954228" y="393924"/>
                  </a:lnTo>
                  <a:lnTo>
                    <a:pt x="947674" y="342900"/>
                  </a:lnTo>
                  <a:lnTo>
                    <a:pt x="932225" y="298448"/>
                  </a:lnTo>
                  <a:lnTo>
                    <a:pt x="906446" y="264271"/>
                  </a:lnTo>
                  <a:lnTo>
                    <a:pt x="868374" y="241335"/>
                  </a:lnTo>
                  <a:lnTo>
                    <a:pt x="815975" y="233299"/>
                  </a:lnTo>
                  <a:close/>
                </a:path>
                <a:path w="1847215" h="659129">
                  <a:moveTo>
                    <a:pt x="1646936" y="232283"/>
                  </a:moveTo>
                  <a:lnTo>
                    <a:pt x="1605573" y="238765"/>
                  </a:lnTo>
                  <a:lnTo>
                    <a:pt x="1562985" y="265110"/>
                  </a:lnTo>
                  <a:lnTo>
                    <a:pt x="1534783" y="306159"/>
                  </a:lnTo>
                  <a:lnTo>
                    <a:pt x="1521057" y="352270"/>
                  </a:lnTo>
                  <a:lnTo>
                    <a:pt x="1519936" y="361442"/>
                  </a:lnTo>
                  <a:lnTo>
                    <a:pt x="1766824" y="361442"/>
                  </a:lnTo>
                  <a:lnTo>
                    <a:pt x="1760077" y="309975"/>
                  </a:lnTo>
                  <a:lnTo>
                    <a:pt x="1737232" y="268605"/>
                  </a:lnTo>
                  <a:lnTo>
                    <a:pt x="1699228" y="241395"/>
                  </a:lnTo>
                  <a:lnTo>
                    <a:pt x="1646936" y="232283"/>
                  </a:lnTo>
                  <a:close/>
                </a:path>
                <a:path w="1847215" h="659129">
                  <a:moveTo>
                    <a:pt x="1650873" y="162814"/>
                  </a:moveTo>
                  <a:lnTo>
                    <a:pt x="1698958" y="167259"/>
                  </a:lnTo>
                  <a:lnTo>
                    <a:pt x="1739900" y="180467"/>
                  </a:lnTo>
                  <a:lnTo>
                    <a:pt x="1773904" y="201136"/>
                  </a:lnTo>
                  <a:lnTo>
                    <a:pt x="1801241" y="227711"/>
                  </a:lnTo>
                  <a:lnTo>
                    <a:pt x="1829833" y="277324"/>
                  </a:lnTo>
                  <a:lnTo>
                    <a:pt x="1840926" y="315692"/>
                  </a:lnTo>
                  <a:lnTo>
                    <a:pt x="1846399" y="355939"/>
                  </a:lnTo>
                  <a:lnTo>
                    <a:pt x="1847088" y="376682"/>
                  </a:lnTo>
                  <a:lnTo>
                    <a:pt x="1847088" y="388366"/>
                  </a:lnTo>
                  <a:lnTo>
                    <a:pt x="1828103" y="423789"/>
                  </a:lnTo>
                  <a:lnTo>
                    <a:pt x="1809369" y="428879"/>
                  </a:lnTo>
                  <a:lnTo>
                    <a:pt x="1519936" y="428879"/>
                  </a:lnTo>
                  <a:lnTo>
                    <a:pt x="1520414" y="443950"/>
                  </a:lnTo>
                  <a:lnTo>
                    <a:pt x="1527683" y="490474"/>
                  </a:lnTo>
                  <a:lnTo>
                    <a:pt x="1544363" y="532211"/>
                  </a:lnTo>
                  <a:lnTo>
                    <a:pt x="1571847" y="562911"/>
                  </a:lnTo>
                  <a:lnTo>
                    <a:pt x="1611018" y="582162"/>
                  </a:lnTo>
                  <a:lnTo>
                    <a:pt x="1665097" y="588645"/>
                  </a:lnTo>
                  <a:lnTo>
                    <a:pt x="1679646" y="588333"/>
                  </a:lnTo>
                  <a:lnTo>
                    <a:pt x="1718437" y="583565"/>
                  </a:lnTo>
                  <a:lnTo>
                    <a:pt x="1758823" y="572008"/>
                  </a:lnTo>
                  <a:lnTo>
                    <a:pt x="1796542" y="555879"/>
                  </a:lnTo>
                  <a:lnTo>
                    <a:pt x="1803019" y="553974"/>
                  </a:lnTo>
                  <a:lnTo>
                    <a:pt x="1807591" y="553974"/>
                  </a:lnTo>
                  <a:lnTo>
                    <a:pt x="1811274" y="553974"/>
                  </a:lnTo>
                  <a:lnTo>
                    <a:pt x="1814956" y="554990"/>
                  </a:lnTo>
                  <a:lnTo>
                    <a:pt x="1818386" y="557149"/>
                  </a:lnTo>
                  <a:lnTo>
                    <a:pt x="1821942" y="559181"/>
                  </a:lnTo>
                  <a:lnTo>
                    <a:pt x="1824481" y="561975"/>
                  </a:lnTo>
                  <a:lnTo>
                    <a:pt x="1826005" y="565404"/>
                  </a:lnTo>
                  <a:lnTo>
                    <a:pt x="1827529" y="568706"/>
                  </a:lnTo>
                  <a:lnTo>
                    <a:pt x="1828673" y="572516"/>
                  </a:lnTo>
                  <a:lnTo>
                    <a:pt x="1829307" y="576453"/>
                  </a:lnTo>
                  <a:lnTo>
                    <a:pt x="1829943" y="580517"/>
                  </a:lnTo>
                  <a:lnTo>
                    <a:pt x="1830197" y="585089"/>
                  </a:lnTo>
                  <a:lnTo>
                    <a:pt x="1830197" y="590169"/>
                  </a:lnTo>
                  <a:lnTo>
                    <a:pt x="1830197" y="592836"/>
                  </a:lnTo>
                  <a:lnTo>
                    <a:pt x="1829943" y="595249"/>
                  </a:lnTo>
                  <a:lnTo>
                    <a:pt x="1829689" y="597662"/>
                  </a:lnTo>
                  <a:lnTo>
                    <a:pt x="1829307" y="600075"/>
                  </a:lnTo>
                  <a:lnTo>
                    <a:pt x="1828800" y="602488"/>
                  </a:lnTo>
                  <a:lnTo>
                    <a:pt x="1828038" y="605028"/>
                  </a:lnTo>
                  <a:lnTo>
                    <a:pt x="1827276" y="607695"/>
                  </a:lnTo>
                  <a:lnTo>
                    <a:pt x="1819148" y="619760"/>
                  </a:lnTo>
                  <a:lnTo>
                    <a:pt x="1817116" y="621919"/>
                  </a:lnTo>
                  <a:lnTo>
                    <a:pt x="1777015" y="639778"/>
                  </a:lnTo>
                  <a:lnTo>
                    <a:pt x="1732164" y="651428"/>
                  </a:lnTo>
                  <a:lnTo>
                    <a:pt x="1689306" y="657875"/>
                  </a:lnTo>
                  <a:lnTo>
                    <a:pt x="1658239" y="659130"/>
                  </a:lnTo>
                  <a:lnTo>
                    <a:pt x="1632330" y="658129"/>
                  </a:lnTo>
                  <a:lnTo>
                    <a:pt x="1585086" y="650128"/>
                  </a:lnTo>
                  <a:lnTo>
                    <a:pt x="1543891" y="634130"/>
                  </a:lnTo>
                  <a:lnTo>
                    <a:pt x="1509029" y="610231"/>
                  </a:lnTo>
                  <a:lnTo>
                    <a:pt x="1480716" y="578610"/>
                  </a:lnTo>
                  <a:lnTo>
                    <a:pt x="1459380" y="539886"/>
                  </a:lnTo>
                  <a:lnTo>
                    <a:pt x="1445115" y="494137"/>
                  </a:lnTo>
                  <a:lnTo>
                    <a:pt x="1438015" y="441074"/>
                  </a:lnTo>
                  <a:lnTo>
                    <a:pt x="1437132" y="411734"/>
                  </a:lnTo>
                  <a:lnTo>
                    <a:pt x="1438060" y="383702"/>
                  </a:lnTo>
                  <a:lnTo>
                    <a:pt x="1445490" y="331974"/>
                  </a:lnTo>
                  <a:lnTo>
                    <a:pt x="1460253" y="286107"/>
                  </a:lnTo>
                  <a:lnTo>
                    <a:pt x="1481780" y="246864"/>
                  </a:lnTo>
                  <a:lnTo>
                    <a:pt x="1509803" y="214483"/>
                  </a:lnTo>
                  <a:lnTo>
                    <a:pt x="1543800" y="189630"/>
                  </a:lnTo>
                  <a:lnTo>
                    <a:pt x="1583346" y="172511"/>
                  </a:lnTo>
                  <a:lnTo>
                    <a:pt x="1627300" y="163887"/>
                  </a:lnTo>
                  <a:lnTo>
                    <a:pt x="1650873" y="162814"/>
                  </a:lnTo>
                  <a:close/>
                </a:path>
                <a:path w="1847215" h="659129">
                  <a:moveTo>
                    <a:pt x="819404" y="162814"/>
                  </a:moveTo>
                  <a:lnTo>
                    <a:pt x="869775" y="167084"/>
                  </a:lnTo>
                  <a:lnTo>
                    <a:pt x="913765" y="179832"/>
                  </a:lnTo>
                  <a:lnTo>
                    <a:pt x="951198" y="200596"/>
                  </a:lnTo>
                  <a:lnTo>
                    <a:pt x="981963" y="228981"/>
                  </a:lnTo>
                  <a:lnTo>
                    <a:pt x="1005903" y="264445"/>
                  </a:lnTo>
                  <a:lnTo>
                    <a:pt x="1022985" y="306197"/>
                  </a:lnTo>
                  <a:lnTo>
                    <a:pt x="1033160" y="353726"/>
                  </a:lnTo>
                  <a:lnTo>
                    <a:pt x="1036574" y="406400"/>
                  </a:lnTo>
                  <a:lnTo>
                    <a:pt x="1035692" y="432855"/>
                  </a:lnTo>
                  <a:lnTo>
                    <a:pt x="1028644" y="482766"/>
                  </a:lnTo>
                  <a:lnTo>
                    <a:pt x="1014525" y="528460"/>
                  </a:lnTo>
                  <a:lnTo>
                    <a:pt x="993241" y="568604"/>
                  </a:lnTo>
                  <a:lnTo>
                    <a:pt x="964787" y="602753"/>
                  </a:lnTo>
                  <a:lnTo>
                    <a:pt x="929354" y="629527"/>
                  </a:lnTo>
                  <a:lnTo>
                    <a:pt x="886989" y="648414"/>
                  </a:lnTo>
                  <a:lnTo>
                    <a:pt x="837789" y="657939"/>
                  </a:lnTo>
                  <a:lnTo>
                    <a:pt x="810641" y="659130"/>
                  </a:lnTo>
                  <a:lnTo>
                    <a:pt x="784592" y="658058"/>
                  </a:lnTo>
                  <a:lnTo>
                    <a:pt x="737399" y="649485"/>
                  </a:lnTo>
                  <a:lnTo>
                    <a:pt x="696727" y="632481"/>
                  </a:lnTo>
                  <a:lnTo>
                    <a:pt x="662576" y="607855"/>
                  </a:lnTo>
                  <a:lnTo>
                    <a:pt x="635119" y="575899"/>
                  </a:lnTo>
                  <a:lnTo>
                    <a:pt x="614735" y="537469"/>
                  </a:lnTo>
                  <a:lnTo>
                    <a:pt x="601352" y="492754"/>
                  </a:lnTo>
                  <a:lnTo>
                    <a:pt x="594685" y="442132"/>
                  </a:lnTo>
                  <a:lnTo>
                    <a:pt x="593851" y="414655"/>
                  </a:lnTo>
                  <a:lnTo>
                    <a:pt x="594711" y="388032"/>
                  </a:lnTo>
                  <a:lnTo>
                    <a:pt x="601620" y="337931"/>
                  </a:lnTo>
                  <a:lnTo>
                    <a:pt x="615551" y="292310"/>
                  </a:lnTo>
                  <a:lnTo>
                    <a:pt x="636645" y="252408"/>
                  </a:lnTo>
                  <a:lnTo>
                    <a:pt x="664932" y="218672"/>
                  </a:lnTo>
                  <a:lnTo>
                    <a:pt x="700365" y="192244"/>
                  </a:lnTo>
                  <a:lnTo>
                    <a:pt x="742823" y="173529"/>
                  </a:lnTo>
                  <a:lnTo>
                    <a:pt x="792162" y="164004"/>
                  </a:lnTo>
                  <a:lnTo>
                    <a:pt x="819404" y="162814"/>
                  </a:lnTo>
                  <a:close/>
                </a:path>
                <a:path w="1847215" h="659129">
                  <a:moveTo>
                    <a:pt x="1204468" y="49657"/>
                  </a:moveTo>
                  <a:lnTo>
                    <a:pt x="1210310" y="49657"/>
                  </a:lnTo>
                  <a:lnTo>
                    <a:pt x="1215771" y="50037"/>
                  </a:lnTo>
                  <a:lnTo>
                    <a:pt x="1220470" y="50673"/>
                  </a:lnTo>
                  <a:lnTo>
                    <a:pt x="1225296" y="51308"/>
                  </a:lnTo>
                  <a:lnTo>
                    <a:pt x="1241171" y="62103"/>
                  </a:lnTo>
                  <a:lnTo>
                    <a:pt x="1243076" y="65278"/>
                  </a:lnTo>
                  <a:lnTo>
                    <a:pt x="1244092" y="68707"/>
                  </a:lnTo>
                  <a:lnTo>
                    <a:pt x="1244092" y="72262"/>
                  </a:lnTo>
                  <a:lnTo>
                    <a:pt x="1244092" y="170307"/>
                  </a:lnTo>
                  <a:lnTo>
                    <a:pt x="1355090" y="170307"/>
                  </a:lnTo>
                  <a:lnTo>
                    <a:pt x="1359154" y="170307"/>
                  </a:lnTo>
                  <a:lnTo>
                    <a:pt x="1362837" y="171196"/>
                  </a:lnTo>
                  <a:lnTo>
                    <a:pt x="1366266" y="173101"/>
                  </a:lnTo>
                  <a:lnTo>
                    <a:pt x="1369568" y="174879"/>
                  </a:lnTo>
                  <a:lnTo>
                    <a:pt x="1372362" y="177546"/>
                  </a:lnTo>
                  <a:lnTo>
                    <a:pt x="1380109" y="200533"/>
                  </a:lnTo>
                  <a:lnTo>
                    <a:pt x="1380109" y="204978"/>
                  </a:lnTo>
                  <a:lnTo>
                    <a:pt x="1362964" y="239268"/>
                  </a:lnTo>
                  <a:lnTo>
                    <a:pt x="1355090" y="239268"/>
                  </a:lnTo>
                  <a:lnTo>
                    <a:pt x="1244092" y="239268"/>
                  </a:lnTo>
                  <a:lnTo>
                    <a:pt x="1244092" y="495808"/>
                  </a:lnTo>
                  <a:lnTo>
                    <a:pt x="1244855" y="518215"/>
                  </a:lnTo>
                  <a:lnTo>
                    <a:pt x="1256411" y="566293"/>
                  </a:lnTo>
                  <a:lnTo>
                    <a:pt x="1300226" y="588645"/>
                  </a:lnTo>
                  <a:lnTo>
                    <a:pt x="1307592" y="588645"/>
                  </a:lnTo>
                  <a:lnTo>
                    <a:pt x="1313815" y="588010"/>
                  </a:lnTo>
                  <a:lnTo>
                    <a:pt x="1319149" y="586613"/>
                  </a:lnTo>
                  <a:lnTo>
                    <a:pt x="1324356" y="585343"/>
                  </a:lnTo>
                  <a:lnTo>
                    <a:pt x="1351534" y="574040"/>
                  </a:lnTo>
                  <a:lnTo>
                    <a:pt x="1355471" y="573151"/>
                  </a:lnTo>
                  <a:lnTo>
                    <a:pt x="1359535" y="573151"/>
                  </a:lnTo>
                  <a:lnTo>
                    <a:pt x="1362710" y="573151"/>
                  </a:lnTo>
                  <a:lnTo>
                    <a:pt x="1365885" y="573913"/>
                  </a:lnTo>
                  <a:lnTo>
                    <a:pt x="1369060" y="575564"/>
                  </a:lnTo>
                  <a:lnTo>
                    <a:pt x="1372235" y="577088"/>
                  </a:lnTo>
                  <a:lnTo>
                    <a:pt x="1374648" y="579501"/>
                  </a:lnTo>
                  <a:lnTo>
                    <a:pt x="1376045" y="582803"/>
                  </a:lnTo>
                  <a:lnTo>
                    <a:pt x="1377569" y="586105"/>
                  </a:lnTo>
                  <a:lnTo>
                    <a:pt x="1378585" y="589407"/>
                  </a:lnTo>
                  <a:lnTo>
                    <a:pt x="1379220" y="592836"/>
                  </a:lnTo>
                  <a:lnTo>
                    <a:pt x="1379855" y="596138"/>
                  </a:lnTo>
                  <a:lnTo>
                    <a:pt x="1380109" y="600202"/>
                  </a:lnTo>
                  <a:lnTo>
                    <a:pt x="1380109" y="604901"/>
                  </a:lnTo>
                  <a:lnTo>
                    <a:pt x="1380109" y="612267"/>
                  </a:lnTo>
                  <a:lnTo>
                    <a:pt x="1379347" y="618871"/>
                  </a:lnTo>
                  <a:lnTo>
                    <a:pt x="1377823" y="624586"/>
                  </a:lnTo>
                  <a:lnTo>
                    <a:pt x="1376299" y="630174"/>
                  </a:lnTo>
                  <a:lnTo>
                    <a:pt x="1373759" y="634746"/>
                  </a:lnTo>
                  <a:lnTo>
                    <a:pt x="1370330" y="638175"/>
                  </a:lnTo>
                  <a:lnTo>
                    <a:pt x="1366901" y="641731"/>
                  </a:lnTo>
                  <a:lnTo>
                    <a:pt x="1324991" y="656082"/>
                  </a:lnTo>
                  <a:lnTo>
                    <a:pt x="1303528" y="658241"/>
                  </a:lnTo>
                  <a:lnTo>
                    <a:pt x="1296289" y="658241"/>
                  </a:lnTo>
                  <a:lnTo>
                    <a:pt x="1249801" y="652776"/>
                  </a:lnTo>
                  <a:lnTo>
                    <a:pt x="1213961" y="636508"/>
                  </a:lnTo>
                  <a:lnTo>
                    <a:pt x="1181798" y="597471"/>
                  </a:lnTo>
                  <a:lnTo>
                    <a:pt x="1169590" y="555990"/>
                  </a:lnTo>
                  <a:lnTo>
                    <a:pt x="1165733" y="503555"/>
                  </a:lnTo>
                  <a:lnTo>
                    <a:pt x="1165733" y="239268"/>
                  </a:lnTo>
                  <a:lnTo>
                    <a:pt x="1109853" y="239268"/>
                  </a:lnTo>
                  <a:lnTo>
                    <a:pt x="1101598" y="239268"/>
                  </a:lnTo>
                  <a:lnTo>
                    <a:pt x="1095502" y="236093"/>
                  </a:lnTo>
                  <a:lnTo>
                    <a:pt x="1085342" y="204978"/>
                  </a:lnTo>
                  <a:lnTo>
                    <a:pt x="1085342" y="199898"/>
                  </a:lnTo>
                  <a:lnTo>
                    <a:pt x="1105916" y="170307"/>
                  </a:lnTo>
                  <a:lnTo>
                    <a:pt x="1109853" y="170307"/>
                  </a:lnTo>
                  <a:lnTo>
                    <a:pt x="1165733" y="170307"/>
                  </a:lnTo>
                  <a:lnTo>
                    <a:pt x="1165733" y="72262"/>
                  </a:lnTo>
                  <a:lnTo>
                    <a:pt x="1165733" y="68580"/>
                  </a:lnTo>
                  <a:lnTo>
                    <a:pt x="1166495" y="65278"/>
                  </a:lnTo>
                  <a:lnTo>
                    <a:pt x="1168146" y="61976"/>
                  </a:lnTo>
                  <a:lnTo>
                    <a:pt x="1169797" y="58674"/>
                  </a:lnTo>
                  <a:lnTo>
                    <a:pt x="1172464" y="56134"/>
                  </a:lnTo>
                  <a:lnTo>
                    <a:pt x="1176147" y="54356"/>
                  </a:lnTo>
                  <a:lnTo>
                    <a:pt x="1179957" y="52451"/>
                  </a:lnTo>
                  <a:lnTo>
                    <a:pt x="1184148" y="51181"/>
                  </a:lnTo>
                  <a:lnTo>
                    <a:pt x="1188847" y="50546"/>
                  </a:lnTo>
                  <a:lnTo>
                    <a:pt x="1193546" y="50037"/>
                  </a:lnTo>
                  <a:lnTo>
                    <a:pt x="1198753" y="49657"/>
                  </a:lnTo>
                  <a:lnTo>
                    <a:pt x="1204468" y="49657"/>
                  </a:lnTo>
                  <a:close/>
                </a:path>
                <a:path w="1847215" h="659129">
                  <a:moveTo>
                    <a:pt x="432308" y="0"/>
                  </a:moveTo>
                  <a:lnTo>
                    <a:pt x="437388" y="0"/>
                  </a:lnTo>
                  <a:lnTo>
                    <a:pt x="442468" y="381"/>
                  </a:lnTo>
                  <a:lnTo>
                    <a:pt x="447548" y="1016"/>
                  </a:lnTo>
                  <a:lnTo>
                    <a:pt x="452500" y="1651"/>
                  </a:lnTo>
                  <a:lnTo>
                    <a:pt x="456819" y="2794"/>
                  </a:lnTo>
                  <a:lnTo>
                    <a:pt x="460375" y="4572"/>
                  </a:lnTo>
                  <a:lnTo>
                    <a:pt x="463931" y="6350"/>
                  </a:lnTo>
                  <a:lnTo>
                    <a:pt x="466851" y="8890"/>
                  </a:lnTo>
                  <a:lnTo>
                    <a:pt x="469138" y="12065"/>
                  </a:lnTo>
                  <a:lnTo>
                    <a:pt x="471424" y="15240"/>
                  </a:lnTo>
                  <a:lnTo>
                    <a:pt x="472567" y="18796"/>
                  </a:lnTo>
                  <a:lnTo>
                    <a:pt x="472567" y="22606"/>
                  </a:lnTo>
                  <a:lnTo>
                    <a:pt x="472567" y="612140"/>
                  </a:lnTo>
                  <a:lnTo>
                    <a:pt x="472567" y="619379"/>
                  </a:lnTo>
                  <a:lnTo>
                    <a:pt x="471297" y="625602"/>
                  </a:lnTo>
                  <a:lnTo>
                    <a:pt x="468884" y="630809"/>
                  </a:lnTo>
                  <a:lnTo>
                    <a:pt x="466471" y="636016"/>
                  </a:lnTo>
                  <a:lnTo>
                    <a:pt x="463423" y="640334"/>
                  </a:lnTo>
                  <a:lnTo>
                    <a:pt x="459613" y="643636"/>
                  </a:lnTo>
                  <a:lnTo>
                    <a:pt x="455803" y="647065"/>
                  </a:lnTo>
                  <a:lnTo>
                    <a:pt x="451485" y="649351"/>
                  </a:lnTo>
                  <a:lnTo>
                    <a:pt x="446913" y="650748"/>
                  </a:lnTo>
                  <a:lnTo>
                    <a:pt x="442213" y="652018"/>
                  </a:lnTo>
                  <a:lnTo>
                    <a:pt x="437896" y="652780"/>
                  </a:lnTo>
                  <a:lnTo>
                    <a:pt x="433832" y="652780"/>
                  </a:lnTo>
                  <a:lnTo>
                    <a:pt x="421640" y="652780"/>
                  </a:lnTo>
                  <a:lnTo>
                    <a:pt x="413893" y="652780"/>
                  </a:lnTo>
                  <a:lnTo>
                    <a:pt x="406781" y="651764"/>
                  </a:lnTo>
                  <a:lnTo>
                    <a:pt x="400558" y="649859"/>
                  </a:lnTo>
                  <a:lnTo>
                    <a:pt x="394208" y="647954"/>
                  </a:lnTo>
                  <a:lnTo>
                    <a:pt x="388112" y="644652"/>
                  </a:lnTo>
                  <a:lnTo>
                    <a:pt x="382143" y="639826"/>
                  </a:lnTo>
                  <a:lnTo>
                    <a:pt x="376174" y="635000"/>
                  </a:lnTo>
                  <a:lnTo>
                    <a:pt x="352430" y="602400"/>
                  </a:lnTo>
                  <a:lnTo>
                    <a:pt x="125984" y="200914"/>
                  </a:lnTo>
                  <a:lnTo>
                    <a:pt x="117197" y="185435"/>
                  </a:lnTo>
                  <a:lnTo>
                    <a:pt x="108743" y="170434"/>
                  </a:lnTo>
                  <a:lnTo>
                    <a:pt x="100623" y="155908"/>
                  </a:lnTo>
                  <a:lnTo>
                    <a:pt x="92837" y="141859"/>
                  </a:lnTo>
                  <a:lnTo>
                    <a:pt x="79756" y="118110"/>
                  </a:lnTo>
                  <a:lnTo>
                    <a:pt x="79756" y="122301"/>
                  </a:lnTo>
                  <a:lnTo>
                    <a:pt x="79829" y="130730"/>
                  </a:lnTo>
                  <a:lnTo>
                    <a:pt x="79867" y="139065"/>
                  </a:lnTo>
                  <a:lnTo>
                    <a:pt x="79881" y="147304"/>
                  </a:lnTo>
                  <a:lnTo>
                    <a:pt x="79883" y="155448"/>
                  </a:lnTo>
                  <a:lnTo>
                    <a:pt x="79883" y="171759"/>
                  </a:lnTo>
                  <a:lnTo>
                    <a:pt x="79883" y="188499"/>
                  </a:lnTo>
                  <a:lnTo>
                    <a:pt x="79883" y="205668"/>
                  </a:lnTo>
                  <a:lnTo>
                    <a:pt x="79883" y="223266"/>
                  </a:lnTo>
                  <a:lnTo>
                    <a:pt x="79883" y="631190"/>
                  </a:lnTo>
                  <a:lnTo>
                    <a:pt x="79883" y="634746"/>
                  </a:lnTo>
                  <a:lnTo>
                    <a:pt x="78867" y="638302"/>
                  </a:lnTo>
                  <a:lnTo>
                    <a:pt x="76835" y="641731"/>
                  </a:lnTo>
                  <a:lnTo>
                    <a:pt x="74803" y="645033"/>
                  </a:lnTo>
                  <a:lnTo>
                    <a:pt x="71882" y="647573"/>
                  </a:lnTo>
                  <a:lnTo>
                    <a:pt x="68072" y="649097"/>
                  </a:lnTo>
                  <a:lnTo>
                    <a:pt x="64262" y="650748"/>
                  </a:lnTo>
                  <a:lnTo>
                    <a:pt x="60325" y="651891"/>
                  </a:lnTo>
                  <a:lnTo>
                    <a:pt x="56261" y="652653"/>
                  </a:lnTo>
                  <a:lnTo>
                    <a:pt x="52197" y="653415"/>
                  </a:lnTo>
                  <a:lnTo>
                    <a:pt x="46609" y="653669"/>
                  </a:lnTo>
                  <a:lnTo>
                    <a:pt x="39750" y="653669"/>
                  </a:lnTo>
                  <a:lnTo>
                    <a:pt x="33020" y="653669"/>
                  </a:lnTo>
                  <a:lnTo>
                    <a:pt x="27559" y="653415"/>
                  </a:lnTo>
                  <a:lnTo>
                    <a:pt x="23368" y="652653"/>
                  </a:lnTo>
                  <a:lnTo>
                    <a:pt x="19176" y="652018"/>
                  </a:lnTo>
                  <a:lnTo>
                    <a:pt x="15240" y="650875"/>
                  </a:lnTo>
                  <a:lnTo>
                    <a:pt x="11557" y="649224"/>
                  </a:lnTo>
                  <a:lnTo>
                    <a:pt x="7747" y="647700"/>
                  </a:lnTo>
                  <a:lnTo>
                    <a:pt x="4953" y="645160"/>
                  </a:lnTo>
                  <a:lnTo>
                    <a:pt x="2921" y="641985"/>
                  </a:lnTo>
                  <a:lnTo>
                    <a:pt x="1016" y="638683"/>
                  </a:lnTo>
                  <a:lnTo>
                    <a:pt x="0" y="635127"/>
                  </a:lnTo>
                  <a:lnTo>
                    <a:pt x="0" y="631190"/>
                  </a:lnTo>
                  <a:lnTo>
                    <a:pt x="0" y="41656"/>
                  </a:lnTo>
                  <a:lnTo>
                    <a:pt x="18833" y="6105"/>
                  </a:lnTo>
                  <a:lnTo>
                    <a:pt x="37211" y="1016"/>
                  </a:lnTo>
                  <a:lnTo>
                    <a:pt x="61595" y="1016"/>
                  </a:lnTo>
                  <a:lnTo>
                    <a:pt x="70231" y="1016"/>
                  </a:lnTo>
                  <a:lnTo>
                    <a:pt x="77597" y="1778"/>
                  </a:lnTo>
                  <a:lnTo>
                    <a:pt x="83820" y="3429"/>
                  </a:lnTo>
                  <a:lnTo>
                    <a:pt x="90170" y="4953"/>
                  </a:lnTo>
                  <a:lnTo>
                    <a:pt x="96012" y="7620"/>
                  </a:lnTo>
                  <a:lnTo>
                    <a:pt x="101346" y="11684"/>
                  </a:lnTo>
                  <a:lnTo>
                    <a:pt x="106807" y="15621"/>
                  </a:lnTo>
                  <a:lnTo>
                    <a:pt x="130048" y="49530"/>
                  </a:lnTo>
                  <a:lnTo>
                    <a:pt x="299720" y="350774"/>
                  </a:lnTo>
                  <a:lnTo>
                    <a:pt x="308242" y="366607"/>
                  </a:lnTo>
                  <a:lnTo>
                    <a:pt x="316277" y="381333"/>
                  </a:lnTo>
                  <a:lnTo>
                    <a:pt x="323812" y="394940"/>
                  </a:lnTo>
                  <a:lnTo>
                    <a:pt x="330835" y="407416"/>
                  </a:lnTo>
                  <a:lnTo>
                    <a:pt x="337691" y="419413"/>
                  </a:lnTo>
                  <a:lnTo>
                    <a:pt x="344535" y="431577"/>
                  </a:lnTo>
                  <a:lnTo>
                    <a:pt x="351355" y="443884"/>
                  </a:lnTo>
                  <a:lnTo>
                    <a:pt x="358140" y="456311"/>
                  </a:lnTo>
                  <a:lnTo>
                    <a:pt x="364902" y="468697"/>
                  </a:lnTo>
                  <a:lnTo>
                    <a:pt x="371475" y="480726"/>
                  </a:lnTo>
                  <a:lnTo>
                    <a:pt x="377856" y="492422"/>
                  </a:lnTo>
                  <a:lnTo>
                    <a:pt x="384048" y="503809"/>
                  </a:lnTo>
                  <a:lnTo>
                    <a:pt x="392811" y="519811"/>
                  </a:lnTo>
                  <a:lnTo>
                    <a:pt x="392684" y="515366"/>
                  </a:lnTo>
                  <a:lnTo>
                    <a:pt x="392664" y="505741"/>
                  </a:lnTo>
                  <a:lnTo>
                    <a:pt x="392620" y="495712"/>
                  </a:lnTo>
                  <a:lnTo>
                    <a:pt x="392576" y="485255"/>
                  </a:lnTo>
                  <a:lnTo>
                    <a:pt x="392557" y="474345"/>
                  </a:lnTo>
                  <a:lnTo>
                    <a:pt x="392557" y="452441"/>
                  </a:lnTo>
                  <a:lnTo>
                    <a:pt x="392557" y="430942"/>
                  </a:lnTo>
                  <a:lnTo>
                    <a:pt x="392557" y="409872"/>
                  </a:lnTo>
                  <a:lnTo>
                    <a:pt x="392557" y="389255"/>
                  </a:lnTo>
                  <a:lnTo>
                    <a:pt x="392557" y="22606"/>
                  </a:lnTo>
                  <a:lnTo>
                    <a:pt x="392557" y="18796"/>
                  </a:lnTo>
                  <a:lnTo>
                    <a:pt x="393573" y="15240"/>
                  </a:lnTo>
                  <a:lnTo>
                    <a:pt x="395478" y="12065"/>
                  </a:lnTo>
                  <a:lnTo>
                    <a:pt x="397383" y="8890"/>
                  </a:lnTo>
                  <a:lnTo>
                    <a:pt x="400176" y="6350"/>
                  </a:lnTo>
                  <a:lnTo>
                    <a:pt x="403860" y="4572"/>
                  </a:lnTo>
                  <a:lnTo>
                    <a:pt x="407416" y="2794"/>
                  </a:lnTo>
                  <a:lnTo>
                    <a:pt x="411607" y="1524"/>
                  </a:lnTo>
                  <a:lnTo>
                    <a:pt x="416306" y="1016"/>
                  </a:lnTo>
                  <a:lnTo>
                    <a:pt x="421005" y="381"/>
                  </a:lnTo>
                  <a:lnTo>
                    <a:pt x="426338" y="0"/>
                  </a:lnTo>
                  <a:lnTo>
                    <a:pt x="432308" y="0"/>
                  </a:lnTo>
                  <a:close/>
                </a:path>
              </a:pathLst>
            </a:custGeom>
            <a:ln w="228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solidFill>
                  <a:schemeClr val="tx1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213092" y="2286000"/>
              <a:ext cx="0" cy="2286000"/>
            </a:xfrm>
            <a:custGeom>
              <a:avLst/>
              <a:gdLst/>
              <a:ahLst/>
              <a:cxnLst/>
              <a:rect l="l" t="t" r="r" b="b"/>
              <a:pathLst>
                <a:path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72196" y="1708531"/>
            <a:ext cx="3757804" cy="3151504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46355" indent="-228600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An</a:t>
            </a:r>
            <a:r>
              <a:rPr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chemeClr val="tx1"/>
                </a:solidFill>
                <a:latin typeface="Calibri"/>
                <a:cs typeface="Calibri"/>
              </a:rPr>
              <a:t>error-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detecting</a:t>
            </a:r>
            <a:r>
              <a:rPr sz="2000" spc="-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code</a:t>
            </a:r>
            <a:r>
              <a:rPr sz="20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chemeClr val="tx1"/>
                </a:solidFill>
                <a:latin typeface="Calibri"/>
                <a:cs typeface="Calibri"/>
              </a:rPr>
              <a:t>can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detect</a:t>
            </a:r>
            <a:r>
              <a:rPr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only</a:t>
            </a:r>
            <a:r>
              <a:rPr sz="20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types</a:t>
            </a:r>
            <a:r>
              <a:rPr sz="20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Calibri"/>
                <a:cs typeface="Calibri"/>
              </a:rPr>
              <a:t>errors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for</a:t>
            </a:r>
            <a:r>
              <a:rPr sz="20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which</a:t>
            </a:r>
            <a:r>
              <a:rPr sz="20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it</a:t>
            </a:r>
            <a:r>
              <a:rPr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20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designed;</a:t>
            </a:r>
            <a:r>
              <a:rPr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Calibri"/>
                <a:cs typeface="Calibri"/>
              </a:rPr>
              <a:t>other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types</a:t>
            </a:r>
            <a:r>
              <a:rPr sz="20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20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errors</a:t>
            </a:r>
            <a:r>
              <a:rPr sz="20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may</a:t>
            </a:r>
            <a:r>
              <a:rPr sz="20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Calibri"/>
                <a:cs typeface="Calibri"/>
              </a:rPr>
              <a:t>remain undetected.</a:t>
            </a:r>
            <a:endParaRPr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30"/>
              </a:spcBef>
              <a:buFont typeface="Wingdings"/>
              <a:buChar char=""/>
              <a:tabLst>
                <a:tab pos="354965" algn="l"/>
              </a:tabLst>
            </a:pP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previous</a:t>
            </a:r>
            <a:r>
              <a:rPr sz="20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Calibri"/>
                <a:cs typeface="Calibri"/>
              </a:rPr>
              <a:t>example</a:t>
            </a:r>
            <a:endParaRPr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241300" marR="32384" indent="-228600">
              <a:lnSpc>
                <a:spcPts val="2160"/>
              </a:lnSpc>
              <a:spcBef>
                <a:spcPts val="630"/>
              </a:spcBef>
              <a:buChar char="•"/>
              <a:tabLst>
                <a:tab pos="241300" algn="l"/>
                <a:tab pos="297180" algn="l"/>
              </a:tabLst>
            </a:pPr>
            <a:r>
              <a:rPr sz="2000" dirty="0">
                <a:solidFill>
                  <a:schemeClr val="tx1"/>
                </a:solidFill>
                <a:latin typeface="Arial MT"/>
                <a:cs typeface="Arial MT"/>
              </a:rPr>
              <a:t>	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20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designed</a:t>
            </a:r>
            <a:r>
              <a:rPr sz="20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detecting</a:t>
            </a:r>
            <a:r>
              <a:rPr sz="20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1-</a:t>
            </a:r>
            <a:r>
              <a:rPr sz="2000" spc="-25" dirty="0">
                <a:solidFill>
                  <a:schemeClr val="tx1"/>
                </a:solidFill>
                <a:latin typeface="Calibri"/>
                <a:cs typeface="Calibri"/>
              </a:rPr>
              <a:t>bit </a:t>
            </a:r>
            <a:r>
              <a:rPr sz="2000" spc="-10" dirty="0">
                <a:solidFill>
                  <a:schemeClr val="tx1"/>
                </a:solidFill>
                <a:latin typeface="Calibri"/>
                <a:cs typeface="Calibri"/>
              </a:rPr>
              <a:t>error,</a:t>
            </a:r>
            <a:endParaRPr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Cannot</a:t>
            </a:r>
            <a:r>
              <a:rPr sz="20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detect</a:t>
            </a:r>
            <a:r>
              <a:rPr sz="20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Calibri"/>
                <a:cs typeface="Calibri"/>
              </a:rPr>
              <a:t>2-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bit</a:t>
            </a:r>
            <a:r>
              <a:rPr sz="20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chemeClr val="tx1"/>
                </a:solidFill>
                <a:latin typeface="Calibri"/>
                <a:cs typeface="Calibri"/>
              </a:rPr>
              <a:t>error,</a:t>
            </a:r>
            <a:r>
              <a:rPr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endParaRPr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241300" marR="5080" indent="-228600">
              <a:lnSpc>
                <a:spcPts val="2160"/>
              </a:lnSpc>
              <a:spcBef>
                <a:spcPts val="63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Cannot</a:t>
            </a:r>
            <a:r>
              <a:rPr sz="20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find</a:t>
            </a:r>
            <a:r>
              <a:rPr sz="20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location</a:t>
            </a:r>
            <a:r>
              <a:rPr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chemeClr val="tx1"/>
                </a:solidFill>
                <a:latin typeface="Calibri"/>
                <a:cs typeface="Calibri"/>
              </a:rPr>
              <a:t>1-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bit</a:t>
            </a:r>
            <a:r>
              <a:rPr sz="20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Calibri"/>
                <a:cs typeface="Calibri"/>
              </a:rPr>
              <a:t>error.</a:t>
            </a:r>
            <a:endParaRPr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1874" y="342862"/>
            <a:ext cx="11264265" cy="2185670"/>
            <a:chOff x="531874" y="342862"/>
            <a:chExt cx="11264265" cy="21856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874" y="342862"/>
              <a:ext cx="11263886" cy="218549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4735" y="365759"/>
              <a:ext cx="11168380" cy="2089785"/>
            </a:xfrm>
            <a:custGeom>
              <a:avLst/>
              <a:gdLst/>
              <a:ahLst/>
              <a:cxnLst/>
              <a:rect l="l" t="t" r="r" b="b"/>
              <a:pathLst>
                <a:path w="11168380" h="2089785">
                  <a:moveTo>
                    <a:pt x="11167872" y="0"/>
                  </a:moveTo>
                  <a:lnTo>
                    <a:pt x="0" y="0"/>
                  </a:lnTo>
                  <a:lnTo>
                    <a:pt x="0" y="2089404"/>
                  </a:lnTo>
                  <a:lnTo>
                    <a:pt x="11167872" y="2089404"/>
                  </a:lnTo>
                  <a:lnTo>
                    <a:pt x="11167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735" y="365759"/>
              <a:ext cx="11168380" cy="2089785"/>
            </a:xfrm>
            <a:custGeom>
              <a:avLst/>
              <a:gdLst/>
              <a:ahLst/>
              <a:cxnLst/>
              <a:rect l="l" t="t" r="r" b="b"/>
              <a:pathLst>
                <a:path w="11168380" h="2089785">
                  <a:moveTo>
                    <a:pt x="0" y="2089404"/>
                  </a:moveTo>
                  <a:lnTo>
                    <a:pt x="11167872" y="2089404"/>
                  </a:lnTo>
                  <a:lnTo>
                    <a:pt x="11167872" y="0"/>
                  </a:lnTo>
                  <a:lnTo>
                    <a:pt x="0" y="0"/>
                  </a:lnTo>
                  <a:lnTo>
                    <a:pt x="0" y="2089404"/>
                  </a:lnTo>
                  <a:close/>
                </a:path>
              </a:pathLst>
            </a:custGeom>
            <a:ln w="12700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25727" y="1102817"/>
            <a:ext cx="26301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Error</a:t>
            </a:r>
            <a:r>
              <a:rPr sz="3200" spc="-170" dirty="0"/>
              <a:t> </a:t>
            </a:r>
            <a:r>
              <a:rPr sz="3200" spc="-20" dirty="0"/>
              <a:t>Correction</a:t>
            </a:r>
            <a:endParaRPr sz="3200"/>
          </a:p>
        </p:txBody>
      </p:sp>
      <p:grpSp>
        <p:nvGrpSpPr>
          <p:cNvPr id="7" name="object 7"/>
          <p:cNvGrpSpPr/>
          <p:nvPr/>
        </p:nvGrpSpPr>
        <p:grpSpPr>
          <a:xfrm>
            <a:off x="490727" y="678180"/>
            <a:ext cx="4493260" cy="1463040"/>
            <a:chOff x="490727" y="678180"/>
            <a:chExt cx="4493260" cy="1463040"/>
          </a:xfrm>
        </p:grpSpPr>
        <p:sp>
          <p:nvSpPr>
            <p:cNvPr id="8" name="object 8"/>
            <p:cNvSpPr/>
            <p:nvPr/>
          </p:nvSpPr>
          <p:spPr>
            <a:xfrm>
              <a:off x="490727" y="1057656"/>
              <a:ext cx="128270" cy="704215"/>
            </a:xfrm>
            <a:custGeom>
              <a:avLst/>
              <a:gdLst/>
              <a:ahLst/>
              <a:cxnLst/>
              <a:rect l="l" t="t" r="r" b="b"/>
              <a:pathLst>
                <a:path w="128270" h="704214">
                  <a:moveTo>
                    <a:pt x="128015" y="0"/>
                  </a:moveTo>
                  <a:lnTo>
                    <a:pt x="0" y="0"/>
                  </a:lnTo>
                  <a:lnTo>
                    <a:pt x="0" y="704088"/>
                  </a:lnTo>
                  <a:lnTo>
                    <a:pt x="128015" y="704088"/>
                  </a:lnTo>
                  <a:lnTo>
                    <a:pt x="12801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5192" y="678180"/>
              <a:ext cx="18415" cy="1463040"/>
            </a:xfrm>
            <a:custGeom>
              <a:avLst/>
              <a:gdLst/>
              <a:ahLst/>
              <a:cxnLst/>
              <a:rect l="l" t="t" r="r" b="b"/>
              <a:pathLst>
                <a:path w="18414" h="1463039">
                  <a:moveTo>
                    <a:pt x="18287" y="0"/>
                  </a:moveTo>
                  <a:lnTo>
                    <a:pt x="0" y="0"/>
                  </a:lnTo>
                  <a:lnTo>
                    <a:pt x="0" y="1463039"/>
                  </a:lnTo>
                  <a:lnTo>
                    <a:pt x="18287" y="1463039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430773" y="920877"/>
            <a:ext cx="5730240" cy="92201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5080" indent="-228600">
              <a:lnSpc>
                <a:spcPts val="1939"/>
              </a:lnSpc>
              <a:spcBef>
                <a:spcPts val="345"/>
              </a:spcBef>
              <a:buFont typeface="Wingdings"/>
              <a:buChar char="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receiver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guess)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original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codeword sent.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Wingdings"/>
              <a:buChar char="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Need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redundancy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detection.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2035" y="2757809"/>
            <a:ext cx="8656319" cy="34601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1874" y="342862"/>
            <a:ext cx="11264265" cy="2185670"/>
            <a:chOff x="531874" y="342862"/>
            <a:chExt cx="11264265" cy="21856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874" y="342862"/>
              <a:ext cx="11263886" cy="218549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4735" y="365759"/>
              <a:ext cx="11168380" cy="2089785"/>
            </a:xfrm>
            <a:custGeom>
              <a:avLst/>
              <a:gdLst/>
              <a:ahLst/>
              <a:cxnLst/>
              <a:rect l="l" t="t" r="r" b="b"/>
              <a:pathLst>
                <a:path w="11168380" h="2089785">
                  <a:moveTo>
                    <a:pt x="11167872" y="0"/>
                  </a:moveTo>
                  <a:lnTo>
                    <a:pt x="0" y="0"/>
                  </a:lnTo>
                  <a:lnTo>
                    <a:pt x="0" y="2089404"/>
                  </a:lnTo>
                  <a:lnTo>
                    <a:pt x="11167872" y="2089404"/>
                  </a:lnTo>
                  <a:lnTo>
                    <a:pt x="11167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4736" y="365759"/>
            <a:ext cx="11168380" cy="2089785"/>
          </a:xfrm>
          <a:prstGeom prst="rect">
            <a:avLst/>
          </a:prstGeom>
          <a:ln w="12700">
            <a:solidFill>
              <a:srgbClr val="DEDEDE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30"/>
              </a:spcBef>
            </a:pPr>
            <a:endParaRPr sz="3200">
              <a:latin typeface="Times New Roman"/>
              <a:cs typeface="Times New Roman"/>
            </a:endParaRPr>
          </a:p>
          <a:p>
            <a:pPr marL="583565" marR="7971790">
              <a:lnSpc>
                <a:spcPts val="3460"/>
              </a:lnSpc>
              <a:spcBef>
                <a:spcPts val="5"/>
              </a:spcBef>
            </a:pPr>
            <a:r>
              <a:rPr sz="3200" spc="-10" dirty="0"/>
              <a:t>Error</a:t>
            </a:r>
            <a:r>
              <a:rPr sz="3200" spc="-170" dirty="0"/>
              <a:t> </a:t>
            </a:r>
            <a:r>
              <a:rPr sz="3200" spc="-30" dirty="0"/>
              <a:t>Correction </a:t>
            </a:r>
            <a:r>
              <a:rPr sz="3200" spc="-10" dirty="0"/>
              <a:t>Example</a:t>
            </a:r>
            <a:endParaRPr sz="3200"/>
          </a:p>
        </p:txBody>
      </p:sp>
      <p:grpSp>
        <p:nvGrpSpPr>
          <p:cNvPr id="6" name="object 6"/>
          <p:cNvGrpSpPr/>
          <p:nvPr/>
        </p:nvGrpSpPr>
        <p:grpSpPr>
          <a:xfrm>
            <a:off x="490727" y="670559"/>
            <a:ext cx="10453370" cy="1594485"/>
            <a:chOff x="490727" y="670559"/>
            <a:chExt cx="10453370" cy="1594485"/>
          </a:xfrm>
        </p:grpSpPr>
        <p:sp>
          <p:nvSpPr>
            <p:cNvPr id="7" name="object 7"/>
            <p:cNvSpPr/>
            <p:nvPr/>
          </p:nvSpPr>
          <p:spPr>
            <a:xfrm>
              <a:off x="490727" y="1057655"/>
              <a:ext cx="128270" cy="704215"/>
            </a:xfrm>
            <a:custGeom>
              <a:avLst/>
              <a:gdLst/>
              <a:ahLst/>
              <a:cxnLst/>
              <a:rect l="l" t="t" r="r" b="b"/>
              <a:pathLst>
                <a:path w="128270" h="704214">
                  <a:moveTo>
                    <a:pt x="128015" y="0"/>
                  </a:moveTo>
                  <a:lnTo>
                    <a:pt x="0" y="0"/>
                  </a:lnTo>
                  <a:lnTo>
                    <a:pt x="0" y="704088"/>
                  </a:lnTo>
                  <a:lnTo>
                    <a:pt x="128015" y="704088"/>
                  </a:lnTo>
                  <a:lnTo>
                    <a:pt x="12801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5192" y="678179"/>
              <a:ext cx="18415" cy="1463040"/>
            </a:xfrm>
            <a:custGeom>
              <a:avLst/>
              <a:gdLst/>
              <a:ahLst/>
              <a:cxnLst/>
              <a:rect l="l" t="t" r="r" b="b"/>
              <a:pathLst>
                <a:path w="18414" h="1463039">
                  <a:moveTo>
                    <a:pt x="18287" y="0"/>
                  </a:moveTo>
                  <a:lnTo>
                    <a:pt x="0" y="0"/>
                  </a:lnTo>
                  <a:lnTo>
                    <a:pt x="0" y="1463039"/>
                  </a:lnTo>
                  <a:lnTo>
                    <a:pt x="18287" y="1463039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0719" y="670559"/>
              <a:ext cx="5183124" cy="159410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69163" y="2571445"/>
            <a:ext cx="10873740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Add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-10" dirty="0">
                <a:latin typeface="Calibri"/>
                <a:cs typeface="Calibri"/>
              </a:rPr>
              <a:t> redundant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bits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2-bit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dataword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make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5-</a:t>
            </a:r>
            <a:r>
              <a:rPr sz="1800" dirty="0">
                <a:latin typeface="Calibri"/>
                <a:cs typeface="Calibri"/>
              </a:rPr>
              <a:t>bit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codewords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follows: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Calibri"/>
                <a:cs typeface="Calibri"/>
              </a:rPr>
              <a:t>Assume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dataword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01.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2160"/>
              </a:spcBef>
              <a:buFont typeface="Wingdings"/>
              <a:buChar char="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sender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creates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codeword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01011.</a:t>
            </a:r>
            <a:endParaRPr sz="1800">
              <a:latin typeface="Calibri"/>
              <a:cs typeface="Calibri"/>
            </a:endParaRPr>
          </a:p>
          <a:p>
            <a:pPr marL="297815" marR="610870" indent="-285750">
              <a:lnSpc>
                <a:spcPct val="100000"/>
              </a:lnSpc>
              <a:buFont typeface="Wingdings"/>
              <a:buChar char="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codeword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corrupted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during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transmission,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01001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received.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receiver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finds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received 	</a:t>
            </a:r>
            <a:r>
              <a:rPr sz="1800" dirty="0">
                <a:latin typeface="Calibri"/>
                <a:cs typeface="Calibri"/>
              </a:rPr>
              <a:t>codeword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table.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Assuming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corrupted,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following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strategy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guess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correct </a:t>
            </a:r>
            <a:r>
              <a:rPr sz="1800" spc="-10" dirty="0">
                <a:latin typeface="Calibri"/>
                <a:cs typeface="Calibri"/>
              </a:rPr>
              <a:t>dataword.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Comparing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received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codeword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codeword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(01001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versus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00000),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receiver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decides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that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codeword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because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bits.</a:t>
            </a:r>
            <a:endParaRPr sz="1800">
              <a:latin typeface="Calibri"/>
              <a:cs typeface="Calibri"/>
            </a:endParaRPr>
          </a:p>
          <a:p>
            <a:pPr marL="350520" indent="-33782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0520" algn="l"/>
              </a:tabLst>
            </a:pPr>
            <a:r>
              <a:rPr sz="1800" dirty="0">
                <a:latin typeface="Calibri"/>
                <a:cs typeface="Calibri"/>
              </a:rPr>
              <a:t>By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reasoning,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original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codeword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cannot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third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fourth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table.</a:t>
            </a:r>
            <a:endParaRPr sz="1800">
              <a:latin typeface="Calibri"/>
              <a:cs typeface="Calibri"/>
            </a:endParaRPr>
          </a:p>
          <a:p>
            <a:pPr marL="299085" marR="165735" indent="-287020">
              <a:lnSpc>
                <a:spcPct val="100000"/>
              </a:lnSpc>
              <a:buFont typeface="Wingdings"/>
              <a:buChar char=""/>
              <a:tabLst>
                <a:tab pos="299085" algn="l"/>
                <a:tab pos="350520" algn="l"/>
              </a:tabLst>
            </a:pP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original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codeword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second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because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received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codeword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bit.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receiver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replaces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01001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01011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consults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dataword </a:t>
            </a:r>
            <a:r>
              <a:rPr sz="1800" spc="-25" dirty="0">
                <a:latin typeface="Calibri"/>
                <a:cs typeface="Calibri"/>
              </a:rPr>
              <a:t>01.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08961" y="2775585"/>
            <a:ext cx="1967864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36220" marR="5080" indent="-224154">
              <a:lnSpc>
                <a:spcPts val="4320"/>
              </a:lnSpc>
              <a:spcBef>
                <a:spcPts val="640"/>
              </a:spcBef>
            </a:pPr>
            <a:r>
              <a:rPr sz="4000" spc="-45" dirty="0">
                <a:solidFill>
                  <a:schemeClr val="tx1"/>
                </a:solidFill>
                <a:latin typeface="Calibri Light"/>
                <a:cs typeface="Calibri Light"/>
              </a:rPr>
              <a:t>Hamming Distance</a:t>
            </a:r>
            <a:endParaRPr sz="4000" dirty="0">
              <a:solidFill>
                <a:schemeClr val="tx1"/>
              </a:solidFill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52771" y="2286000"/>
            <a:ext cx="0" cy="2286000"/>
          </a:xfrm>
          <a:custGeom>
            <a:avLst/>
            <a:gdLst/>
            <a:ahLst/>
            <a:cxnLst/>
            <a:rect l="l" t="t" r="r" b="b"/>
            <a:pathLst>
              <a:path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4685" y="973328"/>
            <a:ext cx="5375275" cy="1096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20"/>
              </a:spcBef>
              <a:tabLst>
                <a:tab pos="241300" algn="l"/>
              </a:tabLst>
            </a:pP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19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Hamming</a:t>
            </a:r>
            <a:r>
              <a:rPr sz="19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Calibri"/>
                <a:cs typeface="Calibri"/>
              </a:rPr>
              <a:t>distance</a:t>
            </a:r>
            <a:r>
              <a:rPr sz="19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between</a:t>
            </a:r>
            <a:r>
              <a:rPr sz="19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two</a:t>
            </a:r>
            <a:r>
              <a:rPr sz="19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words</a:t>
            </a:r>
            <a:r>
              <a:rPr sz="19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(of</a:t>
            </a:r>
            <a:r>
              <a:rPr sz="19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same</a:t>
            </a:r>
            <a:r>
              <a:rPr sz="19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size)</a:t>
            </a:r>
            <a:r>
              <a:rPr sz="19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19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19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number</a:t>
            </a:r>
            <a:r>
              <a:rPr sz="19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19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Calibri"/>
                <a:cs typeface="Calibri"/>
              </a:rPr>
              <a:t>differences</a:t>
            </a:r>
            <a:r>
              <a:rPr sz="19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between</a:t>
            </a:r>
            <a:r>
              <a:rPr sz="19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sz="1900" spc="-10" dirty="0">
                <a:solidFill>
                  <a:schemeClr val="tx1"/>
                </a:solidFill>
                <a:latin typeface="Calibri"/>
                <a:cs typeface="Calibri"/>
              </a:rPr>
              <a:t>corresponding</a:t>
            </a:r>
            <a:r>
              <a:rPr sz="19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bits.</a:t>
            </a:r>
            <a:r>
              <a:rPr sz="19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We</a:t>
            </a:r>
            <a:r>
              <a:rPr sz="19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show</a:t>
            </a:r>
            <a:r>
              <a:rPr sz="19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19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Hamming</a:t>
            </a:r>
            <a:r>
              <a:rPr sz="19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Calibri"/>
                <a:cs typeface="Calibri"/>
              </a:rPr>
              <a:t>distance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between</a:t>
            </a:r>
            <a:r>
              <a:rPr sz="19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two</a:t>
            </a:r>
            <a:r>
              <a:rPr sz="19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words</a:t>
            </a:r>
            <a:r>
              <a:rPr sz="19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x</a:t>
            </a:r>
            <a:r>
              <a:rPr sz="19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sz="19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y</a:t>
            </a:r>
            <a:r>
              <a:rPr sz="19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as</a:t>
            </a:r>
            <a:r>
              <a:rPr sz="19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d(x,</a:t>
            </a:r>
            <a:r>
              <a:rPr sz="19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chemeClr val="tx1"/>
                </a:solidFill>
                <a:latin typeface="Calibri"/>
                <a:cs typeface="Calibri"/>
              </a:rPr>
              <a:t>y).</a:t>
            </a:r>
            <a:endParaRPr sz="19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4685" y="2530805"/>
            <a:ext cx="5447665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005" indent="-281305">
              <a:lnSpc>
                <a:spcPts val="2165"/>
              </a:lnSpc>
              <a:spcBef>
                <a:spcPts val="95"/>
              </a:spcBef>
              <a:buFont typeface="Wingdings"/>
              <a:buChar char=""/>
              <a:tabLst>
                <a:tab pos="294005" algn="l"/>
              </a:tabLst>
            </a:pP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19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Hamming</a:t>
            </a:r>
            <a:r>
              <a:rPr sz="19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distance</a:t>
            </a:r>
            <a:r>
              <a:rPr sz="19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d(000,</a:t>
            </a:r>
            <a:r>
              <a:rPr sz="19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011)</a:t>
            </a:r>
            <a:r>
              <a:rPr sz="19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19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2</a:t>
            </a:r>
            <a:r>
              <a:rPr sz="19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Calibri"/>
                <a:cs typeface="Calibri"/>
              </a:rPr>
              <a:t>because</a:t>
            </a:r>
            <a:endParaRPr sz="19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294005">
              <a:lnSpc>
                <a:spcPts val="2165"/>
              </a:lnSpc>
            </a:pP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000</a:t>
            </a:r>
            <a:r>
              <a:rPr sz="19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XOR</a:t>
            </a:r>
            <a:r>
              <a:rPr sz="19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011</a:t>
            </a:r>
            <a:r>
              <a:rPr sz="19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=</a:t>
            </a:r>
            <a:r>
              <a:rPr sz="19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011</a:t>
            </a:r>
            <a:r>
              <a:rPr sz="19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(two</a:t>
            </a:r>
            <a:r>
              <a:rPr sz="19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chemeClr val="tx1"/>
                </a:solidFill>
                <a:latin typeface="Calibri"/>
                <a:cs typeface="Calibri"/>
              </a:rPr>
              <a:t>1’s)</a:t>
            </a:r>
            <a:endParaRPr sz="19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294005" indent="-281305">
              <a:lnSpc>
                <a:spcPts val="2165"/>
              </a:lnSpc>
              <a:spcBef>
                <a:spcPts val="770"/>
              </a:spcBef>
              <a:buFont typeface="Wingdings"/>
              <a:buChar char=""/>
              <a:tabLst>
                <a:tab pos="294005" algn="l"/>
              </a:tabLst>
            </a:pP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19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Hamming</a:t>
            </a:r>
            <a:r>
              <a:rPr sz="19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Calibri"/>
                <a:cs typeface="Calibri"/>
              </a:rPr>
              <a:t>distance</a:t>
            </a:r>
            <a:r>
              <a:rPr sz="19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d(10101,</a:t>
            </a:r>
            <a:r>
              <a:rPr sz="19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11110)</a:t>
            </a:r>
            <a:r>
              <a:rPr sz="19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19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3</a:t>
            </a:r>
            <a:r>
              <a:rPr sz="19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Calibri"/>
                <a:cs typeface="Calibri"/>
              </a:rPr>
              <a:t>because</a:t>
            </a:r>
            <a:endParaRPr sz="19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294005">
              <a:lnSpc>
                <a:spcPts val="2165"/>
              </a:lnSpc>
            </a:pP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10101</a:t>
            </a:r>
            <a:r>
              <a:rPr sz="19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XOR</a:t>
            </a:r>
            <a:r>
              <a:rPr sz="19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11110</a:t>
            </a:r>
            <a:r>
              <a:rPr sz="19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=</a:t>
            </a:r>
            <a:r>
              <a:rPr sz="19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01011</a:t>
            </a:r>
            <a:r>
              <a:rPr sz="19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(three</a:t>
            </a:r>
            <a:r>
              <a:rPr sz="19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chemeClr val="tx1"/>
                </a:solidFill>
                <a:latin typeface="Calibri"/>
                <a:cs typeface="Calibri"/>
              </a:rPr>
              <a:t>1’s)</a:t>
            </a:r>
            <a:endParaRPr sz="19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34685" y="4602860"/>
            <a:ext cx="5408295" cy="853439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41300" marR="5080" indent="-228600">
              <a:lnSpc>
                <a:spcPts val="2050"/>
              </a:lnSpc>
              <a:spcBef>
                <a:spcPts val="355"/>
              </a:spcBef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	The</a:t>
            </a:r>
            <a:r>
              <a:rPr sz="19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minimum</a:t>
            </a:r>
            <a:r>
              <a:rPr sz="19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Hamming</a:t>
            </a:r>
            <a:r>
              <a:rPr sz="19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Calibri"/>
                <a:cs typeface="Calibri"/>
              </a:rPr>
              <a:t>distance</a:t>
            </a:r>
            <a:r>
              <a:rPr sz="19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19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19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Calibri"/>
                <a:cs typeface="Calibri"/>
              </a:rPr>
              <a:t>smallest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Hamming</a:t>
            </a:r>
            <a:r>
              <a:rPr sz="19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Calibri"/>
                <a:cs typeface="Calibri"/>
              </a:rPr>
              <a:t>distance</a:t>
            </a:r>
            <a:r>
              <a:rPr sz="19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between</a:t>
            </a:r>
            <a:r>
              <a:rPr sz="19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all</a:t>
            </a:r>
            <a:r>
              <a:rPr sz="19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possible</a:t>
            </a:r>
            <a:r>
              <a:rPr sz="19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pairs</a:t>
            </a:r>
            <a:r>
              <a:rPr sz="19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sz="19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sz="19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chemeClr val="tx1"/>
                </a:solidFill>
                <a:latin typeface="Calibri"/>
                <a:cs typeface="Calibri"/>
              </a:rPr>
              <a:t>set </a:t>
            </a:r>
            <a:r>
              <a:rPr sz="19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19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Calibri"/>
                <a:cs typeface="Calibri"/>
              </a:rPr>
              <a:t>words.</a:t>
            </a:r>
            <a:endParaRPr sz="19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3" name="object 3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1222735" y="635508"/>
            <a:ext cx="329565" cy="1742439"/>
          </a:xfrm>
          <a:custGeom>
            <a:avLst/>
            <a:gdLst/>
            <a:ahLst/>
            <a:cxnLst/>
            <a:rect l="l" t="t" r="r" b="b"/>
            <a:pathLst>
              <a:path w="329565" h="1742439">
                <a:moveTo>
                  <a:pt x="329184" y="0"/>
                </a:moveTo>
                <a:lnTo>
                  <a:pt x="0" y="198627"/>
                </a:lnTo>
                <a:lnTo>
                  <a:pt x="0" y="1741931"/>
                </a:lnTo>
                <a:lnTo>
                  <a:pt x="329184" y="1543303"/>
                </a:lnTo>
                <a:lnTo>
                  <a:pt x="329184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4651" y="635508"/>
            <a:ext cx="10907395" cy="1542415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403225" rIns="0" bIns="0" rtlCol="0">
            <a:spAutoFit/>
          </a:bodyPr>
          <a:lstStyle/>
          <a:p>
            <a:pPr marL="405130">
              <a:lnSpc>
                <a:spcPct val="100000"/>
              </a:lnSpc>
              <a:spcBef>
                <a:spcPts val="3175"/>
              </a:spcBef>
            </a:pPr>
            <a:r>
              <a:rPr sz="4000" spc="-35" dirty="0">
                <a:solidFill>
                  <a:srgbClr val="FFFFFF"/>
                </a:solidFill>
              </a:rPr>
              <a:t>Minimum</a:t>
            </a:r>
            <a:r>
              <a:rPr sz="4000" spc="-190" dirty="0">
                <a:solidFill>
                  <a:srgbClr val="FFFFFF"/>
                </a:solidFill>
              </a:rPr>
              <a:t> </a:t>
            </a:r>
            <a:r>
              <a:rPr sz="4000" spc="-40" dirty="0">
                <a:solidFill>
                  <a:srgbClr val="FFFFFF"/>
                </a:solidFill>
              </a:rPr>
              <a:t>Hamming</a:t>
            </a:r>
            <a:r>
              <a:rPr sz="4000" spc="-185" dirty="0">
                <a:solidFill>
                  <a:srgbClr val="FFFFFF"/>
                </a:solidFill>
              </a:rPr>
              <a:t> </a:t>
            </a:r>
            <a:r>
              <a:rPr sz="4000" spc="-35" dirty="0">
                <a:solidFill>
                  <a:srgbClr val="FFFFFF"/>
                </a:solidFill>
              </a:rPr>
              <a:t>Distance</a:t>
            </a:r>
            <a:r>
              <a:rPr sz="4000" spc="-175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Example</a:t>
            </a:r>
            <a:endParaRPr sz="4000"/>
          </a:p>
        </p:txBody>
      </p:sp>
      <p:sp>
        <p:nvSpPr>
          <p:cNvPr id="8" name="object 8"/>
          <p:cNvSpPr txBox="1"/>
          <p:nvPr/>
        </p:nvSpPr>
        <p:spPr>
          <a:xfrm>
            <a:off x="1446657" y="2198624"/>
            <a:ext cx="2964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9560" indent="-27686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89560" algn="l"/>
              </a:tabLst>
            </a:pPr>
            <a:r>
              <a:rPr sz="1700" dirty="0">
                <a:latin typeface="Calibri"/>
                <a:cs typeface="Calibri"/>
              </a:rPr>
              <a:t>Given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Hamming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distances.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4317" y="2431491"/>
            <a:ext cx="1256665" cy="519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939"/>
              </a:lnSpc>
              <a:spcBef>
                <a:spcPts val="105"/>
              </a:spcBef>
            </a:pPr>
            <a:r>
              <a:rPr sz="1700" spc="-10" dirty="0">
                <a:latin typeface="Calibri"/>
                <a:cs typeface="Calibri"/>
              </a:rPr>
              <a:t>d(000,011)=2,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ts val="1939"/>
              </a:lnSpc>
            </a:pPr>
            <a:r>
              <a:rPr sz="1700" spc="-10" dirty="0">
                <a:latin typeface="Calibri"/>
                <a:cs typeface="Calibri"/>
              </a:rPr>
              <a:t>d(011,101)=2,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75457" y="2431491"/>
            <a:ext cx="1256665" cy="519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939"/>
              </a:lnSpc>
              <a:spcBef>
                <a:spcPts val="105"/>
              </a:spcBef>
            </a:pPr>
            <a:r>
              <a:rPr sz="1700" spc="-10" dirty="0">
                <a:latin typeface="Calibri"/>
                <a:cs typeface="Calibri"/>
              </a:rPr>
              <a:t>d(000,101)=2,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ts val="1939"/>
              </a:lnSpc>
            </a:pPr>
            <a:r>
              <a:rPr sz="1700" spc="-10" dirty="0">
                <a:latin typeface="Calibri"/>
                <a:cs typeface="Calibri"/>
              </a:rPr>
              <a:t>d(011,110)=2,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04638" y="2431491"/>
            <a:ext cx="1202055" cy="519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939"/>
              </a:lnSpc>
              <a:spcBef>
                <a:spcPts val="105"/>
              </a:spcBef>
            </a:pPr>
            <a:r>
              <a:rPr sz="1700" spc="-10" dirty="0">
                <a:latin typeface="Calibri"/>
                <a:cs typeface="Calibri"/>
              </a:rPr>
              <a:t>d(000,110)=2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ts val="1939"/>
              </a:lnSpc>
            </a:pPr>
            <a:r>
              <a:rPr sz="1700" spc="-10" dirty="0">
                <a:latin typeface="Calibri"/>
                <a:cs typeface="Calibri"/>
              </a:rPr>
              <a:t>d(101,110)=2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6657" y="3024886"/>
            <a:ext cx="3509645" cy="1366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Calibri"/>
                <a:cs typeface="Calibri"/>
              </a:rPr>
              <a:t>The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dmin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this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case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2.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1700">
              <a:latin typeface="Calibri"/>
              <a:cs typeface="Calibri"/>
            </a:endParaRPr>
          </a:p>
          <a:p>
            <a:pPr marL="289560" indent="-276860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289560" algn="l"/>
              </a:tabLst>
            </a:pPr>
            <a:r>
              <a:rPr sz="1700" dirty="0">
                <a:latin typeface="Calibri"/>
                <a:cs typeface="Calibri"/>
              </a:rPr>
              <a:t>Given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Hamming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distances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700" dirty="0">
                <a:latin typeface="Calibri"/>
                <a:cs typeface="Calibri"/>
              </a:rPr>
              <a:t>We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first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find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all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Hamming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distances.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95425" y="4338954"/>
            <a:ext cx="34740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92605" algn="l"/>
              </a:tabLst>
            </a:pPr>
            <a:r>
              <a:rPr sz="1700" spc="-10" dirty="0">
                <a:latin typeface="Calibri"/>
                <a:cs typeface="Calibri"/>
              </a:rPr>
              <a:t>d(0000,01011)=3,</a:t>
            </a:r>
            <a:r>
              <a:rPr sz="1700" dirty="0">
                <a:latin typeface="Calibri"/>
                <a:cs typeface="Calibri"/>
              </a:rPr>
              <a:t>	</a:t>
            </a:r>
            <a:r>
              <a:rPr sz="1700" spc="-10" dirty="0">
                <a:latin typeface="Calibri"/>
                <a:cs typeface="Calibri"/>
              </a:rPr>
              <a:t>d(00000,10101)=3,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04638" y="4338954"/>
            <a:ext cx="2554605" cy="518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39"/>
              </a:lnSpc>
              <a:spcBef>
                <a:spcPts val="100"/>
              </a:spcBef>
            </a:pPr>
            <a:r>
              <a:rPr sz="1700" spc="-10" dirty="0">
                <a:latin typeface="Calibri"/>
                <a:cs typeface="Calibri"/>
              </a:rPr>
              <a:t>d(00000,11110)=4,</a:t>
            </a:r>
            <a:endParaRPr sz="1700">
              <a:latin typeface="Calibri"/>
              <a:cs typeface="Calibri"/>
            </a:endParaRPr>
          </a:p>
          <a:p>
            <a:pPr marL="927100">
              <a:lnSpc>
                <a:spcPts val="1939"/>
              </a:lnSpc>
            </a:pPr>
            <a:r>
              <a:rPr sz="1700" spc="-10" dirty="0">
                <a:latin typeface="Calibri"/>
                <a:cs typeface="Calibri"/>
              </a:rPr>
              <a:t>d(10101,11110)=3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95425" y="4572127"/>
            <a:ext cx="34740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Calibri"/>
                <a:cs typeface="Calibri"/>
              </a:rPr>
              <a:t>d(01011,10101)=4,</a:t>
            </a:r>
            <a:r>
              <a:rPr sz="1700" spc="484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d(01011,11110)=3,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95425" y="5293233"/>
            <a:ext cx="22555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Calibri"/>
                <a:cs typeface="Calibri"/>
              </a:rPr>
              <a:t>The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dmin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this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case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3.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58025" y="2710052"/>
            <a:ext cx="2533650" cy="13004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dirty="0">
                <a:solidFill>
                  <a:srgbClr val="0D0D0D"/>
                </a:solidFill>
                <a:latin typeface="Calibri Light"/>
                <a:cs typeface="Calibri Light"/>
              </a:rPr>
              <a:t>The</a:t>
            </a:r>
            <a:r>
              <a:rPr sz="4400" spc="-150" dirty="0">
                <a:solidFill>
                  <a:srgbClr val="0D0D0D"/>
                </a:solidFill>
                <a:latin typeface="Calibri Light"/>
                <a:cs typeface="Calibri Light"/>
              </a:rPr>
              <a:t> </a:t>
            </a:r>
            <a:r>
              <a:rPr sz="4400" spc="-20" dirty="0">
                <a:solidFill>
                  <a:srgbClr val="0D0D0D"/>
                </a:solidFill>
                <a:latin typeface="Calibri Light"/>
                <a:cs typeface="Calibri Light"/>
              </a:rPr>
              <a:t>Three </a:t>
            </a:r>
            <a:r>
              <a:rPr sz="4400" spc="-75" dirty="0">
                <a:solidFill>
                  <a:srgbClr val="0D0D0D"/>
                </a:solidFill>
                <a:latin typeface="Calibri Light"/>
                <a:cs typeface="Calibri Light"/>
              </a:rPr>
              <a:t>Parameters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2033" y="1566113"/>
            <a:ext cx="3772535" cy="216535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6350" algn="just">
              <a:lnSpc>
                <a:spcPct val="80000"/>
              </a:lnSpc>
              <a:spcBef>
                <a:spcPts val="585"/>
              </a:spcBef>
            </a:pP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Any</a:t>
            </a:r>
            <a:r>
              <a:rPr sz="2000" spc="3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coding</a:t>
            </a:r>
            <a:r>
              <a:rPr sz="2000" spc="3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scheme</a:t>
            </a:r>
            <a:r>
              <a:rPr sz="2000" spc="3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needs</a:t>
            </a:r>
            <a:r>
              <a:rPr sz="2000" spc="3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2000" spc="3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Calibri"/>
                <a:cs typeface="Calibri"/>
              </a:rPr>
              <a:t>have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at</a:t>
            </a:r>
            <a:r>
              <a:rPr sz="2000" spc="37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least</a:t>
            </a:r>
            <a:r>
              <a:rPr sz="2000" spc="38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three</a:t>
            </a:r>
            <a:r>
              <a:rPr sz="2000" spc="37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parameters:</a:t>
            </a:r>
            <a:r>
              <a:rPr sz="2000" spc="38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2000" spc="-25" dirty="0">
                <a:solidFill>
                  <a:srgbClr val="252525"/>
                </a:solidFill>
                <a:latin typeface="Calibri"/>
                <a:cs typeface="Calibri"/>
              </a:rPr>
              <a:t>the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codeword</a:t>
            </a:r>
            <a:r>
              <a:rPr sz="2000" spc="1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size</a:t>
            </a:r>
            <a:r>
              <a:rPr sz="2000" spc="1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n,</a:t>
            </a:r>
            <a:r>
              <a:rPr sz="2000" spc="1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2000" spc="1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dataword</a:t>
            </a:r>
            <a:r>
              <a:rPr sz="2000" spc="1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Calibri"/>
                <a:cs typeface="Calibri"/>
              </a:rPr>
              <a:t>size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k,</a:t>
            </a:r>
            <a:r>
              <a:rPr sz="2000" spc="36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2000" spc="36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2000" spc="34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minimum</a:t>
            </a:r>
            <a:r>
              <a:rPr sz="2000" spc="36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2000" spc="-10" dirty="0">
                <a:solidFill>
                  <a:srgbClr val="252525"/>
                </a:solidFill>
                <a:latin typeface="Calibri"/>
                <a:cs typeface="Calibri"/>
              </a:rPr>
              <a:t>Hamming distance</a:t>
            </a:r>
            <a:r>
              <a:rPr sz="2000" spc="-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Calibri"/>
                <a:cs typeface="Calibri"/>
              </a:rPr>
              <a:t>dmin.</a:t>
            </a:r>
            <a:endParaRPr sz="2000">
              <a:latin typeface="Calibri"/>
              <a:cs typeface="Calibri"/>
            </a:endParaRPr>
          </a:p>
          <a:p>
            <a:pPr marL="12700" marR="5080" algn="just">
              <a:lnSpc>
                <a:spcPct val="80000"/>
              </a:lnSpc>
              <a:spcBef>
                <a:spcPts val="1000"/>
              </a:spcBef>
            </a:pP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A coding</a:t>
            </a:r>
            <a:r>
              <a:rPr sz="20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scheme</a:t>
            </a:r>
            <a:r>
              <a:rPr sz="20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C is written</a:t>
            </a:r>
            <a:r>
              <a:rPr sz="20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as</a:t>
            </a:r>
            <a:r>
              <a:rPr sz="20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Calibri"/>
                <a:cs typeface="Calibri"/>
              </a:rPr>
              <a:t>C(n,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k)</a:t>
            </a:r>
            <a:r>
              <a:rPr sz="2000" spc="5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2000" spc="5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sz="2000" spc="4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separate</a:t>
            </a:r>
            <a:r>
              <a:rPr sz="2000" spc="5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expression</a:t>
            </a:r>
            <a:r>
              <a:rPr sz="2000" spc="4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2000" spc="-25" dirty="0">
                <a:solidFill>
                  <a:srgbClr val="252525"/>
                </a:solidFill>
                <a:latin typeface="Calibri"/>
                <a:cs typeface="Calibri"/>
              </a:rPr>
              <a:t>for </a:t>
            </a:r>
            <a:r>
              <a:rPr sz="2000" spc="-10" dirty="0">
                <a:solidFill>
                  <a:srgbClr val="252525"/>
                </a:solidFill>
                <a:latin typeface="Calibri"/>
                <a:cs typeface="Calibri"/>
              </a:rPr>
              <a:t>dmin.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2033" y="4142308"/>
            <a:ext cx="3771265" cy="106362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585"/>
              </a:spcBef>
            </a:pP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2000" spc="4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example,</a:t>
            </a:r>
            <a:r>
              <a:rPr sz="2000" spc="4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we</a:t>
            </a:r>
            <a:r>
              <a:rPr sz="2000" spc="4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can</a:t>
            </a:r>
            <a:r>
              <a:rPr sz="2000" spc="4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call</a:t>
            </a:r>
            <a:r>
              <a:rPr sz="2000" spc="4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our</a:t>
            </a:r>
            <a:r>
              <a:rPr sz="2000" spc="4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alibri"/>
                <a:cs typeface="Calibri"/>
              </a:rPr>
              <a:t>first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coding</a:t>
            </a:r>
            <a:r>
              <a:rPr sz="20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scheme</a:t>
            </a:r>
            <a:r>
              <a:rPr sz="2000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C(3,</a:t>
            </a:r>
            <a:r>
              <a:rPr sz="2000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2)</a:t>
            </a:r>
            <a:r>
              <a:rPr sz="20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2000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dmin</a:t>
            </a:r>
            <a:r>
              <a:rPr sz="20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Calibri"/>
                <a:cs typeface="Calibri"/>
              </a:rPr>
              <a:t>=2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20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our</a:t>
            </a:r>
            <a:r>
              <a:rPr sz="20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second</a:t>
            </a:r>
            <a:r>
              <a:rPr sz="20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coding</a:t>
            </a:r>
            <a:r>
              <a:rPr sz="20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scheme</a:t>
            </a:r>
            <a:r>
              <a:rPr sz="20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Calibri"/>
                <a:cs typeface="Calibri"/>
              </a:rPr>
              <a:t>C(5,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2)</a:t>
            </a:r>
            <a:r>
              <a:rPr sz="2000" spc="-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2000" spc="-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dmin</a:t>
            </a:r>
            <a:r>
              <a:rPr sz="2000" spc="-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525"/>
                </a:solidFill>
                <a:latin typeface="Calibri"/>
                <a:cs typeface="Calibri"/>
              </a:rPr>
              <a:t>=</a:t>
            </a:r>
            <a:r>
              <a:rPr sz="2000" spc="-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Calibri"/>
                <a:cs typeface="Calibri"/>
              </a:rPr>
              <a:t>3.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2567" rIns="0" bIns="0" rtlCol="0">
            <a:spAutoFit/>
          </a:bodyPr>
          <a:lstStyle/>
          <a:p>
            <a:pPr marL="4514850" marR="5080">
              <a:lnSpc>
                <a:spcPts val="4430"/>
              </a:lnSpc>
              <a:spcBef>
                <a:spcPts val="660"/>
              </a:spcBef>
            </a:pPr>
            <a:r>
              <a:rPr sz="4100" spc="-30" dirty="0"/>
              <a:t>Hamming</a:t>
            </a:r>
            <a:r>
              <a:rPr sz="4100" spc="-170" dirty="0"/>
              <a:t> </a:t>
            </a:r>
            <a:r>
              <a:rPr sz="4100" spc="-35" dirty="0"/>
              <a:t>Distance</a:t>
            </a:r>
            <a:r>
              <a:rPr sz="4100" spc="-170" dirty="0"/>
              <a:t> </a:t>
            </a:r>
            <a:r>
              <a:rPr sz="4100" dirty="0"/>
              <a:t>and</a:t>
            </a:r>
            <a:r>
              <a:rPr sz="4100" spc="-155" dirty="0"/>
              <a:t> </a:t>
            </a:r>
            <a:r>
              <a:rPr sz="4100" spc="-10" dirty="0"/>
              <a:t>Error Detection</a:t>
            </a:r>
            <a:endParaRPr sz="4100"/>
          </a:p>
        </p:txBody>
      </p:sp>
      <p:sp>
        <p:nvSpPr>
          <p:cNvPr id="3" name="object 3"/>
          <p:cNvSpPr txBox="1"/>
          <p:nvPr/>
        </p:nvSpPr>
        <p:spPr>
          <a:xfrm>
            <a:off x="5044821" y="2424811"/>
            <a:ext cx="6430010" cy="305498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340"/>
              </a:spcBef>
              <a:buFont typeface="Wingdings"/>
              <a:buChar char=""/>
              <a:tabLst>
                <a:tab pos="241300" algn="l"/>
                <a:tab pos="297180" algn="l"/>
              </a:tabLst>
            </a:pPr>
            <a:r>
              <a:rPr sz="2000" dirty="0">
                <a:latin typeface="Calibri"/>
                <a:cs typeface="Calibri"/>
              </a:rPr>
              <a:t>	When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codeword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corrupted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during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transmission,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Hamming</a:t>
            </a:r>
            <a:r>
              <a:rPr sz="2000" spc="40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distance</a:t>
            </a:r>
            <a:r>
              <a:rPr sz="2000" spc="409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40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0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sent</a:t>
            </a:r>
            <a:r>
              <a:rPr sz="2000" spc="40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405" dirty="0">
                <a:latin typeface="Calibri"/>
                <a:cs typeface="Calibri"/>
              </a:rPr>
              <a:t>  </a:t>
            </a:r>
            <a:r>
              <a:rPr sz="2000" spc="-10" dirty="0">
                <a:latin typeface="Calibri"/>
                <a:cs typeface="Calibri"/>
              </a:rPr>
              <a:t>received </a:t>
            </a:r>
            <a:r>
              <a:rPr sz="2000" dirty="0">
                <a:latin typeface="Calibri"/>
                <a:cs typeface="Calibri"/>
              </a:rPr>
              <a:t>codewords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bits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affected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error.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words,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Hamming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distance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received </a:t>
            </a:r>
            <a:r>
              <a:rPr sz="2000" dirty="0">
                <a:latin typeface="Calibri"/>
                <a:cs typeface="Calibri"/>
              </a:rPr>
              <a:t>codeword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sent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codeword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that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corrupted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during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transmission.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60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41300" marR="6350" indent="-228600" algn="just">
              <a:lnSpc>
                <a:spcPts val="2160"/>
              </a:lnSpc>
              <a:buFont typeface="Wingdings"/>
              <a:buChar char=""/>
              <a:tabLst>
                <a:tab pos="241300" algn="l"/>
                <a:tab pos="298450" algn="l"/>
              </a:tabLst>
            </a:pPr>
            <a:r>
              <a:rPr sz="2000" dirty="0">
                <a:latin typeface="Calibri"/>
                <a:cs typeface="Calibri"/>
              </a:rPr>
              <a:t>	For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example,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codeword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00000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sent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01101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received,</a:t>
            </a:r>
            <a:r>
              <a:rPr sz="2000" spc="4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</a:t>
            </a:r>
            <a:r>
              <a:rPr sz="2000" spc="4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bits</a:t>
            </a:r>
            <a:r>
              <a:rPr sz="2000" spc="4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4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4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error</a:t>
            </a:r>
            <a:r>
              <a:rPr sz="2000" spc="4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45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Hamming</a:t>
            </a:r>
            <a:r>
              <a:rPr sz="2000" spc="4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distance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d(OOOOO,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01101)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=3.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7" cy="68579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081778" y="2116073"/>
            <a:ext cx="6309360" cy="0"/>
          </a:xfrm>
          <a:custGeom>
            <a:avLst/>
            <a:gdLst/>
            <a:ahLst/>
            <a:cxnLst/>
            <a:rect l="l" t="t" r="r" b="b"/>
            <a:pathLst>
              <a:path w="6309359">
                <a:moveTo>
                  <a:pt x="0" y="0"/>
                </a:moveTo>
                <a:lnTo>
                  <a:pt x="6309360" y="0"/>
                </a:lnTo>
              </a:path>
            </a:pathLst>
          </a:custGeom>
          <a:ln w="19050">
            <a:solidFill>
              <a:srgbClr val="5C8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948" y="609676"/>
            <a:ext cx="84385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Minimum</a:t>
            </a:r>
            <a:r>
              <a:rPr spc="-215" dirty="0"/>
              <a:t> </a:t>
            </a:r>
            <a:r>
              <a:rPr spc="-45" dirty="0"/>
              <a:t>Distance</a:t>
            </a:r>
            <a:r>
              <a:rPr spc="-204" dirty="0"/>
              <a:t> </a:t>
            </a:r>
            <a:r>
              <a:rPr spc="-10" dirty="0"/>
              <a:t>for</a:t>
            </a:r>
            <a:r>
              <a:rPr spc="-195" dirty="0"/>
              <a:t> </a:t>
            </a:r>
            <a:r>
              <a:rPr spc="-25" dirty="0"/>
              <a:t>Error</a:t>
            </a:r>
            <a:r>
              <a:rPr spc="-195" dirty="0"/>
              <a:t> </a:t>
            </a:r>
            <a:r>
              <a:rPr spc="-10" dirty="0"/>
              <a:t>Detection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1782"/>
            <a:ext cx="10360660" cy="14287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40"/>
              </a:spcBef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4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40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errors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occur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during</a:t>
            </a:r>
            <a:r>
              <a:rPr sz="2000" spc="4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transmission,</a:t>
            </a:r>
            <a:r>
              <a:rPr sz="2000" spc="4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Hamming</a:t>
            </a:r>
            <a:r>
              <a:rPr sz="2000" spc="40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distance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4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sent</a:t>
            </a:r>
            <a:r>
              <a:rPr sz="2000" spc="4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codeword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received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codeword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s.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our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errors,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minimum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distance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valid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 be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 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received codeword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match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valid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codeword.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other </a:t>
            </a:r>
            <a:r>
              <a:rPr sz="2000" dirty="0">
                <a:latin typeface="Calibri"/>
                <a:cs typeface="Calibri"/>
              </a:rPr>
              <a:t>words,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minimum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distance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valid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codewords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received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codeword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cannot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erroneously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mistaken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another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codeword.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8167" y="3471671"/>
            <a:ext cx="6455663" cy="28407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369" rIns="0" bIns="0" rtlCol="0">
            <a:spAutoFit/>
          </a:bodyPr>
          <a:lstStyle/>
          <a:p>
            <a:pPr marL="767715">
              <a:lnSpc>
                <a:spcPct val="100000"/>
              </a:lnSpc>
              <a:spcBef>
                <a:spcPts val="95"/>
              </a:spcBef>
            </a:pPr>
            <a:r>
              <a:rPr sz="4000" spc="-35" dirty="0"/>
              <a:t>Example:</a:t>
            </a:r>
            <a:r>
              <a:rPr sz="4000" spc="-200" dirty="0"/>
              <a:t> </a:t>
            </a:r>
            <a:r>
              <a:rPr sz="4000" spc="-30" dirty="0"/>
              <a:t>Minimum</a:t>
            </a:r>
            <a:r>
              <a:rPr sz="4000" spc="-195" dirty="0"/>
              <a:t> </a:t>
            </a:r>
            <a:r>
              <a:rPr sz="4000" spc="-30" dirty="0"/>
              <a:t>Distance</a:t>
            </a:r>
            <a:r>
              <a:rPr sz="4000" spc="-195" dirty="0"/>
              <a:t> </a:t>
            </a:r>
            <a:r>
              <a:rPr sz="4000" spc="-10" dirty="0"/>
              <a:t>for</a:t>
            </a:r>
            <a:r>
              <a:rPr sz="4000" spc="-185" dirty="0"/>
              <a:t> </a:t>
            </a:r>
            <a:r>
              <a:rPr sz="4000" spc="-20" dirty="0"/>
              <a:t>Error</a:t>
            </a:r>
            <a:r>
              <a:rPr sz="4000" spc="-175" dirty="0"/>
              <a:t> </a:t>
            </a:r>
            <a:r>
              <a:rPr sz="4000" spc="-10" dirty="0"/>
              <a:t>Detection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204" y="1690116"/>
            <a:ext cx="4989009" cy="17023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24600" y="1690116"/>
            <a:ext cx="4895088" cy="15971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6939" y="3720465"/>
            <a:ext cx="502475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guarantees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detection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single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error.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1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example,</a:t>
            </a:r>
            <a:r>
              <a:rPr sz="1800" spc="11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1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third</a:t>
            </a:r>
            <a:r>
              <a:rPr sz="1800" spc="1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codeword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(l0</a:t>
            </a:r>
            <a:r>
              <a:rPr sz="1800" spc="1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1)</a:t>
            </a:r>
            <a:r>
              <a:rPr sz="1800" spc="1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</a:t>
            </a:r>
            <a:r>
              <a:rPr sz="1800" spc="12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3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</a:t>
            </a:r>
            <a:r>
              <a:rPr sz="1800" spc="3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occurs,</a:t>
            </a:r>
            <a:r>
              <a:rPr sz="1800" spc="3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received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codeword</a:t>
            </a:r>
            <a:r>
              <a:rPr sz="1800" spc="3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does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not </a:t>
            </a:r>
            <a:r>
              <a:rPr sz="1800" dirty="0">
                <a:latin typeface="Calibri"/>
                <a:cs typeface="Calibri"/>
              </a:rPr>
              <a:t>match</a:t>
            </a:r>
            <a:r>
              <a:rPr sz="1800" spc="16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17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valid</a:t>
            </a:r>
            <a:r>
              <a:rPr sz="1800" spc="17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codeword.</a:t>
            </a:r>
            <a:r>
              <a:rPr sz="1800" spc="16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17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17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errors</a:t>
            </a:r>
            <a:r>
              <a:rPr sz="1800" spc="165" dirty="0">
                <a:latin typeface="Calibri"/>
                <a:cs typeface="Calibri"/>
              </a:rPr>
              <a:t>  </a:t>
            </a:r>
            <a:r>
              <a:rPr sz="1800" spc="-20" dirty="0">
                <a:latin typeface="Calibri"/>
                <a:cs typeface="Calibri"/>
              </a:rPr>
              <a:t>occur, </a:t>
            </a:r>
            <a:r>
              <a:rPr sz="1800" dirty="0">
                <a:latin typeface="Calibri"/>
                <a:cs typeface="Calibri"/>
              </a:rPr>
              <a:t>however,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received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codeword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match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valid codeword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detected.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9182" y="3720465"/>
            <a:ext cx="48660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2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2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detect</a:t>
            </a:r>
            <a:r>
              <a:rPr sz="1800" spc="2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</a:t>
            </a:r>
            <a:r>
              <a:rPr sz="1800" spc="2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2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2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errors.</a:t>
            </a:r>
            <a:r>
              <a:rPr sz="1800" spc="2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Again,</a:t>
            </a:r>
            <a:r>
              <a:rPr sz="1800" spc="2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we </a:t>
            </a:r>
            <a:r>
              <a:rPr sz="1800" dirty="0">
                <a:latin typeface="Calibri"/>
                <a:cs typeface="Calibri"/>
              </a:rPr>
              <a:t>see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valid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codewords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2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sent,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2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errors</a:t>
            </a:r>
            <a:r>
              <a:rPr sz="1800" spc="25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2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25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codeword</a:t>
            </a:r>
            <a:r>
              <a:rPr sz="1800" spc="2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25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2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3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valid</a:t>
            </a:r>
            <a:r>
              <a:rPr sz="1800" spc="3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codewords.</a:t>
            </a:r>
            <a:r>
              <a:rPr sz="1800" spc="3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receiver</a:t>
            </a:r>
            <a:r>
              <a:rPr sz="1800" spc="3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cannot</a:t>
            </a:r>
            <a:r>
              <a:rPr sz="1800" spc="3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09182" y="4818126"/>
            <a:ext cx="4865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5025" algn="l"/>
                <a:tab pos="1876425" algn="l"/>
                <a:tab pos="2555875" algn="l"/>
                <a:tab pos="3987165" algn="l"/>
                <a:tab pos="4350385" algn="l"/>
              </a:tabLst>
            </a:pPr>
            <a:r>
              <a:rPr sz="1800" spc="-10" dirty="0">
                <a:latin typeface="Calibri"/>
                <a:cs typeface="Calibri"/>
              </a:rPr>
              <a:t>fooled.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However,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some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combinations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three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9182" y="5092446"/>
            <a:ext cx="4864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errors</a:t>
            </a:r>
            <a:r>
              <a:rPr sz="1800" spc="4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change</a:t>
            </a:r>
            <a:r>
              <a:rPr sz="1800" spc="409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4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valid</a:t>
            </a:r>
            <a:r>
              <a:rPr sz="1800" spc="4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codeword</a:t>
            </a:r>
            <a:r>
              <a:rPr sz="1800" spc="4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4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another</a:t>
            </a:r>
            <a:r>
              <a:rPr sz="1800" spc="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valid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09182" y="5366410"/>
            <a:ext cx="48641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87450" algn="l"/>
                <a:tab pos="1725295" algn="l"/>
                <a:tab pos="2665730" algn="l"/>
                <a:tab pos="3559175" algn="l"/>
                <a:tab pos="4060825" algn="l"/>
              </a:tabLst>
            </a:pPr>
            <a:r>
              <a:rPr sz="1800" spc="-10" dirty="0">
                <a:latin typeface="Calibri"/>
                <a:cs typeface="Calibri"/>
              </a:rPr>
              <a:t>codeword.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receiver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accepts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received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codeword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undetected.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12"/>
            <a:ext cx="12192000" cy="2870200"/>
          </a:xfrm>
          <a:custGeom>
            <a:avLst/>
            <a:gdLst/>
            <a:ahLst/>
            <a:cxnLst/>
            <a:rect l="l" t="t" r="r" b="b"/>
            <a:pathLst>
              <a:path w="12192000" h="2870200">
                <a:moveTo>
                  <a:pt x="6782910" y="2857500"/>
                </a:moveTo>
                <a:lnTo>
                  <a:pt x="5672398" y="2857500"/>
                </a:lnTo>
                <a:lnTo>
                  <a:pt x="5926872" y="2870200"/>
                </a:lnTo>
                <a:lnTo>
                  <a:pt x="6732047" y="2870200"/>
                </a:lnTo>
                <a:lnTo>
                  <a:pt x="6782910" y="2857500"/>
                </a:lnTo>
                <a:close/>
              </a:path>
              <a:path w="12192000" h="2870200">
                <a:moveTo>
                  <a:pt x="7142070" y="2844800"/>
                </a:moveTo>
                <a:lnTo>
                  <a:pt x="5570589" y="2844800"/>
                </a:lnTo>
                <a:lnTo>
                  <a:pt x="5621496" y="2857500"/>
                </a:lnTo>
                <a:lnTo>
                  <a:pt x="7090432" y="2857500"/>
                </a:lnTo>
                <a:lnTo>
                  <a:pt x="7142070" y="2844800"/>
                </a:lnTo>
                <a:close/>
              </a:path>
              <a:path w="12192000" h="2870200">
                <a:moveTo>
                  <a:pt x="7400147" y="2832100"/>
                </a:moveTo>
                <a:lnTo>
                  <a:pt x="5315980" y="2832100"/>
                </a:lnTo>
                <a:lnTo>
                  <a:pt x="5366914" y="2844800"/>
                </a:lnTo>
                <a:lnTo>
                  <a:pt x="7348545" y="2844800"/>
                </a:lnTo>
                <a:lnTo>
                  <a:pt x="7400147" y="2832100"/>
                </a:lnTo>
                <a:close/>
              </a:path>
              <a:path w="12192000" h="2870200">
                <a:moveTo>
                  <a:pt x="7606500" y="2819400"/>
                </a:moveTo>
                <a:lnTo>
                  <a:pt x="5009468" y="2819400"/>
                </a:lnTo>
                <a:lnTo>
                  <a:pt x="5060562" y="2832100"/>
                </a:lnTo>
                <a:lnTo>
                  <a:pt x="7554919" y="2832100"/>
                </a:lnTo>
                <a:lnTo>
                  <a:pt x="7606500" y="2819400"/>
                </a:lnTo>
                <a:close/>
              </a:path>
              <a:path w="12192000" h="2870200">
                <a:moveTo>
                  <a:pt x="7812784" y="2806700"/>
                </a:moveTo>
                <a:lnTo>
                  <a:pt x="4805203" y="2806700"/>
                </a:lnTo>
                <a:lnTo>
                  <a:pt x="4856253" y="2819400"/>
                </a:lnTo>
                <a:lnTo>
                  <a:pt x="7761218" y="2819400"/>
                </a:lnTo>
                <a:lnTo>
                  <a:pt x="7812784" y="2806700"/>
                </a:lnTo>
                <a:close/>
              </a:path>
              <a:path w="12192000" h="2870200">
                <a:moveTo>
                  <a:pt x="6936358" y="2794000"/>
                </a:moveTo>
                <a:lnTo>
                  <a:pt x="4652127" y="2794000"/>
                </a:lnTo>
                <a:lnTo>
                  <a:pt x="4703140" y="2806700"/>
                </a:lnTo>
                <a:lnTo>
                  <a:pt x="6790435" y="2806700"/>
                </a:lnTo>
                <a:lnTo>
                  <a:pt x="6936358" y="2794000"/>
                </a:lnTo>
                <a:close/>
              </a:path>
              <a:path w="12192000" h="2870200">
                <a:moveTo>
                  <a:pt x="7966440" y="2794000"/>
                </a:moveTo>
                <a:lnTo>
                  <a:pt x="7082640" y="2794000"/>
                </a:lnTo>
                <a:lnTo>
                  <a:pt x="7032999" y="2806700"/>
                </a:lnTo>
                <a:lnTo>
                  <a:pt x="7915398" y="2806700"/>
                </a:lnTo>
                <a:lnTo>
                  <a:pt x="7966440" y="2794000"/>
                </a:lnTo>
                <a:close/>
              </a:path>
              <a:path w="12192000" h="2870200">
                <a:moveTo>
                  <a:pt x="8260661" y="2667000"/>
                </a:moveTo>
                <a:lnTo>
                  <a:pt x="3322362" y="2667000"/>
                </a:lnTo>
                <a:lnTo>
                  <a:pt x="3526765" y="2692400"/>
                </a:lnTo>
                <a:lnTo>
                  <a:pt x="3885309" y="2730500"/>
                </a:lnTo>
                <a:lnTo>
                  <a:pt x="3987728" y="2743200"/>
                </a:lnTo>
                <a:lnTo>
                  <a:pt x="4090154" y="2743200"/>
                </a:lnTo>
                <a:lnTo>
                  <a:pt x="4141374" y="2755900"/>
                </a:lnTo>
                <a:lnTo>
                  <a:pt x="4192599" y="2755900"/>
                </a:lnTo>
                <a:lnTo>
                  <a:pt x="4243831" y="2768600"/>
                </a:lnTo>
                <a:lnTo>
                  <a:pt x="4346321" y="2768600"/>
                </a:lnTo>
                <a:lnTo>
                  <a:pt x="4397255" y="2781300"/>
                </a:lnTo>
                <a:lnTo>
                  <a:pt x="4499164" y="2781300"/>
                </a:lnTo>
                <a:lnTo>
                  <a:pt x="4550139" y="2794000"/>
                </a:lnTo>
                <a:lnTo>
                  <a:pt x="6951726" y="2794000"/>
                </a:lnTo>
                <a:lnTo>
                  <a:pt x="7716011" y="2730500"/>
                </a:lnTo>
                <a:lnTo>
                  <a:pt x="7765563" y="2730500"/>
                </a:lnTo>
                <a:lnTo>
                  <a:pt x="7815108" y="2717800"/>
                </a:lnTo>
                <a:lnTo>
                  <a:pt x="7864646" y="2717800"/>
                </a:lnTo>
                <a:lnTo>
                  <a:pt x="7914177" y="2705100"/>
                </a:lnTo>
                <a:lnTo>
                  <a:pt x="8013214" y="2705100"/>
                </a:lnTo>
                <a:lnTo>
                  <a:pt x="8062720" y="2692400"/>
                </a:lnTo>
                <a:lnTo>
                  <a:pt x="8112219" y="2692400"/>
                </a:lnTo>
                <a:lnTo>
                  <a:pt x="8161708" y="2679700"/>
                </a:lnTo>
                <a:lnTo>
                  <a:pt x="8211189" y="2679700"/>
                </a:lnTo>
                <a:lnTo>
                  <a:pt x="8260661" y="2667000"/>
                </a:lnTo>
                <a:close/>
              </a:path>
              <a:path w="12192000" h="2870200">
                <a:moveTo>
                  <a:pt x="8119515" y="2781300"/>
                </a:moveTo>
                <a:lnTo>
                  <a:pt x="7330748" y="2781300"/>
                </a:lnTo>
                <a:lnTo>
                  <a:pt x="7281138" y="2794000"/>
                </a:lnTo>
                <a:lnTo>
                  <a:pt x="8068498" y="2794000"/>
                </a:lnTo>
                <a:lnTo>
                  <a:pt x="8119515" y="2781300"/>
                </a:lnTo>
                <a:close/>
              </a:path>
              <a:path w="12192000" h="2870200">
                <a:moveTo>
                  <a:pt x="8272507" y="2768600"/>
                </a:moveTo>
                <a:lnTo>
                  <a:pt x="7578725" y="2768600"/>
                </a:lnTo>
                <a:lnTo>
                  <a:pt x="7529138" y="2781300"/>
                </a:lnTo>
                <a:lnTo>
                  <a:pt x="8221519" y="2781300"/>
                </a:lnTo>
                <a:lnTo>
                  <a:pt x="8272507" y="2768600"/>
                </a:lnTo>
                <a:close/>
              </a:path>
              <a:path w="12192000" h="2870200">
                <a:moveTo>
                  <a:pt x="8425409" y="2755900"/>
                </a:moveTo>
                <a:lnTo>
                  <a:pt x="7778034" y="2755900"/>
                </a:lnTo>
                <a:lnTo>
                  <a:pt x="7728215" y="2768600"/>
                </a:lnTo>
                <a:lnTo>
                  <a:pt x="8374452" y="2768600"/>
                </a:lnTo>
                <a:lnTo>
                  <a:pt x="8425409" y="2755900"/>
                </a:lnTo>
                <a:close/>
              </a:path>
              <a:path w="12192000" h="2870200">
                <a:moveTo>
                  <a:pt x="8578215" y="2743200"/>
                </a:moveTo>
                <a:lnTo>
                  <a:pt x="7927452" y="2743200"/>
                </a:lnTo>
                <a:lnTo>
                  <a:pt x="7877653" y="2755900"/>
                </a:lnTo>
                <a:lnTo>
                  <a:pt x="8527291" y="2755900"/>
                </a:lnTo>
                <a:lnTo>
                  <a:pt x="8578215" y="2743200"/>
                </a:lnTo>
                <a:close/>
              </a:path>
              <a:path w="12192000" h="2870200">
                <a:moveTo>
                  <a:pt x="8679828" y="2730500"/>
                </a:moveTo>
                <a:lnTo>
                  <a:pt x="8076808" y="2730500"/>
                </a:lnTo>
                <a:lnTo>
                  <a:pt x="8027030" y="2743200"/>
                </a:lnTo>
                <a:lnTo>
                  <a:pt x="8629033" y="2743200"/>
                </a:lnTo>
                <a:lnTo>
                  <a:pt x="8679828" y="2730500"/>
                </a:lnTo>
                <a:close/>
              </a:path>
              <a:path w="12192000" h="2870200">
                <a:moveTo>
                  <a:pt x="8781353" y="2717800"/>
                </a:moveTo>
                <a:lnTo>
                  <a:pt x="8226096" y="2717800"/>
                </a:lnTo>
                <a:lnTo>
                  <a:pt x="8176341" y="2730500"/>
                </a:lnTo>
                <a:lnTo>
                  <a:pt x="8730601" y="2730500"/>
                </a:lnTo>
                <a:lnTo>
                  <a:pt x="8781353" y="2717800"/>
                </a:lnTo>
                <a:close/>
              </a:path>
              <a:path w="12192000" h="2870200">
                <a:moveTo>
                  <a:pt x="8933515" y="2705100"/>
                </a:moveTo>
                <a:lnTo>
                  <a:pt x="8375307" y="2705100"/>
                </a:lnTo>
                <a:lnTo>
                  <a:pt x="8325579" y="2717800"/>
                </a:lnTo>
                <a:lnTo>
                  <a:pt x="8882808" y="2717800"/>
                </a:lnTo>
                <a:lnTo>
                  <a:pt x="8933515" y="2705100"/>
                </a:lnTo>
                <a:close/>
              </a:path>
              <a:path w="12192000" h="2870200">
                <a:moveTo>
                  <a:pt x="9034897" y="2692400"/>
                </a:moveTo>
                <a:lnTo>
                  <a:pt x="8524437" y="2692400"/>
                </a:lnTo>
                <a:lnTo>
                  <a:pt x="8474737" y="2705100"/>
                </a:lnTo>
                <a:lnTo>
                  <a:pt x="8984210" y="2705100"/>
                </a:lnTo>
                <a:lnTo>
                  <a:pt x="9034897" y="2692400"/>
                </a:lnTo>
                <a:close/>
              </a:path>
              <a:path w="12192000" h="2870200">
                <a:moveTo>
                  <a:pt x="9136252" y="2679700"/>
                </a:moveTo>
                <a:lnTo>
                  <a:pt x="8623808" y="2679700"/>
                </a:lnTo>
                <a:lnTo>
                  <a:pt x="8574127" y="2692400"/>
                </a:lnTo>
                <a:lnTo>
                  <a:pt x="9085577" y="2692400"/>
                </a:lnTo>
                <a:lnTo>
                  <a:pt x="9136252" y="2679700"/>
                </a:lnTo>
                <a:close/>
              </a:path>
              <a:path w="12192000" h="2870200">
                <a:moveTo>
                  <a:pt x="9236950" y="2667000"/>
                </a:moveTo>
                <a:lnTo>
                  <a:pt x="8775217" y="2667000"/>
                </a:lnTo>
                <a:lnTo>
                  <a:pt x="8724763" y="2679700"/>
                </a:lnTo>
                <a:lnTo>
                  <a:pt x="9186926" y="2679700"/>
                </a:lnTo>
                <a:lnTo>
                  <a:pt x="9236950" y="2667000"/>
                </a:lnTo>
                <a:close/>
              </a:path>
              <a:path w="12192000" h="2870200">
                <a:moveTo>
                  <a:pt x="8409020" y="2654300"/>
                </a:moveTo>
                <a:lnTo>
                  <a:pt x="3221131" y="2654300"/>
                </a:lnTo>
                <a:lnTo>
                  <a:pt x="3271742" y="2667000"/>
                </a:lnTo>
                <a:lnTo>
                  <a:pt x="8359577" y="2667000"/>
                </a:lnTo>
                <a:lnTo>
                  <a:pt x="8409020" y="2654300"/>
                </a:lnTo>
                <a:close/>
              </a:path>
              <a:path w="12192000" h="2870200">
                <a:moveTo>
                  <a:pt x="9336960" y="2654300"/>
                </a:moveTo>
                <a:lnTo>
                  <a:pt x="8876078" y="2654300"/>
                </a:lnTo>
                <a:lnTo>
                  <a:pt x="8825656" y="2667000"/>
                </a:lnTo>
                <a:lnTo>
                  <a:pt x="9286961" y="2667000"/>
                </a:lnTo>
                <a:lnTo>
                  <a:pt x="9336960" y="2654300"/>
                </a:lnTo>
                <a:close/>
              </a:path>
              <a:path w="12192000" h="2870200">
                <a:moveTo>
                  <a:pt x="8509400" y="2641600"/>
                </a:moveTo>
                <a:lnTo>
                  <a:pt x="3069355" y="2641600"/>
                </a:lnTo>
                <a:lnTo>
                  <a:pt x="3119937" y="2654300"/>
                </a:lnTo>
                <a:lnTo>
                  <a:pt x="8458454" y="2654300"/>
                </a:lnTo>
                <a:lnTo>
                  <a:pt x="8509400" y="2641600"/>
                </a:lnTo>
                <a:close/>
              </a:path>
              <a:path w="12192000" h="2870200">
                <a:moveTo>
                  <a:pt x="9436915" y="2641600"/>
                </a:moveTo>
                <a:lnTo>
                  <a:pt x="8976876" y="2641600"/>
                </a:lnTo>
                <a:lnTo>
                  <a:pt x="8926485" y="2654300"/>
                </a:lnTo>
                <a:lnTo>
                  <a:pt x="9386945" y="2654300"/>
                </a:lnTo>
                <a:lnTo>
                  <a:pt x="9436915" y="2641600"/>
                </a:lnTo>
                <a:close/>
              </a:path>
              <a:path w="12192000" h="2870200">
                <a:moveTo>
                  <a:pt x="8611249" y="2628900"/>
                </a:moveTo>
                <a:lnTo>
                  <a:pt x="2968218" y="2628900"/>
                </a:lnTo>
                <a:lnTo>
                  <a:pt x="3018782" y="2641600"/>
                </a:lnTo>
                <a:lnTo>
                  <a:pt x="8560332" y="2641600"/>
                </a:lnTo>
                <a:lnTo>
                  <a:pt x="8611249" y="2628900"/>
                </a:lnTo>
                <a:close/>
              </a:path>
              <a:path w="12192000" h="2870200">
                <a:moveTo>
                  <a:pt x="9586737" y="2616200"/>
                </a:moveTo>
                <a:lnTo>
                  <a:pt x="9178281" y="2616200"/>
                </a:lnTo>
                <a:lnTo>
                  <a:pt x="9127954" y="2628900"/>
                </a:lnTo>
                <a:lnTo>
                  <a:pt x="9077610" y="2628900"/>
                </a:lnTo>
                <a:lnTo>
                  <a:pt x="9027251" y="2641600"/>
                </a:lnTo>
                <a:lnTo>
                  <a:pt x="9486871" y="2641600"/>
                </a:lnTo>
                <a:lnTo>
                  <a:pt x="9586737" y="2616200"/>
                </a:lnTo>
                <a:close/>
              </a:path>
              <a:path w="12192000" h="2870200">
                <a:moveTo>
                  <a:pt x="8713040" y="2616200"/>
                </a:moveTo>
                <a:lnTo>
                  <a:pt x="2867120" y="2616200"/>
                </a:lnTo>
                <a:lnTo>
                  <a:pt x="2917664" y="2628900"/>
                </a:lnTo>
                <a:lnTo>
                  <a:pt x="8662151" y="2628900"/>
                </a:lnTo>
                <a:lnTo>
                  <a:pt x="8713040" y="2616200"/>
                </a:lnTo>
                <a:close/>
              </a:path>
              <a:path w="12192000" h="2870200">
                <a:moveTo>
                  <a:pt x="8865620" y="2590800"/>
                </a:moveTo>
                <a:lnTo>
                  <a:pt x="2665037" y="2590800"/>
                </a:lnTo>
                <a:lnTo>
                  <a:pt x="2715544" y="2603500"/>
                </a:lnTo>
                <a:lnTo>
                  <a:pt x="2766059" y="2603500"/>
                </a:lnTo>
                <a:lnTo>
                  <a:pt x="2816585" y="2616200"/>
                </a:lnTo>
                <a:lnTo>
                  <a:pt x="8763914" y="2616200"/>
                </a:lnTo>
                <a:lnTo>
                  <a:pt x="8865620" y="2590800"/>
                </a:lnTo>
                <a:close/>
              </a:path>
              <a:path w="12192000" h="2870200">
                <a:moveTo>
                  <a:pt x="9686538" y="2603500"/>
                </a:moveTo>
                <a:lnTo>
                  <a:pt x="9278889" y="2603500"/>
                </a:lnTo>
                <a:lnTo>
                  <a:pt x="9228593" y="2616200"/>
                </a:lnTo>
                <a:lnTo>
                  <a:pt x="9636646" y="2616200"/>
                </a:lnTo>
                <a:lnTo>
                  <a:pt x="9686538" y="2603500"/>
                </a:lnTo>
                <a:close/>
              </a:path>
              <a:path w="12192000" h="2870200">
                <a:moveTo>
                  <a:pt x="9836106" y="2578100"/>
                </a:moveTo>
                <a:lnTo>
                  <a:pt x="9479915" y="2578100"/>
                </a:lnTo>
                <a:lnTo>
                  <a:pt x="9429682" y="2590800"/>
                </a:lnTo>
                <a:lnTo>
                  <a:pt x="9379433" y="2590800"/>
                </a:lnTo>
                <a:lnTo>
                  <a:pt x="9329169" y="2603500"/>
                </a:lnTo>
                <a:lnTo>
                  <a:pt x="9736412" y="2603500"/>
                </a:lnTo>
                <a:lnTo>
                  <a:pt x="9836106" y="2578100"/>
                </a:lnTo>
                <a:close/>
              </a:path>
              <a:path w="12192000" h="2870200">
                <a:moveTo>
                  <a:pt x="8967271" y="2578100"/>
                </a:moveTo>
                <a:lnTo>
                  <a:pt x="2564053" y="2578100"/>
                </a:lnTo>
                <a:lnTo>
                  <a:pt x="2614541" y="2590800"/>
                </a:lnTo>
                <a:lnTo>
                  <a:pt x="8916452" y="2590800"/>
                </a:lnTo>
                <a:lnTo>
                  <a:pt x="8967271" y="2578100"/>
                </a:lnTo>
                <a:close/>
              </a:path>
              <a:path w="12192000" h="2870200">
                <a:moveTo>
                  <a:pt x="9068866" y="2565400"/>
                </a:moveTo>
                <a:lnTo>
                  <a:pt x="2463107" y="2565400"/>
                </a:lnTo>
                <a:lnTo>
                  <a:pt x="2513576" y="2578100"/>
                </a:lnTo>
                <a:lnTo>
                  <a:pt x="9018075" y="2578100"/>
                </a:lnTo>
                <a:lnTo>
                  <a:pt x="9068866" y="2565400"/>
                </a:lnTo>
                <a:close/>
              </a:path>
              <a:path w="12192000" h="2870200">
                <a:moveTo>
                  <a:pt x="9935723" y="2565400"/>
                </a:moveTo>
                <a:lnTo>
                  <a:pt x="9580292" y="2565400"/>
                </a:lnTo>
                <a:lnTo>
                  <a:pt x="9530114" y="2578100"/>
                </a:lnTo>
                <a:lnTo>
                  <a:pt x="9885924" y="2578100"/>
                </a:lnTo>
                <a:lnTo>
                  <a:pt x="9935723" y="2565400"/>
                </a:lnTo>
                <a:close/>
              </a:path>
              <a:path w="12192000" h="2870200">
                <a:moveTo>
                  <a:pt x="9221160" y="2540000"/>
                </a:moveTo>
                <a:lnTo>
                  <a:pt x="2259257" y="2540000"/>
                </a:lnTo>
                <a:lnTo>
                  <a:pt x="2310720" y="2552700"/>
                </a:lnTo>
                <a:lnTo>
                  <a:pt x="2362200" y="2552700"/>
                </a:lnTo>
                <a:lnTo>
                  <a:pt x="2412649" y="2565400"/>
                </a:lnTo>
                <a:lnTo>
                  <a:pt x="9119644" y="2565400"/>
                </a:lnTo>
                <a:lnTo>
                  <a:pt x="9221160" y="2540000"/>
                </a:lnTo>
                <a:close/>
              </a:path>
              <a:path w="12192000" h="2870200">
                <a:moveTo>
                  <a:pt x="10086316" y="2540000"/>
                </a:moveTo>
                <a:lnTo>
                  <a:pt x="9730707" y="2540000"/>
                </a:lnTo>
                <a:lnTo>
                  <a:pt x="9630451" y="2565400"/>
                </a:lnTo>
                <a:lnTo>
                  <a:pt x="9985502" y="2565400"/>
                </a:lnTo>
                <a:lnTo>
                  <a:pt x="10086316" y="2540000"/>
                </a:lnTo>
                <a:close/>
              </a:path>
              <a:path w="12192000" h="2870200">
                <a:moveTo>
                  <a:pt x="2466000" y="2514600"/>
                </a:moveTo>
                <a:lnTo>
                  <a:pt x="2104960" y="2514600"/>
                </a:lnTo>
                <a:lnTo>
                  <a:pt x="2207809" y="2540000"/>
                </a:lnTo>
                <a:lnTo>
                  <a:pt x="2613533" y="2540000"/>
                </a:lnTo>
                <a:lnTo>
                  <a:pt x="2564461" y="2527300"/>
                </a:lnTo>
                <a:lnTo>
                  <a:pt x="2515281" y="2527300"/>
                </a:lnTo>
                <a:lnTo>
                  <a:pt x="2466000" y="2514600"/>
                </a:lnTo>
                <a:close/>
              </a:path>
              <a:path w="12192000" h="2870200">
                <a:moveTo>
                  <a:pt x="9322623" y="2527300"/>
                </a:moveTo>
                <a:lnTo>
                  <a:pt x="2606990" y="2527300"/>
                </a:lnTo>
                <a:lnTo>
                  <a:pt x="2613533" y="2540000"/>
                </a:lnTo>
                <a:lnTo>
                  <a:pt x="9271898" y="2540000"/>
                </a:lnTo>
                <a:lnTo>
                  <a:pt x="9322623" y="2527300"/>
                </a:lnTo>
                <a:close/>
              </a:path>
              <a:path w="12192000" h="2870200">
                <a:moveTo>
                  <a:pt x="10287640" y="2501900"/>
                </a:moveTo>
                <a:lnTo>
                  <a:pt x="9980987" y="2501900"/>
                </a:lnTo>
                <a:lnTo>
                  <a:pt x="9880937" y="2527300"/>
                </a:lnTo>
                <a:lnTo>
                  <a:pt x="9830881" y="2527300"/>
                </a:lnTo>
                <a:lnTo>
                  <a:pt x="9780804" y="2540000"/>
                </a:lnTo>
                <a:lnTo>
                  <a:pt x="10136685" y="2540000"/>
                </a:lnTo>
                <a:lnTo>
                  <a:pt x="10287640" y="2501900"/>
                </a:lnTo>
                <a:close/>
              </a:path>
              <a:path w="12192000" h="2870200">
                <a:moveTo>
                  <a:pt x="9474279" y="2501900"/>
                </a:moveTo>
                <a:lnTo>
                  <a:pt x="2482402" y="2501900"/>
                </a:lnTo>
                <a:lnTo>
                  <a:pt x="2581148" y="2527300"/>
                </a:lnTo>
                <a:lnTo>
                  <a:pt x="9373335" y="2527300"/>
                </a:lnTo>
                <a:lnTo>
                  <a:pt x="9474279" y="2501900"/>
                </a:lnTo>
                <a:close/>
              </a:path>
              <a:path w="12192000" h="2870200">
                <a:moveTo>
                  <a:pt x="2367162" y="2501900"/>
                </a:moveTo>
                <a:lnTo>
                  <a:pt x="2002173" y="2501900"/>
                </a:lnTo>
                <a:lnTo>
                  <a:pt x="2053559" y="2514600"/>
                </a:lnTo>
                <a:lnTo>
                  <a:pt x="2416624" y="2514600"/>
                </a:lnTo>
                <a:lnTo>
                  <a:pt x="2367162" y="2501900"/>
                </a:lnTo>
                <a:close/>
              </a:path>
              <a:path w="12192000" h="2870200">
                <a:moveTo>
                  <a:pt x="2118801" y="2463800"/>
                </a:moveTo>
                <a:lnTo>
                  <a:pt x="1745471" y="2463800"/>
                </a:lnTo>
                <a:lnTo>
                  <a:pt x="1848106" y="2489200"/>
                </a:lnTo>
                <a:lnTo>
                  <a:pt x="1899447" y="2489200"/>
                </a:lnTo>
                <a:lnTo>
                  <a:pt x="1950802" y="2501900"/>
                </a:lnTo>
                <a:lnTo>
                  <a:pt x="2317620" y="2501900"/>
                </a:lnTo>
                <a:lnTo>
                  <a:pt x="2218326" y="2476500"/>
                </a:lnTo>
                <a:lnTo>
                  <a:pt x="2168589" y="2476500"/>
                </a:lnTo>
                <a:lnTo>
                  <a:pt x="2118801" y="2463800"/>
                </a:lnTo>
                <a:close/>
              </a:path>
              <a:path w="12192000" h="2870200">
                <a:moveTo>
                  <a:pt x="12192000" y="0"/>
                </a:moveTo>
                <a:lnTo>
                  <a:pt x="0" y="0"/>
                </a:lnTo>
                <a:lnTo>
                  <a:pt x="0" y="1854200"/>
                </a:lnTo>
                <a:lnTo>
                  <a:pt x="420408" y="1993900"/>
                </a:lnTo>
                <a:lnTo>
                  <a:pt x="568018" y="2032000"/>
                </a:lnTo>
                <a:lnTo>
                  <a:pt x="617309" y="2057400"/>
                </a:lnTo>
                <a:lnTo>
                  <a:pt x="1062903" y="2171700"/>
                </a:lnTo>
                <a:lnTo>
                  <a:pt x="1112634" y="2197100"/>
                </a:lnTo>
                <a:lnTo>
                  <a:pt x="1355517" y="2260600"/>
                </a:lnTo>
                <a:lnTo>
                  <a:pt x="1404182" y="2260600"/>
                </a:lnTo>
                <a:lnTo>
                  <a:pt x="1892478" y="2387600"/>
                </a:lnTo>
                <a:lnTo>
                  <a:pt x="1941473" y="2387600"/>
                </a:lnTo>
                <a:lnTo>
                  <a:pt x="2186896" y="2451100"/>
                </a:lnTo>
                <a:lnTo>
                  <a:pt x="2236071" y="2451100"/>
                </a:lnTo>
                <a:lnTo>
                  <a:pt x="2433076" y="2501900"/>
                </a:lnTo>
                <a:lnTo>
                  <a:pt x="9524504" y="2501900"/>
                </a:lnTo>
                <a:lnTo>
                  <a:pt x="9574710" y="2489200"/>
                </a:lnTo>
                <a:lnTo>
                  <a:pt x="9624898" y="2489200"/>
                </a:lnTo>
                <a:lnTo>
                  <a:pt x="9725215" y="2463800"/>
                </a:lnTo>
                <a:lnTo>
                  <a:pt x="9775345" y="2463800"/>
                </a:lnTo>
                <a:lnTo>
                  <a:pt x="9875548" y="2438400"/>
                </a:lnTo>
                <a:lnTo>
                  <a:pt x="9925621" y="2438400"/>
                </a:lnTo>
                <a:lnTo>
                  <a:pt x="10075725" y="2400300"/>
                </a:lnTo>
                <a:lnTo>
                  <a:pt x="10125722" y="2400300"/>
                </a:lnTo>
                <a:lnTo>
                  <a:pt x="10225659" y="2374900"/>
                </a:lnTo>
                <a:lnTo>
                  <a:pt x="10275598" y="2374900"/>
                </a:lnTo>
                <a:lnTo>
                  <a:pt x="10475689" y="2324100"/>
                </a:lnTo>
                <a:lnTo>
                  <a:pt x="10526051" y="2324100"/>
                </a:lnTo>
                <a:lnTo>
                  <a:pt x="10727243" y="2273300"/>
                </a:lnTo>
                <a:lnTo>
                  <a:pt x="10777476" y="2273300"/>
                </a:lnTo>
                <a:lnTo>
                  <a:pt x="11078300" y="2197100"/>
                </a:lnTo>
                <a:lnTo>
                  <a:pt x="11128338" y="2197100"/>
                </a:lnTo>
                <a:lnTo>
                  <a:pt x="12061063" y="1955800"/>
                </a:lnTo>
                <a:lnTo>
                  <a:pt x="12192000" y="1917700"/>
                </a:lnTo>
                <a:lnTo>
                  <a:pt x="12192000" y="0"/>
                </a:lnTo>
                <a:close/>
              </a:path>
              <a:path w="12192000" h="2870200">
                <a:moveTo>
                  <a:pt x="10438367" y="2476500"/>
                </a:moveTo>
                <a:lnTo>
                  <a:pt x="10130907" y="2476500"/>
                </a:lnTo>
                <a:lnTo>
                  <a:pt x="10030981" y="2501900"/>
                </a:lnTo>
                <a:lnTo>
                  <a:pt x="10337908" y="2501900"/>
                </a:lnTo>
                <a:lnTo>
                  <a:pt x="10438367" y="2476500"/>
                </a:lnTo>
                <a:close/>
              </a:path>
              <a:path w="12192000" h="2870200">
                <a:moveTo>
                  <a:pt x="12192000" y="2006600"/>
                </a:moveTo>
                <a:lnTo>
                  <a:pt x="11901624" y="2082800"/>
                </a:lnTo>
                <a:lnTo>
                  <a:pt x="11853149" y="2108200"/>
                </a:lnTo>
                <a:lnTo>
                  <a:pt x="11512734" y="2197100"/>
                </a:lnTo>
                <a:lnTo>
                  <a:pt x="11463951" y="2197100"/>
                </a:lnTo>
                <a:lnTo>
                  <a:pt x="11023282" y="2311400"/>
                </a:lnTo>
                <a:lnTo>
                  <a:pt x="10974145" y="2311400"/>
                </a:lnTo>
                <a:lnTo>
                  <a:pt x="10777264" y="2362200"/>
                </a:lnTo>
                <a:lnTo>
                  <a:pt x="10727962" y="2362200"/>
                </a:lnTo>
                <a:lnTo>
                  <a:pt x="10529764" y="2413000"/>
                </a:lnTo>
                <a:lnTo>
                  <a:pt x="10479981" y="2413000"/>
                </a:lnTo>
                <a:lnTo>
                  <a:pt x="10380352" y="2438400"/>
                </a:lnTo>
                <a:lnTo>
                  <a:pt x="10330505" y="2438400"/>
                </a:lnTo>
                <a:lnTo>
                  <a:pt x="10180838" y="2476500"/>
                </a:lnTo>
                <a:lnTo>
                  <a:pt x="10488559" y="2476500"/>
                </a:lnTo>
                <a:lnTo>
                  <a:pt x="10689072" y="2425700"/>
                </a:lnTo>
                <a:lnTo>
                  <a:pt x="10739137" y="2425700"/>
                </a:lnTo>
                <a:lnTo>
                  <a:pt x="10939145" y="2374900"/>
                </a:lnTo>
                <a:lnTo>
                  <a:pt x="10988950" y="2374900"/>
                </a:lnTo>
                <a:lnTo>
                  <a:pt x="11484702" y="2247900"/>
                </a:lnTo>
                <a:lnTo>
                  <a:pt x="11534050" y="2247900"/>
                </a:lnTo>
                <a:lnTo>
                  <a:pt x="11780182" y="2184400"/>
                </a:lnTo>
                <a:lnTo>
                  <a:pt x="11829288" y="2159000"/>
                </a:lnTo>
                <a:lnTo>
                  <a:pt x="12192000" y="2057400"/>
                </a:lnTo>
                <a:lnTo>
                  <a:pt x="12192000" y="2006600"/>
                </a:lnTo>
                <a:close/>
              </a:path>
              <a:path w="12192000" h="2870200">
                <a:moveTo>
                  <a:pt x="1769491" y="2413000"/>
                </a:moveTo>
                <a:lnTo>
                  <a:pt x="1437922" y="2413000"/>
                </a:lnTo>
                <a:lnTo>
                  <a:pt x="1540379" y="2438400"/>
                </a:lnTo>
                <a:lnTo>
                  <a:pt x="1591630" y="2438400"/>
                </a:lnTo>
                <a:lnTo>
                  <a:pt x="1694176" y="2463800"/>
                </a:lnTo>
                <a:lnTo>
                  <a:pt x="2068971" y="2463800"/>
                </a:lnTo>
                <a:lnTo>
                  <a:pt x="2019105" y="2451100"/>
                </a:lnTo>
                <a:lnTo>
                  <a:pt x="1969210" y="2451100"/>
                </a:lnTo>
                <a:lnTo>
                  <a:pt x="1869363" y="2425700"/>
                </a:lnTo>
                <a:lnTo>
                  <a:pt x="1819427" y="2425700"/>
                </a:lnTo>
                <a:lnTo>
                  <a:pt x="1769491" y="2413000"/>
                </a:lnTo>
                <a:close/>
              </a:path>
              <a:path w="12192000" h="2870200">
                <a:moveTo>
                  <a:pt x="1616412" y="2387600"/>
                </a:moveTo>
                <a:lnTo>
                  <a:pt x="1284346" y="2387600"/>
                </a:lnTo>
                <a:lnTo>
                  <a:pt x="1386715" y="2413000"/>
                </a:lnTo>
                <a:lnTo>
                  <a:pt x="1718446" y="2413000"/>
                </a:lnTo>
                <a:lnTo>
                  <a:pt x="1616412" y="2387600"/>
                </a:lnTo>
                <a:close/>
              </a:path>
              <a:path w="12192000" h="2870200">
                <a:moveTo>
                  <a:pt x="1158248" y="2311400"/>
                </a:moveTo>
                <a:lnTo>
                  <a:pt x="876911" y="2311400"/>
                </a:lnTo>
                <a:lnTo>
                  <a:pt x="1029416" y="2349500"/>
                </a:lnTo>
                <a:lnTo>
                  <a:pt x="1080313" y="2349500"/>
                </a:lnTo>
                <a:lnTo>
                  <a:pt x="1233182" y="2387600"/>
                </a:lnTo>
                <a:lnTo>
                  <a:pt x="1565424" y="2387600"/>
                </a:lnTo>
                <a:lnTo>
                  <a:pt x="1463507" y="2362200"/>
                </a:lnTo>
                <a:lnTo>
                  <a:pt x="1412578" y="2362200"/>
                </a:lnTo>
                <a:lnTo>
                  <a:pt x="1310783" y="2336800"/>
                </a:lnTo>
                <a:lnTo>
                  <a:pt x="1259916" y="2336800"/>
                </a:lnTo>
                <a:lnTo>
                  <a:pt x="1158248" y="2311400"/>
                </a:lnTo>
                <a:close/>
              </a:path>
              <a:path w="12192000" h="2870200">
                <a:moveTo>
                  <a:pt x="0" y="2070100"/>
                </a:moveTo>
                <a:lnTo>
                  <a:pt x="0" y="2120900"/>
                </a:lnTo>
                <a:lnTo>
                  <a:pt x="68499" y="2146300"/>
                </a:lnTo>
                <a:lnTo>
                  <a:pt x="219413" y="2184400"/>
                </a:lnTo>
                <a:lnTo>
                  <a:pt x="269787" y="2184400"/>
                </a:lnTo>
                <a:lnTo>
                  <a:pt x="572755" y="2260600"/>
                </a:lnTo>
                <a:lnTo>
                  <a:pt x="623367" y="2260600"/>
                </a:lnTo>
                <a:lnTo>
                  <a:pt x="826138" y="2311400"/>
                </a:lnTo>
                <a:lnTo>
                  <a:pt x="1107447" y="2311400"/>
                </a:lnTo>
                <a:lnTo>
                  <a:pt x="955178" y="2273300"/>
                </a:lnTo>
                <a:lnTo>
                  <a:pt x="904467" y="2273300"/>
                </a:lnTo>
                <a:lnTo>
                  <a:pt x="701864" y="2222500"/>
                </a:lnTo>
                <a:lnTo>
                  <a:pt x="651274" y="2222500"/>
                </a:lnTo>
                <a:lnTo>
                  <a:pt x="600710" y="2209800"/>
                </a:lnTo>
                <a:lnTo>
                  <a:pt x="456347" y="2171700"/>
                </a:lnTo>
                <a:lnTo>
                  <a:pt x="408266" y="2171700"/>
                </a:lnTo>
                <a:lnTo>
                  <a:pt x="72440" y="2082800"/>
                </a:lnTo>
                <a:lnTo>
                  <a:pt x="0" y="20701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9676" y="804417"/>
            <a:ext cx="3237230" cy="10096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560"/>
              </a:spcBef>
            </a:pPr>
            <a:r>
              <a:rPr sz="3400" spc="-30" dirty="0">
                <a:solidFill>
                  <a:srgbClr val="FFFFFF"/>
                </a:solidFill>
              </a:rPr>
              <a:t>Minimum</a:t>
            </a:r>
            <a:r>
              <a:rPr sz="3400" spc="-155" dirty="0">
                <a:solidFill>
                  <a:srgbClr val="FFFFFF"/>
                </a:solidFill>
              </a:rPr>
              <a:t> </a:t>
            </a:r>
            <a:r>
              <a:rPr sz="3400" spc="-25" dirty="0">
                <a:solidFill>
                  <a:srgbClr val="FFFFFF"/>
                </a:solidFill>
              </a:rPr>
              <a:t>Distance </a:t>
            </a:r>
            <a:r>
              <a:rPr sz="3400" dirty="0">
                <a:solidFill>
                  <a:srgbClr val="FFFFFF"/>
                </a:solidFill>
              </a:rPr>
              <a:t>and</a:t>
            </a:r>
            <a:r>
              <a:rPr sz="3400" spc="-135" dirty="0">
                <a:solidFill>
                  <a:srgbClr val="FFFFFF"/>
                </a:solidFill>
              </a:rPr>
              <a:t> </a:t>
            </a:r>
            <a:r>
              <a:rPr sz="3400" spc="-10" dirty="0">
                <a:solidFill>
                  <a:srgbClr val="FFFFFF"/>
                </a:solidFill>
              </a:rPr>
              <a:t>Correction</a:t>
            </a:r>
            <a:endParaRPr sz="3400"/>
          </a:p>
        </p:txBody>
      </p:sp>
      <p:grpSp>
        <p:nvGrpSpPr>
          <p:cNvPr id="4" name="object 4"/>
          <p:cNvGrpSpPr/>
          <p:nvPr/>
        </p:nvGrpSpPr>
        <p:grpSpPr>
          <a:xfrm>
            <a:off x="4306525" y="564705"/>
            <a:ext cx="76835" cy="1597025"/>
            <a:chOff x="4306525" y="564705"/>
            <a:chExt cx="76835" cy="1597025"/>
          </a:xfrm>
        </p:grpSpPr>
        <p:sp>
          <p:nvSpPr>
            <p:cNvPr id="5" name="object 5"/>
            <p:cNvSpPr/>
            <p:nvPr/>
          </p:nvSpPr>
          <p:spPr>
            <a:xfrm>
              <a:off x="4328165" y="585343"/>
              <a:ext cx="41910" cy="1556385"/>
            </a:xfrm>
            <a:custGeom>
              <a:avLst/>
              <a:gdLst/>
              <a:ahLst/>
              <a:cxnLst/>
              <a:rect l="l" t="t" r="r" b="b"/>
              <a:pathLst>
                <a:path w="41910" h="1556385">
                  <a:moveTo>
                    <a:pt x="14984" y="341191"/>
                  </a:moveTo>
                  <a:lnTo>
                    <a:pt x="14021" y="374112"/>
                  </a:lnTo>
                  <a:lnTo>
                    <a:pt x="11080" y="442334"/>
                  </a:lnTo>
                  <a:lnTo>
                    <a:pt x="6852" y="518795"/>
                  </a:lnTo>
                  <a:lnTo>
                    <a:pt x="3194" y="586917"/>
                  </a:lnTo>
                  <a:lnTo>
                    <a:pt x="994" y="645468"/>
                  </a:lnTo>
                  <a:lnTo>
                    <a:pt x="10" y="696425"/>
                  </a:lnTo>
                  <a:lnTo>
                    <a:pt x="0" y="741766"/>
                  </a:lnTo>
                  <a:lnTo>
                    <a:pt x="721" y="783470"/>
                  </a:lnTo>
                  <a:lnTo>
                    <a:pt x="1932" y="823514"/>
                  </a:lnTo>
                  <a:lnTo>
                    <a:pt x="3390" y="863877"/>
                  </a:lnTo>
                  <a:lnTo>
                    <a:pt x="4853" y="906536"/>
                  </a:lnTo>
                  <a:lnTo>
                    <a:pt x="6079" y="953469"/>
                  </a:lnTo>
                  <a:lnTo>
                    <a:pt x="6827" y="1006654"/>
                  </a:lnTo>
                  <a:lnTo>
                    <a:pt x="6742" y="1103783"/>
                  </a:lnTo>
                  <a:lnTo>
                    <a:pt x="6695" y="1147928"/>
                  </a:lnTo>
                  <a:lnTo>
                    <a:pt x="6852" y="1190899"/>
                  </a:lnTo>
                  <a:lnTo>
                    <a:pt x="7332" y="1238959"/>
                  </a:lnTo>
                  <a:lnTo>
                    <a:pt x="7950" y="1281389"/>
                  </a:lnTo>
                  <a:lnTo>
                    <a:pt x="8567" y="1320641"/>
                  </a:lnTo>
                  <a:lnTo>
                    <a:pt x="9047" y="1359169"/>
                  </a:lnTo>
                  <a:lnTo>
                    <a:pt x="9253" y="1399426"/>
                  </a:lnTo>
                  <a:lnTo>
                    <a:pt x="9047" y="1443868"/>
                  </a:lnTo>
                  <a:lnTo>
                    <a:pt x="8293" y="1494946"/>
                  </a:lnTo>
                  <a:lnTo>
                    <a:pt x="6852" y="1555115"/>
                  </a:lnTo>
                  <a:lnTo>
                    <a:pt x="11805" y="1556004"/>
                  </a:lnTo>
                  <a:lnTo>
                    <a:pt x="17901" y="1555496"/>
                  </a:lnTo>
                  <a:lnTo>
                    <a:pt x="25140" y="1555115"/>
                  </a:lnTo>
                  <a:lnTo>
                    <a:pt x="23248" y="1480809"/>
                  </a:lnTo>
                  <a:lnTo>
                    <a:pt x="21163" y="1413219"/>
                  </a:lnTo>
                  <a:lnTo>
                    <a:pt x="17173" y="1294980"/>
                  </a:lnTo>
                  <a:lnTo>
                    <a:pt x="15651" y="1242724"/>
                  </a:lnTo>
                  <a:lnTo>
                    <a:pt x="14698" y="1193975"/>
                  </a:lnTo>
                  <a:lnTo>
                    <a:pt x="14504" y="1147928"/>
                  </a:lnTo>
                  <a:lnTo>
                    <a:pt x="15261" y="1103783"/>
                  </a:lnTo>
                  <a:lnTo>
                    <a:pt x="17159" y="1060736"/>
                  </a:lnTo>
                  <a:lnTo>
                    <a:pt x="20389" y="1017984"/>
                  </a:lnTo>
                  <a:lnTo>
                    <a:pt x="25140" y="974725"/>
                  </a:lnTo>
                  <a:lnTo>
                    <a:pt x="31299" y="920765"/>
                  </a:lnTo>
                  <a:lnTo>
                    <a:pt x="36094" y="866127"/>
                  </a:lnTo>
                  <a:lnTo>
                    <a:pt x="39449" y="811271"/>
                  </a:lnTo>
                  <a:lnTo>
                    <a:pt x="41290" y="756656"/>
                  </a:lnTo>
                  <a:lnTo>
                    <a:pt x="41541" y="702742"/>
                  </a:lnTo>
                  <a:lnTo>
                    <a:pt x="40126" y="649990"/>
                  </a:lnTo>
                  <a:lnTo>
                    <a:pt x="36972" y="598859"/>
                  </a:lnTo>
                  <a:lnTo>
                    <a:pt x="32001" y="549809"/>
                  </a:lnTo>
                  <a:lnTo>
                    <a:pt x="25140" y="503301"/>
                  </a:lnTo>
                  <a:lnTo>
                    <a:pt x="19431" y="463076"/>
                  </a:lnTo>
                  <a:lnTo>
                    <a:pt x="16118" y="423030"/>
                  </a:lnTo>
                  <a:lnTo>
                    <a:pt x="14779" y="382259"/>
                  </a:lnTo>
                  <a:lnTo>
                    <a:pt x="14984" y="341191"/>
                  </a:lnTo>
                  <a:close/>
                </a:path>
                <a:path w="41910" h="1556385">
                  <a:moveTo>
                    <a:pt x="15742" y="0"/>
                  </a:moveTo>
                  <a:lnTo>
                    <a:pt x="6852" y="635"/>
                  </a:lnTo>
                  <a:lnTo>
                    <a:pt x="9517" y="40233"/>
                  </a:lnTo>
                  <a:lnTo>
                    <a:pt x="11936" y="79785"/>
                  </a:lnTo>
                  <a:lnTo>
                    <a:pt x="13981" y="120326"/>
                  </a:lnTo>
                  <a:lnTo>
                    <a:pt x="15521" y="162892"/>
                  </a:lnTo>
                  <a:lnTo>
                    <a:pt x="16425" y="208518"/>
                  </a:lnTo>
                  <a:lnTo>
                    <a:pt x="16563" y="258239"/>
                  </a:lnTo>
                  <a:lnTo>
                    <a:pt x="15820" y="312016"/>
                  </a:lnTo>
                  <a:lnTo>
                    <a:pt x="16330" y="294925"/>
                  </a:lnTo>
                  <a:lnTo>
                    <a:pt x="18374" y="246555"/>
                  </a:lnTo>
                  <a:lnTo>
                    <a:pt x="20700" y="193845"/>
                  </a:lnTo>
                  <a:lnTo>
                    <a:pt x="22885" y="135891"/>
                  </a:lnTo>
                  <a:lnTo>
                    <a:pt x="24506" y="71788"/>
                  </a:lnTo>
                  <a:lnTo>
                    <a:pt x="25140" y="635"/>
                  </a:lnTo>
                  <a:lnTo>
                    <a:pt x="18028" y="254"/>
                  </a:lnTo>
                  <a:lnTo>
                    <a:pt x="157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27163" y="585343"/>
              <a:ext cx="35560" cy="1555750"/>
            </a:xfrm>
            <a:custGeom>
              <a:avLst/>
              <a:gdLst/>
              <a:ahLst/>
              <a:cxnLst/>
              <a:rect l="l" t="t" r="r" b="b"/>
              <a:pathLst>
                <a:path w="35560" h="1555750">
                  <a:moveTo>
                    <a:pt x="26142" y="635"/>
                  </a:moveTo>
                  <a:lnTo>
                    <a:pt x="30645" y="34559"/>
                  </a:lnTo>
                  <a:lnTo>
                    <a:pt x="33510" y="73624"/>
                  </a:lnTo>
                  <a:lnTo>
                    <a:pt x="34984" y="117184"/>
                  </a:lnTo>
                  <a:lnTo>
                    <a:pt x="35311" y="164592"/>
                  </a:lnTo>
                  <a:lnTo>
                    <a:pt x="34738" y="215202"/>
                  </a:lnTo>
                  <a:lnTo>
                    <a:pt x="33510" y="268368"/>
                  </a:lnTo>
                  <a:lnTo>
                    <a:pt x="31873" y="323443"/>
                  </a:lnTo>
                  <a:lnTo>
                    <a:pt x="30072" y="379781"/>
                  </a:lnTo>
                  <a:lnTo>
                    <a:pt x="28353" y="436736"/>
                  </a:lnTo>
                  <a:lnTo>
                    <a:pt x="26961" y="493661"/>
                  </a:lnTo>
                  <a:lnTo>
                    <a:pt x="26142" y="549910"/>
                  </a:lnTo>
                  <a:lnTo>
                    <a:pt x="25899" y="603396"/>
                  </a:lnTo>
                  <a:lnTo>
                    <a:pt x="26003" y="653086"/>
                  </a:lnTo>
                  <a:lnTo>
                    <a:pt x="26355" y="699915"/>
                  </a:lnTo>
                  <a:lnTo>
                    <a:pt x="26856" y="744815"/>
                  </a:lnTo>
                  <a:lnTo>
                    <a:pt x="27405" y="788721"/>
                  </a:lnTo>
                  <a:lnTo>
                    <a:pt x="27903" y="832566"/>
                  </a:lnTo>
                  <a:lnTo>
                    <a:pt x="28250" y="877285"/>
                  </a:lnTo>
                  <a:lnTo>
                    <a:pt x="28348" y="923810"/>
                  </a:lnTo>
                  <a:lnTo>
                    <a:pt x="28095" y="973075"/>
                  </a:lnTo>
                  <a:lnTo>
                    <a:pt x="27393" y="1026015"/>
                  </a:lnTo>
                  <a:lnTo>
                    <a:pt x="26142" y="1083564"/>
                  </a:lnTo>
                  <a:lnTo>
                    <a:pt x="24487" y="1151580"/>
                  </a:lnTo>
                  <a:lnTo>
                    <a:pt x="23311" y="1210081"/>
                  </a:lnTo>
                  <a:lnTo>
                    <a:pt x="22586" y="1261472"/>
                  </a:lnTo>
                  <a:lnTo>
                    <a:pt x="22285" y="1308155"/>
                  </a:lnTo>
                  <a:lnTo>
                    <a:pt x="22379" y="1352536"/>
                  </a:lnTo>
                  <a:lnTo>
                    <a:pt x="22840" y="1397018"/>
                  </a:lnTo>
                  <a:lnTo>
                    <a:pt x="23640" y="1444006"/>
                  </a:lnTo>
                  <a:lnTo>
                    <a:pt x="24750" y="1495903"/>
                  </a:lnTo>
                  <a:lnTo>
                    <a:pt x="26142" y="1555115"/>
                  </a:lnTo>
                  <a:lnTo>
                    <a:pt x="18903" y="1555623"/>
                  </a:lnTo>
                  <a:lnTo>
                    <a:pt x="12426" y="1554607"/>
                  </a:lnTo>
                  <a:lnTo>
                    <a:pt x="7854" y="1555115"/>
                  </a:lnTo>
                  <a:lnTo>
                    <a:pt x="10289" y="1493060"/>
                  </a:lnTo>
                  <a:lnTo>
                    <a:pt x="10658" y="1435821"/>
                  </a:lnTo>
                  <a:lnTo>
                    <a:pt x="9534" y="1382704"/>
                  </a:lnTo>
                  <a:lnTo>
                    <a:pt x="7488" y="1333017"/>
                  </a:lnTo>
                  <a:lnTo>
                    <a:pt x="5092" y="1286065"/>
                  </a:lnTo>
                  <a:lnTo>
                    <a:pt x="2916" y="1241155"/>
                  </a:lnTo>
                  <a:lnTo>
                    <a:pt x="1533" y="1197594"/>
                  </a:lnTo>
                  <a:lnTo>
                    <a:pt x="1514" y="1154689"/>
                  </a:lnTo>
                  <a:lnTo>
                    <a:pt x="3431" y="1111745"/>
                  </a:lnTo>
                  <a:lnTo>
                    <a:pt x="7854" y="1068070"/>
                  </a:lnTo>
                  <a:lnTo>
                    <a:pt x="13018" y="1024452"/>
                  </a:lnTo>
                  <a:lnTo>
                    <a:pt x="16828" y="981579"/>
                  </a:lnTo>
                  <a:lnTo>
                    <a:pt x="19360" y="938489"/>
                  </a:lnTo>
                  <a:lnTo>
                    <a:pt x="20692" y="894218"/>
                  </a:lnTo>
                  <a:lnTo>
                    <a:pt x="20903" y="847804"/>
                  </a:lnTo>
                  <a:lnTo>
                    <a:pt x="20071" y="798285"/>
                  </a:lnTo>
                  <a:lnTo>
                    <a:pt x="18272" y="744698"/>
                  </a:lnTo>
                  <a:lnTo>
                    <a:pt x="15584" y="686082"/>
                  </a:lnTo>
                  <a:lnTo>
                    <a:pt x="12086" y="621473"/>
                  </a:lnTo>
                  <a:lnTo>
                    <a:pt x="7854" y="549910"/>
                  </a:lnTo>
                  <a:lnTo>
                    <a:pt x="4319" y="484077"/>
                  </a:lnTo>
                  <a:lnTo>
                    <a:pt x="1929" y="423205"/>
                  </a:lnTo>
                  <a:lnTo>
                    <a:pt x="538" y="366701"/>
                  </a:lnTo>
                  <a:lnTo>
                    <a:pt x="0" y="313969"/>
                  </a:lnTo>
                  <a:lnTo>
                    <a:pt x="168" y="264418"/>
                  </a:lnTo>
                  <a:lnTo>
                    <a:pt x="898" y="217452"/>
                  </a:lnTo>
                  <a:lnTo>
                    <a:pt x="2043" y="172479"/>
                  </a:lnTo>
                  <a:lnTo>
                    <a:pt x="3457" y="128904"/>
                  </a:lnTo>
                  <a:lnTo>
                    <a:pt x="4995" y="86134"/>
                  </a:lnTo>
                  <a:lnTo>
                    <a:pt x="6509" y="43575"/>
                  </a:lnTo>
                  <a:lnTo>
                    <a:pt x="7854" y="635"/>
                  </a:lnTo>
                  <a:lnTo>
                    <a:pt x="12934" y="0"/>
                  </a:lnTo>
                  <a:lnTo>
                    <a:pt x="21443" y="1397"/>
                  </a:lnTo>
                  <a:lnTo>
                    <a:pt x="26142" y="635"/>
                  </a:lnTo>
                  <a:close/>
                </a:path>
              </a:pathLst>
            </a:custGeom>
            <a:ln w="412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413630" y="130301"/>
            <a:ext cx="6751320" cy="229298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41300" marR="180975" indent="-228600">
              <a:lnSpc>
                <a:spcPct val="70000"/>
              </a:lnSpc>
              <a:spcBef>
                <a:spcPts val="82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concept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territory,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exclusive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surrounding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codeword.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valid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codeword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its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own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territory.</a:t>
            </a:r>
            <a:endParaRPr sz="2000">
              <a:latin typeface="Calibri"/>
              <a:cs typeface="Calibri"/>
            </a:endParaRPr>
          </a:p>
          <a:p>
            <a:pPr marL="241300" marR="27940" indent="-228600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geometric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approach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territory.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We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assume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valid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codeword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circular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territory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radius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valid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codeword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center.</a:t>
            </a: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guarantee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correction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errors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cases,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minimum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Hamming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distance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block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dmin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2t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168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6191" y="2988028"/>
            <a:ext cx="9107424" cy="32618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6228" rIns="0" bIns="0" rtlCol="0">
            <a:spAutoFit/>
          </a:bodyPr>
          <a:lstStyle/>
          <a:p>
            <a:pPr marL="451485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44821" y="2424811"/>
            <a:ext cx="6328410" cy="2632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scheme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Hamming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distance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dmin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detection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correction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capability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scheme?</a:t>
            </a:r>
            <a:endParaRPr sz="2000">
              <a:latin typeface="Calibri"/>
              <a:cs typeface="Calibri"/>
            </a:endParaRPr>
          </a:p>
          <a:p>
            <a:pPr marL="296545" indent="-283845">
              <a:lnSpc>
                <a:spcPct val="100000"/>
              </a:lnSpc>
              <a:spcBef>
                <a:spcPts val="755"/>
              </a:spcBef>
              <a:buFont typeface="Wingdings"/>
              <a:buChar char=""/>
              <a:tabLst>
                <a:tab pos="296545" algn="l"/>
              </a:tabLst>
            </a:pPr>
            <a:r>
              <a:rPr sz="2000" spc="-10" dirty="0">
                <a:latin typeface="Calibri"/>
                <a:cs typeface="Calibri"/>
              </a:rPr>
              <a:t>Solution</a:t>
            </a:r>
            <a:endParaRPr sz="2000">
              <a:latin typeface="Calibri"/>
              <a:cs typeface="Calibri"/>
            </a:endParaRPr>
          </a:p>
          <a:p>
            <a:pPr marL="297180" indent="-284480">
              <a:lnSpc>
                <a:spcPts val="2280"/>
              </a:lnSpc>
              <a:spcBef>
                <a:spcPts val="770"/>
              </a:spcBef>
              <a:buFont typeface="Wingdings"/>
              <a:buChar char=""/>
              <a:tabLst>
                <a:tab pos="297180" algn="l"/>
              </a:tabLst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guarantees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detection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three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errors</a:t>
            </a:r>
            <a:r>
              <a:rPr sz="2000" spc="-25" dirty="0">
                <a:latin typeface="Calibri"/>
                <a:cs typeface="Calibri"/>
              </a:rPr>
              <a:t> (s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==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3),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correct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error.</a:t>
            </a:r>
            <a:endParaRPr sz="2000">
              <a:latin typeface="Calibri"/>
              <a:cs typeface="Calibri"/>
            </a:endParaRPr>
          </a:p>
          <a:p>
            <a:pPr marL="241300" marR="24765" indent="-228600">
              <a:lnSpc>
                <a:spcPts val="2160"/>
              </a:lnSpc>
              <a:spcBef>
                <a:spcPts val="1030"/>
              </a:spcBef>
              <a:buFont typeface="Wingdings"/>
              <a:buChar char=""/>
              <a:tabLst>
                <a:tab pos="241300" algn="l"/>
                <a:tab pos="297180" algn="l"/>
              </a:tabLst>
            </a:pPr>
            <a:r>
              <a:rPr sz="2000" dirty="0">
                <a:latin typeface="Calibri"/>
                <a:cs typeface="Calibri"/>
              </a:rPr>
              <a:t>	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words,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correction, </a:t>
            </a:r>
            <a:r>
              <a:rPr sz="2000" dirty="0">
                <a:latin typeface="Calibri"/>
                <a:cs typeface="Calibri"/>
              </a:rPr>
              <a:t>part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capability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wasted.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correction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need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odd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minimum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distance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(3,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7,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...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).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"/>
            <a:ext cx="4636007" cy="685787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081778" y="2116073"/>
            <a:ext cx="6309360" cy="0"/>
          </a:xfrm>
          <a:custGeom>
            <a:avLst/>
            <a:gdLst/>
            <a:ahLst/>
            <a:cxnLst/>
            <a:rect l="l" t="t" r="r" b="b"/>
            <a:pathLst>
              <a:path w="6309359">
                <a:moveTo>
                  <a:pt x="0" y="0"/>
                </a:moveTo>
                <a:lnTo>
                  <a:pt x="6309360" y="0"/>
                </a:lnTo>
              </a:path>
            </a:pathLst>
          </a:custGeom>
          <a:ln w="19050">
            <a:solidFill>
              <a:srgbClr val="04D2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4689475"/>
            <a:ext cx="27438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>
                <a:latin typeface="Calibri Light"/>
                <a:cs typeface="Calibri Light"/>
              </a:rPr>
              <a:t>Cyclic</a:t>
            </a:r>
            <a:r>
              <a:rPr sz="4400" spc="-204" dirty="0">
                <a:latin typeface="Calibri Light"/>
                <a:cs typeface="Calibri Light"/>
              </a:rPr>
              <a:t> </a:t>
            </a:r>
            <a:r>
              <a:rPr sz="4400" spc="-10" dirty="0">
                <a:latin typeface="Calibri Light"/>
                <a:cs typeface="Calibri Light"/>
              </a:rPr>
              <a:t>Codes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38181" y="4451096"/>
            <a:ext cx="1868170" cy="1876425"/>
          </a:xfrm>
          <a:custGeom>
            <a:avLst/>
            <a:gdLst/>
            <a:ahLst/>
            <a:cxnLst/>
            <a:rect l="l" t="t" r="r" b="b"/>
            <a:pathLst>
              <a:path w="1868170" h="1876425">
                <a:moveTo>
                  <a:pt x="1817877" y="0"/>
                </a:moveTo>
                <a:lnTo>
                  <a:pt x="1829504" y="46941"/>
                </a:lnTo>
                <a:lnTo>
                  <a:pt x="1839564" y="93900"/>
                </a:lnTo>
                <a:lnTo>
                  <a:pt x="1848072" y="140848"/>
                </a:lnTo>
                <a:lnTo>
                  <a:pt x="1855045" y="187757"/>
                </a:lnTo>
                <a:lnTo>
                  <a:pt x="1860501" y="234600"/>
                </a:lnTo>
                <a:lnTo>
                  <a:pt x="1864455" y="281346"/>
                </a:lnTo>
                <a:lnTo>
                  <a:pt x="1866924" y="327969"/>
                </a:lnTo>
                <a:lnTo>
                  <a:pt x="1867924" y="374439"/>
                </a:lnTo>
                <a:lnTo>
                  <a:pt x="1867472" y="420729"/>
                </a:lnTo>
                <a:lnTo>
                  <a:pt x="1865584" y="466810"/>
                </a:lnTo>
                <a:lnTo>
                  <a:pt x="1862278" y="512653"/>
                </a:lnTo>
                <a:lnTo>
                  <a:pt x="1857569" y="558231"/>
                </a:lnTo>
                <a:lnTo>
                  <a:pt x="1851473" y="603515"/>
                </a:lnTo>
                <a:lnTo>
                  <a:pt x="1844008" y="648477"/>
                </a:lnTo>
                <a:lnTo>
                  <a:pt x="1835190" y="693087"/>
                </a:lnTo>
                <a:lnTo>
                  <a:pt x="1825035" y="737319"/>
                </a:lnTo>
                <a:lnTo>
                  <a:pt x="1813559" y="781144"/>
                </a:lnTo>
                <a:lnTo>
                  <a:pt x="1800781" y="824532"/>
                </a:lnTo>
                <a:lnTo>
                  <a:pt x="1786715" y="867457"/>
                </a:lnTo>
                <a:lnTo>
                  <a:pt x="1771378" y="909889"/>
                </a:lnTo>
                <a:lnTo>
                  <a:pt x="1754787" y="951800"/>
                </a:lnTo>
                <a:lnTo>
                  <a:pt x="1736958" y="993162"/>
                </a:lnTo>
                <a:lnTo>
                  <a:pt x="1717908" y="1033947"/>
                </a:lnTo>
                <a:lnTo>
                  <a:pt x="1697654" y="1074126"/>
                </a:lnTo>
                <a:lnTo>
                  <a:pt x="1676211" y="1113671"/>
                </a:lnTo>
                <a:lnTo>
                  <a:pt x="1653596" y="1152553"/>
                </a:lnTo>
                <a:lnTo>
                  <a:pt x="1629826" y="1190745"/>
                </a:lnTo>
                <a:lnTo>
                  <a:pt x="1604918" y="1228217"/>
                </a:lnTo>
                <a:lnTo>
                  <a:pt x="1578887" y="1264942"/>
                </a:lnTo>
                <a:lnTo>
                  <a:pt x="1551750" y="1300891"/>
                </a:lnTo>
                <a:lnTo>
                  <a:pt x="1523524" y="1336035"/>
                </a:lnTo>
                <a:lnTo>
                  <a:pt x="1494225" y="1370347"/>
                </a:lnTo>
                <a:lnTo>
                  <a:pt x="1463870" y="1403798"/>
                </a:lnTo>
                <a:lnTo>
                  <a:pt x="1432475" y="1436360"/>
                </a:lnTo>
                <a:lnTo>
                  <a:pt x="1400057" y="1468004"/>
                </a:lnTo>
                <a:lnTo>
                  <a:pt x="1366631" y="1498703"/>
                </a:lnTo>
                <a:lnTo>
                  <a:pt x="1332216" y="1528427"/>
                </a:lnTo>
                <a:lnTo>
                  <a:pt x="1296827" y="1557148"/>
                </a:lnTo>
                <a:lnTo>
                  <a:pt x="1260480" y="1584838"/>
                </a:lnTo>
                <a:lnTo>
                  <a:pt x="1223192" y="1611469"/>
                </a:lnTo>
                <a:lnTo>
                  <a:pt x="1184981" y="1637012"/>
                </a:lnTo>
                <a:lnTo>
                  <a:pt x="1145861" y="1661440"/>
                </a:lnTo>
                <a:lnTo>
                  <a:pt x="1105850" y="1684723"/>
                </a:lnTo>
                <a:lnTo>
                  <a:pt x="1064964" y="1706833"/>
                </a:lnTo>
                <a:lnTo>
                  <a:pt x="1023219" y="1727742"/>
                </a:lnTo>
                <a:lnTo>
                  <a:pt x="980633" y="1747421"/>
                </a:lnTo>
                <a:lnTo>
                  <a:pt x="937221" y="1765843"/>
                </a:lnTo>
                <a:lnTo>
                  <a:pt x="893000" y="1782979"/>
                </a:lnTo>
                <a:lnTo>
                  <a:pt x="847987" y="1798801"/>
                </a:lnTo>
                <a:lnTo>
                  <a:pt x="802198" y="1813279"/>
                </a:lnTo>
                <a:lnTo>
                  <a:pt x="755650" y="1826386"/>
                </a:lnTo>
                <a:lnTo>
                  <a:pt x="705983" y="1838622"/>
                </a:lnTo>
                <a:lnTo>
                  <a:pt x="656022" y="1849132"/>
                </a:lnTo>
                <a:lnTo>
                  <a:pt x="605812" y="1857914"/>
                </a:lnTo>
                <a:lnTo>
                  <a:pt x="555396" y="1864971"/>
                </a:lnTo>
                <a:lnTo>
                  <a:pt x="504820" y="1870300"/>
                </a:lnTo>
                <a:lnTo>
                  <a:pt x="454127" y="1873903"/>
                </a:lnTo>
                <a:lnTo>
                  <a:pt x="403363" y="1875779"/>
                </a:lnTo>
                <a:lnTo>
                  <a:pt x="352571" y="1875927"/>
                </a:lnTo>
                <a:lnTo>
                  <a:pt x="301796" y="1874349"/>
                </a:lnTo>
                <a:lnTo>
                  <a:pt x="251083" y="1871043"/>
                </a:lnTo>
                <a:lnTo>
                  <a:pt x="200476" y="1866009"/>
                </a:lnTo>
                <a:lnTo>
                  <a:pt x="150020" y="1859248"/>
                </a:lnTo>
                <a:lnTo>
                  <a:pt x="99759" y="1850758"/>
                </a:lnTo>
                <a:lnTo>
                  <a:pt x="49737" y="1840541"/>
                </a:lnTo>
                <a:lnTo>
                  <a:pt x="0" y="1828596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891" y="1949208"/>
            <a:ext cx="10872084" cy="45120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210939" y="2999613"/>
            <a:ext cx="16446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2100" indent="-279400">
              <a:lnSpc>
                <a:spcPct val="100000"/>
              </a:lnSpc>
              <a:spcBef>
                <a:spcPts val="105"/>
              </a:spcBef>
              <a:buSzPct val="90000"/>
              <a:buFont typeface="Wingdings"/>
              <a:buChar char=""/>
              <a:tabLst>
                <a:tab pos="292100" algn="l"/>
                <a:tab pos="1031875" algn="l"/>
              </a:tabLst>
            </a:pPr>
            <a:r>
              <a:rPr sz="2000" spc="-10" dirty="0">
                <a:latin typeface="Calibri"/>
                <a:cs typeface="Calibri"/>
              </a:rPr>
              <a:t>Cyclic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codes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86653" y="2999613"/>
            <a:ext cx="52882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4825" algn="l"/>
                <a:tab pos="1370330" algn="l"/>
                <a:tab pos="2117090" algn="l"/>
                <a:tab pos="2824480" algn="l"/>
                <a:tab pos="3582035" algn="l"/>
                <a:tab pos="4199255" algn="l"/>
                <a:tab pos="4749800" algn="l"/>
              </a:tabLst>
            </a:pPr>
            <a:r>
              <a:rPr sz="2000" spc="-25" dirty="0">
                <a:latin typeface="Calibri"/>
                <a:cs typeface="Calibri"/>
              </a:rPr>
              <a:t>are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special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linear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block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codes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with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one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extra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9539" y="3273932"/>
            <a:ext cx="6836409" cy="60579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  <a:tabLst>
                <a:tab pos="1097915" algn="l"/>
                <a:tab pos="1172210" algn="l"/>
                <a:tab pos="1431290" algn="l"/>
                <a:tab pos="1689100" algn="l"/>
                <a:tab pos="2378075" algn="l"/>
                <a:tab pos="2459990" algn="l"/>
                <a:tab pos="2794000" algn="l"/>
                <a:tab pos="3075940" algn="l"/>
                <a:tab pos="3348990" algn="l"/>
                <a:tab pos="3608070" algn="l"/>
                <a:tab pos="3795395" algn="l"/>
                <a:tab pos="4773930" algn="l"/>
                <a:tab pos="5063490" algn="l"/>
                <a:tab pos="5577205" algn="l"/>
                <a:tab pos="6109335" algn="l"/>
                <a:tab pos="6688455" algn="l"/>
              </a:tabLst>
            </a:pPr>
            <a:r>
              <a:rPr sz="2000" spc="-10" dirty="0">
                <a:latin typeface="Calibri"/>
                <a:cs typeface="Calibri"/>
              </a:rPr>
              <a:t>property.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0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cyclic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code,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if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0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codeword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is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4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cyclically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shifted (rotated),</a:t>
            </a:r>
            <a:r>
              <a:rPr sz="2000" dirty="0">
                <a:latin typeface="Calibri"/>
                <a:cs typeface="Calibri"/>
              </a:rPr>
              <a:t>		</a:t>
            </a:r>
            <a:r>
              <a:rPr sz="2000" spc="-2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409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result</a:t>
            </a:r>
            <a:r>
              <a:rPr sz="2000" dirty="0">
                <a:latin typeface="Calibri"/>
                <a:cs typeface="Calibri"/>
              </a:rPr>
              <a:t>		</a:t>
            </a:r>
            <a:r>
              <a:rPr sz="2000" spc="-25" dirty="0">
                <a:latin typeface="Calibri"/>
                <a:cs typeface="Calibri"/>
              </a:rPr>
              <a:t>is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another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codeword.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example,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if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39539" y="3822953"/>
            <a:ext cx="6838950" cy="11544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algn="just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Calibri"/>
                <a:cs typeface="Calibri"/>
              </a:rPr>
              <a:t>1011000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codeword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cyclically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left-</a:t>
            </a:r>
            <a:r>
              <a:rPr sz="2000" dirty="0">
                <a:latin typeface="Calibri"/>
                <a:cs typeface="Calibri"/>
              </a:rPr>
              <a:t>shift,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0110001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codeword.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 call 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first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word </a:t>
            </a:r>
            <a:r>
              <a:rPr sz="2000" dirty="0">
                <a:latin typeface="Calibri"/>
                <a:cs typeface="Calibri"/>
              </a:rPr>
              <a:t>a0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a6'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bits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second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word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b0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b6,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shift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following: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7565" y="386079"/>
              <a:ext cx="7134859" cy="5769610"/>
            </a:xfrm>
            <a:custGeom>
              <a:avLst/>
              <a:gdLst/>
              <a:ahLst/>
              <a:cxnLst/>
              <a:rect l="l" t="t" r="r" b="b"/>
              <a:pathLst>
                <a:path w="7134859" h="5769610">
                  <a:moveTo>
                    <a:pt x="0" y="5769610"/>
                  </a:moveTo>
                  <a:lnTo>
                    <a:pt x="7134352" y="5769610"/>
                  </a:lnTo>
                  <a:lnTo>
                    <a:pt x="7134352" y="0"/>
                  </a:lnTo>
                  <a:lnTo>
                    <a:pt x="0" y="0"/>
                  </a:lnTo>
                  <a:lnTo>
                    <a:pt x="0" y="576961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4066" y="259079"/>
              <a:ext cx="7325359" cy="6023610"/>
            </a:xfrm>
            <a:custGeom>
              <a:avLst/>
              <a:gdLst/>
              <a:ahLst/>
              <a:cxnLst/>
              <a:rect l="l" t="t" r="r" b="b"/>
              <a:pathLst>
                <a:path w="7325359" h="6023610">
                  <a:moveTo>
                    <a:pt x="7274052" y="50800"/>
                  </a:moveTo>
                  <a:lnTo>
                    <a:pt x="50800" y="50800"/>
                  </a:lnTo>
                  <a:lnTo>
                    <a:pt x="50800" y="127000"/>
                  </a:lnTo>
                  <a:lnTo>
                    <a:pt x="50800" y="5896610"/>
                  </a:lnTo>
                  <a:lnTo>
                    <a:pt x="50800" y="5972810"/>
                  </a:lnTo>
                  <a:lnTo>
                    <a:pt x="7274052" y="5972810"/>
                  </a:lnTo>
                  <a:lnTo>
                    <a:pt x="7274052" y="5896610"/>
                  </a:lnTo>
                  <a:lnTo>
                    <a:pt x="127000" y="5896610"/>
                  </a:lnTo>
                  <a:lnTo>
                    <a:pt x="127000" y="127000"/>
                  </a:lnTo>
                  <a:lnTo>
                    <a:pt x="7197852" y="127000"/>
                  </a:lnTo>
                  <a:lnTo>
                    <a:pt x="7197852" y="5896102"/>
                  </a:lnTo>
                  <a:lnTo>
                    <a:pt x="7274052" y="5896102"/>
                  </a:lnTo>
                  <a:lnTo>
                    <a:pt x="7274052" y="127000"/>
                  </a:lnTo>
                  <a:lnTo>
                    <a:pt x="7274052" y="126746"/>
                  </a:lnTo>
                  <a:lnTo>
                    <a:pt x="7274052" y="50800"/>
                  </a:lnTo>
                  <a:close/>
                </a:path>
                <a:path w="7325359" h="6023610">
                  <a:moveTo>
                    <a:pt x="7324852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5998210"/>
                  </a:lnTo>
                  <a:lnTo>
                    <a:pt x="0" y="6023610"/>
                  </a:lnTo>
                  <a:lnTo>
                    <a:pt x="7324852" y="6023610"/>
                  </a:lnTo>
                  <a:lnTo>
                    <a:pt x="7324852" y="5998210"/>
                  </a:lnTo>
                  <a:lnTo>
                    <a:pt x="25400" y="5998210"/>
                  </a:lnTo>
                  <a:lnTo>
                    <a:pt x="25400" y="25400"/>
                  </a:lnTo>
                  <a:lnTo>
                    <a:pt x="7299452" y="25400"/>
                  </a:lnTo>
                  <a:lnTo>
                    <a:pt x="7299452" y="5997702"/>
                  </a:lnTo>
                  <a:lnTo>
                    <a:pt x="7324852" y="5997702"/>
                  </a:lnTo>
                  <a:lnTo>
                    <a:pt x="7324852" y="25400"/>
                  </a:lnTo>
                  <a:lnTo>
                    <a:pt x="7324852" y="25146"/>
                  </a:lnTo>
                  <a:lnTo>
                    <a:pt x="7324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73709" y="933068"/>
            <a:ext cx="50482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Cyclic</a:t>
            </a:r>
            <a:r>
              <a:rPr sz="4000" spc="-160" dirty="0"/>
              <a:t> </a:t>
            </a:r>
            <a:r>
              <a:rPr sz="4000" spc="-40" dirty="0"/>
              <a:t>Redundancy</a:t>
            </a:r>
            <a:r>
              <a:rPr sz="4000" spc="-175" dirty="0"/>
              <a:t> </a:t>
            </a:r>
            <a:r>
              <a:rPr sz="4000" spc="-10" dirty="0"/>
              <a:t>Check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672795" y="2120265"/>
            <a:ext cx="6437630" cy="372237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1300" marR="173990" indent="-229235">
              <a:lnSpc>
                <a:spcPts val="1620"/>
              </a:lnSpc>
              <a:spcBef>
                <a:spcPts val="305"/>
              </a:spcBef>
              <a:buFont typeface="Wingdings"/>
              <a:buChar char=""/>
              <a:tabLst>
                <a:tab pos="241300" algn="l"/>
                <a:tab pos="283210" algn="l"/>
              </a:tabLst>
            </a:pPr>
            <a:r>
              <a:rPr sz="1500" dirty="0">
                <a:latin typeface="Calibri"/>
                <a:cs typeface="Calibri"/>
              </a:rPr>
              <a:t>	Cyclic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codes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called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cyclic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redundancy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check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(CRC)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networks </a:t>
            </a:r>
            <a:r>
              <a:rPr sz="1500" dirty="0">
                <a:latin typeface="Calibri"/>
                <a:cs typeface="Calibri"/>
              </a:rPr>
              <a:t>such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LANs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WANs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(Ethernet).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70"/>
              </a:spcBef>
              <a:buFont typeface="Wingdings"/>
              <a:buChar char=""/>
            </a:pPr>
            <a:endParaRPr sz="1500">
              <a:latin typeface="Calibri"/>
              <a:cs typeface="Calibri"/>
            </a:endParaRPr>
          </a:p>
          <a:p>
            <a:pPr marL="241300" marR="5080" indent="-229235">
              <a:lnSpc>
                <a:spcPct val="90000"/>
              </a:lnSpc>
              <a:buFont typeface="Wingdings"/>
              <a:buChar char=""/>
              <a:tabLst>
                <a:tab pos="241300" algn="l"/>
                <a:tab pos="283210" algn="l"/>
              </a:tabLst>
            </a:pPr>
            <a:r>
              <a:rPr sz="1500" dirty="0">
                <a:latin typeface="Calibri"/>
                <a:cs typeface="Calibri"/>
              </a:rPr>
              <a:t>	In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encoder,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dataword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k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bits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(4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here);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codeword </a:t>
            </a:r>
            <a:r>
              <a:rPr sz="1500" dirty="0">
                <a:latin typeface="Calibri"/>
                <a:cs typeface="Calibri"/>
              </a:rPr>
              <a:t>has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bits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(7 </a:t>
            </a:r>
            <a:r>
              <a:rPr sz="1500" dirty="0">
                <a:latin typeface="Calibri"/>
                <a:cs typeface="Calibri"/>
              </a:rPr>
              <a:t>here).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size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dataword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augmented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adding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-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k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(3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here)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 </a:t>
            </a:r>
            <a:r>
              <a:rPr sz="1500" spc="-10" dirty="0">
                <a:latin typeface="Calibri"/>
                <a:cs typeface="Calibri"/>
              </a:rPr>
              <a:t>right-</a:t>
            </a:r>
            <a:r>
              <a:rPr sz="1500" dirty="0">
                <a:latin typeface="Calibri"/>
                <a:cs typeface="Calibri"/>
              </a:rPr>
              <a:t>hand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side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word.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n-bit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result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fed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into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generator.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 </a:t>
            </a:r>
            <a:r>
              <a:rPr sz="1500" spc="-10" dirty="0">
                <a:latin typeface="Calibri"/>
                <a:cs typeface="Calibri"/>
              </a:rPr>
              <a:t>generator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divisor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size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-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k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+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(4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here),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predefined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agreed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upon.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generator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divides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augmented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dataword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divisor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(modulo-</a:t>
            </a:r>
            <a:r>
              <a:rPr sz="1500" spc="-50" dirty="0">
                <a:latin typeface="Calibri"/>
                <a:cs typeface="Calibri"/>
              </a:rPr>
              <a:t>2 </a:t>
            </a:r>
            <a:r>
              <a:rPr sz="1500" dirty="0">
                <a:latin typeface="Calibri"/>
                <a:cs typeface="Calibri"/>
              </a:rPr>
              <a:t>division).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quotient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division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discarded;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remainder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appended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to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dataword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create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codeword.</a:t>
            </a:r>
            <a:endParaRPr sz="1500">
              <a:latin typeface="Calibri"/>
              <a:cs typeface="Calibri"/>
            </a:endParaRPr>
          </a:p>
          <a:p>
            <a:pPr marL="241300" marR="8890" indent="-229235">
              <a:lnSpc>
                <a:spcPct val="90000"/>
              </a:lnSpc>
              <a:spcBef>
                <a:spcPts val="994"/>
              </a:spcBef>
              <a:buFont typeface="Wingdings"/>
              <a:buChar char=""/>
              <a:tabLst>
                <a:tab pos="241300" algn="l"/>
                <a:tab pos="283210" algn="l"/>
              </a:tabLst>
            </a:pPr>
            <a:r>
              <a:rPr sz="1500" dirty="0">
                <a:latin typeface="Calibri"/>
                <a:cs typeface="Calibri"/>
              </a:rPr>
              <a:t>	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decoder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receives</a:t>
            </a:r>
            <a:r>
              <a:rPr sz="1500" dirty="0">
                <a:latin typeface="Calibri"/>
                <a:cs typeface="Calibri"/>
              </a:rPr>
              <a:t> 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possibly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corrupted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codeword.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copy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all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bits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is</a:t>
            </a:r>
            <a:r>
              <a:rPr sz="1500" spc="5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fed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checker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which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replica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generator.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remainder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produced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checker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syndrome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-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k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(3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here)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bits,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which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fed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decision </a:t>
            </a:r>
            <a:r>
              <a:rPr sz="1500" dirty="0">
                <a:latin typeface="Calibri"/>
                <a:cs typeface="Calibri"/>
              </a:rPr>
              <a:t>logic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analyzer.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0" dirty="0">
                <a:latin typeface="Calibri"/>
                <a:cs typeface="Calibri"/>
              </a:rPr>
              <a:t> analyzer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has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simple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function.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If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0" dirty="0">
                <a:latin typeface="Calibri"/>
                <a:cs typeface="Calibri"/>
              </a:rPr>
              <a:t> syndrome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bits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all</a:t>
            </a:r>
            <a:r>
              <a:rPr sz="1500" spc="-25" dirty="0">
                <a:latin typeface="Calibri"/>
                <a:cs typeface="Calibri"/>
              </a:rPr>
              <a:t> as,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4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leftmost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bits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codeword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accepted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0" dirty="0">
                <a:latin typeface="Calibri"/>
                <a:cs typeface="Calibri"/>
              </a:rPr>
              <a:t> dataword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(interpreted</a:t>
            </a:r>
            <a:r>
              <a:rPr sz="1500" spc="5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error);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otherwise,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4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bits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discarded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(error).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539" rIns="0" bIns="0" rtlCol="0">
            <a:spAutoFit/>
          </a:bodyPr>
          <a:lstStyle/>
          <a:p>
            <a:pPr marL="3402965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Architecture</a:t>
            </a:r>
            <a:r>
              <a:rPr spc="-150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spc="-25" dirty="0"/>
              <a:t>CRC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2451" y="1914571"/>
            <a:ext cx="8007096" cy="41936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464935" cy="6858000"/>
          </a:xfrm>
          <a:custGeom>
            <a:avLst/>
            <a:gdLst/>
            <a:ahLst/>
            <a:cxnLst/>
            <a:rect l="l" t="t" r="r" b="b"/>
            <a:pathLst>
              <a:path w="6464935" h="6858000">
                <a:moveTo>
                  <a:pt x="6464808" y="0"/>
                </a:moveTo>
                <a:lnTo>
                  <a:pt x="0" y="0"/>
                </a:lnTo>
                <a:lnTo>
                  <a:pt x="0" y="6858000"/>
                </a:lnTo>
                <a:lnTo>
                  <a:pt x="6464808" y="6858000"/>
                </a:lnTo>
                <a:lnTo>
                  <a:pt x="6464808" y="0"/>
                </a:lnTo>
                <a:close/>
              </a:path>
            </a:pathLst>
          </a:custGeom>
          <a:solidFill>
            <a:srgbClr val="000000">
              <a:alpha val="8117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546600" cy="6858000"/>
          </a:xfrm>
          <a:custGeom>
            <a:avLst/>
            <a:gdLst/>
            <a:ahLst/>
            <a:cxnLst/>
            <a:rect l="l" t="t" r="r" b="b"/>
            <a:pathLst>
              <a:path w="4546600" h="6858000">
                <a:moveTo>
                  <a:pt x="1202969" y="0"/>
                </a:moveTo>
                <a:lnTo>
                  <a:pt x="0" y="0"/>
                </a:lnTo>
                <a:lnTo>
                  <a:pt x="0" y="6857999"/>
                </a:lnTo>
                <a:lnTo>
                  <a:pt x="4546092" y="6857999"/>
                </a:lnTo>
                <a:lnTo>
                  <a:pt x="1202969" y="0"/>
                </a:lnTo>
                <a:close/>
              </a:path>
            </a:pathLst>
          </a:custGeom>
          <a:solidFill>
            <a:srgbClr val="000000">
              <a:alpha val="3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3411" y="658748"/>
            <a:ext cx="4745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solidFill>
                  <a:srgbClr val="FFFFFF"/>
                </a:solidFill>
              </a:rPr>
              <a:t>Division</a:t>
            </a:r>
            <a:r>
              <a:rPr sz="4000" spc="-16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in</a:t>
            </a:r>
            <a:r>
              <a:rPr sz="4000" spc="-14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CRC</a:t>
            </a:r>
            <a:r>
              <a:rPr sz="4000" spc="-16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Encoder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883411" y="2108073"/>
            <a:ext cx="4791075" cy="26530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marR="73660" indent="-229235">
              <a:lnSpc>
                <a:spcPct val="90000"/>
              </a:lnSpc>
              <a:spcBef>
                <a:spcPts val="340"/>
              </a:spcBef>
              <a:buFont typeface="Wingdings"/>
              <a:buChar char=""/>
              <a:tabLst>
                <a:tab pos="241300" algn="l"/>
                <a:tab pos="29654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encoder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takes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dataword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augments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as.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then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divides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augmented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dataword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divisor.</a:t>
            </a:r>
            <a:endParaRPr sz="2000">
              <a:latin typeface="Calibri"/>
              <a:cs typeface="Calibri"/>
            </a:endParaRPr>
          </a:p>
          <a:p>
            <a:pPr marL="241300" marR="5080" indent="-229235">
              <a:lnSpc>
                <a:spcPct val="90000"/>
              </a:lnSpc>
              <a:spcBef>
                <a:spcPts val="1000"/>
              </a:spcBef>
              <a:buFont typeface="Wingdings"/>
              <a:buChar char=""/>
              <a:tabLst>
                <a:tab pos="241300" algn="l"/>
                <a:tab pos="29654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The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modulo-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binary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division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is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familiar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division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we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decimal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numbers.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However,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this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addition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subtraction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same.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XOR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operation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both.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8543" y="981455"/>
            <a:ext cx="5367528" cy="57028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2192000" y="68580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>
                <a:alpha val="90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1786870" cy="6858000"/>
            </a:xfrm>
            <a:custGeom>
              <a:avLst/>
              <a:gdLst/>
              <a:ahLst/>
              <a:cxnLst/>
              <a:rect l="l" t="t" r="r" b="b"/>
              <a:pathLst>
                <a:path w="11786870" h="6858000">
                  <a:moveTo>
                    <a:pt x="11786616" y="6858000"/>
                  </a:moveTo>
                  <a:lnTo>
                    <a:pt x="8610473" y="0"/>
                  </a:lnTo>
                  <a:lnTo>
                    <a:pt x="405244" y="0"/>
                  </a:lnTo>
                  <a:lnTo>
                    <a:pt x="0" y="0"/>
                  </a:lnTo>
                  <a:lnTo>
                    <a:pt x="0" y="6858000"/>
                  </a:lnTo>
                  <a:lnTo>
                    <a:pt x="3581400" y="6858000"/>
                  </a:lnTo>
                  <a:lnTo>
                    <a:pt x="11786616" y="6858000"/>
                  </a:lnTo>
                  <a:close/>
                </a:path>
              </a:pathLst>
            </a:custGeom>
            <a:solidFill>
              <a:srgbClr val="00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724" rIns="0" bIns="0" rtlCol="0">
            <a:spAutoFit/>
          </a:bodyPr>
          <a:lstStyle/>
          <a:p>
            <a:pPr marL="38163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CRC</a:t>
            </a:r>
            <a:r>
              <a:rPr spc="-204" dirty="0">
                <a:solidFill>
                  <a:srgbClr val="FFFFFF"/>
                </a:solidFill>
              </a:rPr>
              <a:t> </a:t>
            </a:r>
            <a:r>
              <a:rPr spc="-35" dirty="0">
                <a:solidFill>
                  <a:srgbClr val="FFFFFF"/>
                </a:solidFill>
              </a:rPr>
              <a:t>Decoder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939" y="2178176"/>
            <a:ext cx="4696460" cy="31813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5080" indent="-229235">
              <a:lnSpc>
                <a:spcPts val="2160"/>
              </a:lnSpc>
              <a:spcBef>
                <a:spcPts val="375"/>
              </a:spcBef>
              <a:buFont typeface="Wingdings"/>
              <a:buChar char=""/>
              <a:tabLst>
                <a:tab pos="241300" algn="l"/>
                <a:tab pos="29654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The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decoder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does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division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the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encoder.</a:t>
            </a:r>
            <a:endParaRPr sz="2000">
              <a:latin typeface="Calibri"/>
              <a:cs typeface="Calibri"/>
            </a:endParaRPr>
          </a:p>
          <a:p>
            <a:pPr marL="297180" indent="-284480">
              <a:lnSpc>
                <a:spcPts val="2280"/>
              </a:lnSpc>
              <a:spcBef>
                <a:spcPts val="725"/>
              </a:spcBef>
              <a:buFont typeface="Wingdings"/>
              <a:buChar char=""/>
              <a:tabLst>
                <a:tab pos="29718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remainder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division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syndrome.</a:t>
            </a:r>
            <a:endParaRPr sz="2000">
              <a:latin typeface="Calibri"/>
              <a:cs typeface="Calibri"/>
            </a:endParaRPr>
          </a:p>
          <a:p>
            <a:pPr marL="241300" marR="58419" indent="-229235">
              <a:lnSpc>
                <a:spcPct val="90000"/>
              </a:lnSpc>
              <a:spcBef>
                <a:spcPts val="1005"/>
              </a:spcBef>
              <a:buFont typeface="Wingdings"/>
              <a:buChar char=""/>
              <a:tabLst>
                <a:tab pos="241300" algn="l"/>
                <a:tab pos="29718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If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error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during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communication,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syndrome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zero.</a:t>
            </a:r>
            <a:r>
              <a:rPr sz="2000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dataword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sperated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received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codeword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accepted.</a:t>
            </a:r>
            <a:endParaRPr sz="2000">
              <a:latin typeface="Calibri"/>
              <a:cs typeface="Calibri"/>
            </a:endParaRPr>
          </a:p>
          <a:p>
            <a:pPr marL="241300" marR="427355" indent="-229235">
              <a:lnSpc>
                <a:spcPts val="2160"/>
              </a:lnSpc>
              <a:spcBef>
                <a:spcPts val="1030"/>
              </a:spcBef>
              <a:buFont typeface="Wingdings"/>
              <a:buChar char=""/>
              <a:tabLst>
                <a:tab pos="241300" algn="l"/>
                <a:tab pos="29718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If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syndrom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non-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zero,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errors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occurs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during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communication.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308817" y="2607134"/>
            <a:ext cx="3128010" cy="3127375"/>
            <a:chOff x="7308817" y="2607134"/>
            <a:chExt cx="3128010" cy="3127375"/>
          </a:xfrm>
        </p:grpSpPr>
        <p:sp>
          <p:nvSpPr>
            <p:cNvPr id="9" name="object 9"/>
            <p:cNvSpPr/>
            <p:nvPr/>
          </p:nvSpPr>
          <p:spPr>
            <a:xfrm>
              <a:off x="7332769" y="2637160"/>
              <a:ext cx="3079750" cy="3073400"/>
            </a:xfrm>
            <a:custGeom>
              <a:avLst/>
              <a:gdLst/>
              <a:ahLst/>
              <a:cxnLst/>
              <a:rect l="l" t="t" r="r" b="b"/>
              <a:pathLst>
                <a:path w="3079750" h="3073400">
                  <a:moveTo>
                    <a:pt x="1749982" y="3060700"/>
                  </a:moveTo>
                  <a:lnTo>
                    <a:pt x="1330925" y="3060700"/>
                  </a:lnTo>
                  <a:lnTo>
                    <a:pt x="1382331" y="3073400"/>
                  </a:lnTo>
                  <a:lnTo>
                    <a:pt x="1698354" y="3073400"/>
                  </a:lnTo>
                  <a:lnTo>
                    <a:pt x="1749982" y="3060700"/>
                  </a:lnTo>
                  <a:close/>
                </a:path>
                <a:path w="3079750" h="3073400">
                  <a:moveTo>
                    <a:pt x="1849934" y="25400"/>
                  </a:moveTo>
                  <a:lnTo>
                    <a:pt x="1228275" y="25400"/>
                  </a:lnTo>
                  <a:lnTo>
                    <a:pt x="1080683" y="63500"/>
                  </a:lnTo>
                  <a:lnTo>
                    <a:pt x="1032884" y="88900"/>
                  </a:lnTo>
                  <a:lnTo>
                    <a:pt x="939545" y="114300"/>
                  </a:lnTo>
                  <a:lnTo>
                    <a:pt x="894004" y="139700"/>
                  </a:lnTo>
                  <a:lnTo>
                    <a:pt x="805178" y="190500"/>
                  </a:lnTo>
                  <a:lnTo>
                    <a:pt x="761892" y="215900"/>
                  </a:lnTo>
                  <a:lnTo>
                    <a:pt x="719459" y="241300"/>
                  </a:lnTo>
                  <a:lnTo>
                    <a:pt x="677981" y="266700"/>
                  </a:lnTo>
                  <a:lnTo>
                    <a:pt x="637457" y="292100"/>
                  </a:lnTo>
                  <a:lnTo>
                    <a:pt x="597887" y="317500"/>
                  </a:lnTo>
                  <a:lnTo>
                    <a:pt x="559270" y="355600"/>
                  </a:lnTo>
                  <a:lnTo>
                    <a:pt x="521605" y="381000"/>
                  </a:lnTo>
                  <a:lnTo>
                    <a:pt x="484891" y="419100"/>
                  </a:lnTo>
                  <a:lnTo>
                    <a:pt x="449127" y="457200"/>
                  </a:lnTo>
                  <a:lnTo>
                    <a:pt x="414490" y="482600"/>
                  </a:lnTo>
                  <a:lnTo>
                    <a:pt x="381155" y="520700"/>
                  </a:lnTo>
                  <a:lnTo>
                    <a:pt x="349123" y="558800"/>
                  </a:lnTo>
                  <a:lnTo>
                    <a:pt x="318393" y="596900"/>
                  </a:lnTo>
                  <a:lnTo>
                    <a:pt x="288965" y="635000"/>
                  </a:lnTo>
                  <a:lnTo>
                    <a:pt x="260840" y="673100"/>
                  </a:lnTo>
                  <a:lnTo>
                    <a:pt x="234018" y="723900"/>
                  </a:lnTo>
                  <a:lnTo>
                    <a:pt x="208497" y="762000"/>
                  </a:lnTo>
                  <a:lnTo>
                    <a:pt x="184342" y="800100"/>
                  </a:lnTo>
                  <a:lnTo>
                    <a:pt x="161589" y="850900"/>
                  </a:lnTo>
                  <a:lnTo>
                    <a:pt x="140238" y="889000"/>
                  </a:lnTo>
                  <a:lnTo>
                    <a:pt x="120289" y="939800"/>
                  </a:lnTo>
                  <a:lnTo>
                    <a:pt x="101741" y="990600"/>
                  </a:lnTo>
                  <a:lnTo>
                    <a:pt x="84596" y="1028700"/>
                  </a:lnTo>
                  <a:lnTo>
                    <a:pt x="68852" y="1079500"/>
                  </a:lnTo>
                  <a:lnTo>
                    <a:pt x="54511" y="1130300"/>
                  </a:lnTo>
                  <a:lnTo>
                    <a:pt x="41735" y="1181100"/>
                  </a:lnTo>
                  <a:lnTo>
                    <a:pt x="30662" y="1231900"/>
                  </a:lnTo>
                  <a:lnTo>
                    <a:pt x="21293" y="1282700"/>
                  </a:lnTo>
                  <a:lnTo>
                    <a:pt x="13627" y="1333500"/>
                  </a:lnTo>
                  <a:lnTo>
                    <a:pt x="7665" y="1384300"/>
                  </a:lnTo>
                  <a:lnTo>
                    <a:pt x="3406" y="1435100"/>
                  </a:lnTo>
                  <a:lnTo>
                    <a:pt x="851" y="1485900"/>
                  </a:lnTo>
                  <a:lnTo>
                    <a:pt x="0" y="1536700"/>
                  </a:lnTo>
                  <a:lnTo>
                    <a:pt x="1199" y="1587500"/>
                  </a:lnTo>
                  <a:lnTo>
                    <a:pt x="4003" y="1651000"/>
                  </a:lnTo>
                  <a:lnTo>
                    <a:pt x="8411" y="1701800"/>
                  </a:lnTo>
                  <a:lnTo>
                    <a:pt x="14423" y="1752600"/>
                  </a:lnTo>
                  <a:lnTo>
                    <a:pt x="22039" y="1803400"/>
                  </a:lnTo>
                  <a:lnTo>
                    <a:pt x="31259" y="1854200"/>
                  </a:lnTo>
                  <a:lnTo>
                    <a:pt x="42083" y="1905000"/>
                  </a:lnTo>
                  <a:lnTo>
                    <a:pt x="54511" y="1955800"/>
                  </a:lnTo>
                  <a:lnTo>
                    <a:pt x="68529" y="1993900"/>
                  </a:lnTo>
                  <a:lnTo>
                    <a:pt x="84097" y="2044700"/>
                  </a:lnTo>
                  <a:lnTo>
                    <a:pt x="101216" y="2095500"/>
                  </a:lnTo>
                  <a:lnTo>
                    <a:pt x="119887" y="2146300"/>
                  </a:lnTo>
                  <a:lnTo>
                    <a:pt x="140111" y="2184400"/>
                  </a:lnTo>
                  <a:lnTo>
                    <a:pt x="161888" y="2235200"/>
                  </a:lnTo>
                  <a:lnTo>
                    <a:pt x="185219" y="2273300"/>
                  </a:lnTo>
                  <a:lnTo>
                    <a:pt x="210106" y="2324100"/>
                  </a:lnTo>
                  <a:lnTo>
                    <a:pt x="236322" y="2362200"/>
                  </a:lnTo>
                  <a:lnTo>
                    <a:pt x="263642" y="2400300"/>
                  </a:lnTo>
                  <a:lnTo>
                    <a:pt x="292064" y="2438400"/>
                  </a:lnTo>
                  <a:lnTo>
                    <a:pt x="321588" y="2476500"/>
                  </a:lnTo>
                  <a:lnTo>
                    <a:pt x="352215" y="2514600"/>
                  </a:lnTo>
                  <a:lnTo>
                    <a:pt x="383943" y="2552700"/>
                  </a:lnTo>
                  <a:lnTo>
                    <a:pt x="416772" y="2590800"/>
                  </a:lnTo>
                  <a:lnTo>
                    <a:pt x="450702" y="2628900"/>
                  </a:lnTo>
                  <a:lnTo>
                    <a:pt x="485745" y="2667000"/>
                  </a:lnTo>
                  <a:lnTo>
                    <a:pt x="521889" y="2692400"/>
                  </a:lnTo>
                  <a:lnTo>
                    <a:pt x="559134" y="2730500"/>
                  </a:lnTo>
                  <a:lnTo>
                    <a:pt x="597481" y="2755900"/>
                  </a:lnTo>
                  <a:lnTo>
                    <a:pt x="636930" y="2794000"/>
                  </a:lnTo>
                  <a:lnTo>
                    <a:pt x="677481" y="2819400"/>
                  </a:lnTo>
                  <a:lnTo>
                    <a:pt x="719135" y="2844800"/>
                  </a:lnTo>
                  <a:lnTo>
                    <a:pt x="761892" y="2870200"/>
                  </a:lnTo>
                  <a:lnTo>
                    <a:pt x="849914" y="2921000"/>
                  </a:lnTo>
                  <a:lnTo>
                    <a:pt x="894978" y="2933700"/>
                  </a:lnTo>
                  <a:lnTo>
                    <a:pt x="940743" y="2959100"/>
                  </a:lnTo>
                  <a:lnTo>
                    <a:pt x="987210" y="2971800"/>
                  </a:lnTo>
                  <a:lnTo>
                    <a:pt x="1034377" y="2997200"/>
                  </a:lnTo>
                  <a:lnTo>
                    <a:pt x="1280070" y="3060700"/>
                  </a:lnTo>
                  <a:lnTo>
                    <a:pt x="1801011" y="3060700"/>
                  </a:lnTo>
                  <a:lnTo>
                    <a:pt x="2046830" y="2997200"/>
                  </a:lnTo>
                  <a:lnTo>
                    <a:pt x="2093870" y="2984500"/>
                  </a:lnTo>
                  <a:lnTo>
                    <a:pt x="2185698" y="2933700"/>
                  </a:lnTo>
                  <a:lnTo>
                    <a:pt x="2230485" y="2921000"/>
                  </a:lnTo>
                  <a:lnTo>
                    <a:pt x="2274522" y="2895600"/>
                  </a:lnTo>
                  <a:lnTo>
                    <a:pt x="2317809" y="2870200"/>
                  </a:lnTo>
                  <a:lnTo>
                    <a:pt x="1385180" y="2870200"/>
                  </a:lnTo>
                  <a:lnTo>
                    <a:pt x="1284352" y="2844800"/>
                  </a:lnTo>
                  <a:lnTo>
                    <a:pt x="1234625" y="2844800"/>
                  </a:lnTo>
                  <a:lnTo>
                    <a:pt x="1185356" y="2832100"/>
                  </a:lnTo>
                  <a:lnTo>
                    <a:pt x="1136807" y="2806700"/>
                  </a:lnTo>
                  <a:lnTo>
                    <a:pt x="1042661" y="2781300"/>
                  </a:lnTo>
                  <a:lnTo>
                    <a:pt x="997062" y="2755900"/>
                  </a:lnTo>
                  <a:lnTo>
                    <a:pt x="952446" y="2743200"/>
                  </a:lnTo>
                  <a:lnTo>
                    <a:pt x="908812" y="2717800"/>
                  </a:lnTo>
                  <a:lnTo>
                    <a:pt x="866158" y="2692400"/>
                  </a:lnTo>
                  <a:lnTo>
                    <a:pt x="824519" y="2667000"/>
                  </a:lnTo>
                  <a:lnTo>
                    <a:pt x="783927" y="2641600"/>
                  </a:lnTo>
                  <a:lnTo>
                    <a:pt x="744383" y="2616200"/>
                  </a:lnTo>
                  <a:lnTo>
                    <a:pt x="705886" y="2578100"/>
                  </a:lnTo>
                  <a:lnTo>
                    <a:pt x="668437" y="2552700"/>
                  </a:lnTo>
                  <a:lnTo>
                    <a:pt x="632035" y="2514600"/>
                  </a:lnTo>
                  <a:lnTo>
                    <a:pt x="596681" y="2489200"/>
                  </a:lnTo>
                  <a:lnTo>
                    <a:pt x="562572" y="2451100"/>
                  </a:lnTo>
                  <a:lnTo>
                    <a:pt x="529903" y="2413000"/>
                  </a:lnTo>
                  <a:lnTo>
                    <a:pt x="498674" y="2374900"/>
                  </a:lnTo>
                  <a:lnTo>
                    <a:pt x="468885" y="2336800"/>
                  </a:lnTo>
                  <a:lnTo>
                    <a:pt x="440535" y="2298700"/>
                  </a:lnTo>
                  <a:lnTo>
                    <a:pt x="413623" y="2247900"/>
                  </a:lnTo>
                  <a:lnTo>
                    <a:pt x="388149" y="2209800"/>
                  </a:lnTo>
                  <a:lnTo>
                    <a:pt x="364192" y="2171700"/>
                  </a:lnTo>
                  <a:lnTo>
                    <a:pt x="341804" y="2120900"/>
                  </a:lnTo>
                  <a:lnTo>
                    <a:pt x="320985" y="2082800"/>
                  </a:lnTo>
                  <a:lnTo>
                    <a:pt x="301736" y="2032000"/>
                  </a:lnTo>
                  <a:lnTo>
                    <a:pt x="284060" y="1993900"/>
                  </a:lnTo>
                  <a:lnTo>
                    <a:pt x="267957" y="1943100"/>
                  </a:lnTo>
                  <a:lnTo>
                    <a:pt x="253428" y="1892300"/>
                  </a:lnTo>
                  <a:lnTo>
                    <a:pt x="240656" y="1841500"/>
                  </a:lnTo>
                  <a:lnTo>
                    <a:pt x="229852" y="1790700"/>
                  </a:lnTo>
                  <a:lnTo>
                    <a:pt x="221016" y="1739900"/>
                  </a:lnTo>
                  <a:lnTo>
                    <a:pt x="214145" y="1689100"/>
                  </a:lnTo>
                  <a:lnTo>
                    <a:pt x="209239" y="1638300"/>
                  </a:lnTo>
                  <a:lnTo>
                    <a:pt x="206296" y="1587500"/>
                  </a:lnTo>
                  <a:lnTo>
                    <a:pt x="205315" y="1536700"/>
                  </a:lnTo>
                  <a:lnTo>
                    <a:pt x="205895" y="1485900"/>
                  </a:lnTo>
                  <a:lnTo>
                    <a:pt x="208574" y="1435100"/>
                  </a:lnTo>
                  <a:lnTo>
                    <a:pt x="213351" y="1384300"/>
                  </a:lnTo>
                  <a:lnTo>
                    <a:pt x="220226" y="1333500"/>
                  </a:lnTo>
                  <a:lnTo>
                    <a:pt x="229197" y="1282700"/>
                  </a:lnTo>
                  <a:lnTo>
                    <a:pt x="240264" y="1231900"/>
                  </a:lnTo>
                  <a:lnTo>
                    <a:pt x="253427" y="1181100"/>
                  </a:lnTo>
                  <a:lnTo>
                    <a:pt x="268357" y="1143000"/>
                  </a:lnTo>
                  <a:lnTo>
                    <a:pt x="284724" y="1092200"/>
                  </a:lnTo>
                  <a:lnTo>
                    <a:pt x="302530" y="1041400"/>
                  </a:lnTo>
                  <a:lnTo>
                    <a:pt x="321775" y="1003300"/>
                  </a:lnTo>
                  <a:lnTo>
                    <a:pt x="342459" y="952500"/>
                  </a:lnTo>
                  <a:lnTo>
                    <a:pt x="364583" y="914400"/>
                  </a:lnTo>
                  <a:lnTo>
                    <a:pt x="388149" y="863600"/>
                  </a:lnTo>
                  <a:lnTo>
                    <a:pt x="413233" y="825500"/>
                  </a:lnTo>
                  <a:lnTo>
                    <a:pt x="439885" y="787400"/>
                  </a:lnTo>
                  <a:lnTo>
                    <a:pt x="468105" y="749300"/>
                  </a:lnTo>
                  <a:lnTo>
                    <a:pt x="497894" y="711200"/>
                  </a:lnTo>
                  <a:lnTo>
                    <a:pt x="529253" y="673100"/>
                  </a:lnTo>
                  <a:lnTo>
                    <a:pt x="562182" y="635000"/>
                  </a:lnTo>
                  <a:lnTo>
                    <a:pt x="596681" y="596900"/>
                  </a:lnTo>
                  <a:lnTo>
                    <a:pt x="632458" y="558800"/>
                  </a:lnTo>
                  <a:lnTo>
                    <a:pt x="669219" y="533400"/>
                  </a:lnTo>
                  <a:lnTo>
                    <a:pt x="706964" y="495300"/>
                  </a:lnTo>
                  <a:lnTo>
                    <a:pt x="745692" y="469900"/>
                  </a:lnTo>
                  <a:lnTo>
                    <a:pt x="785402" y="444500"/>
                  </a:lnTo>
                  <a:lnTo>
                    <a:pt x="826093" y="419100"/>
                  </a:lnTo>
                  <a:lnTo>
                    <a:pt x="867766" y="393700"/>
                  </a:lnTo>
                  <a:lnTo>
                    <a:pt x="910388" y="368300"/>
                  </a:lnTo>
                  <a:lnTo>
                    <a:pt x="953927" y="342900"/>
                  </a:lnTo>
                  <a:lnTo>
                    <a:pt x="998382" y="317500"/>
                  </a:lnTo>
                  <a:lnTo>
                    <a:pt x="1043753" y="304800"/>
                  </a:lnTo>
                  <a:lnTo>
                    <a:pt x="1090039" y="279400"/>
                  </a:lnTo>
                  <a:lnTo>
                    <a:pt x="1333757" y="215900"/>
                  </a:lnTo>
                  <a:lnTo>
                    <a:pt x="1435633" y="215900"/>
                  </a:lnTo>
                  <a:lnTo>
                    <a:pt x="1487455" y="203200"/>
                  </a:lnTo>
                  <a:lnTo>
                    <a:pt x="2317808" y="203200"/>
                  </a:lnTo>
                  <a:lnTo>
                    <a:pt x="2274148" y="190500"/>
                  </a:lnTo>
                  <a:lnTo>
                    <a:pt x="2184722" y="139700"/>
                  </a:lnTo>
                  <a:lnTo>
                    <a:pt x="2138957" y="127000"/>
                  </a:lnTo>
                  <a:lnTo>
                    <a:pt x="2092491" y="101600"/>
                  </a:lnTo>
                  <a:lnTo>
                    <a:pt x="2045324" y="88900"/>
                  </a:lnTo>
                  <a:lnTo>
                    <a:pt x="1997457" y="63500"/>
                  </a:lnTo>
                  <a:lnTo>
                    <a:pt x="1849934" y="25400"/>
                  </a:lnTo>
                  <a:close/>
                </a:path>
                <a:path w="3079750" h="3073400">
                  <a:moveTo>
                    <a:pt x="2317808" y="203200"/>
                  </a:moveTo>
                  <a:lnTo>
                    <a:pt x="1591877" y="203200"/>
                  </a:lnTo>
                  <a:lnTo>
                    <a:pt x="1643430" y="215900"/>
                  </a:lnTo>
                  <a:lnTo>
                    <a:pt x="1745166" y="215900"/>
                  </a:lnTo>
                  <a:lnTo>
                    <a:pt x="1990458" y="279400"/>
                  </a:lnTo>
                  <a:lnTo>
                    <a:pt x="2037040" y="304800"/>
                  </a:lnTo>
                  <a:lnTo>
                    <a:pt x="2082638" y="317500"/>
                  </a:lnTo>
                  <a:lnTo>
                    <a:pt x="2127254" y="342900"/>
                  </a:lnTo>
                  <a:lnTo>
                    <a:pt x="2170889" y="368300"/>
                  </a:lnTo>
                  <a:lnTo>
                    <a:pt x="2213542" y="393700"/>
                  </a:lnTo>
                  <a:lnTo>
                    <a:pt x="2255181" y="419100"/>
                  </a:lnTo>
                  <a:lnTo>
                    <a:pt x="2295773" y="444500"/>
                  </a:lnTo>
                  <a:lnTo>
                    <a:pt x="2335317" y="469900"/>
                  </a:lnTo>
                  <a:lnTo>
                    <a:pt x="2373814" y="495300"/>
                  </a:lnTo>
                  <a:lnTo>
                    <a:pt x="2411263" y="533400"/>
                  </a:lnTo>
                  <a:lnTo>
                    <a:pt x="2447665" y="558800"/>
                  </a:lnTo>
                  <a:lnTo>
                    <a:pt x="2483019" y="596900"/>
                  </a:lnTo>
                  <a:lnTo>
                    <a:pt x="2517129" y="635000"/>
                  </a:lnTo>
                  <a:lnTo>
                    <a:pt x="2549798" y="673100"/>
                  </a:lnTo>
                  <a:lnTo>
                    <a:pt x="2581026" y="711200"/>
                  </a:lnTo>
                  <a:lnTo>
                    <a:pt x="2610816" y="749300"/>
                  </a:lnTo>
                  <a:lnTo>
                    <a:pt x="2639166" y="787400"/>
                  </a:lnTo>
                  <a:lnTo>
                    <a:pt x="2666077" y="825500"/>
                  </a:lnTo>
                  <a:lnTo>
                    <a:pt x="2691551" y="863600"/>
                  </a:lnTo>
                  <a:lnTo>
                    <a:pt x="2715508" y="914400"/>
                  </a:lnTo>
                  <a:lnTo>
                    <a:pt x="2737897" y="952500"/>
                  </a:lnTo>
                  <a:lnTo>
                    <a:pt x="2758716" y="1003300"/>
                  </a:lnTo>
                  <a:lnTo>
                    <a:pt x="2777964" y="1041400"/>
                  </a:lnTo>
                  <a:lnTo>
                    <a:pt x="2795640" y="1092200"/>
                  </a:lnTo>
                  <a:lnTo>
                    <a:pt x="2811744" y="1143000"/>
                  </a:lnTo>
                  <a:lnTo>
                    <a:pt x="2826273" y="1181100"/>
                  </a:lnTo>
                  <a:lnTo>
                    <a:pt x="2839046" y="1231900"/>
                  </a:lnTo>
                  <a:lnTo>
                    <a:pt x="2849855" y="1282700"/>
                  </a:lnTo>
                  <a:lnTo>
                    <a:pt x="2858698" y="1333500"/>
                  </a:lnTo>
                  <a:lnTo>
                    <a:pt x="2865576" y="1384300"/>
                  </a:lnTo>
                  <a:lnTo>
                    <a:pt x="2870489" y="1435100"/>
                  </a:lnTo>
                  <a:lnTo>
                    <a:pt x="2873437" y="1485900"/>
                  </a:lnTo>
                  <a:lnTo>
                    <a:pt x="2874419" y="1536700"/>
                  </a:lnTo>
                  <a:lnTo>
                    <a:pt x="2873437" y="1587500"/>
                  </a:lnTo>
                  <a:lnTo>
                    <a:pt x="2870489" y="1638300"/>
                  </a:lnTo>
                  <a:lnTo>
                    <a:pt x="2865576" y="1689100"/>
                  </a:lnTo>
                  <a:lnTo>
                    <a:pt x="2858698" y="1739900"/>
                  </a:lnTo>
                  <a:lnTo>
                    <a:pt x="2849855" y="1790700"/>
                  </a:lnTo>
                  <a:lnTo>
                    <a:pt x="2839046" y="1841500"/>
                  </a:lnTo>
                  <a:lnTo>
                    <a:pt x="2826273" y="1892300"/>
                  </a:lnTo>
                  <a:lnTo>
                    <a:pt x="2811744" y="1943100"/>
                  </a:lnTo>
                  <a:lnTo>
                    <a:pt x="2795640" y="1993900"/>
                  </a:lnTo>
                  <a:lnTo>
                    <a:pt x="2777964" y="2032000"/>
                  </a:lnTo>
                  <a:lnTo>
                    <a:pt x="2758716" y="2082800"/>
                  </a:lnTo>
                  <a:lnTo>
                    <a:pt x="2737897" y="2133600"/>
                  </a:lnTo>
                  <a:lnTo>
                    <a:pt x="2715508" y="2171700"/>
                  </a:lnTo>
                  <a:lnTo>
                    <a:pt x="2691552" y="2209800"/>
                  </a:lnTo>
                  <a:lnTo>
                    <a:pt x="2666078" y="2260600"/>
                  </a:lnTo>
                  <a:lnTo>
                    <a:pt x="2639166" y="2298700"/>
                  </a:lnTo>
                  <a:lnTo>
                    <a:pt x="2610816" y="2336800"/>
                  </a:lnTo>
                  <a:lnTo>
                    <a:pt x="2581027" y="2374900"/>
                  </a:lnTo>
                  <a:lnTo>
                    <a:pt x="2549798" y="2413000"/>
                  </a:lnTo>
                  <a:lnTo>
                    <a:pt x="2517129" y="2451100"/>
                  </a:lnTo>
                  <a:lnTo>
                    <a:pt x="2483019" y="2489200"/>
                  </a:lnTo>
                  <a:lnTo>
                    <a:pt x="2447632" y="2514600"/>
                  </a:lnTo>
                  <a:lnTo>
                    <a:pt x="2411130" y="2552700"/>
                  </a:lnTo>
                  <a:lnTo>
                    <a:pt x="2373515" y="2578100"/>
                  </a:lnTo>
                  <a:lnTo>
                    <a:pt x="2334788" y="2616200"/>
                  </a:lnTo>
                  <a:lnTo>
                    <a:pt x="2294948" y="2641600"/>
                  </a:lnTo>
                  <a:lnTo>
                    <a:pt x="2253997" y="2667000"/>
                  </a:lnTo>
                  <a:lnTo>
                    <a:pt x="2211934" y="2692400"/>
                  </a:lnTo>
                  <a:lnTo>
                    <a:pt x="2168891" y="2717800"/>
                  </a:lnTo>
                  <a:lnTo>
                    <a:pt x="2124997" y="2743200"/>
                  </a:lnTo>
                  <a:lnTo>
                    <a:pt x="2080251" y="2755900"/>
                  </a:lnTo>
                  <a:lnTo>
                    <a:pt x="2034652" y="2781300"/>
                  </a:lnTo>
                  <a:lnTo>
                    <a:pt x="1940896" y="2806700"/>
                  </a:lnTo>
                  <a:lnTo>
                    <a:pt x="1892737" y="2832100"/>
                  </a:lnTo>
                  <a:lnTo>
                    <a:pt x="1843890" y="2844800"/>
                  </a:lnTo>
                  <a:lnTo>
                    <a:pt x="1794524" y="2844800"/>
                  </a:lnTo>
                  <a:lnTo>
                    <a:pt x="1694228" y="2870200"/>
                  </a:lnTo>
                  <a:lnTo>
                    <a:pt x="2317809" y="2870200"/>
                  </a:lnTo>
                  <a:lnTo>
                    <a:pt x="2360242" y="2844800"/>
                  </a:lnTo>
                  <a:lnTo>
                    <a:pt x="2401720" y="2819400"/>
                  </a:lnTo>
                  <a:lnTo>
                    <a:pt x="2442245" y="2794000"/>
                  </a:lnTo>
                  <a:lnTo>
                    <a:pt x="2481817" y="2755900"/>
                  </a:lnTo>
                  <a:lnTo>
                    <a:pt x="2520439" y="2730500"/>
                  </a:lnTo>
                  <a:lnTo>
                    <a:pt x="2558110" y="2692400"/>
                  </a:lnTo>
                  <a:lnTo>
                    <a:pt x="2594832" y="2667000"/>
                  </a:lnTo>
                  <a:lnTo>
                    <a:pt x="2630607" y="2628900"/>
                  </a:lnTo>
                  <a:lnTo>
                    <a:pt x="2665243" y="2590800"/>
                  </a:lnTo>
                  <a:lnTo>
                    <a:pt x="2698574" y="2552700"/>
                  </a:lnTo>
                  <a:lnTo>
                    <a:pt x="2730601" y="2514600"/>
                  </a:lnTo>
                  <a:lnTo>
                    <a:pt x="2761325" y="2476500"/>
                  </a:lnTo>
                  <a:lnTo>
                    <a:pt x="2790746" y="2438400"/>
                  </a:lnTo>
                  <a:lnTo>
                    <a:pt x="2818866" y="2400300"/>
                  </a:lnTo>
                  <a:lnTo>
                    <a:pt x="2845684" y="2362200"/>
                  </a:lnTo>
                  <a:lnTo>
                    <a:pt x="2871203" y="2324100"/>
                  </a:lnTo>
                  <a:lnTo>
                    <a:pt x="2895354" y="2273300"/>
                  </a:lnTo>
                  <a:lnTo>
                    <a:pt x="2918099" y="2235200"/>
                  </a:lnTo>
                  <a:lnTo>
                    <a:pt x="2939442" y="2184400"/>
                  </a:lnTo>
                  <a:lnTo>
                    <a:pt x="2959390" y="2133600"/>
                  </a:lnTo>
                  <a:lnTo>
                    <a:pt x="2977947" y="2095500"/>
                  </a:lnTo>
                  <a:lnTo>
                    <a:pt x="2995119" y="2044700"/>
                  </a:lnTo>
                  <a:lnTo>
                    <a:pt x="3010910" y="1993900"/>
                  </a:lnTo>
                  <a:lnTo>
                    <a:pt x="3025326" y="1943100"/>
                  </a:lnTo>
                  <a:lnTo>
                    <a:pt x="3038078" y="1905000"/>
                  </a:lnTo>
                  <a:lnTo>
                    <a:pt x="3049130" y="1854200"/>
                  </a:lnTo>
                  <a:lnTo>
                    <a:pt x="3058482" y="1803400"/>
                  </a:lnTo>
                  <a:lnTo>
                    <a:pt x="3066133" y="1752600"/>
                  </a:lnTo>
                  <a:lnTo>
                    <a:pt x="3072084" y="1701800"/>
                  </a:lnTo>
                  <a:lnTo>
                    <a:pt x="3076334" y="1651000"/>
                  </a:lnTo>
                  <a:lnTo>
                    <a:pt x="3078885" y="1587500"/>
                  </a:lnTo>
                  <a:lnTo>
                    <a:pt x="3079735" y="1536700"/>
                  </a:lnTo>
                  <a:lnTo>
                    <a:pt x="3078548" y="1485900"/>
                  </a:lnTo>
                  <a:lnTo>
                    <a:pt x="3075757" y="1435100"/>
                  </a:lnTo>
                  <a:lnTo>
                    <a:pt x="3071362" y="1384300"/>
                  </a:lnTo>
                  <a:lnTo>
                    <a:pt x="3065363" y="1333500"/>
                  </a:lnTo>
                  <a:lnTo>
                    <a:pt x="3057760" y="1282700"/>
                  </a:lnTo>
                  <a:lnTo>
                    <a:pt x="3048553" y="1231900"/>
                  </a:lnTo>
                  <a:lnTo>
                    <a:pt x="3037741" y="1181100"/>
                  </a:lnTo>
                  <a:lnTo>
                    <a:pt x="3025326" y="1130300"/>
                  </a:lnTo>
                  <a:lnTo>
                    <a:pt x="3011224" y="1079500"/>
                  </a:lnTo>
                  <a:lnTo>
                    <a:pt x="2995604" y="1028700"/>
                  </a:lnTo>
                  <a:lnTo>
                    <a:pt x="2978458" y="990600"/>
                  </a:lnTo>
                  <a:lnTo>
                    <a:pt x="2959779" y="939800"/>
                  </a:lnTo>
                  <a:lnTo>
                    <a:pt x="2939561" y="889000"/>
                  </a:lnTo>
                  <a:lnTo>
                    <a:pt x="2917795" y="850900"/>
                  </a:lnTo>
                  <a:lnTo>
                    <a:pt x="2894476" y="800100"/>
                  </a:lnTo>
                  <a:lnTo>
                    <a:pt x="2869594" y="762000"/>
                  </a:lnTo>
                  <a:lnTo>
                    <a:pt x="2843378" y="723900"/>
                  </a:lnTo>
                  <a:lnTo>
                    <a:pt x="2816059" y="673100"/>
                  </a:lnTo>
                  <a:lnTo>
                    <a:pt x="2787637" y="635000"/>
                  </a:lnTo>
                  <a:lnTo>
                    <a:pt x="2758112" y="596900"/>
                  </a:lnTo>
                  <a:lnTo>
                    <a:pt x="2727486" y="558800"/>
                  </a:lnTo>
                  <a:lnTo>
                    <a:pt x="2695758" y="520700"/>
                  </a:lnTo>
                  <a:lnTo>
                    <a:pt x="2662928" y="482600"/>
                  </a:lnTo>
                  <a:lnTo>
                    <a:pt x="2628998" y="444500"/>
                  </a:lnTo>
                  <a:lnTo>
                    <a:pt x="2593955" y="419100"/>
                  </a:lnTo>
                  <a:lnTo>
                    <a:pt x="2557811" y="381000"/>
                  </a:lnTo>
                  <a:lnTo>
                    <a:pt x="2520566" y="355600"/>
                  </a:lnTo>
                  <a:lnTo>
                    <a:pt x="2482219" y="317500"/>
                  </a:lnTo>
                  <a:lnTo>
                    <a:pt x="2442770" y="292100"/>
                  </a:lnTo>
                  <a:lnTo>
                    <a:pt x="2402219" y="266700"/>
                  </a:lnTo>
                  <a:lnTo>
                    <a:pt x="2360565" y="228600"/>
                  </a:lnTo>
                  <a:lnTo>
                    <a:pt x="2317808" y="203200"/>
                  </a:lnTo>
                  <a:close/>
                </a:path>
                <a:path w="3079750" h="3073400">
                  <a:moveTo>
                    <a:pt x="1642525" y="2057400"/>
                  </a:moveTo>
                  <a:lnTo>
                    <a:pt x="1437209" y="2057400"/>
                  </a:lnTo>
                  <a:lnTo>
                    <a:pt x="1437210" y="2260600"/>
                  </a:lnTo>
                  <a:lnTo>
                    <a:pt x="1642525" y="2260600"/>
                  </a:lnTo>
                  <a:lnTo>
                    <a:pt x="1642525" y="2057400"/>
                  </a:lnTo>
                  <a:close/>
                </a:path>
                <a:path w="3079750" h="3073400">
                  <a:moveTo>
                    <a:pt x="1642525" y="825500"/>
                  </a:moveTo>
                  <a:lnTo>
                    <a:pt x="1437209" y="825500"/>
                  </a:lnTo>
                  <a:lnTo>
                    <a:pt x="1437209" y="1854200"/>
                  </a:lnTo>
                  <a:lnTo>
                    <a:pt x="1642525" y="1854200"/>
                  </a:lnTo>
                  <a:lnTo>
                    <a:pt x="1642525" y="825500"/>
                  </a:lnTo>
                  <a:close/>
                </a:path>
                <a:path w="3079750" h="3073400">
                  <a:moveTo>
                    <a:pt x="1748780" y="12700"/>
                  </a:moveTo>
                  <a:lnTo>
                    <a:pt x="1329726" y="12700"/>
                  </a:lnTo>
                  <a:lnTo>
                    <a:pt x="1278699" y="25400"/>
                  </a:lnTo>
                  <a:lnTo>
                    <a:pt x="1799632" y="25400"/>
                  </a:lnTo>
                  <a:lnTo>
                    <a:pt x="1748780" y="12700"/>
                  </a:lnTo>
                  <a:close/>
                </a:path>
                <a:path w="3079750" h="3073400">
                  <a:moveTo>
                    <a:pt x="1645425" y="0"/>
                  </a:moveTo>
                  <a:lnTo>
                    <a:pt x="1433590" y="0"/>
                  </a:lnTo>
                  <a:lnTo>
                    <a:pt x="1381357" y="12700"/>
                  </a:lnTo>
                  <a:lnTo>
                    <a:pt x="1697378" y="12700"/>
                  </a:lnTo>
                  <a:lnTo>
                    <a:pt x="16454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32769" y="2631086"/>
              <a:ext cx="3079750" cy="3079750"/>
            </a:xfrm>
            <a:custGeom>
              <a:avLst/>
              <a:gdLst/>
              <a:ahLst/>
              <a:cxnLst/>
              <a:rect l="l" t="t" r="r" b="b"/>
              <a:pathLst>
                <a:path w="3079750" h="3079750">
                  <a:moveTo>
                    <a:pt x="1539867" y="0"/>
                  </a:moveTo>
                  <a:lnTo>
                    <a:pt x="1592922" y="850"/>
                  </a:lnTo>
                  <a:lnTo>
                    <a:pt x="1645426" y="3405"/>
                  </a:lnTo>
                  <a:lnTo>
                    <a:pt x="1697378" y="7668"/>
                  </a:lnTo>
                  <a:lnTo>
                    <a:pt x="1748780" y="13643"/>
                  </a:lnTo>
                  <a:lnTo>
                    <a:pt x="1799632" y="21334"/>
                  </a:lnTo>
                  <a:lnTo>
                    <a:pt x="1849934" y="30745"/>
                  </a:lnTo>
                  <a:lnTo>
                    <a:pt x="1899687" y="41880"/>
                  </a:lnTo>
                  <a:lnTo>
                    <a:pt x="1948890" y="54743"/>
                  </a:lnTo>
                  <a:lnTo>
                    <a:pt x="1997457" y="69049"/>
                  </a:lnTo>
                  <a:lnTo>
                    <a:pt x="2045324" y="84765"/>
                  </a:lnTo>
                  <a:lnTo>
                    <a:pt x="2092491" y="101890"/>
                  </a:lnTo>
                  <a:lnTo>
                    <a:pt x="2138957" y="120423"/>
                  </a:lnTo>
                  <a:lnTo>
                    <a:pt x="2184722" y="140362"/>
                  </a:lnTo>
                  <a:lnTo>
                    <a:pt x="2229786" y="161707"/>
                  </a:lnTo>
                  <a:lnTo>
                    <a:pt x="2274148" y="184456"/>
                  </a:lnTo>
                  <a:lnTo>
                    <a:pt x="2317808" y="208607"/>
                  </a:lnTo>
                  <a:lnTo>
                    <a:pt x="2360565" y="234124"/>
                  </a:lnTo>
                  <a:lnTo>
                    <a:pt x="2402219" y="260943"/>
                  </a:lnTo>
                  <a:lnTo>
                    <a:pt x="2442770" y="289065"/>
                  </a:lnTo>
                  <a:lnTo>
                    <a:pt x="2482219" y="318488"/>
                  </a:lnTo>
                  <a:lnTo>
                    <a:pt x="2520566" y="349215"/>
                  </a:lnTo>
                  <a:lnTo>
                    <a:pt x="2557811" y="381243"/>
                  </a:lnTo>
                  <a:lnTo>
                    <a:pt x="2593955" y="414573"/>
                  </a:lnTo>
                  <a:lnTo>
                    <a:pt x="2628999" y="449206"/>
                  </a:lnTo>
                  <a:lnTo>
                    <a:pt x="2662928" y="484967"/>
                  </a:lnTo>
                  <a:lnTo>
                    <a:pt x="2695758" y="521679"/>
                  </a:lnTo>
                  <a:lnTo>
                    <a:pt x="2727486" y="559344"/>
                  </a:lnTo>
                  <a:lnTo>
                    <a:pt x="2758112" y="597960"/>
                  </a:lnTo>
                  <a:lnTo>
                    <a:pt x="2787637" y="637527"/>
                  </a:lnTo>
                  <a:lnTo>
                    <a:pt x="2816059" y="678044"/>
                  </a:lnTo>
                  <a:lnTo>
                    <a:pt x="2843378" y="719512"/>
                  </a:lnTo>
                  <a:lnTo>
                    <a:pt x="2869594" y="761930"/>
                  </a:lnTo>
                  <a:lnTo>
                    <a:pt x="2894476" y="805211"/>
                  </a:lnTo>
                  <a:lnTo>
                    <a:pt x="2917795" y="849243"/>
                  </a:lnTo>
                  <a:lnTo>
                    <a:pt x="2939561" y="894026"/>
                  </a:lnTo>
                  <a:lnTo>
                    <a:pt x="2959779" y="939561"/>
                  </a:lnTo>
                  <a:lnTo>
                    <a:pt x="2978458" y="985848"/>
                  </a:lnTo>
                  <a:lnTo>
                    <a:pt x="2995604" y="1032888"/>
                  </a:lnTo>
                  <a:lnTo>
                    <a:pt x="3011224" y="1080680"/>
                  </a:lnTo>
                  <a:lnTo>
                    <a:pt x="3025326" y="1129227"/>
                  </a:lnTo>
                  <a:lnTo>
                    <a:pt x="3037742" y="1178438"/>
                  </a:lnTo>
                  <a:lnTo>
                    <a:pt x="3048553" y="1228253"/>
                  </a:lnTo>
                  <a:lnTo>
                    <a:pt x="3057760" y="1278671"/>
                  </a:lnTo>
                  <a:lnTo>
                    <a:pt x="3065363" y="1329691"/>
                  </a:lnTo>
                  <a:lnTo>
                    <a:pt x="3071362" y="1381315"/>
                  </a:lnTo>
                  <a:lnTo>
                    <a:pt x="3075757" y="1433542"/>
                  </a:lnTo>
                  <a:lnTo>
                    <a:pt x="3078548" y="1486372"/>
                  </a:lnTo>
                  <a:lnTo>
                    <a:pt x="3079735" y="1539805"/>
                  </a:lnTo>
                  <a:lnTo>
                    <a:pt x="3078885" y="1592853"/>
                  </a:lnTo>
                  <a:lnTo>
                    <a:pt x="3076335" y="1645350"/>
                  </a:lnTo>
                  <a:lnTo>
                    <a:pt x="3072084" y="1697296"/>
                  </a:lnTo>
                  <a:lnTo>
                    <a:pt x="3066133" y="1748691"/>
                  </a:lnTo>
                  <a:lnTo>
                    <a:pt x="3058482" y="1799536"/>
                  </a:lnTo>
                  <a:lnTo>
                    <a:pt x="3049130" y="1849832"/>
                  </a:lnTo>
                  <a:lnTo>
                    <a:pt x="3038079" y="1899578"/>
                  </a:lnTo>
                  <a:lnTo>
                    <a:pt x="3025327" y="1948775"/>
                  </a:lnTo>
                  <a:lnTo>
                    <a:pt x="3010910" y="1997336"/>
                  </a:lnTo>
                  <a:lnTo>
                    <a:pt x="2995119" y="2045196"/>
                  </a:lnTo>
                  <a:lnTo>
                    <a:pt x="2977947" y="2092357"/>
                  </a:lnTo>
                  <a:lnTo>
                    <a:pt x="2959390" y="2138817"/>
                  </a:lnTo>
                  <a:lnTo>
                    <a:pt x="2939443" y="2184577"/>
                  </a:lnTo>
                  <a:lnTo>
                    <a:pt x="2918099" y="2229635"/>
                  </a:lnTo>
                  <a:lnTo>
                    <a:pt x="2895354" y="2273991"/>
                  </a:lnTo>
                  <a:lnTo>
                    <a:pt x="2871203" y="2317645"/>
                  </a:lnTo>
                  <a:lnTo>
                    <a:pt x="2845684" y="2360397"/>
                  </a:lnTo>
                  <a:lnTo>
                    <a:pt x="2818866" y="2402046"/>
                  </a:lnTo>
                  <a:lnTo>
                    <a:pt x="2790746" y="2442591"/>
                  </a:lnTo>
                  <a:lnTo>
                    <a:pt x="2761325" y="2482035"/>
                  </a:lnTo>
                  <a:lnTo>
                    <a:pt x="2730601" y="2520377"/>
                  </a:lnTo>
                  <a:lnTo>
                    <a:pt x="2698574" y="2557617"/>
                  </a:lnTo>
                  <a:lnTo>
                    <a:pt x="2665243" y="2593757"/>
                  </a:lnTo>
                  <a:lnTo>
                    <a:pt x="2630607" y="2628795"/>
                  </a:lnTo>
                  <a:lnTo>
                    <a:pt x="2594832" y="2662721"/>
                  </a:lnTo>
                  <a:lnTo>
                    <a:pt x="2558110" y="2695546"/>
                  </a:lnTo>
                  <a:lnTo>
                    <a:pt x="2520439" y="2727270"/>
                  </a:lnTo>
                  <a:lnTo>
                    <a:pt x="2481818" y="2757892"/>
                  </a:lnTo>
                  <a:lnTo>
                    <a:pt x="2442245" y="2787413"/>
                  </a:lnTo>
                  <a:lnTo>
                    <a:pt x="2401720" y="2815831"/>
                  </a:lnTo>
                  <a:lnTo>
                    <a:pt x="2360242" y="2843147"/>
                  </a:lnTo>
                  <a:lnTo>
                    <a:pt x="2317809" y="2869360"/>
                  </a:lnTo>
                  <a:lnTo>
                    <a:pt x="2274522" y="2894245"/>
                  </a:lnTo>
                  <a:lnTo>
                    <a:pt x="2230485" y="2917577"/>
                  </a:lnTo>
                  <a:lnTo>
                    <a:pt x="2185698" y="2939355"/>
                  </a:lnTo>
                  <a:lnTo>
                    <a:pt x="2140159" y="2959580"/>
                  </a:lnTo>
                  <a:lnTo>
                    <a:pt x="2093870" y="2978251"/>
                  </a:lnTo>
                  <a:lnTo>
                    <a:pt x="2046831" y="2995367"/>
                  </a:lnTo>
                  <a:lnTo>
                    <a:pt x="1999040" y="3010929"/>
                  </a:lnTo>
                  <a:lnTo>
                    <a:pt x="1950499" y="3024935"/>
                  </a:lnTo>
                  <a:lnTo>
                    <a:pt x="1901270" y="3037361"/>
                  </a:lnTo>
                  <a:lnTo>
                    <a:pt x="1851441" y="3048185"/>
                  </a:lnTo>
                  <a:lnTo>
                    <a:pt x="1801012" y="3057405"/>
                  </a:lnTo>
                  <a:lnTo>
                    <a:pt x="1749983" y="3065022"/>
                  </a:lnTo>
                  <a:lnTo>
                    <a:pt x="1698354" y="3071037"/>
                  </a:lnTo>
                  <a:lnTo>
                    <a:pt x="1646125" y="3075451"/>
                  </a:lnTo>
                  <a:lnTo>
                    <a:pt x="1593296" y="3078263"/>
                  </a:lnTo>
                  <a:lnTo>
                    <a:pt x="1539868" y="3079473"/>
                  </a:lnTo>
                  <a:lnTo>
                    <a:pt x="1486801" y="3078622"/>
                  </a:lnTo>
                  <a:lnTo>
                    <a:pt x="1434289" y="3076066"/>
                  </a:lnTo>
                  <a:lnTo>
                    <a:pt x="1382331" y="3071807"/>
                  </a:lnTo>
                  <a:lnTo>
                    <a:pt x="1330925" y="3065843"/>
                  </a:lnTo>
                  <a:lnTo>
                    <a:pt x="1280070" y="3058174"/>
                  </a:lnTo>
                  <a:lnTo>
                    <a:pt x="1229767" y="3048800"/>
                  </a:lnTo>
                  <a:lnTo>
                    <a:pt x="1180014" y="3037721"/>
                  </a:lnTo>
                  <a:lnTo>
                    <a:pt x="1130810" y="3024935"/>
                  </a:lnTo>
                  <a:lnTo>
                    <a:pt x="1082244" y="3010595"/>
                  </a:lnTo>
                  <a:lnTo>
                    <a:pt x="1034377" y="2994854"/>
                  </a:lnTo>
                  <a:lnTo>
                    <a:pt x="987210" y="2977710"/>
                  </a:lnTo>
                  <a:lnTo>
                    <a:pt x="940743" y="2959165"/>
                  </a:lnTo>
                  <a:lnTo>
                    <a:pt x="894978" y="2939219"/>
                  </a:lnTo>
                  <a:lnTo>
                    <a:pt x="849914" y="2917870"/>
                  </a:lnTo>
                  <a:lnTo>
                    <a:pt x="805552" y="2895120"/>
                  </a:lnTo>
                  <a:lnTo>
                    <a:pt x="761892" y="2870968"/>
                  </a:lnTo>
                  <a:lnTo>
                    <a:pt x="719135" y="2845463"/>
                  </a:lnTo>
                  <a:lnTo>
                    <a:pt x="677481" y="2818652"/>
                  </a:lnTo>
                  <a:lnTo>
                    <a:pt x="636930" y="2790537"/>
                  </a:lnTo>
                  <a:lnTo>
                    <a:pt x="597481" y="2761117"/>
                  </a:lnTo>
                  <a:lnTo>
                    <a:pt x="559134" y="2730394"/>
                  </a:lnTo>
                  <a:lnTo>
                    <a:pt x="521889" y="2698366"/>
                  </a:lnTo>
                  <a:lnTo>
                    <a:pt x="485745" y="2665036"/>
                  </a:lnTo>
                  <a:lnTo>
                    <a:pt x="450702" y="2630403"/>
                  </a:lnTo>
                  <a:lnTo>
                    <a:pt x="416772" y="2594643"/>
                  </a:lnTo>
                  <a:lnTo>
                    <a:pt x="383943" y="2557930"/>
                  </a:lnTo>
                  <a:lnTo>
                    <a:pt x="352215" y="2520264"/>
                  </a:lnTo>
                  <a:lnTo>
                    <a:pt x="321588" y="2481646"/>
                  </a:lnTo>
                  <a:lnTo>
                    <a:pt x="292064" y="2442075"/>
                  </a:lnTo>
                  <a:lnTo>
                    <a:pt x="263642" y="2401551"/>
                  </a:lnTo>
                  <a:lnTo>
                    <a:pt x="236322" y="2360075"/>
                  </a:lnTo>
                  <a:lnTo>
                    <a:pt x="210106" y="2317645"/>
                  </a:lnTo>
                  <a:lnTo>
                    <a:pt x="185219" y="2274365"/>
                  </a:lnTo>
                  <a:lnTo>
                    <a:pt x="161888" y="2230333"/>
                  </a:lnTo>
                  <a:lnTo>
                    <a:pt x="140111" y="2185552"/>
                  </a:lnTo>
                  <a:lnTo>
                    <a:pt x="119887" y="2140019"/>
                  </a:lnTo>
                  <a:lnTo>
                    <a:pt x="101216" y="2093736"/>
                  </a:lnTo>
                  <a:lnTo>
                    <a:pt x="84097" y="2046702"/>
                  </a:lnTo>
                  <a:lnTo>
                    <a:pt x="68529" y="1998918"/>
                  </a:lnTo>
                  <a:lnTo>
                    <a:pt x="54511" y="1950383"/>
                  </a:lnTo>
                  <a:lnTo>
                    <a:pt x="42083" y="1901160"/>
                  </a:lnTo>
                  <a:lnTo>
                    <a:pt x="31259" y="1851338"/>
                  </a:lnTo>
                  <a:lnTo>
                    <a:pt x="22039" y="1800915"/>
                  </a:lnTo>
                  <a:lnTo>
                    <a:pt x="14423" y="1749893"/>
                  </a:lnTo>
                  <a:lnTo>
                    <a:pt x="8411" y="1698270"/>
                  </a:lnTo>
                  <a:lnTo>
                    <a:pt x="4003" y="1646048"/>
                  </a:lnTo>
                  <a:lnTo>
                    <a:pt x="1199" y="1593227"/>
                  </a:lnTo>
                  <a:lnTo>
                    <a:pt x="0" y="1539805"/>
                  </a:lnTo>
                  <a:lnTo>
                    <a:pt x="851" y="1486746"/>
                  </a:lnTo>
                  <a:lnTo>
                    <a:pt x="3406" y="1434241"/>
                  </a:lnTo>
                  <a:lnTo>
                    <a:pt x="7665" y="1382290"/>
                  </a:lnTo>
                  <a:lnTo>
                    <a:pt x="13627" y="1330893"/>
                  </a:lnTo>
                  <a:lnTo>
                    <a:pt x="21293" y="1280050"/>
                  </a:lnTo>
                  <a:lnTo>
                    <a:pt x="30662" y="1229759"/>
                  </a:lnTo>
                  <a:lnTo>
                    <a:pt x="41735" y="1180021"/>
                  </a:lnTo>
                  <a:lnTo>
                    <a:pt x="54511" y="1130835"/>
                  </a:lnTo>
                  <a:lnTo>
                    <a:pt x="68852" y="1082263"/>
                  </a:lnTo>
                  <a:lnTo>
                    <a:pt x="84596" y="1034394"/>
                  </a:lnTo>
                  <a:lnTo>
                    <a:pt x="101741" y="987227"/>
                  </a:lnTo>
                  <a:lnTo>
                    <a:pt x="120289" y="940763"/>
                  </a:lnTo>
                  <a:lnTo>
                    <a:pt x="140238" y="895001"/>
                  </a:lnTo>
                  <a:lnTo>
                    <a:pt x="161589" y="849941"/>
                  </a:lnTo>
                  <a:lnTo>
                    <a:pt x="184342" y="805585"/>
                  </a:lnTo>
                  <a:lnTo>
                    <a:pt x="208497" y="761930"/>
                  </a:lnTo>
                  <a:lnTo>
                    <a:pt x="234018" y="719179"/>
                  </a:lnTo>
                  <a:lnTo>
                    <a:pt x="260840" y="677531"/>
                  </a:lnTo>
                  <a:lnTo>
                    <a:pt x="288965" y="636986"/>
                  </a:lnTo>
                  <a:lnTo>
                    <a:pt x="318393" y="597545"/>
                  </a:lnTo>
                  <a:lnTo>
                    <a:pt x="349123" y="559207"/>
                  </a:lnTo>
                  <a:lnTo>
                    <a:pt x="381155" y="521973"/>
                  </a:lnTo>
                  <a:lnTo>
                    <a:pt x="414490" y="485842"/>
                  </a:lnTo>
                  <a:lnTo>
                    <a:pt x="449127" y="450814"/>
                  </a:lnTo>
                  <a:lnTo>
                    <a:pt x="484891" y="416878"/>
                  </a:lnTo>
                  <a:lnTo>
                    <a:pt x="521605" y="384044"/>
                  </a:lnTo>
                  <a:lnTo>
                    <a:pt x="559270" y="352314"/>
                  </a:lnTo>
                  <a:lnTo>
                    <a:pt x="597887" y="321688"/>
                  </a:lnTo>
                  <a:lnTo>
                    <a:pt x="637457" y="292164"/>
                  </a:lnTo>
                  <a:lnTo>
                    <a:pt x="677981" y="263745"/>
                  </a:lnTo>
                  <a:lnTo>
                    <a:pt x="719459" y="236428"/>
                  </a:lnTo>
                  <a:lnTo>
                    <a:pt x="761892" y="210216"/>
                  </a:lnTo>
                  <a:lnTo>
                    <a:pt x="805178" y="185334"/>
                  </a:lnTo>
                  <a:lnTo>
                    <a:pt x="849216" y="162010"/>
                  </a:lnTo>
                  <a:lnTo>
                    <a:pt x="894004" y="140244"/>
                  </a:lnTo>
                  <a:lnTo>
                    <a:pt x="939545" y="120034"/>
                  </a:lnTo>
                  <a:lnTo>
                    <a:pt x="985838" y="101380"/>
                  </a:lnTo>
                  <a:lnTo>
                    <a:pt x="1032884" y="84280"/>
                  </a:lnTo>
                  <a:lnTo>
                    <a:pt x="1080683" y="68735"/>
                  </a:lnTo>
                  <a:lnTo>
                    <a:pt x="1129236" y="54743"/>
                  </a:lnTo>
                  <a:lnTo>
                    <a:pt x="1178454" y="42315"/>
                  </a:lnTo>
                  <a:lnTo>
                    <a:pt x="1228275" y="31466"/>
                  </a:lnTo>
                  <a:lnTo>
                    <a:pt x="1278699" y="22206"/>
                  </a:lnTo>
                  <a:lnTo>
                    <a:pt x="1329726" y="14541"/>
                  </a:lnTo>
                  <a:lnTo>
                    <a:pt x="1381357" y="8480"/>
                  </a:lnTo>
                  <a:lnTo>
                    <a:pt x="1433591" y="4030"/>
                  </a:lnTo>
                  <a:lnTo>
                    <a:pt x="1486427" y="1201"/>
                  </a:lnTo>
                  <a:lnTo>
                    <a:pt x="1539867" y="0"/>
                  </a:lnTo>
                  <a:close/>
                </a:path>
                <a:path w="3079750" h="3079750">
                  <a:moveTo>
                    <a:pt x="1539868" y="2874184"/>
                  </a:moveTo>
                  <a:lnTo>
                    <a:pt x="1591844" y="2873202"/>
                  </a:lnTo>
                  <a:lnTo>
                    <a:pt x="1643297" y="2870255"/>
                  </a:lnTo>
                  <a:lnTo>
                    <a:pt x="1694228" y="2865342"/>
                  </a:lnTo>
                  <a:lnTo>
                    <a:pt x="1744637" y="2858465"/>
                  </a:lnTo>
                  <a:lnTo>
                    <a:pt x="1794524" y="2849623"/>
                  </a:lnTo>
                  <a:lnTo>
                    <a:pt x="1843890" y="2838816"/>
                  </a:lnTo>
                  <a:lnTo>
                    <a:pt x="1892737" y="2826044"/>
                  </a:lnTo>
                  <a:lnTo>
                    <a:pt x="1940896" y="2811517"/>
                  </a:lnTo>
                  <a:lnTo>
                    <a:pt x="1988201" y="2795416"/>
                  </a:lnTo>
                  <a:lnTo>
                    <a:pt x="2034652" y="2777742"/>
                  </a:lnTo>
                  <a:lnTo>
                    <a:pt x="2080251" y="2758496"/>
                  </a:lnTo>
                  <a:lnTo>
                    <a:pt x="2124997" y="2737679"/>
                  </a:lnTo>
                  <a:lnTo>
                    <a:pt x="2168891" y="2715294"/>
                  </a:lnTo>
                  <a:lnTo>
                    <a:pt x="2211934" y="2691340"/>
                  </a:lnTo>
                  <a:lnTo>
                    <a:pt x="2253997" y="2665870"/>
                  </a:lnTo>
                  <a:lnTo>
                    <a:pt x="2294948" y="2638961"/>
                  </a:lnTo>
                  <a:lnTo>
                    <a:pt x="2334788" y="2610615"/>
                  </a:lnTo>
                  <a:lnTo>
                    <a:pt x="2373516" y="2580830"/>
                  </a:lnTo>
                  <a:lnTo>
                    <a:pt x="2411130" y="2549605"/>
                  </a:lnTo>
                  <a:lnTo>
                    <a:pt x="2447632" y="2516940"/>
                  </a:lnTo>
                  <a:lnTo>
                    <a:pt x="2483019" y="2482835"/>
                  </a:lnTo>
                  <a:lnTo>
                    <a:pt x="2517129" y="2447485"/>
                  </a:lnTo>
                  <a:lnTo>
                    <a:pt x="2549798" y="2411088"/>
                  </a:lnTo>
                  <a:lnTo>
                    <a:pt x="2581027" y="2373644"/>
                  </a:lnTo>
                  <a:lnTo>
                    <a:pt x="2610816" y="2335152"/>
                  </a:lnTo>
                  <a:lnTo>
                    <a:pt x="2639166" y="2295613"/>
                  </a:lnTo>
                  <a:lnTo>
                    <a:pt x="2666078" y="2255027"/>
                  </a:lnTo>
                  <a:lnTo>
                    <a:pt x="2691552" y="2213393"/>
                  </a:lnTo>
                  <a:lnTo>
                    <a:pt x="2715508" y="2170745"/>
                  </a:lnTo>
                  <a:lnTo>
                    <a:pt x="2737897" y="2127116"/>
                  </a:lnTo>
                  <a:lnTo>
                    <a:pt x="2758716" y="2082506"/>
                  </a:lnTo>
                  <a:lnTo>
                    <a:pt x="2777964" y="2036913"/>
                  </a:lnTo>
                  <a:lnTo>
                    <a:pt x="2795641" y="1990338"/>
                  </a:lnTo>
                  <a:lnTo>
                    <a:pt x="2811744" y="1942779"/>
                  </a:lnTo>
                  <a:lnTo>
                    <a:pt x="2826273" y="1894237"/>
                  </a:lnTo>
                  <a:lnTo>
                    <a:pt x="2839047" y="1844984"/>
                  </a:lnTo>
                  <a:lnTo>
                    <a:pt x="2849855" y="1795269"/>
                  </a:lnTo>
                  <a:lnTo>
                    <a:pt x="2858698" y="1745092"/>
                  </a:lnTo>
                  <a:lnTo>
                    <a:pt x="2865576" y="1694455"/>
                  </a:lnTo>
                  <a:lnTo>
                    <a:pt x="2870489" y="1643360"/>
                  </a:lnTo>
                  <a:lnTo>
                    <a:pt x="2873437" y="1591810"/>
                  </a:lnTo>
                  <a:lnTo>
                    <a:pt x="2874419" y="1539805"/>
                  </a:lnTo>
                  <a:lnTo>
                    <a:pt x="2873437" y="1487823"/>
                  </a:lnTo>
                  <a:lnTo>
                    <a:pt x="2870489" y="1436367"/>
                  </a:lnTo>
                  <a:lnTo>
                    <a:pt x="2865576" y="1385437"/>
                  </a:lnTo>
                  <a:lnTo>
                    <a:pt x="2858698" y="1335031"/>
                  </a:lnTo>
                  <a:lnTo>
                    <a:pt x="2849855" y="1285148"/>
                  </a:lnTo>
                  <a:lnTo>
                    <a:pt x="2839046" y="1235787"/>
                  </a:lnTo>
                  <a:lnTo>
                    <a:pt x="2826273" y="1186947"/>
                  </a:lnTo>
                  <a:lnTo>
                    <a:pt x="2811744" y="1138805"/>
                  </a:lnTo>
                  <a:lnTo>
                    <a:pt x="2795640" y="1091510"/>
                  </a:lnTo>
                  <a:lnTo>
                    <a:pt x="2777964" y="1045064"/>
                  </a:lnTo>
                  <a:lnTo>
                    <a:pt x="2758716" y="999468"/>
                  </a:lnTo>
                  <a:lnTo>
                    <a:pt x="2737897" y="954723"/>
                  </a:lnTo>
                  <a:lnTo>
                    <a:pt x="2715508" y="910830"/>
                  </a:lnTo>
                  <a:lnTo>
                    <a:pt x="2691551" y="867791"/>
                  </a:lnTo>
                  <a:lnTo>
                    <a:pt x="2666078" y="825734"/>
                  </a:lnTo>
                  <a:lnTo>
                    <a:pt x="2639166" y="784788"/>
                  </a:lnTo>
                  <a:lnTo>
                    <a:pt x="2610816" y="744953"/>
                  </a:lnTo>
                  <a:lnTo>
                    <a:pt x="2581027" y="706231"/>
                  </a:lnTo>
                  <a:lnTo>
                    <a:pt x="2549798" y="668621"/>
                  </a:lnTo>
                  <a:lnTo>
                    <a:pt x="2517129" y="632124"/>
                  </a:lnTo>
                  <a:lnTo>
                    <a:pt x="2483019" y="596741"/>
                  </a:lnTo>
                  <a:lnTo>
                    <a:pt x="2447665" y="562635"/>
                  </a:lnTo>
                  <a:lnTo>
                    <a:pt x="2411263" y="529971"/>
                  </a:lnTo>
                  <a:lnTo>
                    <a:pt x="2373814" y="498746"/>
                  </a:lnTo>
                  <a:lnTo>
                    <a:pt x="2335317" y="468961"/>
                  </a:lnTo>
                  <a:lnTo>
                    <a:pt x="2295773" y="440614"/>
                  </a:lnTo>
                  <a:lnTo>
                    <a:pt x="2255181" y="413706"/>
                  </a:lnTo>
                  <a:lnTo>
                    <a:pt x="2213542" y="388235"/>
                  </a:lnTo>
                  <a:lnTo>
                    <a:pt x="2170889" y="364282"/>
                  </a:lnTo>
                  <a:lnTo>
                    <a:pt x="2127254" y="341896"/>
                  </a:lnTo>
                  <a:lnTo>
                    <a:pt x="2082638" y="321080"/>
                  </a:lnTo>
                  <a:lnTo>
                    <a:pt x="2037040" y="301834"/>
                  </a:lnTo>
                  <a:lnTo>
                    <a:pt x="1990458" y="284160"/>
                  </a:lnTo>
                  <a:lnTo>
                    <a:pt x="1942894" y="268059"/>
                  </a:lnTo>
                  <a:lnTo>
                    <a:pt x="1894345" y="253532"/>
                  </a:lnTo>
                  <a:lnTo>
                    <a:pt x="1845075" y="240762"/>
                  </a:lnTo>
                  <a:lnTo>
                    <a:pt x="1795349" y="229959"/>
                  </a:lnTo>
                  <a:lnTo>
                    <a:pt x="1745166" y="221124"/>
                  </a:lnTo>
                  <a:lnTo>
                    <a:pt x="1694526" y="214254"/>
                  </a:lnTo>
                  <a:lnTo>
                    <a:pt x="1643430" y="209349"/>
                  </a:lnTo>
                  <a:lnTo>
                    <a:pt x="1591877" y="206406"/>
                  </a:lnTo>
                  <a:lnTo>
                    <a:pt x="1539867" y="205426"/>
                  </a:lnTo>
                  <a:lnTo>
                    <a:pt x="1487455" y="206406"/>
                  </a:lnTo>
                  <a:lnTo>
                    <a:pt x="1435633" y="209349"/>
                  </a:lnTo>
                  <a:lnTo>
                    <a:pt x="1384401" y="214254"/>
                  </a:lnTo>
                  <a:lnTo>
                    <a:pt x="1333757" y="221124"/>
                  </a:lnTo>
                  <a:lnTo>
                    <a:pt x="1283702" y="229959"/>
                  </a:lnTo>
                  <a:lnTo>
                    <a:pt x="1234235" y="240762"/>
                  </a:lnTo>
                  <a:lnTo>
                    <a:pt x="1185355" y="253532"/>
                  </a:lnTo>
                  <a:lnTo>
                    <a:pt x="1137240" y="268059"/>
                  </a:lnTo>
                  <a:lnTo>
                    <a:pt x="1090039" y="284160"/>
                  </a:lnTo>
                  <a:lnTo>
                    <a:pt x="1043753" y="301834"/>
                  </a:lnTo>
                  <a:lnTo>
                    <a:pt x="998382" y="321080"/>
                  </a:lnTo>
                  <a:lnTo>
                    <a:pt x="953927" y="341896"/>
                  </a:lnTo>
                  <a:lnTo>
                    <a:pt x="910388" y="364282"/>
                  </a:lnTo>
                  <a:lnTo>
                    <a:pt x="867766" y="388235"/>
                  </a:lnTo>
                  <a:lnTo>
                    <a:pt x="826093" y="413706"/>
                  </a:lnTo>
                  <a:lnTo>
                    <a:pt x="785402" y="440614"/>
                  </a:lnTo>
                  <a:lnTo>
                    <a:pt x="745692" y="468961"/>
                  </a:lnTo>
                  <a:lnTo>
                    <a:pt x="706964" y="498746"/>
                  </a:lnTo>
                  <a:lnTo>
                    <a:pt x="669219" y="529971"/>
                  </a:lnTo>
                  <a:lnTo>
                    <a:pt x="632458" y="562635"/>
                  </a:lnTo>
                  <a:lnTo>
                    <a:pt x="596681" y="596741"/>
                  </a:lnTo>
                  <a:lnTo>
                    <a:pt x="562182" y="632090"/>
                  </a:lnTo>
                  <a:lnTo>
                    <a:pt x="529253" y="668487"/>
                  </a:lnTo>
                  <a:lnTo>
                    <a:pt x="497894" y="705932"/>
                  </a:lnTo>
                  <a:lnTo>
                    <a:pt x="468105" y="744423"/>
                  </a:lnTo>
                  <a:lnTo>
                    <a:pt x="439885" y="783962"/>
                  </a:lnTo>
                  <a:lnTo>
                    <a:pt x="413233" y="824549"/>
                  </a:lnTo>
                  <a:lnTo>
                    <a:pt x="388149" y="866183"/>
                  </a:lnTo>
                  <a:lnTo>
                    <a:pt x="364583" y="908832"/>
                  </a:lnTo>
                  <a:lnTo>
                    <a:pt x="342459" y="952466"/>
                  </a:lnTo>
                  <a:lnTo>
                    <a:pt x="321775" y="997081"/>
                  </a:lnTo>
                  <a:lnTo>
                    <a:pt x="302530" y="1042677"/>
                  </a:lnTo>
                  <a:lnTo>
                    <a:pt x="284724" y="1089253"/>
                  </a:lnTo>
                  <a:lnTo>
                    <a:pt x="268357" y="1136807"/>
                  </a:lnTo>
                  <a:lnTo>
                    <a:pt x="253427" y="1185339"/>
                  </a:lnTo>
                  <a:lnTo>
                    <a:pt x="240264" y="1234602"/>
                  </a:lnTo>
                  <a:lnTo>
                    <a:pt x="229197" y="1284323"/>
                  </a:lnTo>
                  <a:lnTo>
                    <a:pt x="220226" y="1334501"/>
                  </a:lnTo>
                  <a:lnTo>
                    <a:pt x="213351" y="1385138"/>
                  </a:lnTo>
                  <a:lnTo>
                    <a:pt x="208574" y="1436234"/>
                  </a:lnTo>
                  <a:lnTo>
                    <a:pt x="205895" y="1487789"/>
                  </a:lnTo>
                  <a:lnTo>
                    <a:pt x="205315" y="1539805"/>
                  </a:lnTo>
                  <a:lnTo>
                    <a:pt x="206296" y="1591776"/>
                  </a:lnTo>
                  <a:lnTo>
                    <a:pt x="209239" y="1643227"/>
                  </a:lnTo>
                  <a:lnTo>
                    <a:pt x="214145" y="1694156"/>
                  </a:lnTo>
                  <a:lnTo>
                    <a:pt x="221016" y="1744562"/>
                  </a:lnTo>
                  <a:lnTo>
                    <a:pt x="229852" y="1794443"/>
                  </a:lnTo>
                  <a:lnTo>
                    <a:pt x="240656" y="1843799"/>
                  </a:lnTo>
                  <a:lnTo>
                    <a:pt x="253428" y="1892629"/>
                  </a:lnTo>
                  <a:lnTo>
                    <a:pt x="267957" y="1940781"/>
                  </a:lnTo>
                  <a:lnTo>
                    <a:pt x="284060" y="1988080"/>
                  </a:lnTo>
                  <a:lnTo>
                    <a:pt x="301736" y="2034526"/>
                  </a:lnTo>
                  <a:lnTo>
                    <a:pt x="320985" y="2080118"/>
                  </a:lnTo>
                  <a:lnTo>
                    <a:pt x="341804" y="2124859"/>
                  </a:lnTo>
                  <a:lnTo>
                    <a:pt x="364192" y="2168747"/>
                  </a:lnTo>
                  <a:lnTo>
                    <a:pt x="388149" y="2211785"/>
                  </a:lnTo>
                  <a:lnTo>
                    <a:pt x="413623" y="2253852"/>
                  </a:lnTo>
                  <a:lnTo>
                    <a:pt x="440535" y="2294803"/>
                  </a:lnTo>
                  <a:lnTo>
                    <a:pt x="468885" y="2334637"/>
                  </a:lnTo>
                  <a:lnTo>
                    <a:pt x="498674" y="2373356"/>
                  </a:lnTo>
                  <a:lnTo>
                    <a:pt x="529903" y="2410961"/>
                  </a:lnTo>
                  <a:lnTo>
                    <a:pt x="562572" y="2447454"/>
                  </a:lnTo>
                  <a:lnTo>
                    <a:pt x="596681" y="2482835"/>
                  </a:lnTo>
                  <a:lnTo>
                    <a:pt x="632035" y="2516940"/>
                  </a:lnTo>
                  <a:lnTo>
                    <a:pt x="668437" y="2549605"/>
                  </a:lnTo>
                  <a:lnTo>
                    <a:pt x="705886" y="2580830"/>
                  </a:lnTo>
                  <a:lnTo>
                    <a:pt x="744383" y="2610615"/>
                  </a:lnTo>
                  <a:lnTo>
                    <a:pt x="783927" y="2638961"/>
                  </a:lnTo>
                  <a:lnTo>
                    <a:pt x="824519" y="2665870"/>
                  </a:lnTo>
                  <a:lnTo>
                    <a:pt x="866158" y="2691340"/>
                  </a:lnTo>
                  <a:lnTo>
                    <a:pt x="908812" y="2715294"/>
                  </a:lnTo>
                  <a:lnTo>
                    <a:pt x="952446" y="2737679"/>
                  </a:lnTo>
                  <a:lnTo>
                    <a:pt x="997062" y="2758496"/>
                  </a:lnTo>
                  <a:lnTo>
                    <a:pt x="1042661" y="2777742"/>
                  </a:lnTo>
                  <a:lnTo>
                    <a:pt x="1089242" y="2795416"/>
                  </a:lnTo>
                  <a:lnTo>
                    <a:pt x="1136807" y="2811517"/>
                  </a:lnTo>
                  <a:lnTo>
                    <a:pt x="1185356" y="2826044"/>
                  </a:lnTo>
                  <a:lnTo>
                    <a:pt x="1234625" y="2838816"/>
                  </a:lnTo>
                  <a:lnTo>
                    <a:pt x="1284352" y="2849623"/>
                  </a:lnTo>
                  <a:lnTo>
                    <a:pt x="1334537" y="2858465"/>
                  </a:lnTo>
                  <a:lnTo>
                    <a:pt x="1385180" y="2865342"/>
                  </a:lnTo>
                  <a:lnTo>
                    <a:pt x="1436283" y="2870255"/>
                  </a:lnTo>
                  <a:lnTo>
                    <a:pt x="1487845" y="2873202"/>
                  </a:lnTo>
                  <a:lnTo>
                    <a:pt x="1539868" y="2874184"/>
                  </a:lnTo>
                  <a:close/>
                </a:path>
                <a:path w="3079750" h="3079750">
                  <a:moveTo>
                    <a:pt x="1437209" y="821293"/>
                  </a:moveTo>
                  <a:lnTo>
                    <a:pt x="1642525" y="821293"/>
                  </a:lnTo>
                  <a:lnTo>
                    <a:pt x="1642525" y="1847739"/>
                  </a:lnTo>
                  <a:lnTo>
                    <a:pt x="1437210" y="1847739"/>
                  </a:lnTo>
                  <a:lnTo>
                    <a:pt x="1437209" y="821293"/>
                  </a:lnTo>
                  <a:close/>
                </a:path>
                <a:path w="3079750" h="3079750">
                  <a:moveTo>
                    <a:pt x="1437210" y="2053028"/>
                  </a:moveTo>
                  <a:lnTo>
                    <a:pt x="1642525" y="2053028"/>
                  </a:lnTo>
                  <a:lnTo>
                    <a:pt x="1642525" y="2258317"/>
                  </a:lnTo>
                  <a:lnTo>
                    <a:pt x="1437210" y="2258317"/>
                  </a:lnTo>
                  <a:lnTo>
                    <a:pt x="1437210" y="2053028"/>
                  </a:lnTo>
                  <a:close/>
                </a:path>
              </a:pathLst>
            </a:custGeom>
            <a:ln w="47903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539" rIns="0" bIns="0" rtlCol="0">
            <a:spAutoFit/>
          </a:bodyPr>
          <a:lstStyle/>
          <a:p>
            <a:pPr marL="1017269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Division</a:t>
            </a:r>
            <a:r>
              <a:rPr spc="-215" dirty="0"/>
              <a:t> </a:t>
            </a:r>
            <a:r>
              <a:rPr dirty="0"/>
              <a:t>in</a:t>
            </a:r>
            <a:r>
              <a:rPr spc="-180" dirty="0"/>
              <a:t> </a:t>
            </a:r>
            <a:r>
              <a:rPr dirty="0"/>
              <a:t>the</a:t>
            </a:r>
            <a:r>
              <a:rPr spc="-175" dirty="0"/>
              <a:t> </a:t>
            </a:r>
            <a:r>
              <a:rPr dirty="0"/>
              <a:t>CRC</a:t>
            </a:r>
            <a:r>
              <a:rPr spc="-190" dirty="0"/>
              <a:t> </a:t>
            </a:r>
            <a:r>
              <a:rPr spc="-35" dirty="0"/>
              <a:t>decoder</a:t>
            </a:r>
            <a:r>
              <a:rPr spc="-190" dirty="0"/>
              <a:t> </a:t>
            </a:r>
            <a:r>
              <a:rPr spc="-10" dirty="0"/>
              <a:t>for</a:t>
            </a:r>
            <a:r>
              <a:rPr spc="-190" dirty="0"/>
              <a:t> </a:t>
            </a:r>
            <a:r>
              <a:rPr dirty="0"/>
              <a:t>two</a:t>
            </a:r>
            <a:r>
              <a:rPr spc="-185" dirty="0"/>
              <a:t> </a:t>
            </a:r>
            <a:r>
              <a:rPr spc="-10" dirty="0"/>
              <a:t>cases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0948" y="1690116"/>
            <a:ext cx="7690104" cy="455564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7874" y="-7874"/>
            <a:ext cx="12201398" cy="68722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7536" y="5270093"/>
            <a:ext cx="2425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solidFill>
                  <a:srgbClr val="FFFFFF"/>
                </a:solidFill>
                <a:latin typeface="Calibri Light"/>
                <a:cs typeface="Calibri Light"/>
              </a:rPr>
              <a:t>Polynomials</a:t>
            </a:r>
            <a:endParaRPr sz="40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127" y="877824"/>
            <a:ext cx="10914888" cy="29474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197855" y="4814246"/>
            <a:ext cx="5306060" cy="114871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binary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vector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represented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polynomial.</a:t>
            </a:r>
            <a:endParaRPr sz="1800">
              <a:latin typeface="Calibri"/>
              <a:cs typeface="Calibri"/>
            </a:endParaRPr>
          </a:p>
          <a:p>
            <a:pPr marL="292100" indent="-279400">
              <a:lnSpc>
                <a:spcPct val="100000"/>
              </a:lnSpc>
              <a:spcBef>
                <a:spcPts val="795"/>
              </a:spcBef>
              <a:buFont typeface="Courier New"/>
              <a:buChar char="o"/>
              <a:tabLst>
                <a:tab pos="292100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Coefficients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either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  <a:p>
            <a:pPr marL="292100" indent="-279400">
              <a:lnSpc>
                <a:spcPct val="100000"/>
              </a:lnSpc>
              <a:spcBef>
                <a:spcPts val="780"/>
              </a:spcBef>
              <a:buFont typeface="Courier New"/>
              <a:buChar char="o"/>
              <a:tabLst>
                <a:tab pos="29210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Power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represents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position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bit.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15994" y="477773"/>
            <a:ext cx="101600" cy="3657600"/>
          </a:xfrm>
          <a:custGeom>
            <a:avLst/>
            <a:gdLst/>
            <a:ahLst/>
            <a:cxnLst/>
            <a:rect l="l" t="t" r="r" b="b"/>
            <a:pathLst>
              <a:path w="101600" h="3657600">
                <a:moveTo>
                  <a:pt x="33909" y="0"/>
                </a:moveTo>
                <a:lnTo>
                  <a:pt x="0" y="0"/>
                </a:lnTo>
                <a:lnTo>
                  <a:pt x="0" y="3657600"/>
                </a:lnTo>
                <a:lnTo>
                  <a:pt x="33909" y="3657600"/>
                </a:lnTo>
                <a:lnTo>
                  <a:pt x="33909" y="0"/>
                </a:lnTo>
                <a:close/>
              </a:path>
              <a:path w="101600" h="3657600">
                <a:moveTo>
                  <a:pt x="101600" y="0"/>
                </a:moveTo>
                <a:lnTo>
                  <a:pt x="67691" y="0"/>
                </a:lnTo>
                <a:lnTo>
                  <a:pt x="67691" y="3657600"/>
                </a:lnTo>
                <a:lnTo>
                  <a:pt x="101600" y="3657600"/>
                </a:lnTo>
                <a:lnTo>
                  <a:pt x="1016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214" y="4570729"/>
            <a:ext cx="11566525" cy="1972310"/>
          </a:xfrm>
          <a:custGeom>
            <a:avLst/>
            <a:gdLst/>
            <a:ahLst/>
            <a:cxnLst/>
            <a:rect l="l" t="t" r="r" b="b"/>
            <a:pathLst>
              <a:path w="11566525" h="1972309">
                <a:moveTo>
                  <a:pt x="11515344" y="1845310"/>
                </a:moveTo>
                <a:lnTo>
                  <a:pt x="11502644" y="1845310"/>
                </a:lnTo>
                <a:lnTo>
                  <a:pt x="11502644" y="62992"/>
                </a:lnTo>
                <a:lnTo>
                  <a:pt x="63500" y="62992"/>
                </a:lnTo>
                <a:lnTo>
                  <a:pt x="63500" y="1845310"/>
                </a:lnTo>
                <a:lnTo>
                  <a:pt x="50800" y="1845310"/>
                </a:lnTo>
                <a:lnTo>
                  <a:pt x="50800" y="1921510"/>
                </a:lnTo>
                <a:lnTo>
                  <a:pt x="11515344" y="1921510"/>
                </a:lnTo>
                <a:lnTo>
                  <a:pt x="11515344" y="1845310"/>
                </a:lnTo>
                <a:close/>
              </a:path>
              <a:path w="11566525" h="1972309">
                <a:moveTo>
                  <a:pt x="11566144" y="0"/>
                </a:moveTo>
                <a:lnTo>
                  <a:pt x="0" y="0"/>
                </a:lnTo>
                <a:lnTo>
                  <a:pt x="0" y="25400"/>
                </a:lnTo>
                <a:lnTo>
                  <a:pt x="0" y="1946910"/>
                </a:lnTo>
                <a:lnTo>
                  <a:pt x="0" y="1972310"/>
                </a:lnTo>
                <a:lnTo>
                  <a:pt x="11566144" y="1972310"/>
                </a:lnTo>
                <a:lnTo>
                  <a:pt x="11566144" y="1946910"/>
                </a:lnTo>
                <a:lnTo>
                  <a:pt x="25400" y="1946910"/>
                </a:lnTo>
                <a:lnTo>
                  <a:pt x="25400" y="25400"/>
                </a:lnTo>
                <a:lnTo>
                  <a:pt x="11540744" y="25400"/>
                </a:lnTo>
                <a:lnTo>
                  <a:pt x="11540744" y="1946656"/>
                </a:lnTo>
                <a:lnTo>
                  <a:pt x="11566144" y="1946668"/>
                </a:lnTo>
                <a:lnTo>
                  <a:pt x="11566144" y="25400"/>
                </a:lnTo>
                <a:lnTo>
                  <a:pt x="11566144" y="24892"/>
                </a:lnTo>
                <a:lnTo>
                  <a:pt x="11566144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45260" y="4762880"/>
            <a:ext cx="101130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45" dirty="0">
                <a:solidFill>
                  <a:srgbClr val="FFFFFF"/>
                </a:solidFill>
                <a:latin typeface="Calibri Light"/>
                <a:cs typeface="Calibri Light"/>
              </a:rPr>
              <a:t>Equivalence</a:t>
            </a:r>
            <a:r>
              <a:rPr sz="5400" spc="-2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54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5400" spc="-1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5400" spc="-40" dirty="0">
                <a:solidFill>
                  <a:srgbClr val="FFFFFF"/>
                </a:solidFill>
                <a:latin typeface="Calibri Light"/>
                <a:cs typeface="Calibri Light"/>
              </a:rPr>
              <a:t>Polynomial</a:t>
            </a:r>
            <a:r>
              <a:rPr sz="5400" spc="-1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54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5400" spc="-20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Calibri Light"/>
                <a:cs typeface="Calibri Light"/>
              </a:rPr>
              <a:t>Binary</a:t>
            </a:r>
            <a:endParaRPr sz="540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106" y="698773"/>
            <a:ext cx="3205515" cy="3105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6908" y="1094239"/>
            <a:ext cx="3774947" cy="292302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103362" y="477773"/>
            <a:ext cx="101600" cy="3657600"/>
          </a:xfrm>
          <a:custGeom>
            <a:avLst/>
            <a:gdLst/>
            <a:ahLst/>
            <a:cxnLst/>
            <a:rect l="l" t="t" r="r" b="b"/>
            <a:pathLst>
              <a:path w="101600" h="3657600">
                <a:moveTo>
                  <a:pt x="33909" y="0"/>
                </a:moveTo>
                <a:lnTo>
                  <a:pt x="0" y="0"/>
                </a:lnTo>
                <a:lnTo>
                  <a:pt x="0" y="3657600"/>
                </a:lnTo>
                <a:lnTo>
                  <a:pt x="33909" y="3657600"/>
                </a:lnTo>
                <a:lnTo>
                  <a:pt x="33909" y="0"/>
                </a:lnTo>
                <a:close/>
              </a:path>
              <a:path w="101600" h="3657600">
                <a:moveTo>
                  <a:pt x="101600" y="0"/>
                </a:moveTo>
                <a:lnTo>
                  <a:pt x="67691" y="0"/>
                </a:lnTo>
                <a:lnTo>
                  <a:pt x="67691" y="3657600"/>
                </a:lnTo>
                <a:lnTo>
                  <a:pt x="101600" y="3657600"/>
                </a:lnTo>
                <a:lnTo>
                  <a:pt x="1016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23490" y="759733"/>
            <a:ext cx="3231631" cy="308432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210561" y="5740146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400" y="0"/>
                </a:lnTo>
              </a:path>
            </a:pathLst>
          </a:custGeom>
          <a:ln w="222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4821" y="1150365"/>
            <a:ext cx="27552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CRC</a:t>
            </a:r>
            <a:r>
              <a:rPr spc="-200" dirty="0"/>
              <a:t> </a:t>
            </a:r>
            <a:r>
              <a:rPr spc="-35" dirty="0"/>
              <a:t>Catches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44821" y="2427858"/>
            <a:ext cx="6206490" cy="3683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165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divisor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cyclic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code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normally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called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generator</a:t>
            </a:r>
            <a:endParaRPr sz="1900">
              <a:latin typeface="Calibri"/>
              <a:cs typeface="Calibri"/>
            </a:endParaRPr>
          </a:p>
          <a:p>
            <a:pPr marL="241300">
              <a:lnSpc>
                <a:spcPts val="2165"/>
              </a:lnSpc>
            </a:pPr>
            <a:r>
              <a:rPr sz="1900" dirty="0">
                <a:latin typeface="Calibri"/>
                <a:cs typeface="Calibri"/>
              </a:rPr>
              <a:t>polynomial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simply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generator.</a:t>
            </a:r>
            <a:endParaRPr sz="1900">
              <a:latin typeface="Calibri"/>
              <a:cs typeface="Calibri"/>
            </a:endParaRPr>
          </a:p>
          <a:p>
            <a:pPr marL="241300" marR="2665095" indent="-228600">
              <a:lnSpc>
                <a:spcPts val="205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latin typeface="Calibri"/>
                <a:cs typeface="Calibri"/>
              </a:rPr>
              <a:t>In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cyclic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code,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remainder</a:t>
            </a:r>
            <a:r>
              <a:rPr sz="1900" spc="37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of </a:t>
            </a:r>
            <a:r>
              <a:rPr sz="1900" spc="-20" dirty="0">
                <a:latin typeface="Calibri"/>
                <a:cs typeface="Calibri"/>
              </a:rPr>
              <a:t>(xnf(x)-</a:t>
            </a:r>
            <a:r>
              <a:rPr sz="1900" dirty="0">
                <a:latin typeface="Calibri"/>
                <a:cs typeface="Calibri"/>
              </a:rPr>
              <a:t>r(x)+e(x)) %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g(x)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0"/>
              </a:spcBef>
              <a:buFont typeface="Wingdings"/>
              <a:buChar char=""/>
              <a:tabLst>
                <a:tab pos="240665" algn="l"/>
              </a:tabLst>
            </a:pPr>
            <a:r>
              <a:rPr sz="1900" dirty="0">
                <a:latin typeface="Calibri"/>
                <a:cs typeface="Calibri"/>
              </a:rPr>
              <a:t>If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s(x)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≠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0,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more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bits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corrupted.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240665" algn="l"/>
              </a:tabLst>
            </a:pPr>
            <a:r>
              <a:rPr sz="1900" dirty="0">
                <a:latin typeface="Calibri"/>
                <a:cs typeface="Calibri"/>
              </a:rPr>
              <a:t>If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s(x)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0,</a:t>
            </a:r>
            <a:r>
              <a:rPr sz="1900" spc="-10" dirty="0">
                <a:latin typeface="Calibri"/>
                <a:cs typeface="Calibri"/>
              </a:rPr>
              <a:t> either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Font typeface="Wingdings"/>
              <a:buChar char=""/>
              <a:tabLst>
                <a:tab pos="240665" algn="l"/>
              </a:tabLst>
            </a:pPr>
            <a:r>
              <a:rPr sz="1900" dirty="0">
                <a:latin typeface="Calibri"/>
                <a:cs typeface="Calibri"/>
              </a:rPr>
              <a:t>No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bit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corrupted,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or</a:t>
            </a:r>
            <a:endParaRPr sz="1900">
              <a:latin typeface="Calibri"/>
              <a:cs typeface="Calibri"/>
            </a:endParaRPr>
          </a:p>
          <a:p>
            <a:pPr marL="241300" marR="368935" indent="-228600">
              <a:lnSpc>
                <a:spcPts val="2050"/>
              </a:lnSpc>
              <a:spcBef>
                <a:spcPts val="1025"/>
              </a:spcBef>
              <a:buFont typeface="Wingdings"/>
              <a:buChar char=""/>
              <a:tabLst>
                <a:tab pos="241300" algn="l"/>
              </a:tabLst>
            </a:pPr>
            <a:r>
              <a:rPr sz="1900" dirty="0">
                <a:latin typeface="Calibri"/>
                <a:cs typeface="Calibri"/>
              </a:rPr>
              <a:t>Some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bits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corrupted,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but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decoder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failed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detect them.</a:t>
            </a:r>
            <a:endParaRPr sz="1900">
              <a:latin typeface="Calibri"/>
              <a:cs typeface="Calibri"/>
            </a:endParaRPr>
          </a:p>
          <a:p>
            <a:pPr marL="241300" marR="5080" indent="-228600">
              <a:lnSpc>
                <a:spcPts val="205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latin typeface="Calibri"/>
                <a:cs typeface="Calibri"/>
              </a:rPr>
              <a:t>In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cyclic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code,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those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e(x)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errors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divisible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g(x)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are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caught.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4636007" cy="68579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081778" y="2116073"/>
            <a:ext cx="6309360" cy="0"/>
          </a:xfrm>
          <a:custGeom>
            <a:avLst/>
            <a:gdLst/>
            <a:ahLst/>
            <a:cxnLst/>
            <a:rect l="l" t="t" r="r" b="b"/>
            <a:pathLst>
              <a:path w="6309359">
                <a:moveTo>
                  <a:pt x="0" y="0"/>
                </a:moveTo>
                <a:lnTo>
                  <a:pt x="6309360" y="0"/>
                </a:lnTo>
              </a:path>
            </a:pathLst>
          </a:custGeom>
          <a:ln w="19050">
            <a:solidFill>
              <a:srgbClr val="8DEB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33338" y="1047952"/>
            <a:ext cx="3768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FFFFFF"/>
                </a:solidFill>
              </a:rPr>
              <a:t>Capability</a:t>
            </a:r>
            <a:r>
              <a:rPr spc="-15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of</a:t>
            </a:r>
            <a:r>
              <a:rPr spc="-120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CRC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5439410" cy="5840095"/>
            <a:chOff x="0" y="0"/>
            <a:chExt cx="5439410" cy="584009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439410" cy="5840095"/>
            </a:xfrm>
            <a:custGeom>
              <a:avLst/>
              <a:gdLst/>
              <a:ahLst/>
              <a:cxnLst/>
              <a:rect l="l" t="t" r="r" b="b"/>
              <a:pathLst>
                <a:path w="5439410" h="5840095">
                  <a:moveTo>
                    <a:pt x="4466971" y="0"/>
                  </a:moveTo>
                  <a:lnTo>
                    <a:pt x="0" y="0"/>
                  </a:lnTo>
                  <a:lnTo>
                    <a:pt x="0" y="5200904"/>
                  </a:lnTo>
                  <a:lnTo>
                    <a:pt x="67833" y="5251704"/>
                  </a:lnTo>
                  <a:lnTo>
                    <a:pt x="108266" y="5278601"/>
                  </a:lnTo>
                  <a:lnTo>
                    <a:pt x="149097" y="5304942"/>
                  </a:lnTo>
                  <a:lnTo>
                    <a:pt x="190321" y="5330721"/>
                  </a:lnTo>
                  <a:lnTo>
                    <a:pt x="231932" y="5355932"/>
                  </a:lnTo>
                  <a:lnTo>
                    <a:pt x="273925" y="5380570"/>
                  </a:lnTo>
                  <a:lnTo>
                    <a:pt x="316293" y="5404629"/>
                  </a:lnTo>
                  <a:lnTo>
                    <a:pt x="359033" y="5428104"/>
                  </a:lnTo>
                  <a:lnTo>
                    <a:pt x="402138" y="5450989"/>
                  </a:lnTo>
                  <a:lnTo>
                    <a:pt x="445603" y="5473280"/>
                  </a:lnTo>
                  <a:lnTo>
                    <a:pt x="489422" y="5494970"/>
                  </a:lnTo>
                  <a:lnTo>
                    <a:pt x="533591" y="5516055"/>
                  </a:lnTo>
                  <a:lnTo>
                    <a:pt x="578103" y="5536528"/>
                  </a:lnTo>
                  <a:lnTo>
                    <a:pt x="622953" y="5556384"/>
                  </a:lnTo>
                  <a:lnTo>
                    <a:pt x="668137" y="5575619"/>
                  </a:lnTo>
                  <a:lnTo>
                    <a:pt x="713647" y="5594226"/>
                  </a:lnTo>
                  <a:lnTo>
                    <a:pt x="759480" y="5612200"/>
                  </a:lnTo>
                  <a:lnTo>
                    <a:pt x="805629" y="5629536"/>
                  </a:lnTo>
                  <a:lnTo>
                    <a:pt x="852089" y="5646228"/>
                  </a:lnTo>
                  <a:lnTo>
                    <a:pt x="898854" y="5662270"/>
                  </a:lnTo>
                  <a:lnTo>
                    <a:pt x="945920" y="5677658"/>
                  </a:lnTo>
                  <a:lnTo>
                    <a:pt x="993281" y="5692386"/>
                  </a:lnTo>
                  <a:lnTo>
                    <a:pt x="1040931" y="5706449"/>
                  </a:lnTo>
                  <a:lnTo>
                    <a:pt x="1088864" y="5719840"/>
                  </a:lnTo>
                  <a:lnTo>
                    <a:pt x="1137077" y="5732556"/>
                  </a:lnTo>
                  <a:lnTo>
                    <a:pt x="1185562" y="5744589"/>
                  </a:lnTo>
                  <a:lnTo>
                    <a:pt x="1234315" y="5755935"/>
                  </a:lnTo>
                  <a:lnTo>
                    <a:pt x="1283330" y="5766589"/>
                  </a:lnTo>
                  <a:lnTo>
                    <a:pt x="1332602" y="5776544"/>
                  </a:lnTo>
                  <a:lnTo>
                    <a:pt x="1382125" y="5785796"/>
                  </a:lnTo>
                  <a:lnTo>
                    <a:pt x="1431894" y="5794339"/>
                  </a:lnTo>
                  <a:lnTo>
                    <a:pt x="1481903" y="5802167"/>
                  </a:lnTo>
                  <a:lnTo>
                    <a:pt x="1532148" y="5809276"/>
                  </a:lnTo>
                  <a:lnTo>
                    <a:pt x="1582622" y="5815660"/>
                  </a:lnTo>
                  <a:lnTo>
                    <a:pt x="1633320" y="5821312"/>
                  </a:lnTo>
                  <a:lnTo>
                    <a:pt x="1684237" y="5826229"/>
                  </a:lnTo>
                  <a:lnTo>
                    <a:pt x="1735367" y="5830404"/>
                  </a:lnTo>
                  <a:lnTo>
                    <a:pt x="1786705" y="5833833"/>
                  </a:lnTo>
                  <a:lnTo>
                    <a:pt x="1838245" y="5836508"/>
                  </a:lnTo>
                  <a:lnTo>
                    <a:pt x="1889983" y="5838427"/>
                  </a:lnTo>
                  <a:lnTo>
                    <a:pt x="1941911" y="5839581"/>
                  </a:lnTo>
                  <a:lnTo>
                    <a:pt x="1994027" y="5839968"/>
                  </a:lnTo>
                  <a:lnTo>
                    <a:pt x="2042322" y="5839636"/>
                  </a:lnTo>
                  <a:lnTo>
                    <a:pt x="2090458" y="5838644"/>
                  </a:lnTo>
                  <a:lnTo>
                    <a:pt x="2138431" y="5836996"/>
                  </a:lnTo>
                  <a:lnTo>
                    <a:pt x="2186235" y="5834697"/>
                  </a:lnTo>
                  <a:lnTo>
                    <a:pt x="2233866" y="5831750"/>
                  </a:lnTo>
                  <a:lnTo>
                    <a:pt x="2281321" y="5828160"/>
                  </a:lnTo>
                  <a:lnTo>
                    <a:pt x="2328595" y="5823932"/>
                  </a:lnTo>
                  <a:lnTo>
                    <a:pt x="2375683" y="5819069"/>
                  </a:lnTo>
                  <a:lnTo>
                    <a:pt x="2422581" y="5813576"/>
                  </a:lnTo>
                  <a:lnTo>
                    <a:pt x="2469285" y="5807458"/>
                  </a:lnTo>
                  <a:lnTo>
                    <a:pt x="2515791" y="5800718"/>
                  </a:lnTo>
                  <a:lnTo>
                    <a:pt x="2562094" y="5793360"/>
                  </a:lnTo>
                  <a:lnTo>
                    <a:pt x="2608190" y="5785390"/>
                  </a:lnTo>
                  <a:lnTo>
                    <a:pt x="2654074" y="5776812"/>
                  </a:lnTo>
                  <a:lnTo>
                    <a:pt x="2699743" y="5767630"/>
                  </a:lnTo>
                  <a:lnTo>
                    <a:pt x="2745192" y="5757847"/>
                  </a:lnTo>
                  <a:lnTo>
                    <a:pt x="2790417" y="5747469"/>
                  </a:lnTo>
                  <a:lnTo>
                    <a:pt x="2835412" y="5736500"/>
                  </a:lnTo>
                  <a:lnTo>
                    <a:pt x="2880175" y="5724944"/>
                  </a:lnTo>
                  <a:lnTo>
                    <a:pt x="2924701" y="5712806"/>
                  </a:lnTo>
                  <a:lnTo>
                    <a:pt x="2968985" y="5700089"/>
                  </a:lnTo>
                  <a:lnTo>
                    <a:pt x="3013023" y="5686798"/>
                  </a:lnTo>
                  <a:lnTo>
                    <a:pt x="3056811" y="5672938"/>
                  </a:lnTo>
                  <a:lnTo>
                    <a:pt x="3100345" y="5658512"/>
                  </a:lnTo>
                  <a:lnTo>
                    <a:pt x="3143619" y="5643525"/>
                  </a:lnTo>
                  <a:lnTo>
                    <a:pt x="3186631" y="5627982"/>
                  </a:lnTo>
                  <a:lnTo>
                    <a:pt x="3229374" y="5611886"/>
                  </a:lnTo>
                  <a:lnTo>
                    <a:pt x="3271846" y="5595243"/>
                  </a:lnTo>
                  <a:lnTo>
                    <a:pt x="3314042" y="5578055"/>
                  </a:lnTo>
                  <a:lnTo>
                    <a:pt x="3355958" y="5560329"/>
                  </a:lnTo>
                  <a:lnTo>
                    <a:pt x="3397588" y="5542067"/>
                  </a:lnTo>
                  <a:lnTo>
                    <a:pt x="3438930" y="5523274"/>
                  </a:lnTo>
                  <a:lnTo>
                    <a:pt x="3479978" y="5503955"/>
                  </a:lnTo>
                  <a:lnTo>
                    <a:pt x="3520729" y="5484114"/>
                  </a:lnTo>
                  <a:lnTo>
                    <a:pt x="3561177" y="5463755"/>
                  </a:lnTo>
                  <a:lnTo>
                    <a:pt x="3601320" y="5442882"/>
                  </a:lnTo>
                  <a:lnTo>
                    <a:pt x="3641151" y="5421500"/>
                  </a:lnTo>
                  <a:lnTo>
                    <a:pt x="3680668" y="5399614"/>
                  </a:lnTo>
                  <a:lnTo>
                    <a:pt x="3719865" y="5377226"/>
                  </a:lnTo>
                  <a:lnTo>
                    <a:pt x="3758738" y="5354343"/>
                  </a:lnTo>
                  <a:lnTo>
                    <a:pt x="3797284" y="5330968"/>
                  </a:lnTo>
                  <a:lnTo>
                    <a:pt x="3835497" y="5307105"/>
                  </a:lnTo>
                  <a:lnTo>
                    <a:pt x="3873374" y="5282759"/>
                  </a:lnTo>
                  <a:lnTo>
                    <a:pt x="3910910" y="5257934"/>
                  </a:lnTo>
                  <a:lnTo>
                    <a:pt x="3948101" y="5232634"/>
                  </a:lnTo>
                  <a:lnTo>
                    <a:pt x="3984942" y="5206864"/>
                  </a:lnTo>
                  <a:lnTo>
                    <a:pt x="4021430" y="5180627"/>
                  </a:lnTo>
                  <a:lnTo>
                    <a:pt x="4057559" y="5153930"/>
                  </a:lnTo>
                  <a:lnTo>
                    <a:pt x="4093326" y="5126774"/>
                  </a:lnTo>
                  <a:lnTo>
                    <a:pt x="4128726" y="5099166"/>
                  </a:lnTo>
                  <a:lnTo>
                    <a:pt x="4163755" y="5071109"/>
                  </a:lnTo>
                  <a:lnTo>
                    <a:pt x="4198408" y="5042608"/>
                  </a:lnTo>
                  <a:lnTo>
                    <a:pt x="4232682" y="5013666"/>
                  </a:lnTo>
                  <a:lnTo>
                    <a:pt x="4266572" y="4984289"/>
                  </a:lnTo>
                  <a:lnTo>
                    <a:pt x="4300073" y="4954480"/>
                  </a:lnTo>
                  <a:lnTo>
                    <a:pt x="4333182" y="4924244"/>
                  </a:lnTo>
                  <a:lnTo>
                    <a:pt x="4365894" y="4893585"/>
                  </a:lnTo>
                  <a:lnTo>
                    <a:pt x="4398204" y="4862508"/>
                  </a:lnTo>
                  <a:lnTo>
                    <a:pt x="4430109" y="4831016"/>
                  </a:lnTo>
                  <a:lnTo>
                    <a:pt x="4461604" y="4799115"/>
                  </a:lnTo>
                  <a:lnTo>
                    <a:pt x="4492684" y="4766807"/>
                  </a:lnTo>
                  <a:lnTo>
                    <a:pt x="4523346" y="4734099"/>
                  </a:lnTo>
                  <a:lnTo>
                    <a:pt x="4553585" y="4700994"/>
                  </a:lnTo>
                  <a:lnTo>
                    <a:pt x="4583397" y="4667496"/>
                  </a:lnTo>
                  <a:lnTo>
                    <a:pt x="4612777" y="4633610"/>
                  </a:lnTo>
                  <a:lnTo>
                    <a:pt x="4641722" y="4599340"/>
                  </a:lnTo>
                  <a:lnTo>
                    <a:pt x="4670226" y="4564690"/>
                  </a:lnTo>
                  <a:lnTo>
                    <a:pt x="4698286" y="4529664"/>
                  </a:lnTo>
                  <a:lnTo>
                    <a:pt x="4725897" y="4494268"/>
                  </a:lnTo>
                  <a:lnTo>
                    <a:pt x="4753055" y="4458505"/>
                  </a:lnTo>
                  <a:lnTo>
                    <a:pt x="4779755" y="4422380"/>
                  </a:lnTo>
                  <a:lnTo>
                    <a:pt x="4805994" y="4385896"/>
                  </a:lnTo>
                  <a:lnTo>
                    <a:pt x="4831766" y="4349059"/>
                  </a:lnTo>
                  <a:lnTo>
                    <a:pt x="4857069" y="4311872"/>
                  </a:lnTo>
                  <a:lnTo>
                    <a:pt x="4881896" y="4274340"/>
                  </a:lnTo>
                  <a:lnTo>
                    <a:pt x="4906245" y="4236467"/>
                  </a:lnTo>
                  <a:lnTo>
                    <a:pt x="4930110" y="4198258"/>
                  </a:lnTo>
                  <a:lnTo>
                    <a:pt x="4953487" y="4159717"/>
                  </a:lnTo>
                  <a:lnTo>
                    <a:pt x="4976373" y="4120847"/>
                  </a:lnTo>
                  <a:lnTo>
                    <a:pt x="4998762" y="4081655"/>
                  </a:lnTo>
                  <a:lnTo>
                    <a:pt x="5020651" y="4042143"/>
                  </a:lnTo>
                  <a:lnTo>
                    <a:pt x="5042034" y="4002316"/>
                  </a:lnTo>
                  <a:lnTo>
                    <a:pt x="5062909" y="3962178"/>
                  </a:lnTo>
                  <a:lnTo>
                    <a:pt x="5083270" y="3921734"/>
                  </a:lnTo>
                  <a:lnTo>
                    <a:pt x="5103113" y="3880988"/>
                  </a:lnTo>
                  <a:lnTo>
                    <a:pt x="5122434" y="3839944"/>
                  </a:lnTo>
                  <a:lnTo>
                    <a:pt x="5141228" y="3798608"/>
                  </a:lnTo>
                  <a:lnTo>
                    <a:pt x="5159492" y="3756982"/>
                  </a:lnTo>
                  <a:lnTo>
                    <a:pt x="5177220" y="3715071"/>
                  </a:lnTo>
                  <a:lnTo>
                    <a:pt x="5194409" y="3672880"/>
                  </a:lnTo>
                  <a:lnTo>
                    <a:pt x="5211054" y="3630413"/>
                  </a:lnTo>
                  <a:lnTo>
                    <a:pt x="5227152" y="3587674"/>
                  </a:lnTo>
                  <a:lnTo>
                    <a:pt x="5242696" y="3544668"/>
                  </a:lnTo>
                  <a:lnTo>
                    <a:pt x="5257684" y="3501398"/>
                  </a:lnTo>
                  <a:lnTo>
                    <a:pt x="5272111" y="3457870"/>
                  </a:lnTo>
                  <a:lnTo>
                    <a:pt x="5285973" y="3414087"/>
                  </a:lnTo>
                  <a:lnTo>
                    <a:pt x="5299265" y="3370055"/>
                  </a:lnTo>
                  <a:lnTo>
                    <a:pt x="5311983" y="3325776"/>
                  </a:lnTo>
                  <a:lnTo>
                    <a:pt x="5324122" y="3281256"/>
                  </a:lnTo>
                  <a:lnTo>
                    <a:pt x="5335679" y="3236498"/>
                  </a:lnTo>
                  <a:lnTo>
                    <a:pt x="5346649" y="3191508"/>
                  </a:lnTo>
                  <a:lnTo>
                    <a:pt x="5357028" y="3146289"/>
                  </a:lnTo>
                  <a:lnTo>
                    <a:pt x="5366811" y="3100845"/>
                  </a:lnTo>
                  <a:lnTo>
                    <a:pt x="5375995" y="3055182"/>
                  </a:lnTo>
                  <a:lnTo>
                    <a:pt x="5384574" y="3009303"/>
                  </a:lnTo>
                  <a:lnTo>
                    <a:pt x="5392544" y="2963213"/>
                  </a:lnTo>
                  <a:lnTo>
                    <a:pt x="5399902" y="2916916"/>
                  </a:lnTo>
                  <a:lnTo>
                    <a:pt x="5406643" y="2870416"/>
                  </a:lnTo>
                  <a:lnTo>
                    <a:pt x="5412762" y="2823718"/>
                  </a:lnTo>
                  <a:lnTo>
                    <a:pt x="5418255" y="2776826"/>
                  </a:lnTo>
                  <a:lnTo>
                    <a:pt x="5423119" y="2729744"/>
                  </a:lnTo>
                  <a:lnTo>
                    <a:pt x="5427347" y="2682476"/>
                  </a:lnTo>
                  <a:lnTo>
                    <a:pt x="5430937" y="2635028"/>
                  </a:lnTo>
                  <a:lnTo>
                    <a:pt x="5433884" y="2587402"/>
                  </a:lnTo>
                  <a:lnTo>
                    <a:pt x="5436184" y="2539605"/>
                  </a:lnTo>
                  <a:lnTo>
                    <a:pt x="5437832" y="2491639"/>
                  </a:lnTo>
                  <a:lnTo>
                    <a:pt x="5438824" y="2443509"/>
                  </a:lnTo>
                  <a:lnTo>
                    <a:pt x="5439156" y="2395220"/>
                  </a:lnTo>
                  <a:lnTo>
                    <a:pt x="5438772" y="2343288"/>
                  </a:lnTo>
                  <a:lnTo>
                    <a:pt x="5437625" y="2291541"/>
                  </a:lnTo>
                  <a:lnTo>
                    <a:pt x="5435719" y="2239985"/>
                  </a:lnTo>
                  <a:lnTo>
                    <a:pt x="5433061" y="2188624"/>
                  </a:lnTo>
                  <a:lnTo>
                    <a:pt x="5429656" y="2137464"/>
                  </a:lnTo>
                  <a:lnTo>
                    <a:pt x="5425508" y="2086511"/>
                  </a:lnTo>
                  <a:lnTo>
                    <a:pt x="5420624" y="2035770"/>
                  </a:lnTo>
                  <a:lnTo>
                    <a:pt x="5415008" y="1985246"/>
                  </a:lnTo>
                  <a:lnTo>
                    <a:pt x="5408667" y="1934944"/>
                  </a:lnTo>
                  <a:lnTo>
                    <a:pt x="5401605" y="1884871"/>
                  </a:lnTo>
                  <a:lnTo>
                    <a:pt x="5393828" y="1835031"/>
                  </a:lnTo>
                  <a:lnTo>
                    <a:pt x="5385341" y="1785429"/>
                  </a:lnTo>
                  <a:lnTo>
                    <a:pt x="5376150" y="1736072"/>
                  </a:lnTo>
                  <a:lnTo>
                    <a:pt x="5366260" y="1686964"/>
                  </a:lnTo>
                  <a:lnTo>
                    <a:pt x="5355676" y="1638110"/>
                  </a:lnTo>
                  <a:lnTo>
                    <a:pt x="5344404" y="1589517"/>
                  </a:lnTo>
                  <a:lnTo>
                    <a:pt x="5332449" y="1541190"/>
                  </a:lnTo>
                  <a:lnTo>
                    <a:pt x="5319817" y="1493134"/>
                  </a:lnTo>
                  <a:lnTo>
                    <a:pt x="5306513" y="1445353"/>
                  </a:lnTo>
                  <a:lnTo>
                    <a:pt x="5292541" y="1397855"/>
                  </a:lnTo>
                  <a:lnTo>
                    <a:pt x="5277909" y="1350644"/>
                  </a:lnTo>
                  <a:lnTo>
                    <a:pt x="5262621" y="1303725"/>
                  </a:lnTo>
                  <a:lnTo>
                    <a:pt x="5246682" y="1257104"/>
                  </a:lnTo>
                  <a:lnTo>
                    <a:pt x="5230098" y="1210786"/>
                  </a:lnTo>
                  <a:lnTo>
                    <a:pt x="5212874" y="1164776"/>
                  </a:lnTo>
                  <a:lnTo>
                    <a:pt x="5195015" y="1119081"/>
                  </a:lnTo>
                  <a:lnTo>
                    <a:pt x="5176528" y="1073705"/>
                  </a:lnTo>
                  <a:lnTo>
                    <a:pt x="5157417" y="1028654"/>
                  </a:lnTo>
                  <a:lnTo>
                    <a:pt x="5137688" y="983932"/>
                  </a:lnTo>
                  <a:lnTo>
                    <a:pt x="5117346" y="939546"/>
                  </a:lnTo>
                  <a:lnTo>
                    <a:pt x="5096396" y="895501"/>
                  </a:lnTo>
                  <a:lnTo>
                    <a:pt x="5074844" y="851803"/>
                  </a:lnTo>
                  <a:lnTo>
                    <a:pt x="5052696" y="808455"/>
                  </a:lnTo>
                  <a:lnTo>
                    <a:pt x="5029956" y="765465"/>
                  </a:lnTo>
                  <a:lnTo>
                    <a:pt x="5006630" y="722837"/>
                  </a:lnTo>
                  <a:lnTo>
                    <a:pt x="4982723" y="680577"/>
                  </a:lnTo>
                  <a:lnTo>
                    <a:pt x="4958242" y="638689"/>
                  </a:lnTo>
                  <a:lnTo>
                    <a:pt x="4933190" y="597181"/>
                  </a:lnTo>
                  <a:lnTo>
                    <a:pt x="4907574" y="556055"/>
                  </a:lnTo>
                  <a:lnTo>
                    <a:pt x="4881399" y="515320"/>
                  </a:lnTo>
                  <a:lnTo>
                    <a:pt x="4854670" y="474978"/>
                  </a:lnTo>
                  <a:lnTo>
                    <a:pt x="4827393" y="435037"/>
                  </a:lnTo>
                  <a:lnTo>
                    <a:pt x="4799573" y="395501"/>
                  </a:lnTo>
                  <a:lnTo>
                    <a:pt x="4771216" y="356376"/>
                  </a:lnTo>
                  <a:lnTo>
                    <a:pt x="4742326" y="317666"/>
                  </a:lnTo>
                  <a:lnTo>
                    <a:pt x="4712909" y="279378"/>
                  </a:lnTo>
                  <a:lnTo>
                    <a:pt x="4682971" y="241517"/>
                  </a:lnTo>
                  <a:lnTo>
                    <a:pt x="4652518" y="204089"/>
                  </a:lnTo>
                  <a:lnTo>
                    <a:pt x="4466971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5268595" cy="5655945"/>
            </a:xfrm>
            <a:custGeom>
              <a:avLst/>
              <a:gdLst/>
              <a:ahLst/>
              <a:cxnLst/>
              <a:rect l="l" t="t" r="r" b="b"/>
              <a:pathLst>
                <a:path w="5268595" h="5655945">
                  <a:moveTo>
                    <a:pt x="4227195" y="0"/>
                  </a:moveTo>
                  <a:lnTo>
                    <a:pt x="0" y="0"/>
                  </a:lnTo>
                  <a:lnTo>
                    <a:pt x="0" y="4970145"/>
                  </a:lnTo>
                  <a:lnTo>
                    <a:pt x="198907" y="5113782"/>
                  </a:lnTo>
                  <a:lnTo>
                    <a:pt x="239904" y="5140514"/>
                  </a:lnTo>
                  <a:lnTo>
                    <a:pt x="281322" y="5166647"/>
                  </a:lnTo>
                  <a:lnTo>
                    <a:pt x="323156" y="5192173"/>
                  </a:lnTo>
                  <a:lnTo>
                    <a:pt x="365399" y="5217086"/>
                  </a:lnTo>
                  <a:lnTo>
                    <a:pt x="408044" y="5241380"/>
                  </a:lnTo>
                  <a:lnTo>
                    <a:pt x="451087" y="5265050"/>
                  </a:lnTo>
                  <a:lnTo>
                    <a:pt x="494521" y="5288088"/>
                  </a:lnTo>
                  <a:lnTo>
                    <a:pt x="538338" y="5310489"/>
                  </a:lnTo>
                  <a:lnTo>
                    <a:pt x="582535" y="5332246"/>
                  </a:lnTo>
                  <a:lnTo>
                    <a:pt x="627103" y="5353354"/>
                  </a:lnTo>
                  <a:lnTo>
                    <a:pt x="672038" y="5373806"/>
                  </a:lnTo>
                  <a:lnTo>
                    <a:pt x="717332" y="5393595"/>
                  </a:lnTo>
                  <a:lnTo>
                    <a:pt x="762981" y="5412717"/>
                  </a:lnTo>
                  <a:lnTo>
                    <a:pt x="808976" y="5431164"/>
                  </a:lnTo>
                  <a:lnTo>
                    <a:pt x="855314" y="5448931"/>
                  </a:lnTo>
                  <a:lnTo>
                    <a:pt x="901986" y="5466011"/>
                  </a:lnTo>
                  <a:lnTo>
                    <a:pt x="948988" y="5482398"/>
                  </a:lnTo>
                  <a:lnTo>
                    <a:pt x="996312" y="5498086"/>
                  </a:lnTo>
                  <a:lnTo>
                    <a:pt x="1043954" y="5513070"/>
                  </a:lnTo>
                  <a:lnTo>
                    <a:pt x="1091906" y="5527341"/>
                  </a:lnTo>
                  <a:lnTo>
                    <a:pt x="1140162" y="5540895"/>
                  </a:lnTo>
                  <a:lnTo>
                    <a:pt x="1188717" y="5553726"/>
                  </a:lnTo>
                  <a:lnTo>
                    <a:pt x="1237564" y="5565827"/>
                  </a:lnTo>
                  <a:lnTo>
                    <a:pt x="1286697" y="5577191"/>
                  </a:lnTo>
                  <a:lnTo>
                    <a:pt x="1336110" y="5587814"/>
                  </a:lnTo>
                  <a:lnTo>
                    <a:pt x="1385796" y="5597688"/>
                  </a:lnTo>
                  <a:lnTo>
                    <a:pt x="1435750" y="5606808"/>
                  </a:lnTo>
                  <a:lnTo>
                    <a:pt x="1485965" y="5615167"/>
                  </a:lnTo>
                  <a:lnTo>
                    <a:pt x="1536436" y="5622759"/>
                  </a:lnTo>
                  <a:lnTo>
                    <a:pt x="1587155" y="5629578"/>
                  </a:lnTo>
                  <a:lnTo>
                    <a:pt x="1638118" y="5635618"/>
                  </a:lnTo>
                  <a:lnTo>
                    <a:pt x="1689317" y="5640873"/>
                  </a:lnTo>
                  <a:lnTo>
                    <a:pt x="1740747" y="5645336"/>
                  </a:lnTo>
                  <a:lnTo>
                    <a:pt x="1792401" y="5649001"/>
                  </a:lnTo>
                  <a:lnTo>
                    <a:pt x="1844273" y="5651863"/>
                  </a:lnTo>
                  <a:lnTo>
                    <a:pt x="1896358" y="5653915"/>
                  </a:lnTo>
                  <a:lnTo>
                    <a:pt x="1948648" y="5655150"/>
                  </a:lnTo>
                  <a:lnTo>
                    <a:pt x="2001139" y="5655564"/>
                  </a:lnTo>
                  <a:lnTo>
                    <a:pt x="2049392" y="5655214"/>
                  </a:lnTo>
                  <a:lnTo>
                    <a:pt x="2097477" y="5654170"/>
                  </a:lnTo>
                  <a:lnTo>
                    <a:pt x="2145389" y="5652436"/>
                  </a:lnTo>
                  <a:lnTo>
                    <a:pt x="2193124" y="5650016"/>
                  </a:lnTo>
                  <a:lnTo>
                    <a:pt x="2240675" y="5646915"/>
                  </a:lnTo>
                  <a:lnTo>
                    <a:pt x="2288040" y="5643138"/>
                  </a:lnTo>
                  <a:lnTo>
                    <a:pt x="2335212" y="5638691"/>
                  </a:lnTo>
                  <a:lnTo>
                    <a:pt x="2382187" y="5633577"/>
                  </a:lnTo>
                  <a:lnTo>
                    <a:pt x="2428960" y="5627801"/>
                  </a:lnTo>
                  <a:lnTo>
                    <a:pt x="2475527" y="5621369"/>
                  </a:lnTo>
                  <a:lnTo>
                    <a:pt x="2521882" y="5614285"/>
                  </a:lnTo>
                  <a:lnTo>
                    <a:pt x="2568022" y="5606553"/>
                  </a:lnTo>
                  <a:lnTo>
                    <a:pt x="2613940" y="5598179"/>
                  </a:lnTo>
                  <a:lnTo>
                    <a:pt x="2659633" y="5589168"/>
                  </a:lnTo>
                  <a:lnTo>
                    <a:pt x="2705095" y="5579524"/>
                  </a:lnTo>
                  <a:lnTo>
                    <a:pt x="2750322" y="5569251"/>
                  </a:lnTo>
                  <a:lnTo>
                    <a:pt x="2795309" y="5558356"/>
                  </a:lnTo>
                  <a:lnTo>
                    <a:pt x="2840051" y="5546842"/>
                  </a:lnTo>
                  <a:lnTo>
                    <a:pt x="2884543" y="5534714"/>
                  </a:lnTo>
                  <a:lnTo>
                    <a:pt x="2928781" y="5521978"/>
                  </a:lnTo>
                  <a:lnTo>
                    <a:pt x="2972760" y="5508637"/>
                  </a:lnTo>
                  <a:lnTo>
                    <a:pt x="3016474" y="5494697"/>
                  </a:lnTo>
                  <a:lnTo>
                    <a:pt x="3059920" y="5480163"/>
                  </a:lnTo>
                  <a:lnTo>
                    <a:pt x="3103093" y="5465039"/>
                  </a:lnTo>
                  <a:lnTo>
                    <a:pt x="3145986" y="5449330"/>
                  </a:lnTo>
                  <a:lnTo>
                    <a:pt x="3188597" y="5433041"/>
                  </a:lnTo>
                  <a:lnTo>
                    <a:pt x="3230920" y="5416177"/>
                  </a:lnTo>
                  <a:lnTo>
                    <a:pt x="3272950" y="5398742"/>
                  </a:lnTo>
                  <a:lnTo>
                    <a:pt x="3314683" y="5380741"/>
                  </a:lnTo>
                  <a:lnTo>
                    <a:pt x="3356113" y="5362179"/>
                  </a:lnTo>
                  <a:lnTo>
                    <a:pt x="3397236" y="5343061"/>
                  </a:lnTo>
                  <a:lnTo>
                    <a:pt x="3438048" y="5323392"/>
                  </a:lnTo>
                  <a:lnTo>
                    <a:pt x="3478542" y="5303176"/>
                  </a:lnTo>
                  <a:lnTo>
                    <a:pt x="3518715" y="5282419"/>
                  </a:lnTo>
                  <a:lnTo>
                    <a:pt x="3558562" y="5261124"/>
                  </a:lnTo>
                  <a:lnTo>
                    <a:pt x="3598078" y="5239297"/>
                  </a:lnTo>
                  <a:lnTo>
                    <a:pt x="3637258" y="5216943"/>
                  </a:lnTo>
                  <a:lnTo>
                    <a:pt x="3676098" y="5194066"/>
                  </a:lnTo>
                  <a:lnTo>
                    <a:pt x="3714592" y="5170671"/>
                  </a:lnTo>
                  <a:lnTo>
                    <a:pt x="3752736" y="5146763"/>
                  </a:lnTo>
                  <a:lnTo>
                    <a:pt x="3790525" y="5122347"/>
                  </a:lnTo>
                  <a:lnTo>
                    <a:pt x="3827954" y="5097427"/>
                  </a:lnTo>
                  <a:lnTo>
                    <a:pt x="3865018" y="5072008"/>
                  </a:lnTo>
                  <a:lnTo>
                    <a:pt x="3901714" y="5046096"/>
                  </a:lnTo>
                  <a:lnTo>
                    <a:pt x="3938035" y="5019694"/>
                  </a:lnTo>
                  <a:lnTo>
                    <a:pt x="3973977" y="4992808"/>
                  </a:lnTo>
                  <a:lnTo>
                    <a:pt x="4009536" y="4965443"/>
                  </a:lnTo>
                  <a:lnTo>
                    <a:pt x="4044706" y="4937603"/>
                  </a:lnTo>
                  <a:lnTo>
                    <a:pt x="4079483" y="4909293"/>
                  </a:lnTo>
                  <a:lnTo>
                    <a:pt x="4113861" y="4880517"/>
                  </a:lnTo>
                  <a:lnTo>
                    <a:pt x="4147837" y="4851282"/>
                  </a:lnTo>
                  <a:lnTo>
                    <a:pt x="4181406" y="4821590"/>
                  </a:lnTo>
                  <a:lnTo>
                    <a:pt x="4214561" y="4791448"/>
                  </a:lnTo>
                  <a:lnTo>
                    <a:pt x="4247300" y="4760860"/>
                  </a:lnTo>
                  <a:lnTo>
                    <a:pt x="4279617" y="4729830"/>
                  </a:lnTo>
                  <a:lnTo>
                    <a:pt x="4311507" y="4698364"/>
                  </a:lnTo>
                  <a:lnTo>
                    <a:pt x="4342965" y="4666467"/>
                  </a:lnTo>
                  <a:lnTo>
                    <a:pt x="4373987" y="4634142"/>
                  </a:lnTo>
                  <a:lnTo>
                    <a:pt x="4404568" y="4601396"/>
                  </a:lnTo>
                  <a:lnTo>
                    <a:pt x="4434702" y="4568232"/>
                  </a:lnTo>
                  <a:lnTo>
                    <a:pt x="4464387" y="4534656"/>
                  </a:lnTo>
                  <a:lnTo>
                    <a:pt x="4493615" y="4500672"/>
                  </a:lnTo>
                  <a:lnTo>
                    <a:pt x="4522384" y="4466285"/>
                  </a:lnTo>
                  <a:lnTo>
                    <a:pt x="4550687" y="4431500"/>
                  </a:lnTo>
                  <a:lnTo>
                    <a:pt x="4578520" y="4396321"/>
                  </a:lnTo>
                  <a:lnTo>
                    <a:pt x="4605879" y="4360754"/>
                  </a:lnTo>
                  <a:lnTo>
                    <a:pt x="4632758" y="4324803"/>
                  </a:lnTo>
                  <a:lnTo>
                    <a:pt x="4659153" y="4288474"/>
                  </a:lnTo>
                  <a:lnTo>
                    <a:pt x="4685059" y="4251770"/>
                  </a:lnTo>
                  <a:lnTo>
                    <a:pt x="4710471" y="4214696"/>
                  </a:lnTo>
                  <a:lnTo>
                    <a:pt x="4735385" y="4177258"/>
                  </a:lnTo>
                  <a:lnTo>
                    <a:pt x="4759795" y="4139461"/>
                  </a:lnTo>
                  <a:lnTo>
                    <a:pt x="4783697" y="4101308"/>
                  </a:lnTo>
                  <a:lnTo>
                    <a:pt x="4807086" y="4062805"/>
                  </a:lnTo>
                  <a:lnTo>
                    <a:pt x="4829958" y="4023956"/>
                  </a:lnTo>
                  <a:lnTo>
                    <a:pt x="4852307" y="3984767"/>
                  </a:lnTo>
                  <a:lnTo>
                    <a:pt x="4874128" y="3945242"/>
                  </a:lnTo>
                  <a:lnTo>
                    <a:pt x="4895417" y="3905386"/>
                  </a:lnTo>
                  <a:lnTo>
                    <a:pt x="4916170" y="3865203"/>
                  </a:lnTo>
                  <a:lnTo>
                    <a:pt x="4936381" y="3824699"/>
                  </a:lnTo>
                  <a:lnTo>
                    <a:pt x="4956045" y="3783879"/>
                  </a:lnTo>
                  <a:lnTo>
                    <a:pt x="4975158" y="3742746"/>
                  </a:lnTo>
                  <a:lnTo>
                    <a:pt x="4993715" y="3701306"/>
                  </a:lnTo>
                  <a:lnTo>
                    <a:pt x="5011711" y="3659564"/>
                  </a:lnTo>
                  <a:lnTo>
                    <a:pt x="5029142" y="3617524"/>
                  </a:lnTo>
                  <a:lnTo>
                    <a:pt x="5046002" y="3575192"/>
                  </a:lnTo>
                  <a:lnTo>
                    <a:pt x="5062287" y="3532571"/>
                  </a:lnTo>
                  <a:lnTo>
                    <a:pt x="5077992" y="3489668"/>
                  </a:lnTo>
                  <a:lnTo>
                    <a:pt x="5093112" y="3446486"/>
                  </a:lnTo>
                  <a:lnTo>
                    <a:pt x="5107643" y="3403030"/>
                  </a:lnTo>
                  <a:lnTo>
                    <a:pt x="5121579" y="3359305"/>
                  </a:lnTo>
                  <a:lnTo>
                    <a:pt x="5134916" y="3315317"/>
                  </a:lnTo>
                  <a:lnTo>
                    <a:pt x="5147649" y="3271069"/>
                  </a:lnTo>
                  <a:lnTo>
                    <a:pt x="5159774" y="3226567"/>
                  </a:lnTo>
                  <a:lnTo>
                    <a:pt x="5171285" y="3181815"/>
                  </a:lnTo>
                  <a:lnTo>
                    <a:pt x="5182177" y="3136818"/>
                  </a:lnTo>
                  <a:lnTo>
                    <a:pt x="5192447" y="3091581"/>
                  </a:lnTo>
                  <a:lnTo>
                    <a:pt x="5202089" y="3046109"/>
                  </a:lnTo>
                  <a:lnTo>
                    <a:pt x="5211098" y="3000406"/>
                  </a:lnTo>
                  <a:lnTo>
                    <a:pt x="5219470" y="2954478"/>
                  </a:lnTo>
                  <a:lnTo>
                    <a:pt x="5227199" y="2908328"/>
                  </a:lnTo>
                  <a:lnTo>
                    <a:pt x="5234282" y="2861963"/>
                  </a:lnTo>
                  <a:lnTo>
                    <a:pt x="5240712" y="2815386"/>
                  </a:lnTo>
                  <a:lnTo>
                    <a:pt x="5246486" y="2768602"/>
                  </a:lnTo>
                  <a:lnTo>
                    <a:pt x="5251599" y="2721617"/>
                  </a:lnTo>
                  <a:lnTo>
                    <a:pt x="5256046" y="2674435"/>
                  </a:lnTo>
                  <a:lnTo>
                    <a:pt x="5259821" y="2627060"/>
                  </a:lnTo>
                  <a:lnTo>
                    <a:pt x="5262921" y="2579498"/>
                  </a:lnTo>
                  <a:lnTo>
                    <a:pt x="5265341" y="2531754"/>
                  </a:lnTo>
                  <a:lnTo>
                    <a:pt x="5267075" y="2483832"/>
                  </a:lnTo>
                  <a:lnTo>
                    <a:pt x="5268118" y="2435736"/>
                  </a:lnTo>
                  <a:lnTo>
                    <a:pt x="5268468" y="2387473"/>
                  </a:lnTo>
                  <a:lnTo>
                    <a:pt x="5268063" y="2335503"/>
                  </a:lnTo>
                  <a:lnTo>
                    <a:pt x="5266852" y="2283730"/>
                  </a:lnTo>
                  <a:lnTo>
                    <a:pt x="5264842" y="2232157"/>
                  </a:lnTo>
                  <a:lnTo>
                    <a:pt x="5262039" y="2180793"/>
                  </a:lnTo>
                  <a:lnTo>
                    <a:pt x="5258447" y="2129642"/>
                  </a:lnTo>
                  <a:lnTo>
                    <a:pt x="5254074" y="2078711"/>
                  </a:lnTo>
                  <a:lnTo>
                    <a:pt x="5248926" y="2028005"/>
                  </a:lnTo>
                  <a:lnTo>
                    <a:pt x="5243007" y="1977531"/>
                  </a:lnTo>
                  <a:lnTo>
                    <a:pt x="5236325" y="1927294"/>
                  </a:lnTo>
                  <a:lnTo>
                    <a:pt x="5228886" y="1877300"/>
                  </a:lnTo>
                  <a:lnTo>
                    <a:pt x="5220694" y="1827556"/>
                  </a:lnTo>
                  <a:lnTo>
                    <a:pt x="5211757" y="1778068"/>
                  </a:lnTo>
                  <a:lnTo>
                    <a:pt x="5202080" y="1728841"/>
                  </a:lnTo>
                  <a:lnTo>
                    <a:pt x="5191670" y="1679881"/>
                  </a:lnTo>
                  <a:lnTo>
                    <a:pt x="5180531" y="1631194"/>
                  </a:lnTo>
                  <a:lnTo>
                    <a:pt x="5168671" y="1582787"/>
                  </a:lnTo>
                  <a:lnTo>
                    <a:pt x="5156095" y="1534665"/>
                  </a:lnTo>
                  <a:lnTo>
                    <a:pt x="5142809" y="1486835"/>
                  </a:lnTo>
                  <a:lnTo>
                    <a:pt x="5128820" y="1439301"/>
                  </a:lnTo>
                  <a:lnTo>
                    <a:pt x="5114132" y="1392071"/>
                  </a:lnTo>
                  <a:lnTo>
                    <a:pt x="5098753" y="1345150"/>
                  </a:lnTo>
                  <a:lnTo>
                    <a:pt x="5082688" y="1298544"/>
                  </a:lnTo>
                  <a:lnTo>
                    <a:pt x="5065943" y="1252260"/>
                  </a:lnTo>
                  <a:lnTo>
                    <a:pt x="5048525" y="1206302"/>
                  </a:lnTo>
                  <a:lnTo>
                    <a:pt x="5030438" y="1160678"/>
                  </a:lnTo>
                  <a:lnTo>
                    <a:pt x="5011689" y="1115393"/>
                  </a:lnTo>
                  <a:lnTo>
                    <a:pt x="4992285" y="1070453"/>
                  </a:lnTo>
                  <a:lnTo>
                    <a:pt x="4972231" y="1025864"/>
                  </a:lnTo>
                  <a:lnTo>
                    <a:pt x="4951532" y="981631"/>
                  </a:lnTo>
                  <a:lnTo>
                    <a:pt x="4930196" y="937762"/>
                  </a:lnTo>
                  <a:lnTo>
                    <a:pt x="4908228" y="894262"/>
                  </a:lnTo>
                  <a:lnTo>
                    <a:pt x="4885634" y="851137"/>
                  </a:lnTo>
                  <a:lnTo>
                    <a:pt x="4862420" y="808393"/>
                  </a:lnTo>
                  <a:lnTo>
                    <a:pt x="4838592" y="766036"/>
                  </a:lnTo>
                  <a:lnTo>
                    <a:pt x="4814156" y="724071"/>
                  </a:lnTo>
                  <a:lnTo>
                    <a:pt x="4789118" y="682506"/>
                  </a:lnTo>
                  <a:lnTo>
                    <a:pt x="4763484" y="641345"/>
                  </a:lnTo>
                  <a:lnTo>
                    <a:pt x="4737259" y="600595"/>
                  </a:lnTo>
                  <a:lnTo>
                    <a:pt x="4710451" y="560262"/>
                  </a:lnTo>
                  <a:lnTo>
                    <a:pt x="4683065" y="520352"/>
                  </a:lnTo>
                  <a:lnTo>
                    <a:pt x="4655107" y="480870"/>
                  </a:lnTo>
                  <a:lnTo>
                    <a:pt x="4626583" y="441823"/>
                  </a:lnTo>
                  <a:lnTo>
                    <a:pt x="4597498" y="403217"/>
                  </a:lnTo>
                  <a:lnTo>
                    <a:pt x="4567860" y="365058"/>
                  </a:lnTo>
                  <a:lnTo>
                    <a:pt x="4537673" y="327351"/>
                  </a:lnTo>
                  <a:lnTo>
                    <a:pt x="4506944" y="290103"/>
                  </a:lnTo>
                  <a:lnTo>
                    <a:pt x="4475679" y="253319"/>
                  </a:lnTo>
                  <a:lnTo>
                    <a:pt x="4443884" y="217007"/>
                  </a:lnTo>
                  <a:lnTo>
                    <a:pt x="4411565" y="181170"/>
                  </a:lnTo>
                  <a:lnTo>
                    <a:pt x="4378728" y="145816"/>
                  </a:lnTo>
                  <a:lnTo>
                    <a:pt x="4345378" y="110951"/>
                  </a:lnTo>
                  <a:lnTo>
                    <a:pt x="4311523" y="76580"/>
                  </a:lnTo>
                  <a:lnTo>
                    <a:pt x="42271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60923" y="1123998"/>
              <a:ext cx="1502410" cy="1225550"/>
            </a:xfrm>
            <a:custGeom>
              <a:avLst/>
              <a:gdLst/>
              <a:ahLst/>
              <a:cxnLst/>
              <a:rect l="l" t="t" r="r" b="b"/>
              <a:pathLst>
                <a:path w="1502410" h="1225550">
                  <a:moveTo>
                    <a:pt x="328737" y="0"/>
                  </a:moveTo>
                  <a:lnTo>
                    <a:pt x="283064" y="1509"/>
                  </a:lnTo>
                  <a:lnTo>
                    <a:pt x="236962" y="9874"/>
                  </a:lnTo>
                  <a:lnTo>
                    <a:pt x="192583" y="24869"/>
                  </a:lnTo>
                  <a:lnTo>
                    <a:pt x="151896" y="45655"/>
                  </a:lnTo>
                  <a:lnTo>
                    <a:pt x="115253" y="71636"/>
                  </a:lnTo>
                  <a:lnTo>
                    <a:pt x="83006" y="102217"/>
                  </a:lnTo>
                  <a:lnTo>
                    <a:pt x="55506" y="136801"/>
                  </a:lnTo>
                  <a:lnTo>
                    <a:pt x="33104" y="174794"/>
                  </a:lnTo>
                  <a:lnTo>
                    <a:pt x="16151" y="215598"/>
                  </a:lnTo>
                  <a:lnTo>
                    <a:pt x="4999" y="258619"/>
                  </a:lnTo>
                  <a:lnTo>
                    <a:pt x="0" y="303261"/>
                  </a:lnTo>
                  <a:lnTo>
                    <a:pt x="1503" y="348928"/>
                  </a:lnTo>
                  <a:lnTo>
                    <a:pt x="9861" y="395024"/>
                  </a:lnTo>
                  <a:lnTo>
                    <a:pt x="24866" y="439398"/>
                  </a:lnTo>
                  <a:lnTo>
                    <a:pt x="45661" y="480079"/>
                  </a:lnTo>
                  <a:lnTo>
                    <a:pt x="71650" y="516717"/>
                  </a:lnTo>
                  <a:lnTo>
                    <a:pt x="102238" y="548960"/>
                  </a:lnTo>
                  <a:lnTo>
                    <a:pt x="136829" y="576457"/>
                  </a:lnTo>
                  <a:lnTo>
                    <a:pt x="174826" y="598856"/>
                  </a:lnTo>
                  <a:lnTo>
                    <a:pt x="215634" y="615806"/>
                  </a:lnTo>
                  <a:lnTo>
                    <a:pt x="258658" y="626957"/>
                  </a:lnTo>
                  <a:lnTo>
                    <a:pt x="303300" y="631956"/>
                  </a:lnTo>
                  <a:lnTo>
                    <a:pt x="348967" y="630453"/>
                  </a:lnTo>
                  <a:lnTo>
                    <a:pt x="395060" y="622096"/>
                  </a:lnTo>
                  <a:lnTo>
                    <a:pt x="441206" y="606308"/>
                  </a:lnTo>
                  <a:lnTo>
                    <a:pt x="483769" y="583983"/>
                  </a:lnTo>
                  <a:lnTo>
                    <a:pt x="522159" y="555713"/>
                  </a:lnTo>
                  <a:lnTo>
                    <a:pt x="555787" y="522090"/>
                  </a:lnTo>
                  <a:lnTo>
                    <a:pt x="584062" y="483706"/>
                  </a:lnTo>
                  <a:lnTo>
                    <a:pt x="606395" y="441153"/>
                  </a:lnTo>
                  <a:lnTo>
                    <a:pt x="622195" y="395024"/>
                  </a:lnTo>
                  <a:lnTo>
                    <a:pt x="1106766" y="395024"/>
                  </a:lnTo>
                  <a:lnTo>
                    <a:pt x="1106766" y="1066855"/>
                  </a:lnTo>
                  <a:lnTo>
                    <a:pt x="869619" y="1066855"/>
                  </a:lnTo>
                  <a:lnTo>
                    <a:pt x="869619" y="1224932"/>
                  </a:lnTo>
                  <a:lnTo>
                    <a:pt x="1502012" y="1224932"/>
                  </a:lnTo>
                  <a:lnTo>
                    <a:pt x="1502012" y="1066855"/>
                  </a:lnTo>
                  <a:lnTo>
                    <a:pt x="1264864" y="1066855"/>
                  </a:lnTo>
                  <a:lnTo>
                    <a:pt x="1264864" y="236946"/>
                  </a:lnTo>
                  <a:lnTo>
                    <a:pt x="622195" y="236946"/>
                  </a:lnTo>
                  <a:lnTo>
                    <a:pt x="607190" y="192564"/>
                  </a:lnTo>
                  <a:lnTo>
                    <a:pt x="586395" y="151876"/>
                  </a:lnTo>
                  <a:lnTo>
                    <a:pt x="560405" y="115234"/>
                  </a:lnTo>
                  <a:lnTo>
                    <a:pt x="529816" y="82987"/>
                  </a:lnTo>
                  <a:lnTo>
                    <a:pt x="495224" y="55489"/>
                  </a:lnTo>
                  <a:lnTo>
                    <a:pt x="457224" y="33090"/>
                  </a:lnTo>
                  <a:lnTo>
                    <a:pt x="416413" y="16141"/>
                  </a:lnTo>
                  <a:lnTo>
                    <a:pt x="373385" y="4994"/>
                  </a:lnTo>
                  <a:lnTo>
                    <a:pt x="3287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60923" y="1123998"/>
              <a:ext cx="1502410" cy="1225550"/>
            </a:xfrm>
            <a:custGeom>
              <a:avLst/>
              <a:gdLst/>
              <a:ahLst/>
              <a:cxnLst/>
              <a:rect l="l" t="t" r="r" b="b"/>
              <a:pathLst>
                <a:path w="1502410" h="1225550">
                  <a:moveTo>
                    <a:pt x="1264864" y="1066855"/>
                  </a:moveTo>
                  <a:lnTo>
                    <a:pt x="1264864" y="236946"/>
                  </a:lnTo>
                  <a:lnTo>
                    <a:pt x="622195" y="236946"/>
                  </a:lnTo>
                  <a:lnTo>
                    <a:pt x="607190" y="192564"/>
                  </a:lnTo>
                  <a:lnTo>
                    <a:pt x="586395" y="151876"/>
                  </a:lnTo>
                  <a:lnTo>
                    <a:pt x="560405" y="115234"/>
                  </a:lnTo>
                  <a:lnTo>
                    <a:pt x="529816" y="82987"/>
                  </a:lnTo>
                  <a:lnTo>
                    <a:pt x="495224" y="55489"/>
                  </a:lnTo>
                  <a:lnTo>
                    <a:pt x="457224" y="33090"/>
                  </a:lnTo>
                  <a:lnTo>
                    <a:pt x="416413" y="16141"/>
                  </a:lnTo>
                  <a:lnTo>
                    <a:pt x="373385" y="4994"/>
                  </a:lnTo>
                  <a:lnTo>
                    <a:pt x="328737" y="0"/>
                  </a:lnTo>
                  <a:lnTo>
                    <a:pt x="283064" y="1509"/>
                  </a:lnTo>
                  <a:lnTo>
                    <a:pt x="236962" y="9874"/>
                  </a:lnTo>
                  <a:lnTo>
                    <a:pt x="192583" y="24869"/>
                  </a:lnTo>
                  <a:lnTo>
                    <a:pt x="151896" y="45655"/>
                  </a:lnTo>
                  <a:lnTo>
                    <a:pt x="115253" y="71636"/>
                  </a:lnTo>
                  <a:lnTo>
                    <a:pt x="83006" y="102217"/>
                  </a:lnTo>
                  <a:lnTo>
                    <a:pt x="55506" y="136801"/>
                  </a:lnTo>
                  <a:lnTo>
                    <a:pt x="33104" y="174794"/>
                  </a:lnTo>
                  <a:lnTo>
                    <a:pt x="16151" y="215598"/>
                  </a:lnTo>
                  <a:lnTo>
                    <a:pt x="4999" y="258619"/>
                  </a:lnTo>
                  <a:lnTo>
                    <a:pt x="0" y="303261"/>
                  </a:lnTo>
                  <a:lnTo>
                    <a:pt x="1503" y="348928"/>
                  </a:lnTo>
                  <a:lnTo>
                    <a:pt x="9861" y="395024"/>
                  </a:lnTo>
                  <a:lnTo>
                    <a:pt x="24866" y="439398"/>
                  </a:lnTo>
                  <a:lnTo>
                    <a:pt x="45661" y="480079"/>
                  </a:lnTo>
                  <a:lnTo>
                    <a:pt x="71650" y="516717"/>
                  </a:lnTo>
                  <a:lnTo>
                    <a:pt x="102238" y="548960"/>
                  </a:lnTo>
                  <a:lnTo>
                    <a:pt x="136829" y="576457"/>
                  </a:lnTo>
                  <a:lnTo>
                    <a:pt x="174826" y="598856"/>
                  </a:lnTo>
                  <a:lnTo>
                    <a:pt x="215634" y="615806"/>
                  </a:lnTo>
                  <a:lnTo>
                    <a:pt x="258658" y="626957"/>
                  </a:lnTo>
                  <a:lnTo>
                    <a:pt x="303300" y="631956"/>
                  </a:lnTo>
                  <a:lnTo>
                    <a:pt x="348967" y="630453"/>
                  </a:lnTo>
                  <a:lnTo>
                    <a:pt x="395060" y="622096"/>
                  </a:lnTo>
                  <a:lnTo>
                    <a:pt x="441206" y="606308"/>
                  </a:lnTo>
                  <a:lnTo>
                    <a:pt x="483769" y="583983"/>
                  </a:lnTo>
                  <a:lnTo>
                    <a:pt x="522159" y="555713"/>
                  </a:lnTo>
                  <a:lnTo>
                    <a:pt x="555787" y="522090"/>
                  </a:lnTo>
                  <a:lnTo>
                    <a:pt x="584062" y="483706"/>
                  </a:lnTo>
                  <a:lnTo>
                    <a:pt x="606395" y="441153"/>
                  </a:lnTo>
                  <a:lnTo>
                    <a:pt x="622195" y="395024"/>
                  </a:lnTo>
                  <a:lnTo>
                    <a:pt x="1106766" y="395024"/>
                  </a:lnTo>
                  <a:lnTo>
                    <a:pt x="1106766" y="1066855"/>
                  </a:lnTo>
                  <a:lnTo>
                    <a:pt x="869619" y="1066855"/>
                  </a:lnTo>
                  <a:lnTo>
                    <a:pt x="869619" y="1224932"/>
                  </a:lnTo>
                  <a:lnTo>
                    <a:pt x="1502012" y="1224932"/>
                  </a:lnTo>
                  <a:lnTo>
                    <a:pt x="1502012" y="1066855"/>
                  </a:lnTo>
                  <a:lnTo>
                    <a:pt x="1264864" y="1066855"/>
                  </a:lnTo>
                  <a:close/>
                </a:path>
              </a:pathLst>
            </a:custGeom>
            <a:ln w="4610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30542" y="2586047"/>
              <a:ext cx="1502410" cy="1224915"/>
            </a:xfrm>
            <a:custGeom>
              <a:avLst/>
              <a:gdLst/>
              <a:ahLst/>
              <a:cxnLst/>
              <a:rect l="l" t="t" r="r" b="b"/>
              <a:pathLst>
                <a:path w="1502410" h="1224914">
                  <a:moveTo>
                    <a:pt x="632392" y="0"/>
                  </a:moveTo>
                  <a:lnTo>
                    <a:pt x="0" y="0"/>
                  </a:lnTo>
                  <a:lnTo>
                    <a:pt x="0" y="158077"/>
                  </a:lnTo>
                  <a:lnTo>
                    <a:pt x="237147" y="158077"/>
                  </a:lnTo>
                  <a:lnTo>
                    <a:pt x="237147" y="987986"/>
                  </a:lnTo>
                  <a:lnTo>
                    <a:pt x="879816" y="987986"/>
                  </a:lnTo>
                  <a:lnTo>
                    <a:pt x="894813" y="1032359"/>
                  </a:lnTo>
                  <a:lnTo>
                    <a:pt x="915602" y="1073041"/>
                  </a:lnTo>
                  <a:lnTo>
                    <a:pt x="941586" y="1109679"/>
                  </a:lnTo>
                  <a:lnTo>
                    <a:pt x="972171" y="1141922"/>
                  </a:lnTo>
                  <a:lnTo>
                    <a:pt x="1006760" y="1169418"/>
                  </a:lnTo>
                  <a:lnTo>
                    <a:pt x="1044757" y="1191817"/>
                  </a:lnTo>
                  <a:lnTo>
                    <a:pt x="1085567" y="1208768"/>
                  </a:lnTo>
                  <a:lnTo>
                    <a:pt x="1128594" y="1219918"/>
                  </a:lnTo>
                  <a:lnTo>
                    <a:pt x="1173241" y="1224918"/>
                  </a:lnTo>
                  <a:lnTo>
                    <a:pt x="1218914" y="1223415"/>
                  </a:lnTo>
                  <a:lnTo>
                    <a:pt x="1265016" y="1215058"/>
                  </a:lnTo>
                  <a:lnTo>
                    <a:pt x="1309396" y="1200055"/>
                  </a:lnTo>
                  <a:lnTo>
                    <a:pt x="1350082" y="1179262"/>
                  </a:lnTo>
                  <a:lnTo>
                    <a:pt x="1386725" y="1153276"/>
                  </a:lnTo>
                  <a:lnTo>
                    <a:pt x="1418972" y="1122692"/>
                  </a:lnTo>
                  <a:lnTo>
                    <a:pt x="1446472" y="1088106"/>
                  </a:lnTo>
                  <a:lnTo>
                    <a:pt x="1468874" y="1050114"/>
                  </a:lnTo>
                  <a:lnTo>
                    <a:pt x="1485827" y="1009311"/>
                  </a:lnTo>
                  <a:lnTo>
                    <a:pt x="1496979" y="966293"/>
                  </a:lnTo>
                  <a:lnTo>
                    <a:pt x="1501979" y="921656"/>
                  </a:lnTo>
                  <a:lnTo>
                    <a:pt x="1500475" y="875996"/>
                  </a:lnTo>
                  <a:lnTo>
                    <a:pt x="1492117" y="829908"/>
                  </a:lnTo>
                  <a:lnTo>
                    <a:pt x="1476861" y="784987"/>
                  </a:lnTo>
                  <a:lnTo>
                    <a:pt x="1455530" y="743641"/>
                  </a:lnTo>
                  <a:lnTo>
                    <a:pt x="1428715" y="706329"/>
                  </a:lnTo>
                  <a:lnTo>
                    <a:pt x="1397006" y="673508"/>
                  </a:lnTo>
                  <a:lnTo>
                    <a:pt x="1360995" y="645636"/>
                  </a:lnTo>
                  <a:lnTo>
                    <a:pt x="1321271" y="623170"/>
                  </a:lnTo>
                  <a:lnTo>
                    <a:pt x="1278427" y="606569"/>
                  </a:lnTo>
                  <a:lnTo>
                    <a:pt x="1233051" y="596290"/>
                  </a:lnTo>
                  <a:lnTo>
                    <a:pt x="1185736" y="592791"/>
                  </a:lnTo>
                  <a:lnTo>
                    <a:pt x="1138478" y="596356"/>
                  </a:lnTo>
                  <a:lnTo>
                    <a:pt x="1093163" y="606681"/>
                  </a:lnTo>
                  <a:lnTo>
                    <a:pt x="1050379" y="623309"/>
                  </a:lnTo>
                  <a:lnTo>
                    <a:pt x="1010716" y="645785"/>
                  </a:lnTo>
                  <a:lnTo>
                    <a:pt x="974762" y="673652"/>
                  </a:lnTo>
                  <a:lnTo>
                    <a:pt x="943107" y="706453"/>
                  </a:lnTo>
                  <a:lnTo>
                    <a:pt x="916338" y="743734"/>
                  </a:lnTo>
                  <a:lnTo>
                    <a:pt x="895045" y="785038"/>
                  </a:lnTo>
                  <a:lnTo>
                    <a:pt x="879816" y="829908"/>
                  </a:lnTo>
                  <a:lnTo>
                    <a:pt x="395245" y="829908"/>
                  </a:lnTo>
                  <a:lnTo>
                    <a:pt x="395245" y="158077"/>
                  </a:lnTo>
                  <a:lnTo>
                    <a:pt x="632392" y="158077"/>
                  </a:lnTo>
                  <a:lnTo>
                    <a:pt x="6323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30542" y="2586047"/>
              <a:ext cx="1502410" cy="1224915"/>
            </a:xfrm>
            <a:custGeom>
              <a:avLst/>
              <a:gdLst/>
              <a:ahLst/>
              <a:cxnLst/>
              <a:rect l="l" t="t" r="r" b="b"/>
              <a:pathLst>
                <a:path w="1502410" h="1224914">
                  <a:moveTo>
                    <a:pt x="1185736" y="592791"/>
                  </a:moveTo>
                  <a:lnTo>
                    <a:pt x="1138478" y="596356"/>
                  </a:lnTo>
                  <a:lnTo>
                    <a:pt x="1093163" y="606681"/>
                  </a:lnTo>
                  <a:lnTo>
                    <a:pt x="1050379" y="623309"/>
                  </a:lnTo>
                  <a:lnTo>
                    <a:pt x="1010716" y="645785"/>
                  </a:lnTo>
                  <a:lnTo>
                    <a:pt x="974762" y="673652"/>
                  </a:lnTo>
                  <a:lnTo>
                    <a:pt x="943107" y="706453"/>
                  </a:lnTo>
                  <a:lnTo>
                    <a:pt x="916338" y="743734"/>
                  </a:lnTo>
                  <a:lnTo>
                    <a:pt x="895045" y="785038"/>
                  </a:lnTo>
                  <a:lnTo>
                    <a:pt x="879816" y="829908"/>
                  </a:lnTo>
                  <a:lnTo>
                    <a:pt x="395245" y="829908"/>
                  </a:lnTo>
                  <a:lnTo>
                    <a:pt x="395245" y="158077"/>
                  </a:lnTo>
                  <a:lnTo>
                    <a:pt x="632392" y="158077"/>
                  </a:lnTo>
                  <a:lnTo>
                    <a:pt x="632392" y="0"/>
                  </a:lnTo>
                  <a:lnTo>
                    <a:pt x="0" y="0"/>
                  </a:lnTo>
                  <a:lnTo>
                    <a:pt x="0" y="158077"/>
                  </a:lnTo>
                  <a:lnTo>
                    <a:pt x="237147" y="158077"/>
                  </a:lnTo>
                  <a:lnTo>
                    <a:pt x="237147" y="987986"/>
                  </a:lnTo>
                  <a:lnTo>
                    <a:pt x="879816" y="987986"/>
                  </a:lnTo>
                  <a:lnTo>
                    <a:pt x="894813" y="1032359"/>
                  </a:lnTo>
                  <a:lnTo>
                    <a:pt x="915602" y="1073041"/>
                  </a:lnTo>
                  <a:lnTo>
                    <a:pt x="941586" y="1109679"/>
                  </a:lnTo>
                  <a:lnTo>
                    <a:pt x="972171" y="1141922"/>
                  </a:lnTo>
                  <a:lnTo>
                    <a:pt x="1006760" y="1169418"/>
                  </a:lnTo>
                  <a:lnTo>
                    <a:pt x="1044757" y="1191817"/>
                  </a:lnTo>
                  <a:lnTo>
                    <a:pt x="1085567" y="1208768"/>
                  </a:lnTo>
                  <a:lnTo>
                    <a:pt x="1128594" y="1219918"/>
                  </a:lnTo>
                  <a:lnTo>
                    <a:pt x="1173241" y="1224918"/>
                  </a:lnTo>
                  <a:lnTo>
                    <a:pt x="1218914" y="1223415"/>
                  </a:lnTo>
                  <a:lnTo>
                    <a:pt x="1265016" y="1215058"/>
                  </a:lnTo>
                  <a:lnTo>
                    <a:pt x="1309396" y="1200055"/>
                  </a:lnTo>
                  <a:lnTo>
                    <a:pt x="1350082" y="1179262"/>
                  </a:lnTo>
                  <a:lnTo>
                    <a:pt x="1386725" y="1153276"/>
                  </a:lnTo>
                  <a:lnTo>
                    <a:pt x="1418972" y="1122692"/>
                  </a:lnTo>
                  <a:lnTo>
                    <a:pt x="1446472" y="1088106"/>
                  </a:lnTo>
                  <a:lnTo>
                    <a:pt x="1468874" y="1050114"/>
                  </a:lnTo>
                  <a:lnTo>
                    <a:pt x="1485827" y="1009311"/>
                  </a:lnTo>
                  <a:lnTo>
                    <a:pt x="1496979" y="966293"/>
                  </a:lnTo>
                  <a:lnTo>
                    <a:pt x="1501979" y="921656"/>
                  </a:lnTo>
                  <a:lnTo>
                    <a:pt x="1500475" y="875996"/>
                  </a:lnTo>
                  <a:lnTo>
                    <a:pt x="1492117" y="829908"/>
                  </a:lnTo>
                  <a:lnTo>
                    <a:pt x="1476861" y="784987"/>
                  </a:lnTo>
                  <a:lnTo>
                    <a:pt x="1455530" y="743641"/>
                  </a:lnTo>
                  <a:lnTo>
                    <a:pt x="1428715" y="706329"/>
                  </a:lnTo>
                  <a:lnTo>
                    <a:pt x="1397006" y="673508"/>
                  </a:lnTo>
                  <a:lnTo>
                    <a:pt x="1360995" y="645636"/>
                  </a:lnTo>
                  <a:lnTo>
                    <a:pt x="1321271" y="623170"/>
                  </a:lnTo>
                  <a:lnTo>
                    <a:pt x="1278427" y="606569"/>
                  </a:lnTo>
                  <a:lnTo>
                    <a:pt x="1233051" y="596290"/>
                  </a:lnTo>
                  <a:lnTo>
                    <a:pt x="1185736" y="592791"/>
                  </a:lnTo>
                  <a:close/>
                </a:path>
              </a:pathLst>
            </a:custGeom>
            <a:ln w="4610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670296" y="1730501"/>
            <a:ext cx="5557520" cy="223202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8890" indent="-228600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generator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coefficient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x0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errors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caught.</a:t>
            </a: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ts val="216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generator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cannot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divide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x^t+1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and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1),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isolated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double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errors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detected.</a:t>
            </a:r>
            <a:endParaRPr sz="2000">
              <a:latin typeface="Calibri"/>
              <a:cs typeface="Calibri"/>
            </a:endParaRPr>
          </a:p>
          <a:p>
            <a:pPr marL="241300" marR="10160" indent="-228600">
              <a:lnSpc>
                <a:spcPts val="216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generator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contains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factor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x+1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detect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odd-numbered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errors.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6228" rIns="0" bIns="0" rtlCol="0">
            <a:spAutoFit/>
          </a:bodyPr>
          <a:lstStyle/>
          <a:p>
            <a:pPr marL="451485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Checksum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44821" y="2435479"/>
            <a:ext cx="6429375" cy="4069079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1300" marR="8255" indent="-228600" algn="just">
              <a:lnSpc>
                <a:spcPts val="1730"/>
              </a:lnSpc>
              <a:spcBef>
                <a:spcPts val="310"/>
              </a:spcBef>
              <a:buFont typeface="Wingdings"/>
              <a:buChar char=""/>
              <a:tabLst>
                <a:tab pos="241300" algn="l"/>
                <a:tab pos="286385" algn="l"/>
              </a:tabLst>
            </a:pPr>
            <a:r>
              <a:rPr sz="1600" dirty="0">
                <a:latin typeface="Calibri"/>
                <a:cs typeface="Calibri"/>
              </a:rPr>
              <a:t>	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checksum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Internet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several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protocols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although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at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link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layer.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75"/>
              </a:spcBef>
              <a:buFont typeface="Wingdings"/>
              <a:buChar char=""/>
            </a:pPr>
            <a:endParaRPr sz="160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1730"/>
              </a:lnSpc>
              <a:buFont typeface="Wingdings"/>
              <a:buChar char=""/>
              <a:tabLst>
                <a:tab pos="241300" algn="l"/>
                <a:tab pos="286385" algn="l"/>
              </a:tabLst>
            </a:pPr>
            <a:r>
              <a:rPr sz="1600" dirty="0">
                <a:latin typeface="Calibri"/>
                <a:cs typeface="Calibri"/>
              </a:rPr>
              <a:t>	Suppose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our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list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five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4-</a:t>
            </a:r>
            <a:r>
              <a:rPr sz="1600" dirty="0">
                <a:latin typeface="Calibri"/>
                <a:cs typeface="Calibri"/>
              </a:rPr>
              <a:t>bit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numbers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want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send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 </a:t>
            </a:r>
            <a:r>
              <a:rPr sz="1600" dirty="0">
                <a:latin typeface="Calibri"/>
                <a:cs typeface="Calibri"/>
              </a:rPr>
              <a:t>destination.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addition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sending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these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numbers,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sum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numbers.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example,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(7,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11,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12,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6),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(7,</a:t>
            </a:r>
            <a:endParaRPr sz="1600">
              <a:latin typeface="Calibri"/>
              <a:cs typeface="Calibri"/>
            </a:endParaRPr>
          </a:p>
          <a:p>
            <a:pPr marL="241300" algn="just">
              <a:lnSpc>
                <a:spcPts val="1605"/>
              </a:lnSpc>
            </a:pPr>
            <a:r>
              <a:rPr sz="1600" dirty="0">
                <a:latin typeface="Calibri"/>
                <a:cs typeface="Calibri"/>
              </a:rPr>
              <a:t>11,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12,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6,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36),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where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36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sum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 the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original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numbers. 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receiver</a:t>
            </a:r>
            <a:endParaRPr sz="1600">
              <a:latin typeface="Calibri"/>
              <a:cs typeface="Calibri"/>
            </a:endParaRPr>
          </a:p>
          <a:p>
            <a:pPr marL="241300" marR="5080" algn="just">
              <a:lnSpc>
                <a:spcPts val="1730"/>
              </a:lnSpc>
              <a:spcBef>
                <a:spcPts val="125"/>
              </a:spcBef>
            </a:pPr>
            <a:r>
              <a:rPr sz="1600" dirty="0">
                <a:latin typeface="Calibri"/>
                <a:cs typeface="Calibri"/>
              </a:rPr>
              <a:t>adds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five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numbers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compares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result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sum.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two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same,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receiver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assumes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error,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accepts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five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numbers,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2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discards</a:t>
            </a:r>
            <a:r>
              <a:rPr sz="1600" spc="2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sum.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Otherwise,</a:t>
            </a:r>
            <a:r>
              <a:rPr sz="1600" spc="2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there</a:t>
            </a:r>
            <a:r>
              <a:rPr sz="1600" spc="2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2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error</a:t>
            </a:r>
            <a:r>
              <a:rPr sz="1600" spc="2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somewhere</a:t>
            </a:r>
            <a:r>
              <a:rPr sz="1600" spc="2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accepted.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60"/>
              </a:spcBef>
            </a:pPr>
            <a:endParaRPr sz="1600">
              <a:latin typeface="Calibri"/>
              <a:cs typeface="Calibri"/>
            </a:endParaRPr>
          </a:p>
          <a:p>
            <a:pPr marL="241300" marR="5715" indent="-228600" algn="just">
              <a:lnSpc>
                <a:spcPts val="1730"/>
              </a:lnSpc>
              <a:buFont typeface="Wingdings"/>
              <a:buChar char=""/>
              <a:tabLst>
                <a:tab pos="241300" algn="l"/>
                <a:tab pos="286385" algn="l"/>
              </a:tabLst>
            </a:pPr>
            <a:r>
              <a:rPr sz="1600" dirty="0">
                <a:latin typeface="Calibri"/>
                <a:cs typeface="Calibri"/>
              </a:rPr>
              <a:t>	We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3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</a:t>
            </a:r>
            <a:r>
              <a:rPr sz="1600" spc="3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3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job</a:t>
            </a:r>
            <a:r>
              <a:rPr sz="1600" spc="3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3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3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receiver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easier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3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3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send</a:t>
            </a:r>
            <a:r>
              <a:rPr sz="1600" spc="3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3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negative </a:t>
            </a:r>
            <a:r>
              <a:rPr sz="1600" dirty="0">
                <a:latin typeface="Calibri"/>
                <a:cs typeface="Calibri"/>
              </a:rPr>
              <a:t>(complement)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sum,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called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checksum.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case,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send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(7, </a:t>
            </a:r>
            <a:r>
              <a:rPr sz="1600" dirty="0">
                <a:latin typeface="Calibri"/>
                <a:cs typeface="Calibri"/>
              </a:rPr>
              <a:t>11,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12,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6,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−36). 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receiver can add all 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numbers received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(including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checksum</a:t>
            </a:r>
            <a:r>
              <a:rPr sz="1400" dirty="0">
                <a:latin typeface="Calibri"/>
                <a:cs typeface="Calibri"/>
              </a:rPr>
              <a:t>).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result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0,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assumes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error;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otherwise,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there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error.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"/>
            <a:ext cx="4636007" cy="685787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081778" y="2116073"/>
            <a:ext cx="6309360" cy="0"/>
          </a:xfrm>
          <a:custGeom>
            <a:avLst/>
            <a:gdLst/>
            <a:ahLst/>
            <a:cxnLst/>
            <a:rect l="l" t="t" r="r" b="b"/>
            <a:pathLst>
              <a:path w="6309359">
                <a:moveTo>
                  <a:pt x="0" y="0"/>
                </a:moveTo>
                <a:lnTo>
                  <a:pt x="6309360" y="0"/>
                </a:lnTo>
              </a:path>
            </a:pathLst>
          </a:custGeom>
          <a:ln w="19050">
            <a:solidFill>
              <a:srgbClr val="E8E9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7"/>
            <a:ext cx="12192000" cy="68579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49069" y="2500706"/>
            <a:ext cx="2626995" cy="1732914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 indent="1478280" algn="r">
              <a:lnSpc>
                <a:spcPts val="4320"/>
              </a:lnSpc>
              <a:spcBef>
                <a:spcPts val="640"/>
              </a:spcBef>
            </a:pPr>
            <a:r>
              <a:rPr sz="4000" spc="-85" dirty="0">
                <a:solidFill>
                  <a:srgbClr val="FFFFFF"/>
                </a:solidFill>
                <a:latin typeface="Calibri Light"/>
                <a:cs typeface="Calibri Light"/>
              </a:rPr>
              <a:t>One’s </a:t>
            </a:r>
            <a:r>
              <a:rPr sz="4000" spc="-50" dirty="0">
                <a:solidFill>
                  <a:srgbClr val="FFFFFF"/>
                </a:solidFill>
                <a:latin typeface="Calibri Light"/>
                <a:cs typeface="Calibri Light"/>
              </a:rPr>
              <a:t>Complement </a:t>
            </a:r>
            <a:r>
              <a:rPr sz="4000" spc="-10" dirty="0">
                <a:solidFill>
                  <a:srgbClr val="FFFFFF"/>
                </a:solidFill>
                <a:latin typeface="Calibri Light"/>
                <a:cs typeface="Calibri Light"/>
              </a:rPr>
              <a:t>Arithmetic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52771" y="2286000"/>
            <a:ext cx="0" cy="2286000"/>
          </a:xfrm>
          <a:custGeom>
            <a:avLst/>
            <a:gdLst/>
            <a:ahLst/>
            <a:cxnLst/>
            <a:rect l="l" t="t" r="r" b="b"/>
            <a:pathLst>
              <a:path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34685" y="2219070"/>
            <a:ext cx="478282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represent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21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one’s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complement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arithmetic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four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bits?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4685" y="3296792"/>
            <a:ext cx="5439410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21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binary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10101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(it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five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bits).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wrap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leftmost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four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rightmost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bits.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(0101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1)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0110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6.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7"/>
            <a:ext cx="12192000" cy="68579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49069" y="2500706"/>
            <a:ext cx="2626995" cy="1732914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 indent="1478280" algn="r">
              <a:lnSpc>
                <a:spcPts val="4320"/>
              </a:lnSpc>
              <a:spcBef>
                <a:spcPts val="640"/>
              </a:spcBef>
            </a:pPr>
            <a:r>
              <a:rPr sz="4000" spc="-85" dirty="0">
                <a:solidFill>
                  <a:srgbClr val="FFFFFF"/>
                </a:solidFill>
                <a:latin typeface="Calibri Light"/>
                <a:cs typeface="Calibri Light"/>
              </a:rPr>
              <a:t>One’s </a:t>
            </a:r>
            <a:r>
              <a:rPr sz="4000" spc="-50" dirty="0">
                <a:solidFill>
                  <a:srgbClr val="FFFFFF"/>
                </a:solidFill>
                <a:latin typeface="Calibri Light"/>
                <a:cs typeface="Calibri Light"/>
              </a:rPr>
              <a:t>Complement </a:t>
            </a:r>
            <a:r>
              <a:rPr sz="4000" spc="-10" dirty="0">
                <a:solidFill>
                  <a:srgbClr val="FFFFFF"/>
                </a:solidFill>
                <a:latin typeface="Calibri Light"/>
                <a:cs typeface="Calibri Light"/>
              </a:rPr>
              <a:t>Arithmetic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52771" y="2286000"/>
            <a:ext cx="0" cy="2286000"/>
          </a:xfrm>
          <a:custGeom>
            <a:avLst/>
            <a:gdLst/>
            <a:ahLst/>
            <a:cxnLst/>
            <a:rect l="l" t="t" r="r" b="b"/>
            <a:pathLst>
              <a:path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34685" y="1532585"/>
            <a:ext cx="5588635" cy="60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  <a:tabLst>
                <a:tab pos="643255" algn="l"/>
                <a:tab pos="1163320" algn="l"/>
                <a:tab pos="1626870" algn="l"/>
                <a:tab pos="2785110" algn="l"/>
                <a:tab pos="3291204" algn="l"/>
                <a:tab pos="4269740" algn="l"/>
                <a:tab pos="4682490" algn="l"/>
                <a:tab pos="5033010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represent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−6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one’s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complement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arithmetic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four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bits?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40"/>
              </a:spcBef>
            </a:pPr>
            <a:r>
              <a:rPr dirty="0"/>
              <a:t>In</a:t>
            </a:r>
            <a:r>
              <a:rPr spc="110" dirty="0"/>
              <a:t>  </a:t>
            </a:r>
            <a:r>
              <a:rPr dirty="0"/>
              <a:t>one’s</a:t>
            </a:r>
            <a:r>
              <a:rPr spc="110" dirty="0"/>
              <a:t>  </a:t>
            </a:r>
            <a:r>
              <a:rPr dirty="0"/>
              <a:t>complement</a:t>
            </a:r>
            <a:r>
              <a:rPr spc="120" dirty="0"/>
              <a:t>  </a:t>
            </a:r>
            <a:r>
              <a:rPr dirty="0"/>
              <a:t>arithmetic,</a:t>
            </a:r>
            <a:r>
              <a:rPr spc="125" dirty="0"/>
              <a:t>  </a:t>
            </a:r>
            <a:r>
              <a:rPr dirty="0"/>
              <a:t>the</a:t>
            </a:r>
            <a:r>
              <a:rPr spc="114" dirty="0"/>
              <a:t>  </a:t>
            </a:r>
            <a:r>
              <a:rPr dirty="0"/>
              <a:t>negative</a:t>
            </a:r>
            <a:r>
              <a:rPr spc="114" dirty="0"/>
              <a:t>  </a:t>
            </a:r>
            <a:r>
              <a:rPr spc="-25" dirty="0"/>
              <a:t>or </a:t>
            </a:r>
            <a:r>
              <a:rPr dirty="0"/>
              <a:t>complement</a:t>
            </a:r>
            <a:r>
              <a:rPr spc="425" dirty="0"/>
              <a:t> </a:t>
            </a:r>
            <a:r>
              <a:rPr dirty="0"/>
              <a:t>of</a:t>
            </a:r>
            <a:r>
              <a:rPr spc="420" dirty="0"/>
              <a:t> </a:t>
            </a:r>
            <a:r>
              <a:rPr dirty="0"/>
              <a:t>a</a:t>
            </a:r>
            <a:r>
              <a:rPr spc="425" dirty="0"/>
              <a:t> </a:t>
            </a:r>
            <a:r>
              <a:rPr dirty="0"/>
              <a:t>number</a:t>
            </a:r>
            <a:r>
              <a:rPr spc="415" dirty="0"/>
              <a:t> </a:t>
            </a:r>
            <a:r>
              <a:rPr dirty="0"/>
              <a:t>is</a:t>
            </a:r>
            <a:r>
              <a:rPr spc="420" dirty="0"/>
              <a:t> </a:t>
            </a:r>
            <a:r>
              <a:rPr dirty="0"/>
              <a:t>found</a:t>
            </a:r>
            <a:r>
              <a:rPr spc="425" dirty="0"/>
              <a:t> </a:t>
            </a:r>
            <a:r>
              <a:rPr dirty="0"/>
              <a:t>by</a:t>
            </a:r>
            <a:r>
              <a:rPr spc="430" dirty="0"/>
              <a:t> </a:t>
            </a:r>
            <a:r>
              <a:rPr dirty="0"/>
              <a:t>inverting</a:t>
            </a:r>
            <a:r>
              <a:rPr spc="420" dirty="0"/>
              <a:t> </a:t>
            </a:r>
            <a:r>
              <a:rPr spc="-25" dirty="0"/>
              <a:t>all </a:t>
            </a:r>
            <a:r>
              <a:rPr dirty="0"/>
              <a:t>bits.</a:t>
            </a:r>
            <a:r>
              <a:rPr spc="495" dirty="0"/>
              <a:t> </a:t>
            </a:r>
            <a:r>
              <a:rPr dirty="0"/>
              <a:t>Positive</a:t>
            </a:r>
            <a:r>
              <a:rPr spc="30" dirty="0"/>
              <a:t>  </a:t>
            </a:r>
            <a:r>
              <a:rPr dirty="0"/>
              <a:t>6</a:t>
            </a:r>
            <a:r>
              <a:rPr spc="30" dirty="0"/>
              <a:t>  </a:t>
            </a:r>
            <a:r>
              <a:rPr dirty="0"/>
              <a:t>is</a:t>
            </a:r>
            <a:r>
              <a:rPr spc="25" dirty="0"/>
              <a:t>  </a:t>
            </a:r>
            <a:r>
              <a:rPr dirty="0"/>
              <a:t>0110;</a:t>
            </a:r>
            <a:r>
              <a:rPr spc="495" dirty="0"/>
              <a:t> </a:t>
            </a:r>
            <a:r>
              <a:rPr dirty="0"/>
              <a:t>negative</a:t>
            </a:r>
            <a:r>
              <a:rPr spc="25" dirty="0"/>
              <a:t>  </a:t>
            </a:r>
            <a:r>
              <a:rPr dirty="0"/>
              <a:t>6</a:t>
            </a:r>
            <a:r>
              <a:rPr spc="30" dirty="0"/>
              <a:t>  </a:t>
            </a:r>
            <a:r>
              <a:rPr dirty="0"/>
              <a:t>is</a:t>
            </a:r>
            <a:r>
              <a:rPr spc="25" dirty="0"/>
              <a:t>  </a:t>
            </a:r>
            <a:r>
              <a:rPr dirty="0"/>
              <a:t>1001.</a:t>
            </a:r>
            <a:r>
              <a:rPr spc="25" dirty="0"/>
              <a:t>  </a:t>
            </a:r>
            <a:r>
              <a:rPr dirty="0"/>
              <a:t>If</a:t>
            </a:r>
            <a:r>
              <a:rPr spc="480" dirty="0"/>
              <a:t> </a:t>
            </a:r>
            <a:r>
              <a:rPr spc="-25" dirty="0"/>
              <a:t>we </a:t>
            </a:r>
            <a:r>
              <a:rPr dirty="0"/>
              <a:t>consider</a:t>
            </a:r>
            <a:r>
              <a:rPr spc="325" dirty="0"/>
              <a:t> </a:t>
            </a:r>
            <a:r>
              <a:rPr dirty="0"/>
              <a:t>only</a:t>
            </a:r>
            <a:r>
              <a:rPr spc="310" dirty="0"/>
              <a:t> </a:t>
            </a:r>
            <a:r>
              <a:rPr dirty="0"/>
              <a:t>unsigned</a:t>
            </a:r>
            <a:r>
              <a:rPr spc="320" dirty="0"/>
              <a:t> </a:t>
            </a:r>
            <a:r>
              <a:rPr dirty="0"/>
              <a:t>numbers,</a:t>
            </a:r>
            <a:r>
              <a:rPr spc="335" dirty="0"/>
              <a:t> </a:t>
            </a:r>
            <a:r>
              <a:rPr dirty="0"/>
              <a:t>this</a:t>
            </a:r>
            <a:r>
              <a:rPr spc="335" dirty="0"/>
              <a:t> </a:t>
            </a:r>
            <a:r>
              <a:rPr dirty="0"/>
              <a:t>is</a:t>
            </a:r>
            <a:r>
              <a:rPr spc="330" dirty="0"/>
              <a:t> </a:t>
            </a:r>
            <a:r>
              <a:rPr dirty="0"/>
              <a:t>9.</a:t>
            </a:r>
            <a:r>
              <a:rPr spc="315" dirty="0"/>
              <a:t> </a:t>
            </a:r>
            <a:r>
              <a:rPr dirty="0"/>
              <a:t>In</a:t>
            </a:r>
            <a:r>
              <a:rPr spc="330" dirty="0"/>
              <a:t> </a:t>
            </a:r>
            <a:r>
              <a:rPr spc="-10" dirty="0"/>
              <a:t>other </a:t>
            </a:r>
            <a:r>
              <a:rPr dirty="0"/>
              <a:t>words,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complement</a:t>
            </a:r>
            <a:r>
              <a:rPr spc="25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dirty="0"/>
              <a:t>6</a:t>
            </a:r>
            <a:r>
              <a:rPr spc="15" dirty="0"/>
              <a:t> </a:t>
            </a:r>
            <a:r>
              <a:rPr dirty="0"/>
              <a:t>is</a:t>
            </a:r>
            <a:r>
              <a:rPr spc="20" dirty="0"/>
              <a:t> </a:t>
            </a:r>
            <a:r>
              <a:rPr dirty="0"/>
              <a:t>9.</a:t>
            </a:r>
            <a:r>
              <a:rPr spc="10" dirty="0"/>
              <a:t> </a:t>
            </a:r>
            <a:r>
              <a:rPr dirty="0"/>
              <a:t>Another</a:t>
            </a:r>
            <a:r>
              <a:rPr spc="10" dirty="0"/>
              <a:t> </a:t>
            </a:r>
            <a:r>
              <a:rPr dirty="0"/>
              <a:t>way</a:t>
            </a:r>
            <a:r>
              <a:rPr spc="15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spc="-20" dirty="0"/>
              <a:t>find </a:t>
            </a:r>
            <a:r>
              <a:rPr dirty="0"/>
              <a:t>the</a:t>
            </a:r>
            <a:r>
              <a:rPr spc="295" dirty="0"/>
              <a:t> </a:t>
            </a:r>
            <a:r>
              <a:rPr dirty="0"/>
              <a:t>complement</a:t>
            </a:r>
            <a:r>
              <a:rPr spc="305" dirty="0"/>
              <a:t> </a:t>
            </a:r>
            <a:r>
              <a:rPr dirty="0"/>
              <a:t>of</a:t>
            </a:r>
            <a:r>
              <a:rPr spc="300" dirty="0"/>
              <a:t> </a:t>
            </a:r>
            <a:r>
              <a:rPr dirty="0"/>
              <a:t>a</a:t>
            </a:r>
            <a:r>
              <a:rPr spc="300" dirty="0"/>
              <a:t> </a:t>
            </a:r>
            <a:r>
              <a:rPr dirty="0"/>
              <a:t>number</a:t>
            </a:r>
            <a:r>
              <a:rPr spc="295" dirty="0"/>
              <a:t> </a:t>
            </a:r>
            <a:r>
              <a:rPr dirty="0"/>
              <a:t>in</a:t>
            </a:r>
            <a:r>
              <a:rPr spc="305" dirty="0"/>
              <a:t> </a:t>
            </a:r>
            <a:r>
              <a:rPr dirty="0"/>
              <a:t>one’s</a:t>
            </a:r>
            <a:r>
              <a:rPr spc="295" dirty="0"/>
              <a:t> </a:t>
            </a:r>
            <a:r>
              <a:rPr spc="-10" dirty="0"/>
              <a:t>complement </a:t>
            </a:r>
            <a:r>
              <a:rPr dirty="0"/>
              <a:t>arithmetic</a:t>
            </a:r>
            <a:r>
              <a:rPr spc="110" dirty="0"/>
              <a:t> </a:t>
            </a:r>
            <a:r>
              <a:rPr dirty="0"/>
              <a:t>is</a:t>
            </a:r>
            <a:r>
              <a:rPr spc="110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subtract</a:t>
            </a:r>
            <a:r>
              <a:rPr spc="114" dirty="0"/>
              <a:t> </a:t>
            </a:r>
            <a:r>
              <a:rPr dirty="0"/>
              <a:t>the</a:t>
            </a:r>
            <a:r>
              <a:rPr spc="85" dirty="0"/>
              <a:t> </a:t>
            </a:r>
            <a:r>
              <a:rPr dirty="0"/>
              <a:t>number</a:t>
            </a:r>
            <a:r>
              <a:rPr spc="100" dirty="0"/>
              <a:t> </a:t>
            </a:r>
            <a:r>
              <a:rPr dirty="0"/>
              <a:t>from</a:t>
            </a:r>
            <a:r>
              <a:rPr spc="80" dirty="0"/>
              <a:t> </a:t>
            </a:r>
            <a:r>
              <a:rPr dirty="0"/>
              <a:t>2n</a:t>
            </a:r>
            <a:r>
              <a:rPr spc="100" dirty="0"/>
              <a:t> </a:t>
            </a:r>
            <a:r>
              <a:rPr dirty="0"/>
              <a:t>−</a:t>
            </a:r>
            <a:r>
              <a:rPr spc="95" dirty="0"/>
              <a:t> </a:t>
            </a:r>
            <a:r>
              <a:rPr dirty="0"/>
              <a:t>1</a:t>
            </a:r>
            <a:r>
              <a:rPr spc="105" dirty="0"/>
              <a:t> </a:t>
            </a:r>
            <a:r>
              <a:rPr spc="-25" dirty="0"/>
              <a:t>(16</a:t>
            </a:r>
          </a:p>
          <a:p>
            <a:pPr marL="12700" algn="just">
              <a:lnSpc>
                <a:spcPts val="2160"/>
              </a:lnSpc>
            </a:pPr>
            <a:r>
              <a:rPr dirty="0"/>
              <a:t>−</a:t>
            </a:r>
            <a:r>
              <a:rPr spc="-15" dirty="0"/>
              <a:t> </a:t>
            </a:r>
            <a:r>
              <a:rPr dirty="0"/>
              <a:t>1</a:t>
            </a:r>
            <a:r>
              <a:rPr spc="-2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this</a:t>
            </a:r>
            <a:r>
              <a:rPr spc="-5" dirty="0"/>
              <a:t> </a:t>
            </a:r>
            <a:r>
              <a:rPr spc="-10" dirty="0"/>
              <a:t>case).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539" rIns="0" bIns="0" rtlCol="0">
            <a:spAutoFit/>
          </a:bodyPr>
          <a:lstStyle/>
          <a:p>
            <a:pPr marL="1485265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Let’s</a:t>
            </a:r>
            <a:r>
              <a:rPr spc="-195" dirty="0"/>
              <a:t> </a:t>
            </a:r>
            <a:r>
              <a:rPr spc="-40" dirty="0"/>
              <a:t>Redo</a:t>
            </a:r>
            <a:r>
              <a:rPr spc="-210" dirty="0"/>
              <a:t> </a:t>
            </a:r>
            <a:r>
              <a:rPr dirty="0"/>
              <a:t>the</a:t>
            </a:r>
            <a:r>
              <a:rPr spc="-180" dirty="0"/>
              <a:t> </a:t>
            </a:r>
            <a:r>
              <a:rPr spc="-35" dirty="0"/>
              <a:t>Example</a:t>
            </a:r>
            <a:r>
              <a:rPr spc="-204" dirty="0"/>
              <a:t> </a:t>
            </a:r>
            <a:r>
              <a:rPr spc="-25" dirty="0"/>
              <a:t>from</a:t>
            </a:r>
            <a:r>
              <a:rPr spc="-225" dirty="0"/>
              <a:t> </a:t>
            </a:r>
            <a:r>
              <a:rPr dirty="0"/>
              <a:t>Slide</a:t>
            </a:r>
            <a:r>
              <a:rPr spc="-200" dirty="0"/>
              <a:t> </a:t>
            </a:r>
            <a:r>
              <a:rPr spc="-25" dirty="0"/>
              <a:t>35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7772" y="1842792"/>
            <a:ext cx="6696456" cy="432829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5967" y="1582292"/>
            <a:ext cx="2081530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solidFill>
                  <a:srgbClr val="FFFFFF"/>
                </a:solidFill>
              </a:rPr>
              <a:t>Internet </a:t>
            </a:r>
            <a:r>
              <a:rPr sz="4000" spc="-45" dirty="0">
                <a:solidFill>
                  <a:srgbClr val="FFFFFF"/>
                </a:solidFill>
              </a:rPr>
              <a:t>Checksum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3533521" y="861441"/>
            <a:ext cx="824865" cy="187325"/>
            <a:chOff x="3533521" y="861441"/>
            <a:chExt cx="824865" cy="1873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3521" y="861441"/>
              <a:ext cx="183895" cy="1840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59073" y="872616"/>
              <a:ext cx="599440" cy="175895"/>
            </a:xfrm>
            <a:custGeom>
              <a:avLst/>
              <a:gdLst/>
              <a:ahLst/>
              <a:cxnLst/>
              <a:rect l="l" t="t" r="r" b="b"/>
              <a:pathLst>
                <a:path w="599439" h="175894">
                  <a:moveTo>
                    <a:pt x="98679" y="164719"/>
                  </a:moveTo>
                  <a:lnTo>
                    <a:pt x="94615" y="147574"/>
                  </a:lnTo>
                  <a:lnTo>
                    <a:pt x="67564" y="147574"/>
                  </a:lnTo>
                  <a:lnTo>
                    <a:pt x="67462" y="42926"/>
                  </a:lnTo>
                  <a:lnTo>
                    <a:pt x="62611" y="11176"/>
                  </a:lnTo>
                  <a:lnTo>
                    <a:pt x="42926" y="11176"/>
                  </a:lnTo>
                  <a:lnTo>
                    <a:pt x="42672" y="11176"/>
                  </a:lnTo>
                  <a:lnTo>
                    <a:pt x="41910" y="11303"/>
                  </a:lnTo>
                  <a:lnTo>
                    <a:pt x="41148" y="11430"/>
                  </a:lnTo>
                  <a:lnTo>
                    <a:pt x="39878" y="11938"/>
                  </a:lnTo>
                  <a:lnTo>
                    <a:pt x="4318" y="34925"/>
                  </a:lnTo>
                  <a:lnTo>
                    <a:pt x="0" y="52705"/>
                  </a:lnTo>
                  <a:lnTo>
                    <a:pt x="508" y="56261"/>
                  </a:lnTo>
                  <a:lnTo>
                    <a:pt x="1016" y="57404"/>
                  </a:lnTo>
                  <a:lnTo>
                    <a:pt x="1651" y="58166"/>
                  </a:lnTo>
                  <a:lnTo>
                    <a:pt x="2413" y="58928"/>
                  </a:lnTo>
                  <a:lnTo>
                    <a:pt x="4572" y="58928"/>
                  </a:lnTo>
                  <a:lnTo>
                    <a:pt x="35052" y="42926"/>
                  </a:lnTo>
                  <a:lnTo>
                    <a:pt x="35052" y="147574"/>
                  </a:lnTo>
                  <a:lnTo>
                    <a:pt x="4318" y="147574"/>
                  </a:lnTo>
                  <a:lnTo>
                    <a:pt x="3683" y="147828"/>
                  </a:lnTo>
                  <a:lnTo>
                    <a:pt x="635" y="154305"/>
                  </a:lnTo>
                  <a:lnTo>
                    <a:pt x="381" y="155956"/>
                  </a:lnTo>
                  <a:lnTo>
                    <a:pt x="381" y="164719"/>
                  </a:lnTo>
                  <a:lnTo>
                    <a:pt x="889" y="167894"/>
                  </a:lnTo>
                  <a:lnTo>
                    <a:pt x="3302" y="172212"/>
                  </a:lnTo>
                  <a:lnTo>
                    <a:pt x="3810" y="172593"/>
                  </a:lnTo>
                  <a:lnTo>
                    <a:pt x="4445" y="172847"/>
                  </a:lnTo>
                  <a:lnTo>
                    <a:pt x="94615" y="172847"/>
                  </a:lnTo>
                  <a:lnTo>
                    <a:pt x="98171" y="167894"/>
                  </a:lnTo>
                  <a:lnTo>
                    <a:pt x="98679" y="164719"/>
                  </a:lnTo>
                  <a:close/>
                </a:path>
                <a:path w="599439" h="175894">
                  <a:moveTo>
                    <a:pt x="232283" y="111887"/>
                  </a:moveTo>
                  <a:lnTo>
                    <a:pt x="231622" y="106299"/>
                  </a:lnTo>
                  <a:lnTo>
                    <a:pt x="231521" y="105410"/>
                  </a:lnTo>
                  <a:lnTo>
                    <a:pt x="228968" y="96901"/>
                  </a:lnTo>
                  <a:lnTo>
                    <a:pt x="228892" y="96647"/>
                  </a:lnTo>
                  <a:lnTo>
                    <a:pt x="228803" y="96393"/>
                  </a:lnTo>
                  <a:lnTo>
                    <a:pt x="227965" y="93599"/>
                  </a:lnTo>
                  <a:lnTo>
                    <a:pt x="225298" y="88646"/>
                  </a:lnTo>
                  <a:lnTo>
                    <a:pt x="218478" y="80899"/>
                  </a:lnTo>
                  <a:lnTo>
                    <a:pt x="217932" y="80264"/>
                  </a:lnTo>
                  <a:lnTo>
                    <a:pt x="213106" y="77089"/>
                  </a:lnTo>
                  <a:lnTo>
                    <a:pt x="207391" y="74930"/>
                  </a:lnTo>
                  <a:lnTo>
                    <a:pt x="201549" y="72644"/>
                  </a:lnTo>
                  <a:lnTo>
                    <a:pt x="200279" y="72440"/>
                  </a:lnTo>
                  <a:lnTo>
                    <a:pt x="200279" y="117983"/>
                  </a:lnTo>
                  <a:lnTo>
                    <a:pt x="200190" y="126873"/>
                  </a:lnTo>
                  <a:lnTo>
                    <a:pt x="181102" y="150622"/>
                  </a:lnTo>
                  <a:lnTo>
                    <a:pt x="173355" y="150622"/>
                  </a:lnTo>
                  <a:lnTo>
                    <a:pt x="169926" y="149860"/>
                  </a:lnTo>
                  <a:lnTo>
                    <a:pt x="167246" y="148463"/>
                  </a:lnTo>
                  <a:lnTo>
                    <a:pt x="164084" y="146939"/>
                  </a:lnTo>
                  <a:lnTo>
                    <a:pt x="153797" y="104648"/>
                  </a:lnTo>
                  <a:lnTo>
                    <a:pt x="155575" y="103505"/>
                  </a:lnTo>
                  <a:lnTo>
                    <a:pt x="157353" y="102489"/>
                  </a:lnTo>
                  <a:lnTo>
                    <a:pt x="159385" y="101473"/>
                  </a:lnTo>
                  <a:lnTo>
                    <a:pt x="161417" y="100330"/>
                  </a:lnTo>
                  <a:lnTo>
                    <a:pt x="176657" y="96393"/>
                  </a:lnTo>
                  <a:lnTo>
                    <a:pt x="182880" y="96393"/>
                  </a:lnTo>
                  <a:lnTo>
                    <a:pt x="200279" y="117983"/>
                  </a:lnTo>
                  <a:lnTo>
                    <a:pt x="200279" y="72440"/>
                  </a:lnTo>
                  <a:lnTo>
                    <a:pt x="194564" y="71501"/>
                  </a:lnTo>
                  <a:lnTo>
                    <a:pt x="182880" y="71501"/>
                  </a:lnTo>
                  <a:lnTo>
                    <a:pt x="179451" y="71755"/>
                  </a:lnTo>
                  <a:lnTo>
                    <a:pt x="176149" y="72390"/>
                  </a:lnTo>
                  <a:lnTo>
                    <a:pt x="172974" y="72898"/>
                  </a:lnTo>
                  <a:lnTo>
                    <a:pt x="169926" y="73533"/>
                  </a:lnTo>
                  <a:lnTo>
                    <a:pt x="166662" y="74549"/>
                  </a:lnTo>
                  <a:lnTo>
                    <a:pt x="164338" y="75184"/>
                  </a:lnTo>
                  <a:lnTo>
                    <a:pt x="153162" y="80899"/>
                  </a:lnTo>
                  <a:lnTo>
                    <a:pt x="153289" y="74549"/>
                  </a:lnTo>
                  <a:lnTo>
                    <a:pt x="153924" y="68580"/>
                  </a:lnTo>
                  <a:lnTo>
                    <a:pt x="155321" y="62992"/>
                  </a:lnTo>
                  <a:lnTo>
                    <a:pt x="156591" y="57277"/>
                  </a:lnTo>
                  <a:lnTo>
                    <a:pt x="158750" y="52324"/>
                  </a:lnTo>
                  <a:lnTo>
                    <a:pt x="161671" y="48133"/>
                  </a:lnTo>
                  <a:lnTo>
                    <a:pt x="164465" y="43815"/>
                  </a:lnTo>
                  <a:lnTo>
                    <a:pt x="168275" y="40513"/>
                  </a:lnTo>
                  <a:lnTo>
                    <a:pt x="172974" y="37973"/>
                  </a:lnTo>
                  <a:lnTo>
                    <a:pt x="177546" y="35433"/>
                  </a:lnTo>
                  <a:lnTo>
                    <a:pt x="181991" y="34544"/>
                  </a:lnTo>
                  <a:lnTo>
                    <a:pt x="197485" y="34544"/>
                  </a:lnTo>
                  <a:lnTo>
                    <a:pt x="200406" y="35052"/>
                  </a:lnTo>
                  <a:lnTo>
                    <a:pt x="203454" y="35433"/>
                  </a:lnTo>
                  <a:lnTo>
                    <a:pt x="206121" y="36068"/>
                  </a:lnTo>
                  <a:lnTo>
                    <a:pt x="208407" y="36703"/>
                  </a:lnTo>
                  <a:lnTo>
                    <a:pt x="210566" y="37338"/>
                  </a:lnTo>
                  <a:lnTo>
                    <a:pt x="212471" y="37973"/>
                  </a:lnTo>
                  <a:lnTo>
                    <a:pt x="214122" y="38481"/>
                  </a:lnTo>
                  <a:lnTo>
                    <a:pt x="215646" y="39116"/>
                  </a:lnTo>
                  <a:lnTo>
                    <a:pt x="216916" y="39370"/>
                  </a:lnTo>
                  <a:lnTo>
                    <a:pt x="218694" y="39370"/>
                  </a:lnTo>
                  <a:lnTo>
                    <a:pt x="219456" y="39116"/>
                  </a:lnTo>
                  <a:lnTo>
                    <a:pt x="219964" y="38735"/>
                  </a:lnTo>
                  <a:lnTo>
                    <a:pt x="220383" y="38481"/>
                  </a:lnTo>
                  <a:lnTo>
                    <a:pt x="220853" y="37973"/>
                  </a:lnTo>
                  <a:lnTo>
                    <a:pt x="221107" y="37592"/>
                  </a:lnTo>
                  <a:lnTo>
                    <a:pt x="221361" y="36703"/>
                  </a:lnTo>
                  <a:lnTo>
                    <a:pt x="221742" y="35687"/>
                  </a:lnTo>
                  <a:lnTo>
                    <a:pt x="221869" y="35052"/>
                  </a:lnTo>
                  <a:lnTo>
                    <a:pt x="221970" y="34544"/>
                  </a:lnTo>
                  <a:lnTo>
                    <a:pt x="221996" y="20955"/>
                  </a:lnTo>
                  <a:lnTo>
                    <a:pt x="221869" y="19939"/>
                  </a:lnTo>
                  <a:lnTo>
                    <a:pt x="221742" y="19177"/>
                  </a:lnTo>
                  <a:lnTo>
                    <a:pt x="221234" y="17653"/>
                  </a:lnTo>
                  <a:lnTo>
                    <a:pt x="220853" y="17018"/>
                  </a:lnTo>
                  <a:lnTo>
                    <a:pt x="220599" y="16256"/>
                  </a:lnTo>
                  <a:lnTo>
                    <a:pt x="208661" y="11303"/>
                  </a:lnTo>
                  <a:lnTo>
                    <a:pt x="205994" y="10668"/>
                  </a:lnTo>
                  <a:lnTo>
                    <a:pt x="203517" y="10248"/>
                  </a:lnTo>
                  <a:lnTo>
                    <a:pt x="203746" y="10248"/>
                  </a:lnTo>
                  <a:lnTo>
                    <a:pt x="197548" y="9512"/>
                  </a:lnTo>
                  <a:lnTo>
                    <a:pt x="183121" y="9512"/>
                  </a:lnTo>
                  <a:lnTo>
                    <a:pt x="176428" y="10248"/>
                  </a:lnTo>
                  <a:lnTo>
                    <a:pt x="146050" y="24003"/>
                  </a:lnTo>
                  <a:lnTo>
                    <a:pt x="140970" y="28448"/>
                  </a:lnTo>
                  <a:lnTo>
                    <a:pt x="124206" y="65405"/>
                  </a:lnTo>
                  <a:lnTo>
                    <a:pt x="121589" y="107950"/>
                  </a:lnTo>
                  <a:lnTo>
                    <a:pt x="121729" y="111887"/>
                  </a:lnTo>
                  <a:lnTo>
                    <a:pt x="121856" y="114300"/>
                  </a:lnTo>
                  <a:lnTo>
                    <a:pt x="122135" y="117983"/>
                  </a:lnTo>
                  <a:lnTo>
                    <a:pt x="122212" y="119126"/>
                  </a:lnTo>
                  <a:lnTo>
                    <a:pt x="134239" y="158750"/>
                  </a:lnTo>
                  <a:lnTo>
                    <a:pt x="141605" y="165735"/>
                  </a:lnTo>
                  <a:lnTo>
                    <a:pt x="145669" y="169037"/>
                  </a:lnTo>
                  <a:lnTo>
                    <a:pt x="150495" y="171450"/>
                  </a:lnTo>
                  <a:lnTo>
                    <a:pt x="161544" y="174752"/>
                  </a:lnTo>
                  <a:lnTo>
                    <a:pt x="168021" y="175641"/>
                  </a:lnTo>
                  <a:lnTo>
                    <a:pt x="184785" y="175641"/>
                  </a:lnTo>
                  <a:lnTo>
                    <a:pt x="192913" y="174244"/>
                  </a:lnTo>
                  <a:lnTo>
                    <a:pt x="199593" y="171450"/>
                  </a:lnTo>
                  <a:lnTo>
                    <a:pt x="206883" y="168529"/>
                  </a:lnTo>
                  <a:lnTo>
                    <a:pt x="212852" y="164592"/>
                  </a:lnTo>
                  <a:lnTo>
                    <a:pt x="217678" y="159512"/>
                  </a:lnTo>
                  <a:lnTo>
                    <a:pt x="222504" y="154559"/>
                  </a:lnTo>
                  <a:lnTo>
                    <a:pt x="224840" y="150622"/>
                  </a:lnTo>
                  <a:lnTo>
                    <a:pt x="226060" y="148590"/>
                  </a:lnTo>
                  <a:lnTo>
                    <a:pt x="228600" y="141732"/>
                  </a:lnTo>
                  <a:lnTo>
                    <a:pt x="231140" y="134747"/>
                  </a:lnTo>
                  <a:lnTo>
                    <a:pt x="232283" y="127254"/>
                  </a:lnTo>
                  <a:lnTo>
                    <a:pt x="232283" y="111887"/>
                  </a:lnTo>
                  <a:close/>
                </a:path>
                <a:path w="599439" h="175894">
                  <a:moveTo>
                    <a:pt x="311150" y="107950"/>
                  </a:moveTo>
                  <a:lnTo>
                    <a:pt x="307975" y="98298"/>
                  </a:lnTo>
                  <a:lnTo>
                    <a:pt x="307340" y="97790"/>
                  </a:lnTo>
                  <a:lnTo>
                    <a:pt x="306451" y="97663"/>
                  </a:lnTo>
                  <a:lnTo>
                    <a:pt x="251714" y="97663"/>
                  </a:lnTo>
                  <a:lnTo>
                    <a:pt x="250190" y="98552"/>
                  </a:lnTo>
                  <a:lnTo>
                    <a:pt x="248412" y="102362"/>
                  </a:lnTo>
                  <a:lnTo>
                    <a:pt x="247904" y="105664"/>
                  </a:lnTo>
                  <a:lnTo>
                    <a:pt x="247904" y="115062"/>
                  </a:lnTo>
                  <a:lnTo>
                    <a:pt x="248412" y="118364"/>
                  </a:lnTo>
                  <a:lnTo>
                    <a:pt x="250190" y="122301"/>
                  </a:lnTo>
                  <a:lnTo>
                    <a:pt x="251714" y="123190"/>
                  </a:lnTo>
                  <a:lnTo>
                    <a:pt x="307467" y="123190"/>
                  </a:lnTo>
                  <a:lnTo>
                    <a:pt x="308864" y="122301"/>
                  </a:lnTo>
                  <a:lnTo>
                    <a:pt x="310769" y="118491"/>
                  </a:lnTo>
                  <a:lnTo>
                    <a:pt x="311150" y="115062"/>
                  </a:lnTo>
                  <a:lnTo>
                    <a:pt x="311150" y="110236"/>
                  </a:lnTo>
                  <a:lnTo>
                    <a:pt x="311150" y="107950"/>
                  </a:lnTo>
                  <a:close/>
                </a:path>
                <a:path w="599439" h="175894">
                  <a:moveTo>
                    <a:pt x="445516" y="103505"/>
                  </a:moveTo>
                  <a:lnTo>
                    <a:pt x="444766" y="95885"/>
                  </a:lnTo>
                  <a:lnTo>
                    <a:pt x="444754" y="95631"/>
                  </a:lnTo>
                  <a:lnTo>
                    <a:pt x="441553" y="81280"/>
                  </a:lnTo>
                  <a:lnTo>
                    <a:pt x="441452" y="80772"/>
                  </a:lnTo>
                  <a:lnTo>
                    <a:pt x="440143" y="77597"/>
                  </a:lnTo>
                  <a:lnTo>
                    <a:pt x="440029" y="77343"/>
                  </a:lnTo>
                  <a:lnTo>
                    <a:pt x="438785" y="74295"/>
                  </a:lnTo>
                  <a:lnTo>
                    <a:pt x="413131" y="51765"/>
                  </a:lnTo>
                  <a:lnTo>
                    <a:pt x="413131" y="109220"/>
                  </a:lnTo>
                  <a:lnTo>
                    <a:pt x="413054" y="118872"/>
                  </a:lnTo>
                  <a:lnTo>
                    <a:pt x="412750" y="122301"/>
                  </a:lnTo>
                  <a:lnTo>
                    <a:pt x="411861" y="126619"/>
                  </a:lnTo>
                  <a:lnTo>
                    <a:pt x="411099" y="130810"/>
                  </a:lnTo>
                  <a:lnTo>
                    <a:pt x="409702" y="134620"/>
                  </a:lnTo>
                  <a:lnTo>
                    <a:pt x="407797" y="137922"/>
                  </a:lnTo>
                  <a:lnTo>
                    <a:pt x="406019" y="141224"/>
                  </a:lnTo>
                  <a:lnTo>
                    <a:pt x="403606" y="143891"/>
                  </a:lnTo>
                  <a:lnTo>
                    <a:pt x="400812" y="145923"/>
                  </a:lnTo>
                  <a:lnTo>
                    <a:pt x="398018" y="148082"/>
                  </a:lnTo>
                  <a:lnTo>
                    <a:pt x="394589" y="149098"/>
                  </a:lnTo>
                  <a:lnTo>
                    <a:pt x="386080" y="149098"/>
                  </a:lnTo>
                  <a:lnTo>
                    <a:pt x="381889" y="147574"/>
                  </a:lnTo>
                  <a:lnTo>
                    <a:pt x="377952" y="144653"/>
                  </a:lnTo>
                  <a:lnTo>
                    <a:pt x="373888" y="141732"/>
                  </a:lnTo>
                  <a:lnTo>
                    <a:pt x="369697" y="137414"/>
                  </a:lnTo>
                  <a:lnTo>
                    <a:pt x="365252" y="131826"/>
                  </a:lnTo>
                  <a:lnTo>
                    <a:pt x="365252" y="94996"/>
                  </a:lnTo>
                  <a:lnTo>
                    <a:pt x="367792" y="91694"/>
                  </a:lnTo>
                  <a:lnTo>
                    <a:pt x="370078" y="88900"/>
                  </a:lnTo>
                  <a:lnTo>
                    <a:pt x="372364" y="86741"/>
                  </a:lnTo>
                  <a:lnTo>
                    <a:pt x="374650" y="84455"/>
                  </a:lnTo>
                  <a:lnTo>
                    <a:pt x="376809" y="82677"/>
                  </a:lnTo>
                  <a:lnTo>
                    <a:pt x="378841" y="81280"/>
                  </a:lnTo>
                  <a:lnTo>
                    <a:pt x="381000" y="79756"/>
                  </a:lnTo>
                  <a:lnTo>
                    <a:pt x="383032" y="78867"/>
                  </a:lnTo>
                  <a:lnTo>
                    <a:pt x="384657" y="78359"/>
                  </a:lnTo>
                  <a:lnTo>
                    <a:pt x="386969" y="77597"/>
                  </a:lnTo>
                  <a:lnTo>
                    <a:pt x="389001" y="77343"/>
                  </a:lnTo>
                  <a:lnTo>
                    <a:pt x="395351" y="77343"/>
                  </a:lnTo>
                  <a:lnTo>
                    <a:pt x="398907" y="78359"/>
                  </a:lnTo>
                  <a:lnTo>
                    <a:pt x="401574" y="80391"/>
                  </a:lnTo>
                  <a:lnTo>
                    <a:pt x="404368" y="82423"/>
                  </a:lnTo>
                  <a:lnTo>
                    <a:pt x="406654" y="85090"/>
                  </a:lnTo>
                  <a:lnTo>
                    <a:pt x="408432" y="88519"/>
                  </a:lnTo>
                  <a:lnTo>
                    <a:pt x="409956" y="91694"/>
                  </a:lnTo>
                  <a:lnTo>
                    <a:pt x="410083" y="91948"/>
                  </a:lnTo>
                  <a:lnTo>
                    <a:pt x="411264" y="95631"/>
                  </a:lnTo>
                  <a:lnTo>
                    <a:pt x="411353" y="95885"/>
                  </a:lnTo>
                  <a:lnTo>
                    <a:pt x="412115" y="100203"/>
                  </a:lnTo>
                  <a:lnTo>
                    <a:pt x="412750" y="104648"/>
                  </a:lnTo>
                  <a:lnTo>
                    <a:pt x="413131" y="109220"/>
                  </a:lnTo>
                  <a:lnTo>
                    <a:pt x="413131" y="51765"/>
                  </a:lnTo>
                  <a:lnTo>
                    <a:pt x="408559" y="50673"/>
                  </a:lnTo>
                  <a:lnTo>
                    <a:pt x="397002" y="50673"/>
                  </a:lnTo>
                  <a:lnTo>
                    <a:pt x="393827" y="50927"/>
                  </a:lnTo>
                  <a:lnTo>
                    <a:pt x="390906" y="51562"/>
                  </a:lnTo>
                  <a:lnTo>
                    <a:pt x="387858" y="52070"/>
                  </a:lnTo>
                  <a:lnTo>
                    <a:pt x="365252" y="66421"/>
                  </a:lnTo>
                  <a:lnTo>
                    <a:pt x="365252" y="4318"/>
                  </a:lnTo>
                  <a:lnTo>
                    <a:pt x="364998" y="3556"/>
                  </a:lnTo>
                  <a:lnTo>
                    <a:pt x="363982" y="2286"/>
                  </a:lnTo>
                  <a:lnTo>
                    <a:pt x="363220" y="1651"/>
                  </a:lnTo>
                  <a:lnTo>
                    <a:pt x="361950" y="1270"/>
                  </a:lnTo>
                  <a:lnTo>
                    <a:pt x="360807" y="762"/>
                  </a:lnTo>
                  <a:lnTo>
                    <a:pt x="359156" y="381"/>
                  </a:lnTo>
                  <a:lnTo>
                    <a:pt x="358254" y="381"/>
                  </a:lnTo>
                  <a:lnTo>
                    <a:pt x="355219" y="0"/>
                  </a:lnTo>
                  <a:lnTo>
                    <a:pt x="344043" y="0"/>
                  </a:lnTo>
                  <a:lnTo>
                    <a:pt x="340995" y="381"/>
                  </a:lnTo>
                  <a:lnTo>
                    <a:pt x="340106" y="381"/>
                  </a:lnTo>
                  <a:lnTo>
                    <a:pt x="338455" y="762"/>
                  </a:lnTo>
                  <a:lnTo>
                    <a:pt x="337312" y="1270"/>
                  </a:lnTo>
                  <a:lnTo>
                    <a:pt x="336042" y="1651"/>
                  </a:lnTo>
                  <a:lnTo>
                    <a:pt x="335153" y="2286"/>
                  </a:lnTo>
                  <a:lnTo>
                    <a:pt x="334645" y="2921"/>
                  </a:lnTo>
                  <a:lnTo>
                    <a:pt x="334264" y="3556"/>
                  </a:lnTo>
                  <a:lnTo>
                    <a:pt x="334137" y="170307"/>
                  </a:lnTo>
                  <a:lnTo>
                    <a:pt x="335026" y="171450"/>
                  </a:lnTo>
                  <a:lnTo>
                    <a:pt x="340868" y="173355"/>
                  </a:lnTo>
                  <a:lnTo>
                    <a:pt x="353568" y="173355"/>
                  </a:lnTo>
                  <a:lnTo>
                    <a:pt x="360680" y="156464"/>
                  </a:lnTo>
                  <a:lnTo>
                    <a:pt x="363601" y="159893"/>
                  </a:lnTo>
                  <a:lnTo>
                    <a:pt x="366522" y="162814"/>
                  </a:lnTo>
                  <a:lnTo>
                    <a:pt x="369443" y="165227"/>
                  </a:lnTo>
                  <a:lnTo>
                    <a:pt x="372237" y="167640"/>
                  </a:lnTo>
                  <a:lnTo>
                    <a:pt x="394081" y="175641"/>
                  </a:lnTo>
                  <a:lnTo>
                    <a:pt x="405384" y="175641"/>
                  </a:lnTo>
                  <a:lnTo>
                    <a:pt x="432943" y="158369"/>
                  </a:lnTo>
                  <a:lnTo>
                    <a:pt x="434327" y="156464"/>
                  </a:lnTo>
                  <a:lnTo>
                    <a:pt x="437007" y="152781"/>
                  </a:lnTo>
                  <a:lnTo>
                    <a:pt x="438772" y="149098"/>
                  </a:lnTo>
                  <a:lnTo>
                    <a:pt x="440182" y="146177"/>
                  </a:lnTo>
                  <a:lnTo>
                    <a:pt x="445452" y="113919"/>
                  </a:lnTo>
                  <a:lnTo>
                    <a:pt x="445516" y="103505"/>
                  </a:lnTo>
                  <a:close/>
                </a:path>
                <a:path w="599439" h="175894">
                  <a:moveTo>
                    <a:pt x="502412" y="57150"/>
                  </a:moveTo>
                  <a:lnTo>
                    <a:pt x="499110" y="54229"/>
                  </a:lnTo>
                  <a:lnTo>
                    <a:pt x="497967" y="53721"/>
                  </a:lnTo>
                  <a:lnTo>
                    <a:pt x="496316" y="53340"/>
                  </a:lnTo>
                  <a:lnTo>
                    <a:pt x="492379" y="52832"/>
                  </a:lnTo>
                  <a:lnTo>
                    <a:pt x="481203" y="52832"/>
                  </a:lnTo>
                  <a:lnTo>
                    <a:pt x="477266" y="53340"/>
                  </a:lnTo>
                  <a:lnTo>
                    <a:pt x="475615" y="53721"/>
                  </a:lnTo>
                  <a:lnTo>
                    <a:pt x="474472" y="54229"/>
                  </a:lnTo>
                  <a:lnTo>
                    <a:pt x="473202" y="54610"/>
                  </a:lnTo>
                  <a:lnTo>
                    <a:pt x="472313" y="55245"/>
                  </a:lnTo>
                  <a:lnTo>
                    <a:pt x="471805" y="55753"/>
                  </a:lnTo>
                  <a:lnTo>
                    <a:pt x="471424" y="56388"/>
                  </a:lnTo>
                  <a:lnTo>
                    <a:pt x="471170" y="57150"/>
                  </a:lnTo>
                  <a:lnTo>
                    <a:pt x="471170" y="169418"/>
                  </a:lnTo>
                  <a:lnTo>
                    <a:pt x="481203" y="173482"/>
                  </a:lnTo>
                  <a:lnTo>
                    <a:pt x="492379" y="173482"/>
                  </a:lnTo>
                  <a:lnTo>
                    <a:pt x="502412" y="169418"/>
                  </a:lnTo>
                  <a:lnTo>
                    <a:pt x="502412" y="57150"/>
                  </a:lnTo>
                  <a:close/>
                </a:path>
                <a:path w="599439" h="175894">
                  <a:moveTo>
                    <a:pt x="504825" y="14097"/>
                  </a:moveTo>
                  <a:lnTo>
                    <a:pt x="503631" y="10160"/>
                  </a:lnTo>
                  <a:lnTo>
                    <a:pt x="503555" y="9906"/>
                  </a:lnTo>
                  <a:lnTo>
                    <a:pt x="501154" y="7747"/>
                  </a:lnTo>
                  <a:lnTo>
                    <a:pt x="498602" y="5207"/>
                  </a:lnTo>
                  <a:lnTo>
                    <a:pt x="493903" y="4064"/>
                  </a:lnTo>
                  <a:lnTo>
                    <a:pt x="479806" y="4064"/>
                  </a:lnTo>
                  <a:lnTo>
                    <a:pt x="475107" y="5207"/>
                  </a:lnTo>
                  <a:lnTo>
                    <a:pt x="472567" y="7747"/>
                  </a:lnTo>
                  <a:lnTo>
                    <a:pt x="470027" y="10160"/>
                  </a:lnTo>
                  <a:lnTo>
                    <a:pt x="468858" y="14097"/>
                  </a:lnTo>
                  <a:lnTo>
                    <a:pt x="468757" y="26924"/>
                  </a:lnTo>
                  <a:lnTo>
                    <a:pt x="469938" y="30861"/>
                  </a:lnTo>
                  <a:lnTo>
                    <a:pt x="470027" y="31115"/>
                  </a:lnTo>
                  <a:lnTo>
                    <a:pt x="474853" y="35687"/>
                  </a:lnTo>
                  <a:lnTo>
                    <a:pt x="479552" y="36830"/>
                  </a:lnTo>
                  <a:lnTo>
                    <a:pt x="493649" y="36830"/>
                  </a:lnTo>
                  <a:lnTo>
                    <a:pt x="498348" y="35687"/>
                  </a:lnTo>
                  <a:lnTo>
                    <a:pt x="500888" y="33274"/>
                  </a:lnTo>
                  <a:lnTo>
                    <a:pt x="503555" y="30861"/>
                  </a:lnTo>
                  <a:lnTo>
                    <a:pt x="504710" y="26924"/>
                  </a:lnTo>
                  <a:lnTo>
                    <a:pt x="504825" y="14097"/>
                  </a:lnTo>
                  <a:close/>
                </a:path>
                <a:path w="599439" h="175894">
                  <a:moveTo>
                    <a:pt x="599186" y="70739"/>
                  </a:moveTo>
                  <a:lnTo>
                    <a:pt x="597916" y="56134"/>
                  </a:lnTo>
                  <a:lnTo>
                    <a:pt x="597535" y="55245"/>
                  </a:lnTo>
                  <a:lnTo>
                    <a:pt x="597027" y="54483"/>
                  </a:lnTo>
                  <a:lnTo>
                    <a:pt x="595757" y="53721"/>
                  </a:lnTo>
                  <a:lnTo>
                    <a:pt x="595122" y="53467"/>
                  </a:lnTo>
                  <a:lnTo>
                    <a:pt x="570103" y="53467"/>
                  </a:lnTo>
                  <a:lnTo>
                    <a:pt x="570103" y="27940"/>
                  </a:lnTo>
                  <a:lnTo>
                    <a:pt x="569849" y="27178"/>
                  </a:lnTo>
                  <a:lnTo>
                    <a:pt x="569341" y="26543"/>
                  </a:lnTo>
                  <a:lnTo>
                    <a:pt x="568960" y="25908"/>
                  </a:lnTo>
                  <a:lnTo>
                    <a:pt x="568071" y="25273"/>
                  </a:lnTo>
                  <a:lnTo>
                    <a:pt x="566928" y="24892"/>
                  </a:lnTo>
                  <a:lnTo>
                    <a:pt x="565785" y="24384"/>
                  </a:lnTo>
                  <a:lnTo>
                    <a:pt x="564134" y="24130"/>
                  </a:lnTo>
                  <a:lnTo>
                    <a:pt x="560070" y="23622"/>
                  </a:lnTo>
                  <a:lnTo>
                    <a:pt x="549021" y="23622"/>
                  </a:lnTo>
                  <a:lnTo>
                    <a:pt x="544957" y="24130"/>
                  </a:lnTo>
                  <a:lnTo>
                    <a:pt x="543306" y="24384"/>
                  </a:lnTo>
                  <a:lnTo>
                    <a:pt x="542163" y="24892"/>
                  </a:lnTo>
                  <a:lnTo>
                    <a:pt x="540893" y="25273"/>
                  </a:lnTo>
                  <a:lnTo>
                    <a:pt x="540131" y="25908"/>
                  </a:lnTo>
                  <a:lnTo>
                    <a:pt x="539115" y="27178"/>
                  </a:lnTo>
                  <a:lnTo>
                    <a:pt x="538988" y="53467"/>
                  </a:lnTo>
                  <a:lnTo>
                    <a:pt x="524891" y="53467"/>
                  </a:lnTo>
                  <a:lnTo>
                    <a:pt x="524256" y="53721"/>
                  </a:lnTo>
                  <a:lnTo>
                    <a:pt x="522986" y="54483"/>
                  </a:lnTo>
                  <a:lnTo>
                    <a:pt x="522478" y="55245"/>
                  </a:lnTo>
                  <a:lnTo>
                    <a:pt x="522097" y="56134"/>
                  </a:lnTo>
                  <a:lnTo>
                    <a:pt x="521589" y="57150"/>
                  </a:lnTo>
                  <a:lnTo>
                    <a:pt x="521335" y="58420"/>
                  </a:lnTo>
                  <a:lnTo>
                    <a:pt x="521081" y="60071"/>
                  </a:lnTo>
                  <a:lnTo>
                    <a:pt x="520954" y="61722"/>
                  </a:lnTo>
                  <a:lnTo>
                    <a:pt x="520827" y="70739"/>
                  </a:lnTo>
                  <a:lnTo>
                    <a:pt x="521208" y="74041"/>
                  </a:lnTo>
                  <a:lnTo>
                    <a:pt x="522097" y="75946"/>
                  </a:lnTo>
                  <a:lnTo>
                    <a:pt x="522859" y="77851"/>
                  </a:lnTo>
                  <a:lnTo>
                    <a:pt x="524129" y="78867"/>
                  </a:lnTo>
                  <a:lnTo>
                    <a:pt x="538988" y="78867"/>
                  </a:lnTo>
                  <a:lnTo>
                    <a:pt x="538988" y="142494"/>
                  </a:lnTo>
                  <a:lnTo>
                    <a:pt x="539394" y="146304"/>
                  </a:lnTo>
                  <a:lnTo>
                    <a:pt x="539470" y="146939"/>
                  </a:lnTo>
                  <a:lnTo>
                    <a:pt x="539572" y="147955"/>
                  </a:lnTo>
                  <a:lnTo>
                    <a:pt x="563880" y="174625"/>
                  </a:lnTo>
                  <a:lnTo>
                    <a:pt x="564400" y="174625"/>
                  </a:lnTo>
                  <a:lnTo>
                    <a:pt x="568960" y="175260"/>
                  </a:lnTo>
                  <a:lnTo>
                    <a:pt x="578612" y="175260"/>
                  </a:lnTo>
                  <a:lnTo>
                    <a:pt x="584327" y="174625"/>
                  </a:lnTo>
                  <a:lnTo>
                    <a:pt x="585343" y="174625"/>
                  </a:lnTo>
                  <a:lnTo>
                    <a:pt x="599071" y="162433"/>
                  </a:lnTo>
                  <a:lnTo>
                    <a:pt x="599059" y="153416"/>
                  </a:lnTo>
                  <a:lnTo>
                    <a:pt x="597154" y="146685"/>
                  </a:lnTo>
                  <a:lnTo>
                    <a:pt x="596773" y="146304"/>
                  </a:lnTo>
                  <a:lnTo>
                    <a:pt x="594487" y="146304"/>
                  </a:lnTo>
                  <a:lnTo>
                    <a:pt x="593852" y="146685"/>
                  </a:lnTo>
                  <a:lnTo>
                    <a:pt x="593090" y="146939"/>
                  </a:lnTo>
                  <a:lnTo>
                    <a:pt x="592201" y="147320"/>
                  </a:lnTo>
                  <a:lnTo>
                    <a:pt x="591185" y="147701"/>
                  </a:lnTo>
                  <a:lnTo>
                    <a:pt x="590169" y="147955"/>
                  </a:lnTo>
                  <a:lnTo>
                    <a:pt x="589026" y="148336"/>
                  </a:lnTo>
                  <a:lnTo>
                    <a:pt x="587629" y="148590"/>
                  </a:lnTo>
                  <a:lnTo>
                    <a:pt x="585508" y="149225"/>
                  </a:lnTo>
                  <a:lnTo>
                    <a:pt x="578637" y="149225"/>
                  </a:lnTo>
                  <a:lnTo>
                    <a:pt x="575208" y="147701"/>
                  </a:lnTo>
                  <a:lnTo>
                    <a:pt x="575005" y="147701"/>
                  </a:lnTo>
                  <a:lnTo>
                    <a:pt x="571119" y="141478"/>
                  </a:lnTo>
                  <a:lnTo>
                    <a:pt x="570103" y="137033"/>
                  </a:lnTo>
                  <a:lnTo>
                    <a:pt x="570103" y="78867"/>
                  </a:lnTo>
                  <a:lnTo>
                    <a:pt x="596011" y="78867"/>
                  </a:lnTo>
                  <a:lnTo>
                    <a:pt x="597154" y="77851"/>
                  </a:lnTo>
                  <a:lnTo>
                    <a:pt x="597916" y="75946"/>
                  </a:lnTo>
                  <a:lnTo>
                    <a:pt x="598805" y="74041"/>
                  </a:lnTo>
                  <a:lnTo>
                    <a:pt x="599186" y="7073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7802" y="872616"/>
            <a:ext cx="1021132" cy="17564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30346" y="1251330"/>
            <a:ext cx="172338" cy="1637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04792" y="1273683"/>
            <a:ext cx="729742" cy="17538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04711" y="1277492"/>
            <a:ext cx="423726" cy="1715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525520" y="1727961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40131" y="0"/>
                </a:moveTo>
                <a:lnTo>
                  <a:pt x="22859" y="0"/>
                </a:lnTo>
                <a:lnTo>
                  <a:pt x="15366" y="3048"/>
                </a:lnTo>
                <a:lnTo>
                  <a:pt x="3047" y="15239"/>
                </a:lnTo>
                <a:lnTo>
                  <a:pt x="0" y="22733"/>
                </a:lnTo>
                <a:lnTo>
                  <a:pt x="0" y="31368"/>
                </a:lnTo>
                <a:lnTo>
                  <a:pt x="0" y="40132"/>
                </a:lnTo>
                <a:lnTo>
                  <a:pt x="3047" y="47498"/>
                </a:lnTo>
                <a:lnTo>
                  <a:pt x="15366" y="59816"/>
                </a:lnTo>
                <a:lnTo>
                  <a:pt x="22859" y="62991"/>
                </a:lnTo>
                <a:lnTo>
                  <a:pt x="40131" y="62991"/>
                </a:lnTo>
                <a:lnTo>
                  <a:pt x="47625" y="59816"/>
                </a:lnTo>
                <a:lnTo>
                  <a:pt x="59943" y="47498"/>
                </a:lnTo>
                <a:lnTo>
                  <a:pt x="62991" y="40132"/>
                </a:lnTo>
                <a:lnTo>
                  <a:pt x="62991" y="22733"/>
                </a:lnTo>
                <a:lnTo>
                  <a:pt x="59943" y="15239"/>
                </a:lnTo>
                <a:lnTo>
                  <a:pt x="47625" y="3048"/>
                </a:lnTo>
                <a:lnTo>
                  <a:pt x="4013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42690" y="1675510"/>
            <a:ext cx="370205" cy="175895"/>
          </a:xfrm>
          <a:custGeom>
            <a:avLst/>
            <a:gdLst/>
            <a:ahLst/>
            <a:cxnLst/>
            <a:rect l="l" t="t" r="r" b="b"/>
            <a:pathLst>
              <a:path w="370204" h="175894">
                <a:moveTo>
                  <a:pt x="66421" y="173227"/>
                </a:moveTo>
                <a:lnTo>
                  <a:pt x="53339" y="173227"/>
                </a:lnTo>
                <a:lnTo>
                  <a:pt x="56261" y="173736"/>
                </a:lnTo>
                <a:lnTo>
                  <a:pt x="63626" y="173736"/>
                </a:lnTo>
                <a:lnTo>
                  <a:pt x="66421" y="173227"/>
                </a:lnTo>
                <a:close/>
              </a:path>
              <a:path w="370204" h="175894">
                <a:moveTo>
                  <a:pt x="70612" y="30352"/>
                </a:moveTo>
                <a:lnTo>
                  <a:pt x="49149" y="30352"/>
                </a:lnTo>
                <a:lnTo>
                  <a:pt x="49149" y="170434"/>
                </a:lnTo>
                <a:lnTo>
                  <a:pt x="51435" y="172719"/>
                </a:lnTo>
                <a:lnTo>
                  <a:pt x="52620" y="173227"/>
                </a:lnTo>
                <a:lnTo>
                  <a:pt x="67310" y="173227"/>
                </a:lnTo>
                <a:lnTo>
                  <a:pt x="68325" y="172719"/>
                </a:lnTo>
                <a:lnTo>
                  <a:pt x="69214" y="172465"/>
                </a:lnTo>
                <a:lnTo>
                  <a:pt x="69723" y="172085"/>
                </a:lnTo>
                <a:lnTo>
                  <a:pt x="70104" y="171576"/>
                </a:lnTo>
                <a:lnTo>
                  <a:pt x="70358" y="171068"/>
                </a:lnTo>
                <a:lnTo>
                  <a:pt x="70612" y="170434"/>
                </a:lnTo>
                <a:lnTo>
                  <a:pt x="70612" y="30352"/>
                </a:lnTo>
                <a:close/>
              </a:path>
              <a:path w="370204" h="175894">
                <a:moveTo>
                  <a:pt x="116459" y="12191"/>
                </a:moveTo>
                <a:lnTo>
                  <a:pt x="3301" y="12191"/>
                </a:lnTo>
                <a:lnTo>
                  <a:pt x="2667" y="12446"/>
                </a:lnTo>
                <a:lnTo>
                  <a:pt x="2159" y="12700"/>
                </a:lnTo>
                <a:lnTo>
                  <a:pt x="1650" y="13080"/>
                </a:lnTo>
                <a:lnTo>
                  <a:pt x="1143" y="13588"/>
                </a:lnTo>
                <a:lnTo>
                  <a:pt x="888" y="14350"/>
                </a:lnTo>
                <a:lnTo>
                  <a:pt x="508" y="15112"/>
                </a:lnTo>
                <a:lnTo>
                  <a:pt x="254" y="16128"/>
                </a:lnTo>
                <a:lnTo>
                  <a:pt x="0" y="17272"/>
                </a:lnTo>
                <a:lnTo>
                  <a:pt x="0" y="25526"/>
                </a:lnTo>
                <a:lnTo>
                  <a:pt x="254" y="26669"/>
                </a:lnTo>
                <a:lnTo>
                  <a:pt x="508" y="27686"/>
                </a:lnTo>
                <a:lnTo>
                  <a:pt x="888" y="28321"/>
                </a:lnTo>
                <a:lnTo>
                  <a:pt x="1143" y="29083"/>
                </a:lnTo>
                <a:lnTo>
                  <a:pt x="1650" y="29590"/>
                </a:lnTo>
                <a:lnTo>
                  <a:pt x="2159" y="29844"/>
                </a:lnTo>
                <a:lnTo>
                  <a:pt x="2836" y="30352"/>
                </a:lnTo>
                <a:lnTo>
                  <a:pt x="116924" y="30352"/>
                </a:lnTo>
                <a:lnTo>
                  <a:pt x="117601" y="29844"/>
                </a:lnTo>
                <a:lnTo>
                  <a:pt x="118110" y="29590"/>
                </a:lnTo>
                <a:lnTo>
                  <a:pt x="118618" y="29083"/>
                </a:lnTo>
                <a:lnTo>
                  <a:pt x="118999" y="28321"/>
                </a:lnTo>
                <a:lnTo>
                  <a:pt x="119380" y="27686"/>
                </a:lnTo>
                <a:lnTo>
                  <a:pt x="119634" y="26669"/>
                </a:lnTo>
                <a:lnTo>
                  <a:pt x="119761" y="25526"/>
                </a:lnTo>
                <a:lnTo>
                  <a:pt x="120014" y="24384"/>
                </a:lnTo>
                <a:lnTo>
                  <a:pt x="120014" y="18541"/>
                </a:lnTo>
                <a:lnTo>
                  <a:pt x="119761" y="17272"/>
                </a:lnTo>
                <a:lnTo>
                  <a:pt x="119634" y="16128"/>
                </a:lnTo>
                <a:lnTo>
                  <a:pt x="117094" y="12446"/>
                </a:lnTo>
                <a:lnTo>
                  <a:pt x="116459" y="12191"/>
                </a:lnTo>
                <a:close/>
              </a:path>
              <a:path w="370204" h="175894">
                <a:moveTo>
                  <a:pt x="156972" y="380"/>
                </a:moveTo>
                <a:lnTo>
                  <a:pt x="144272" y="380"/>
                </a:lnTo>
                <a:lnTo>
                  <a:pt x="143129" y="635"/>
                </a:lnTo>
                <a:lnTo>
                  <a:pt x="140462" y="2666"/>
                </a:lnTo>
                <a:lnTo>
                  <a:pt x="140462" y="171196"/>
                </a:lnTo>
                <a:lnTo>
                  <a:pt x="145542" y="173609"/>
                </a:lnTo>
                <a:lnTo>
                  <a:pt x="155575" y="173609"/>
                </a:lnTo>
                <a:lnTo>
                  <a:pt x="160782" y="91821"/>
                </a:lnTo>
                <a:lnTo>
                  <a:pt x="166497" y="84709"/>
                </a:lnTo>
                <a:lnTo>
                  <a:pt x="171831" y="79375"/>
                </a:lnTo>
                <a:lnTo>
                  <a:pt x="182118" y="72136"/>
                </a:lnTo>
                <a:lnTo>
                  <a:pt x="185242" y="70992"/>
                </a:lnTo>
                <a:lnTo>
                  <a:pt x="160782" y="70992"/>
                </a:lnTo>
                <a:lnTo>
                  <a:pt x="160655" y="2666"/>
                </a:lnTo>
                <a:lnTo>
                  <a:pt x="157987" y="635"/>
                </a:lnTo>
                <a:lnTo>
                  <a:pt x="156972" y="380"/>
                </a:lnTo>
                <a:close/>
              </a:path>
              <a:path w="370204" h="175894">
                <a:moveTo>
                  <a:pt x="230724" y="70230"/>
                </a:moveTo>
                <a:lnTo>
                  <a:pt x="196342" y="70230"/>
                </a:lnTo>
                <a:lnTo>
                  <a:pt x="199898" y="70992"/>
                </a:lnTo>
                <a:lnTo>
                  <a:pt x="205994" y="74040"/>
                </a:lnTo>
                <a:lnTo>
                  <a:pt x="216281" y="171196"/>
                </a:lnTo>
                <a:lnTo>
                  <a:pt x="216662" y="171576"/>
                </a:lnTo>
                <a:lnTo>
                  <a:pt x="221361" y="173609"/>
                </a:lnTo>
                <a:lnTo>
                  <a:pt x="231394" y="173609"/>
                </a:lnTo>
                <a:lnTo>
                  <a:pt x="236093" y="171576"/>
                </a:lnTo>
                <a:lnTo>
                  <a:pt x="236474" y="171196"/>
                </a:lnTo>
                <a:lnTo>
                  <a:pt x="236412" y="91821"/>
                </a:lnTo>
                <a:lnTo>
                  <a:pt x="231012" y="70612"/>
                </a:lnTo>
                <a:lnTo>
                  <a:pt x="230724" y="70230"/>
                </a:lnTo>
                <a:close/>
              </a:path>
              <a:path w="370204" h="175894">
                <a:moveTo>
                  <a:pt x="204088" y="52577"/>
                </a:moveTo>
                <a:lnTo>
                  <a:pt x="190626" y="52577"/>
                </a:lnTo>
                <a:lnTo>
                  <a:pt x="184531" y="53975"/>
                </a:lnTo>
                <a:lnTo>
                  <a:pt x="172593" y="60071"/>
                </a:lnTo>
                <a:lnTo>
                  <a:pt x="166750" y="64642"/>
                </a:lnTo>
                <a:lnTo>
                  <a:pt x="160660" y="70992"/>
                </a:lnTo>
                <a:lnTo>
                  <a:pt x="185242" y="70992"/>
                </a:lnTo>
                <a:lnTo>
                  <a:pt x="187325" y="70230"/>
                </a:lnTo>
                <a:lnTo>
                  <a:pt x="230724" y="70230"/>
                </a:lnTo>
                <a:lnTo>
                  <a:pt x="224662" y="62229"/>
                </a:lnTo>
                <a:lnTo>
                  <a:pt x="220599" y="58800"/>
                </a:lnTo>
                <a:lnTo>
                  <a:pt x="215519" y="56261"/>
                </a:lnTo>
                <a:lnTo>
                  <a:pt x="210312" y="53721"/>
                </a:lnTo>
                <a:lnTo>
                  <a:pt x="204088" y="52577"/>
                </a:lnTo>
                <a:close/>
              </a:path>
              <a:path w="370204" h="175894">
                <a:moveTo>
                  <a:pt x="154305" y="0"/>
                </a:moveTo>
                <a:lnTo>
                  <a:pt x="146938" y="0"/>
                </a:lnTo>
                <a:lnTo>
                  <a:pt x="144843" y="380"/>
                </a:lnTo>
                <a:lnTo>
                  <a:pt x="156210" y="380"/>
                </a:lnTo>
                <a:lnTo>
                  <a:pt x="154305" y="0"/>
                </a:lnTo>
                <a:close/>
              </a:path>
              <a:path w="370204" h="175894">
                <a:moveTo>
                  <a:pt x="329438" y="52577"/>
                </a:moveTo>
                <a:lnTo>
                  <a:pt x="312420" y="52577"/>
                </a:lnTo>
                <a:lnTo>
                  <a:pt x="305054" y="53975"/>
                </a:lnTo>
                <a:lnTo>
                  <a:pt x="273176" y="80899"/>
                </a:lnTo>
                <a:lnTo>
                  <a:pt x="269222" y="94106"/>
                </a:lnTo>
                <a:lnTo>
                  <a:pt x="269097" y="94551"/>
                </a:lnTo>
                <a:lnTo>
                  <a:pt x="267906" y="100837"/>
                </a:lnTo>
                <a:lnTo>
                  <a:pt x="267192" y="107505"/>
                </a:lnTo>
                <a:lnTo>
                  <a:pt x="267190" y="121862"/>
                </a:lnTo>
                <a:lnTo>
                  <a:pt x="267890" y="128730"/>
                </a:lnTo>
                <a:lnTo>
                  <a:pt x="268994" y="134874"/>
                </a:lnTo>
                <a:lnTo>
                  <a:pt x="269043" y="135145"/>
                </a:lnTo>
                <a:lnTo>
                  <a:pt x="291846" y="169037"/>
                </a:lnTo>
                <a:lnTo>
                  <a:pt x="313689" y="175387"/>
                </a:lnTo>
                <a:lnTo>
                  <a:pt x="328168" y="175387"/>
                </a:lnTo>
                <a:lnTo>
                  <a:pt x="358901" y="168528"/>
                </a:lnTo>
                <a:lnTo>
                  <a:pt x="361188" y="167512"/>
                </a:lnTo>
                <a:lnTo>
                  <a:pt x="362585" y="166750"/>
                </a:lnTo>
                <a:lnTo>
                  <a:pt x="362965" y="166242"/>
                </a:lnTo>
                <a:lnTo>
                  <a:pt x="363474" y="165862"/>
                </a:lnTo>
                <a:lnTo>
                  <a:pt x="363855" y="165353"/>
                </a:lnTo>
                <a:lnTo>
                  <a:pt x="364617" y="163829"/>
                </a:lnTo>
                <a:lnTo>
                  <a:pt x="364617" y="158750"/>
                </a:lnTo>
                <a:lnTo>
                  <a:pt x="318135" y="158750"/>
                </a:lnTo>
                <a:lnTo>
                  <a:pt x="312420" y="157861"/>
                </a:lnTo>
                <a:lnTo>
                  <a:pt x="288289" y="124333"/>
                </a:lnTo>
                <a:lnTo>
                  <a:pt x="288289" y="118110"/>
                </a:lnTo>
                <a:lnTo>
                  <a:pt x="363982" y="118110"/>
                </a:lnTo>
                <a:lnTo>
                  <a:pt x="365887" y="117475"/>
                </a:lnTo>
                <a:lnTo>
                  <a:pt x="367411" y="116077"/>
                </a:lnTo>
                <a:lnTo>
                  <a:pt x="369062" y="114680"/>
                </a:lnTo>
                <a:lnTo>
                  <a:pt x="369950" y="112394"/>
                </a:lnTo>
                <a:lnTo>
                  <a:pt x="369950" y="103124"/>
                </a:lnTo>
                <a:lnTo>
                  <a:pt x="288289" y="103124"/>
                </a:lnTo>
                <a:lnTo>
                  <a:pt x="288353" y="100837"/>
                </a:lnTo>
                <a:lnTo>
                  <a:pt x="296672" y="78993"/>
                </a:lnTo>
                <a:lnTo>
                  <a:pt x="299212" y="75818"/>
                </a:lnTo>
                <a:lnTo>
                  <a:pt x="302387" y="73278"/>
                </a:lnTo>
                <a:lnTo>
                  <a:pt x="306197" y="71374"/>
                </a:lnTo>
                <a:lnTo>
                  <a:pt x="310134" y="69468"/>
                </a:lnTo>
                <a:lnTo>
                  <a:pt x="314579" y="68579"/>
                </a:lnTo>
                <a:lnTo>
                  <a:pt x="358808" y="68579"/>
                </a:lnTo>
                <a:lnTo>
                  <a:pt x="358394" y="68072"/>
                </a:lnTo>
                <a:lnTo>
                  <a:pt x="354330" y="63373"/>
                </a:lnTo>
                <a:lnTo>
                  <a:pt x="349419" y="59689"/>
                </a:lnTo>
                <a:lnTo>
                  <a:pt x="343154" y="56768"/>
                </a:lnTo>
                <a:lnTo>
                  <a:pt x="336931" y="53975"/>
                </a:lnTo>
                <a:lnTo>
                  <a:pt x="329438" y="52577"/>
                </a:lnTo>
                <a:close/>
              </a:path>
              <a:path w="370204" h="175894">
                <a:moveTo>
                  <a:pt x="362838" y="150494"/>
                </a:moveTo>
                <a:lnTo>
                  <a:pt x="360299" y="150494"/>
                </a:lnTo>
                <a:lnTo>
                  <a:pt x="359283" y="150749"/>
                </a:lnTo>
                <a:lnTo>
                  <a:pt x="357377" y="151637"/>
                </a:lnTo>
                <a:lnTo>
                  <a:pt x="355004" y="152653"/>
                </a:lnTo>
                <a:lnTo>
                  <a:pt x="330200" y="158750"/>
                </a:lnTo>
                <a:lnTo>
                  <a:pt x="364617" y="158750"/>
                </a:lnTo>
                <a:lnTo>
                  <a:pt x="364617" y="152653"/>
                </a:lnTo>
                <a:lnTo>
                  <a:pt x="364363" y="152018"/>
                </a:lnTo>
                <a:lnTo>
                  <a:pt x="363982" y="151256"/>
                </a:lnTo>
                <a:lnTo>
                  <a:pt x="363855" y="151002"/>
                </a:lnTo>
                <a:lnTo>
                  <a:pt x="362838" y="150494"/>
                </a:lnTo>
                <a:close/>
              </a:path>
              <a:path w="370204" h="175894">
                <a:moveTo>
                  <a:pt x="358808" y="68579"/>
                </a:moveTo>
                <a:lnTo>
                  <a:pt x="329564" y="68579"/>
                </a:lnTo>
                <a:lnTo>
                  <a:pt x="337058" y="71627"/>
                </a:lnTo>
                <a:lnTo>
                  <a:pt x="342011" y="77724"/>
                </a:lnTo>
                <a:lnTo>
                  <a:pt x="345320" y="82746"/>
                </a:lnTo>
                <a:lnTo>
                  <a:pt x="347630" y="88661"/>
                </a:lnTo>
                <a:lnTo>
                  <a:pt x="348940" y="95458"/>
                </a:lnTo>
                <a:lnTo>
                  <a:pt x="349049" y="98171"/>
                </a:lnTo>
                <a:lnTo>
                  <a:pt x="349157" y="100837"/>
                </a:lnTo>
                <a:lnTo>
                  <a:pt x="349250" y="103124"/>
                </a:lnTo>
                <a:lnTo>
                  <a:pt x="369950" y="103124"/>
                </a:lnTo>
                <a:lnTo>
                  <a:pt x="369950" y="98171"/>
                </a:lnTo>
                <a:lnTo>
                  <a:pt x="368935" y="91312"/>
                </a:lnTo>
                <a:lnTo>
                  <a:pt x="367157" y="84836"/>
                </a:lnTo>
                <a:lnTo>
                  <a:pt x="365251" y="78486"/>
                </a:lnTo>
                <a:lnTo>
                  <a:pt x="362331" y="72898"/>
                </a:lnTo>
                <a:lnTo>
                  <a:pt x="358808" y="68579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01667" y="1728089"/>
            <a:ext cx="863473" cy="16586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51501" y="1683639"/>
            <a:ext cx="130683" cy="16725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63425" y="1676019"/>
            <a:ext cx="727609" cy="17487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6183248" y="1683639"/>
            <a:ext cx="377825" cy="167640"/>
          </a:xfrm>
          <a:custGeom>
            <a:avLst/>
            <a:gdLst/>
            <a:ahLst/>
            <a:cxnLst/>
            <a:rect l="l" t="t" r="r" b="b"/>
            <a:pathLst>
              <a:path w="377825" h="167639">
                <a:moveTo>
                  <a:pt x="16382" y="46227"/>
                </a:moveTo>
                <a:lnTo>
                  <a:pt x="9143" y="46227"/>
                </a:lnTo>
                <a:lnTo>
                  <a:pt x="6476" y="46482"/>
                </a:lnTo>
                <a:lnTo>
                  <a:pt x="2666" y="48895"/>
                </a:lnTo>
                <a:lnTo>
                  <a:pt x="2666" y="163068"/>
                </a:lnTo>
                <a:lnTo>
                  <a:pt x="7747" y="165481"/>
                </a:lnTo>
                <a:lnTo>
                  <a:pt x="17779" y="165481"/>
                </a:lnTo>
                <a:lnTo>
                  <a:pt x="23113" y="162433"/>
                </a:lnTo>
                <a:lnTo>
                  <a:pt x="23113" y="49402"/>
                </a:lnTo>
                <a:lnTo>
                  <a:pt x="16382" y="46227"/>
                </a:lnTo>
                <a:close/>
              </a:path>
              <a:path w="377825" h="167639">
                <a:moveTo>
                  <a:pt x="17652" y="0"/>
                </a:moveTo>
                <a:lnTo>
                  <a:pt x="8000" y="0"/>
                </a:lnTo>
                <a:lnTo>
                  <a:pt x="4572" y="888"/>
                </a:lnTo>
                <a:lnTo>
                  <a:pt x="2793" y="2666"/>
                </a:lnTo>
                <a:lnTo>
                  <a:pt x="1015" y="4318"/>
                </a:lnTo>
                <a:lnTo>
                  <a:pt x="0" y="7620"/>
                </a:lnTo>
                <a:lnTo>
                  <a:pt x="0" y="17145"/>
                </a:lnTo>
                <a:lnTo>
                  <a:pt x="888" y="20320"/>
                </a:lnTo>
                <a:lnTo>
                  <a:pt x="4572" y="23749"/>
                </a:lnTo>
                <a:lnTo>
                  <a:pt x="7747" y="24637"/>
                </a:lnTo>
                <a:lnTo>
                  <a:pt x="17525" y="24637"/>
                </a:lnTo>
                <a:lnTo>
                  <a:pt x="20827" y="23749"/>
                </a:lnTo>
                <a:lnTo>
                  <a:pt x="24511" y="20320"/>
                </a:lnTo>
                <a:lnTo>
                  <a:pt x="25365" y="17145"/>
                </a:lnTo>
                <a:lnTo>
                  <a:pt x="25400" y="7620"/>
                </a:lnTo>
                <a:lnTo>
                  <a:pt x="24511" y="4318"/>
                </a:lnTo>
                <a:lnTo>
                  <a:pt x="22860" y="2666"/>
                </a:lnTo>
                <a:lnTo>
                  <a:pt x="20954" y="888"/>
                </a:lnTo>
                <a:lnTo>
                  <a:pt x="17652" y="0"/>
                </a:lnTo>
                <a:close/>
              </a:path>
              <a:path w="377825" h="167639">
                <a:moveTo>
                  <a:pt x="73024" y="46227"/>
                </a:moveTo>
                <a:lnTo>
                  <a:pt x="66293" y="46227"/>
                </a:lnTo>
                <a:lnTo>
                  <a:pt x="64008" y="46482"/>
                </a:lnTo>
                <a:lnTo>
                  <a:pt x="63118" y="46736"/>
                </a:lnTo>
                <a:lnTo>
                  <a:pt x="62356" y="47116"/>
                </a:lnTo>
                <a:lnTo>
                  <a:pt x="61595" y="47371"/>
                </a:lnTo>
                <a:lnTo>
                  <a:pt x="61087" y="47878"/>
                </a:lnTo>
                <a:lnTo>
                  <a:pt x="60833" y="48260"/>
                </a:lnTo>
                <a:lnTo>
                  <a:pt x="60578" y="48768"/>
                </a:lnTo>
                <a:lnTo>
                  <a:pt x="60578" y="163068"/>
                </a:lnTo>
                <a:lnTo>
                  <a:pt x="65659" y="165481"/>
                </a:lnTo>
                <a:lnTo>
                  <a:pt x="75691" y="165481"/>
                </a:lnTo>
                <a:lnTo>
                  <a:pt x="81025" y="162433"/>
                </a:lnTo>
                <a:lnTo>
                  <a:pt x="81025" y="83693"/>
                </a:lnTo>
                <a:lnTo>
                  <a:pt x="86613" y="76581"/>
                </a:lnTo>
                <a:lnTo>
                  <a:pt x="91948" y="71247"/>
                </a:lnTo>
                <a:lnTo>
                  <a:pt x="101146" y="64770"/>
                </a:lnTo>
                <a:lnTo>
                  <a:pt x="78993" y="64770"/>
                </a:lnTo>
                <a:lnTo>
                  <a:pt x="78866" y="48768"/>
                </a:lnTo>
                <a:lnTo>
                  <a:pt x="78486" y="48260"/>
                </a:lnTo>
                <a:lnTo>
                  <a:pt x="78231" y="47878"/>
                </a:lnTo>
                <a:lnTo>
                  <a:pt x="77724" y="47371"/>
                </a:lnTo>
                <a:lnTo>
                  <a:pt x="77088" y="47116"/>
                </a:lnTo>
                <a:lnTo>
                  <a:pt x="76453" y="46736"/>
                </a:lnTo>
                <a:lnTo>
                  <a:pt x="75564" y="46482"/>
                </a:lnTo>
                <a:lnTo>
                  <a:pt x="73024" y="46227"/>
                </a:lnTo>
                <a:close/>
              </a:path>
              <a:path w="377825" h="167639">
                <a:moveTo>
                  <a:pt x="150841" y="62102"/>
                </a:moveTo>
                <a:lnTo>
                  <a:pt x="116459" y="62102"/>
                </a:lnTo>
                <a:lnTo>
                  <a:pt x="120014" y="62864"/>
                </a:lnTo>
                <a:lnTo>
                  <a:pt x="126111" y="65912"/>
                </a:lnTo>
                <a:lnTo>
                  <a:pt x="136398" y="163068"/>
                </a:lnTo>
                <a:lnTo>
                  <a:pt x="136778" y="163449"/>
                </a:lnTo>
                <a:lnTo>
                  <a:pt x="141477" y="165481"/>
                </a:lnTo>
                <a:lnTo>
                  <a:pt x="151511" y="165481"/>
                </a:lnTo>
                <a:lnTo>
                  <a:pt x="156210" y="163449"/>
                </a:lnTo>
                <a:lnTo>
                  <a:pt x="156590" y="163068"/>
                </a:lnTo>
                <a:lnTo>
                  <a:pt x="156538" y="83693"/>
                </a:lnTo>
                <a:lnTo>
                  <a:pt x="151129" y="62484"/>
                </a:lnTo>
                <a:lnTo>
                  <a:pt x="150841" y="62102"/>
                </a:lnTo>
                <a:close/>
              </a:path>
              <a:path w="377825" h="167639">
                <a:moveTo>
                  <a:pt x="132251" y="46482"/>
                </a:moveTo>
                <a:lnTo>
                  <a:pt x="103055" y="46482"/>
                </a:lnTo>
                <a:lnTo>
                  <a:pt x="91566" y="52577"/>
                </a:lnTo>
                <a:lnTo>
                  <a:pt x="85216" y="57785"/>
                </a:lnTo>
                <a:lnTo>
                  <a:pt x="78993" y="64770"/>
                </a:lnTo>
                <a:lnTo>
                  <a:pt x="101146" y="64770"/>
                </a:lnTo>
                <a:lnTo>
                  <a:pt x="102235" y="64008"/>
                </a:lnTo>
                <a:lnTo>
                  <a:pt x="107441" y="62102"/>
                </a:lnTo>
                <a:lnTo>
                  <a:pt x="150841" y="62102"/>
                </a:lnTo>
                <a:lnTo>
                  <a:pt x="144779" y="54101"/>
                </a:lnTo>
                <a:lnTo>
                  <a:pt x="140715" y="50673"/>
                </a:lnTo>
                <a:lnTo>
                  <a:pt x="135115" y="47878"/>
                </a:lnTo>
                <a:lnTo>
                  <a:pt x="132251" y="46482"/>
                </a:lnTo>
                <a:close/>
              </a:path>
              <a:path w="377825" h="167639">
                <a:moveTo>
                  <a:pt x="103534" y="46227"/>
                </a:moveTo>
                <a:lnTo>
                  <a:pt x="73151" y="46227"/>
                </a:lnTo>
                <a:lnTo>
                  <a:pt x="75437" y="46482"/>
                </a:lnTo>
                <a:lnTo>
                  <a:pt x="103055" y="46482"/>
                </a:lnTo>
                <a:lnTo>
                  <a:pt x="103534" y="46227"/>
                </a:lnTo>
                <a:close/>
              </a:path>
              <a:path w="377825" h="167639">
                <a:moveTo>
                  <a:pt x="124205" y="44450"/>
                </a:moveTo>
                <a:lnTo>
                  <a:pt x="110362" y="44450"/>
                </a:lnTo>
                <a:lnTo>
                  <a:pt x="104012" y="45974"/>
                </a:lnTo>
                <a:lnTo>
                  <a:pt x="103534" y="46227"/>
                </a:lnTo>
                <a:lnTo>
                  <a:pt x="131730" y="46227"/>
                </a:lnTo>
                <a:lnTo>
                  <a:pt x="130428" y="45593"/>
                </a:lnTo>
                <a:lnTo>
                  <a:pt x="124205" y="44450"/>
                </a:lnTo>
                <a:close/>
              </a:path>
              <a:path w="377825" h="167639">
                <a:moveTo>
                  <a:pt x="216915" y="63753"/>
                </a:moveTo>
                <a:lnTo>
                  <a:pt x="196341" y="63753"/>
                </a:lnTo>
                <a:lnTo>
                  <a:pt x="196341" y="135636"/>
                </a:lnTo>
                <a:lnTo>
                  <a:pt x="203962" y="157734"/>
                </a:lnTo>
                <a:lnTo>
                  <a:pt x="206628" y="160909"/>
                </a:lnTo>
                <a:lnTo>
                  <a:pt x="210058" y="163195"/>
                </a:lnTo>
                <a:lnTo>
                  <a:pt x="214122" y="164719"/>
                </a:lnTo>
                <a:lnTo>
                  <a:pt x="218312" y="166243"/>
                </a:lnTo>
                <a:lnTo>
                  <a:pt x="223265" y="167005"/>
                </a:lnTo>
                <a:lnTo>
                  <a:pt x="231012" y="167005"/>
                </a:lnTo>
                <a:lnTo>
                  <a:pt x="232917" y="166877"/>
                </a:lnTo>
                <a:lnTo>
                  <a:pt x="238505" y="166115"/>
                </a:lnTo>
                <a:lnTo>
                  <a:pt x="240156" y="165735"/>
                </a:lnTo>
                <a:lnTo>
                  <a:pt x="241935" y="165353"/>
                </a:lnTo>
                <a:lnTo>
                  <a:pt x="244728" y="164337"/>
                </a:lnTo>
                <a:lnTo>
                  <a:pt x="245999" y="163702"/>
                </a:lnTo>
                <a:lnTo>
                  <a:pt x="246811" y="163195"/>
                </a:lnTo>
                <a:lnTo>
                  <a:pt x="247650" y="162433"/>
                </a:lnTo>
                <a:lnTo>
                  <a:pt x="248412" y="161798"/>
                </a:lnTo>
                <a:lnTo>
                  <a:pt x="248745" y="160909"/>
                </a:lnTo>
                <a:lnTo>
                  <a:pt x="249554" y="157987"/>
                </a:lnTo>
                <a:lnTo>
                  <a:pt x="249427" y="149860"/>
                </a:lnTo>
                <a:lnTo>
                  <a:pt x="249380" y="149478"/>
                </a:lnTo>
                <a:lnTo>
                  <a:pt x="226695" y="149478"/>
                </a:lnTo>
                <a:lnTo>
                  <a:pt x="222630" y="147574"/>
                </a:lnTo>
                <a:lnTo>
                  <a:pt x="218059" y="139700"/>
                </a:lnTo>
                <a:lnTo>
                  <a:pt x="216915" y="133858"/>
                </a:lnTo>
                <a:lnTo>
                  <a:pt x="216915" y="63753"/>
                </a:lnTo>
                <a:close/>
              </a:path>
              <a:path w="377825" h="167639">
                <a:moveTo>
                  <a:pt x="248030" y="146303"/>
                </a:moveTo>
                <a:lnTo>
                  <a:pt x="245110" y="146303"/>
                </a:lnTo>
                <a:lnTo>
                  <a:pt x="244601" y="146558"/>
                </a:lnTo>
                <a:lnTo>
                  <a:pt x="242824" y="147320"/>
                </a:lnTo>
                <a:lnTo>
                  <a:pt x="241553" y="147827"/>
                </a:lnTo>
                <a:lnTo>
                  <a:pt x="240411" y="148209"/>
                </a:lnTo>
                <a:lnTo>
                  <a:pt x="239140" y="148589"/>
                </a:lnTo>
                <a:lnTo>
                  <a:pt x="235585" y="149478"/>
                </a:lnTo>
                <a:lnTo>
                  <a:pt x="249380" y="149478"/>
                </a:lnTo>
                <a:lnTo>
                  <a:pt x="249300" y="148844"/>
                </a:lnTo>
                <a:lnTo>
                  <a:pt x="249216" y="148589"/>
                </a:lnTo>
                <a:lnTo>
                  <a:pt x="249089" y="148209"/>
                </a:lnTo>
                <a:lnTo>
                  <a:pt x="248983" y="147827"/>
                </a:lnTo>
                <a:lnTo>
                  <a:pt x="248920" y="147574"/>
                </a:lnTo>
                <a:lnTo>
                  <a:pt x="248665" y="146938"/>
                </a:lnTo>
                <a:lnTo>
                  <a:pt x="248412" y="146558"/>
                </a:lnTo>
                <a:lnTo>
                  <a:pt x="248030" y="146303"/>
                </a:lnTo>
                <a:close/>
              </a:path>
              <a:path w="377825" h="167639">
                <a:moveTo>
                  <a:pt x="246761" y="46862"/>
                </a:moveTo>
                <a:lnTo>
                  <a:pt x="179577" y="46862"/>
                </a:lnTo>
                <a:lnTo>
                  <a:pt x="179070" y="47244"/>
                </a:lnTo>
                <a:lnTo>
                  <a:pt x="178435" y="47498"/>
                </a:lnTo>
                <a:lnTo>
                  <a:pt x="176656" y="52450"/>
                </a:lnTo>
                <a:lnTo>
                  <a:pt x="176656" y="58293"/>
                </a:lnTo>
                <a:lnTo>
                  <a:pt x="177037" y="60451"/>
                </a:lnTo>
                <a:lnTo>
                  <a:pt x="177673" y="61849"/>
                </a:lnTo>
                <a:lnTo>
                  <a:pt x="178435" y="63119"/>
                </a:lnTo>
                <a:lnTo>
                  <a:pt x="179450" y="63753"/>
                </a:lnTo>
                <a:lnTo>
                  <a:pt x="246761" y="63753"/>
                </a:lnTo>
                <a:lnTo>
                  <a:pt x="247776" y="63119"/>
                </a:lnTo>
                <a:lnTo>
                  <a:pt x="248538" y="61849"/>
                </a:lnTo>
                <a:lnTo>
                  <a:pt x="249300" y="60451"/>
                </a:lnTo>
                <a:lnTo>
                  <a:pt x="249681" y="58293"/>
                </a:lnTo>
                <a:lnTo>
                  <a:pt x="249554" y="52450"/>
                </a:lnTo>
                <a:lnTo>
                  <a:pt x="247268" y="47244"/>
                </a:lnTo>
                <a:lnTo>
                  <a:pt x="246761" y="46862"/>
                </a:lnTo>
                <a:close/>
              </a:path>
              <a:path w="377825" h="167639">
                <a:moveTo>
                  <a:pt x="208661" y="16128"/>
                </a:moveTo>
                <a:lnTo>
                  <a:pt x="204597" y="16128"/>
                </a:lnTo>
                <a:lnTo>
                  <a:pt x="201549" y="16383"/>
                </a:lnTo>
                <a:lnTo>
                  <a:pt x="196850" y="18541"/>
                </a:lnTo>
                <a:lnTo>
                  <a:pt x="196468" y="19050"/>
                </a:lnTo>
                <a:lnTo>
                  <a:pt x="196466" y="19558"/>
                </a:lnTo>
                <a:lnTo>
                  <a:pt x="196341" y="46862"/>
                </a:lnTo>
                <a:lnTo>
                  <a:pt x="216915" y="46862"/>
                </a:lnTo>
                <a:lnTo>
                  <a:pt x="216915" y="19558"/>
                </a:lnTo>
                <a:lnTo>
                  <a:pt x="216408" y="18541"/>
                </a:lnTo>
                <a:lnTo>
                  <a:pt x="211709" y="16383"/>
                </a:lnTo>
                <a:lnTo>
                  <a:pt x="211962" y="16383"/>
                </a:lnTo>
                <a:lnTo>
                  <a:pt x="208661" y="16128"/>
                </a:lnTo>
                <a:close/>
              </a:path>
              <a:path w="377825" h="167639">
                <a:moveTo>
                  <a:pt x="332231" y="44450"/>
                </a:moveTo>
                <a:lnTo>
                  <a:pt x="323087" y="44450"/>
                </a:lnTo>
                <a:lnTo>
                  <a:pt x="316160" y="44735"/>
                </a:lnTo>
                <a:lnTo>
                  <a:pt x="280162" y="61849"/>
                </a:lnTo>
                <a:lnTo>
                  <a:pt x="265938" y="97789"/>
                </a:lnTo>
                <a:lnTo>
                  <a:pt x="265938" y="106934"/>
                </a:lnTo>
                <a:lnTo>
                  <a:pt x="266084" y="111633"/>
                </a:lnTo>
                <a:lnTo>
                  <a:pt x="266152" y="113811"/>
                </a:lnTo>
                <a:lnTo>
                  <a:pt x="284099" y="156463"/>
                </a:lnTo>
                <a:lnTo>
                  <a:pt x="311530" y="167259"/>
                </a:lnTo>
                <a:lnTo>
                  <a:pt x="330073" y="167259"/>
                </a:lnTo>
                <a:lnTo>
                  <a:pt x="363153" y="149987"/>
                </a:lnTo>
                <a:lnTo>
                  <a:pt x="315087" y="149987"/>
                </a:lnTo>
                <a:lnTo>
                  <a:pt x="310232" y="148971"/>
                </a:lnTo>
                <a:lnTo>
                  <a:pt x="309859" y="148971"/>
                </a:lnTo>
                <a:lnTo>
                  <a:pt x="305180" y="146431"/>
                </a:lnTo>
                <a:lnTo>
                  <a:pt x="300736" y="144145"/>
                </a:lnTo>
                <a:lnTo>
                  <a:pt x="287463" y="113811"/>
                </a:lnTo>
                <a:lnTo>
                  <a:pt x="287351" y="112522"/>
                </a:lnTo>
                <a:lnTo>
                  <a:pt x="295561" y="74040"/>
                </a:lnTo>
                <a:lnTo>
                  <a:pt x="298450" y="69976"/>
                </a:lnTo>
                <a:lnTo>
                  <a:pt x="302133" y="66928"/>
                </a:lnTo>
                <a:lnTo>
                  <a:pt x="306450" y="64770"/>
                </a:lnTo>
                <a:lnTo>
                  <a:pt x="310634" y="62737"/>
                </a:lnTo>
                <a:lnTo>
                  <a:pt x="310245" y="62737"/>
                </a:lnTo>
                <a:lnTo>
                  <a:pt x="316102" y="61595"/>
                </a:lnTo>
                <a:lnTo>
                  <a:pt x="365112" y="61595"/>
                </a:lnTo>
                <a:lnTo>
                  <a:pt x="364108" y="60451"/>
                </a:lnTo>
                <a:lnTo>
                  <a:pt x="359664" y="55245"/>
                </a:lnTo>
                <a:lnTo>
                  <a:pt x="353949" y="51181"/>
                </a:lnTo>
                <a:lnTo>
                  <a:pt x="347091" y="48513"/>
                </a:lnTo>
                <a:lnTo>
                  <a:pt x="340232" y="45720"/>
                </a:lnTo>
                <a:lnTo>
                  <a:pt x="332231" y="44450"/>
                </a:lnTo>
                <a:close/>
              </a:path>
              <a:path w="377825" h="167639">
                <a:moveTo>
                  <a:pt x="365112" y="61595"/>
                </a:moveTo>
                <a:lnTo>
                  <a:pt x="328802" y="61595"/>
                </a:lnTo>
                <a:lnTo>
                  <a:pt x="334391" y="62737"/>
                </a:lnTo>
                <a:lnTo>
                  <a:pt x="338835" y="65024"/>
                </a:lnTo>
                <a:lnTo>
                  <a:pt x="343153" y="67437"/>
                </a:lnTo>
                <a:lnTo>
                  <a:pt x="346709" y="70612"/>
                </a:lnTo>
                <a:lnTo>
                  <a:pt x="349250" y="74675"/>
                </a:lnTo>
                <a:lnTo>
                  <a:pt x="351917" y="78739"/>
                </a:lnTo>
                <a:lnTo>
                  <a:pt x="353822" y="83438"/>
                </a:lnTo>
                <a:lnTo>
                  <a:pt x="354837" y="88900"/>
                </a:lnTo>
                <a:lnTo>
                  <a:pt x="355980" y="94234"/>
                </a:lnTo>
                <a:lnTo>
                  <a:pt x="356531" y="99187"/>
                </a:lnTo>
                <a:lnTo>
                  <a:pt x="356616" y="112522"/>
                </a:lnTo>
                <a:lnTo>
                  <a:pt x="355969" y="117475"/>
                </a:lnTo>
                <a:lnTo>
                  <a:pt x="355853" y="118363"/>
                </a:lnTo>
                <a:lnTo>
                  <a:pt x="332994" y="148971"/>
                </a:lnTo>
                <a:lnTo>
                  <a:pt x="327786" y="149987"/>
                </a:lnTo>
                <a:lnTo>
                  <a:pt x="363153" y="149987"/>
                </a:lnTo>
                <a:lnTo>
                  <a:pt x="368300" y="144145"/>
                </a:lnTo>
                <a:lnTo>
                  <a:pt x="371787" y="137668"/>
                </a:lnTo>
                <a:lnTo>
                  <a:pt x="371855" y="137540"/>
                </a:lnTo>
                <a:lnTo>
                  <a:pt x="374269" y="129794"/>
                </a:lnTo>
                <a:lnTo>
                  <a:pt x="376681" y="122174"/>
                </a:lnTo>
                <a:lnTo>
                  <a:pt x="377822" y="113811"/>
                </a:lnTo>
                <a:lnTo>
                  <a:pt x="377825" y="104648"/>
                </a:lnTo>
                <a:lnTo>
                  <a:pt x="377678" y="99949"/>
                </a:lnTo>
                <a:lnTo>
                  <a:pt x="377610" y="97789"/>
                </a:lnTo>
                <a:lnTo>
                  <a:pt x="368680" y="65659"/>
                </a:lnTo>
                <a:lnTo>
                  <a:pt x="365112" y="61595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6653276" y="1675510"/>
            <a:ext cx="584835" cy="175895"/>
            <a:chOff x="6653276" y="1675510"/>
            <a:chExt cx="584835" cy="175895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53276" y="1685670"/>
              <a:ext cx="226758" cy="1652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899275" y="1777364"/>
              <a:ext cx="60960" cy="17145"/>
            </a:xfrm>
            <a:custGeom>
              <a:avLst/>
              <a:gdLst/>
              <a:ahLst/>
              <a:cxnLst/>
              <a:rect l="l" t="t" r="r" b="b"/>
              <a:pathLst>
                <a:path w="60959" h="17144">
                  <a:moveTo>
                    <a:pt x="57023" y="0"/>
                  </a:moveTo>
                  <a:lnTo>
                    <a:pt x="2921" y="0"/>
                  </a:lnTo>
                  <a:lnTo>
                    <a:pt x="1904" y="635"/>
                  </a:lnTo>
                  <a:lnTo>
                    <a:pt x="380" y="3048"/>
                  </a:lnTo>
                  <a:lnTo>
                    <a:pt x="0" y="5334"/>
                  </a:lnTo>
                  <a:lnTo>
                    <a:pt x="0" y="11557"/>
                  </a:lnTo>
                  <a:lnTo>
                    <a:pt x="380" y="13843"/>
                  </a:lnTo>
                  <a:lnTo>
                    <a:pt x="1904" y="16383"/>
                  </a:lnTo>
                  <a:lnTo>
                    <a:pt x="2921" y="17018"/>
                  </a:lnTo>
                  <a:lnTo>
                    <a:pt x="57784" y="17018"/>
                  </a:lnTo>
                  <a:lnTo>
                    <a:pt x="58927" y="16383"/>
                  </a:lnTo>
                  <a:lnTo>
                    <a:pt x="60325" y="13970"/>
                  </a:lnTo>
                  <a:lnTo>
                    <a:pt x="60705" y="11684"/>
                  </a:lnTo>
                  <a:lnTo>
                    <a:pt x="60705" y="8509"/>
                  </a:lnTo>
                  <a:lnTo>
                    <a:pt x="60705" y="5587"/>
                  </a:lnTo>
                  <a:lnTo>
                    <a:pt x="59944" y="2539"/>
                  </a:lnTo>
                  <a:lnTo>
                    <a:pt x="59563" y="1777"/>
                  </a:lnTo>
                  <a:lnTo>
                    <a:pt x="58800" y="635"/>
                  </a:lnTo>
                  <a:lnTo>
                    <a:pt x="57657" y="126"/>
                  </a:lnTo>
                  <a:lnTo>
                    <a:pt x="57023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87540" y="1675510"/>
              <a:ext cx="250062" cy="175387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7307580" y="1676019"/>
            <a:ext cx="669925" cy="175260"/>
            <a:chOff x="7307580" y="1676019"/>
            <a:chExt cx="669925" cy="175260"/>
          </a:xfrm>
        </p:grpSpPr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07580" y="1676019"/>
              <a:ext cx="614172" cy="17487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950327" y="1820672"/>
              <a:ext cx="26670" cy="29209"/>
            </a:xfrm>
            <a:custGeom>
              <a:avLst/>
              <a:gdLst/>
              <a:ahLst/>
              <a:cxnLst/>
              <a:rect l="l" t="t" r="r" b="b"/>
              <a:pathLst>
                <a:path w="26670" h="29210">
                  <a:moveTo>
                    <a:pt x="18542" y="0"/>
                  </a:moveTo>
                  <a:lnTo>
                    <a:pt x="8381" y="0"/>
                  </a:lnTo>
                  <a:lnTo>
                    <a:pt x="4825" y="1015"/>
                  </a:lnTo>
                  <a:lnTo>
                    <a:pt x="2921" y="2920"/>
                  </a:lnTo>
                  <a:lnTo>
                    <a:pt x="1016" y="4952"/>
                  </a:lnTo>
                  <a:lnTo>
                    <a:pt x="0" y="8889"/>
                  </a:lnTo>
                  <a:lnTo>
                    <a:pt x="0" y="20447"/>
                  </a:lnTo>
                  <a:lnTo>
                    <a:pt x="1016" y="24256"/>
                  </a:lnTo>
                  <a:lnTo>
                    <a:pt x="4825" y="28066"/>
                  </a:lnTo>
                  <a:lnTo>
                    <a:pt x="8254" y="28955"/>
                  </a:lnTo>
                  <a:lnTo>
                    <a:pt x="18288" y="28955"/>
                  </a:lnTo>
                  <a:lnTo>
                    <a:pt x="21844" y="28066"/>
                  </a:lnTo>
                  <a:lnTo>
                    <a:pt x="23749" y="26035"/>
                  </a:lnTo>
                  <a:lnTo>
                    <a:pt x="25780" y="24129"/>
                  </a:lnTo>
                  <a:lnTo>
                    <a:pt x="26670" y="20192"/>
                  </a:lnTo>
                  <a:lnTo>
                    <a:pt x="26670" y="14350"/>
                  </a:lnTo>
                  <a:lnTo>
                    <a:pt x="26670" y="8636"/>
                  </a:lnTo>
                  <a:lnTo>
                    <a:pt x="25780" y="4825"/>
                  </a:lnTo>
                  <a:lnTo>
                    <a:pt x="21971" y="101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3525520" y="2128773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40131" y="0"/>
                </a:moveTo>
                <a:lnTo>
                  <a:pt x="22859" y="0"/>
                </a:lnTo>
                <a:lnTo>
                  <a:pt x="15366" y="3048"/>
                </a:lnTo>
                <a:lnTo>
                  <a:pt x="3047" y="15239"/>
                </a:lnTo>
                <a:lnTo>
                  <a:pt x="0" y="22733"/>
                </a:lnTo>
                <a:lnTo>
                  <a:pt x="0" y="31368"/>
                </a:lnTo>
                <a:lnTo>
                  <a:pt x="0" y="40131"/>
                </a:lnTo>
                <a:lnTo>
                  <a:pt x="3047" y="47498"/>
                </a:lnTo>
                <a:lnTo>
                  <a:pt x="15366" y="59816"/>
                </a:lnTo>
                <a:lnTo>
                  <a:pt x="22859" y="62991"/>
                </a:lnTo>
                <a:lnTo>
                  <a:pt x="40131" y="62991"/>
                </a:lnTo>
                <a:lnTo>
                  <a:pt x="47625" y="59816"/>
                </a:lnTo>
                <a:lnTo>
                  <a:pt x="59943" y="47498"/>
                </a:lnTo>
                <a:lnTo>
                  <a:pt x="62991" y="40131"/>
                </a:lnTo>
                <a:lnTo>
                  <a:pt x="62991" y="22733"/>
                </a:lnTo>
                <a:lnTo>
                  <a:pt x="59943" y="15239"/>
                </a:lnTo>
                <a:lnTo>
                  <a:pt x="47625" y="3048"/>
                </a:lnTo>
                <a:lnTo>
                  <a:pt x="4013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742690" y="2076323"/>
            <a:ext cx="370205" cy="175895"/>
          </a:xfrm>
          <a:custGeom>
            <a:avLst/>
            <a:gdLst/>
            <a:ahLst/>
            <a:cxnLst/>
            <a:rect l="l" t="t" r="r" b="b"/>
            <a:pathLst>
              <a:path w="370204" h="175894">
                <a:moveTo>
                  <a:pt x="66421" y="173227"/>
                </a:moveTo>
                <a:lnTo>
                  <a:pt x="53339" y="173227"/>
                </a:lnTo>
                <a:lnTo>
                  <a:pt x="56261" y="173736"/>
                </a:lnTo>
                <a:lnTo>
                  <a:pt x="63626" y="173736"/>
                </a:lnTo>
                <a:lnTo>
                  <a:pt x="66421" y="173227"/>
                </a:lnTo>
                <a:close/>
              </a:path>
              <a:path w="370204" h="175894">
                <a:moveTo>
                  <a:pt x="70612" y="30352"/>
                </a:moveTo>
                <a:lnTo>
                  <a:pt x="49149" y="30352"/>
                </a:lnTo>
                <a:lnTo>
                  <a:pt x="49149" y="170434"/>
                </a:lnTo>
                <a:lnTo>
                  <a:pt x="51435" y="172719"/>
                </a:lnTo>
                <a:lnTo>
                  <a:pt x="52620" y="173227"/>
                </a:lnTo>
                <a:lnTo>
                  <a:pt x="67310" y="173227"/>
                </a:lnTo>
                <a:lnTo>
                  <a:pt x="68325" y="172719"/>
                </a:lnTo>
                <a:lnTo>
                  <a:pt x="69214" y="172465"/>
                </a:lnTo>
                <a:lnTo>
                  <a:pt x="69723" y="172085"/>
                </a:lnTo>
                <a:lnTo>
                  <a:pt x="70104" y="171576"/>
                </a:lnTo>
                <a:lnTo>
                  <a:pt x="70358" y="171068"/>
                </a:lnTo>
                <a:lnTo>
                  <a:pt x="70612" y="170434"/>
                </a:lnTo>
                <a:lnTo>
                  <a:pt x="70612" y="30352"/>
                </a:lnTo>
                <a:close/>
              </a:path>
              <a:path w="370204" h="175894">
                <a:moveTo>
                  <a:pt x="116459" y="12191"/>
                </a:moveTo>
                <a:lnTo>
                  <a:pt x="3301" y="12191"/>
                </a:lnTo>
                <a:lnTo>
                  <a:pt x="2667" y="12446"/>
                </a:lnTo>
                <a:lnTo>
                  <a:pt x="2159" y="12700"/>
                </a:lnTo>
                <a:lnTo>
                  <a:pt x="1650" y="13080"/>
                </a:lnTo>
                <a:lnTo>
                  <a:pt x="1143" y="13588"/>
                </a:lnTo>
                <a:lnTo>
                  <a:pt x="888" y="14350"/>
                </a:lnTo>
                <a:lnTo>
                  <a:pt x="508" y="15112"/>
                </a:lnTo>
                <a:lnTo>
                  <a:pt x="254" y="16128"/>
                </a:lnTo>
                <a:lnTo>
                  <a:pt x="0" y="17272"/>
                </a:lnTo>
                <a:lnTo>
                  <a:pt x="0" y="25526"/>
                </a:lnTo>
                <a:lnTo>
                  <a:pt x="254" y="26669"/>
                </a:lnTo>
                <a:lnTo>
                  <a:pt x="508" y="27686"/>
                </a:lnTo>
                <a:lnTo>
                  <a:pt x="888" y="28321"/>
                </a:lnTo>
                <a:lnTo>
                  <a:pt x="1143" y="29082"/>
                </a:lnTo>
                <a:lnTo>
                  <a:pt x="1650" y="29590"/>
                </a:lnTo>
                <a:lnTo>
                  <a:pt x="2159" y="29844"/>
                </a:lnTo>
                <a:lnTo>
                  <a:pt x="2836" y="30352"/>
                </a:lnTo>
                <a:lnTo>
                  <a:pt x="116924" y="30352"/>
                </a:lnTo>
                <a:lnTo>
                  <a:pt x="117601" y="29844"/>
                </a:lnTo>
                <a:lnTo>
                  <a:pt x="118110" y="29590"/>
                </a:lnTo>
                <a:lnTo>
                  <a:pt x="118618" y="29082"/>
                </a:lnTo>
                <a:lnTo>
                  <a:pt x="118999" y="28321"/>
                </a:lnTo>
                <a:lnTo>
                  <a:pt x="119380" y="27686"/>
                </a:lnTo>
                <a:lnTo>
                  <a:pt x="119634" y="26669"/>
                </a:lnTo>
                <a:lnTo>
                  <a:pt x="119761" y="25526"/>
                </a:lnTo>
                <a:lnTo>
                  <a:pt x="120014" y="24384"/>
                </a:lnTo>
                <a:lnTo>
                  <a:pt x="120014" y="18541"/>
                </a:lnTo>
                <a:lnTo>
                  <a:pt x="119761" y="17272"/>
                </a:lnTo>
                <a:lnTo>
                  <a:pt x="119634" y="16128"/>
                </a:lnTo>
                <a:lnTo>
                  <a:pt x="117094" y="12446"/>
                </a:lnTo>
                <a:lnTo>
                  <a:pt x="116459" y="12191"/>
                </a:lnTo>
                <a:close/>
              </a:path>
              <a:path w="370204" h="175894">
                <a:moveTo>
                  <a:pt x="156972" y="380"/>
                </a:moveTo>
                <a:lnTo>
                  <a:pt x="144272" y="380"/>
                </a:lnTo>
                <a:lnTo>
                  <a:pt x="143129" y="635"/>
                </a:lnTo>
                <a:lnTo>
                  <a:pt x="140462" y="2666"/>
                </a:lnTo>
                <a:lnTo>
                  <a:pt x="140462" y="171196"/>
                </a:lnTo>
                <a:lnTo>
                  <a:pt x="145542" y="173609"/>
                </a:lnTo>
                <a:lnTo>
                  <a:pt x="155575" y="173609"/>
                </a:lnTo>
                <a:lnTo>
                  <a:pt x="160782" y="91821"/>
                </a:lnTo>
                <a:lnTo>
                  <a:pt x="166497" y="84709"/>
                </a:lnTo>
                <a:lnTo>
                  <a:pt x="171831" y="79375"/>
                </a:lnTo>
                <a:lnTo>
                  <a:pt x="182118" y="72136"/>
                </a:lnTo>
                <a:lnTo>
                  <a:pt x="185242" y="70992"/>
                </a:lnTo>
                <a:lnTo>
                  <a:pt x="160782" y="70992"/>
                </a:lnTo>
                <a:lnTo>
                  <a:pt x="160655" y="2666"/>
                </a:lnTo>
                <a:lnTo>
                  <a:pt x="157987" y="635"/>
                </a:lnTo>
                <a:lnTo>
                  <a:pt x="156972" y="380"/>
                </a:lnTo>
                <a:close/>
              </a:path>
              <a:path w="370204" h="175894">
                <a:moveTo>
                  <a:pt x="230724" y="70230"/>
                </a:moveTo>
                <a:lnTo>
                  <a:pt x="196342" y="70230"/>
                </a:lnTo>
                <a:lnTo>
                  <a:pt x="199898" y="70992"/>
                </a:lnTo>
                <a:lnTo>
                  <a:pt x="205994" y="74040"/>
                </a:lnTo>
                <a:lnTo>
                  <a:pt x="216281" y="171196"/>
                </a:lnTo>
                <a:lnTo>
                  <a:pt x="216662" y="171576"/>
                </a:lnTo>
                <a:lnTo>
                  <a:pt x="221361" y="173609"/>
                </a:lnTo>
                <a:lnTo>
                  <a:pt x="231394" y="173609"/>
                </a:lnTo>
                <a:lnTo>
                  <a:pt x="236093" y="171576"/>
                </a:lnTo>
                <a:lnTo>
                  <a:pt x="236474" y="171196"/>
                </a:lnTo>
                <a:lnTo>
                  <a:pt x="236412" y="91821"/>
                </a:lnTo>
                <a:lnTo>
                  <a:pt x="231012" y="70612"/>
                </a:lnTo>
                <a:lnTo>
                  <a:pt x="230724" y="70230"/>
                </a:lnTo>
                <a:close/>
              </a:path>
              <a:path w="370204" h="175894">
                <a:moveTo>
                  <a:pt x="204088" y="52577"/>
                </a:moveTo>
                <a:lnTo>
                  <a:pt x="190626" y="52577"/>
                </a:lnTo>
                <a:lnTo>
                  <a:pt x="184531" y="53975"/>
                </a:lnTo>
                <a:lnTo>
                  <a:pt x="172593" y="60071"/>
                </a:lnTo>
                <a:lnTo>
                  <a:pt x="166750" y="64642"/>
                </a:lnTo>
                <a:lnTo>
                  <a:pt x="160660" y="70992"/>
                </a:lnTo>
                <a:lnTo>
                  <a:pt x="185242" y="70992"/>
                </a:lnTo>
                <a:lnTo>
                  <a:pt x="187325" y="70230"/>
                </a:lnTo>
                <a:lnTo>
                  <a:pt x="230724" y="70230"/>
                </a:lnTo>
                <a:lnTo>
                  <a:pt x="224662" y="62229"/>
                </a:lnTo>
                <a:lnTo>
                  <a:pt x="220599" y="58800"/>
                </a:lnTo>
                <a:lnTo>
                  <a:pt x="215519" y="56261"/>
                </a:lnTo>
                <a:lnTo>
                  <a:pt x="210312" y="53721"/>
                </a:lnTo>
                <a:lnTo>
                  <a:pt x="204088" y="52577"/>
                </a:lnTo>
                <a:close/>
              </a:path>
              <a:path w="370204" h="175894">
                <a:moveTo>
                  <a:pt x="154305" y="0"/>
                </a:moveTo>
                <a:lnTo>
                  <a:pt x="146938" y="0"/>
                </a:lnTo>
                <a:lnTo>
                  <a:pt x="144843" y="380"/>
                </a:lnTo>
                <a:lnTo>
                  <a:pt x="156210" y="380"/>
                </a:lnTo>
                <a:lnTo>
                  <a:pt x="154305" y="0"/>
                </a:lnTo>
                <a:close/>
              </a:path>
              <a:path w="370204" h="175894">
                <a:moveTo>
                  <a:pt x="329438" y="52577"/>
                </a:moveTo>
                <a:lnTo>
                  <a:pt x="312420" y="52577"/>
                </a:lnTo>
                <a:lnTo>
                  <a:pt x="305054" y="53975"/>
                </a:lnTo>
                <a:lnTo>
                  <a:pt x="273176" y="80899"/>
                </a:lnTo>
                <a:lnTo>
                  <a:pt x="269222" y="94106"/>
                </a:lnTo>
                <a:lnTo>
                  <a:pt x="269097" y="94551"/>
                </a:lnTo>
                <a:lnTo>
                  <a:pt x="267906" y="100837"/>
                </a:lnTo>
                <a:lnTo>
                  <a:pt x="267192" y="107505"/>
                </a:lnTo>
                <a:lnTo>
                  <a:pt x="267190" y="121862"/>
                </a:lnTo>
                <a:lnTo>
                  <a:pt x="267890" y="128730"/>
                </a:lnTo>
                <a:lnTo>
                  <a:pt x="268994" y="134874"/>
                </a:lnTo>
                <a:lnTo>
                  <a:pt x="269043" y="135145"/>
                </a:lnTo>
                <a:lnTo>
                  <a:pt x="291846" y="169037"/>
                </a:lnTo>
                <a:lnTo>
                  <a:pt x="313689" y="175387"/>
                </a:lnTo>
                <a:lnTo>
                  <a:pt x="328168" y="175387"/>
                </a:lnTo>
                <a:lnTo>
                  <a:pt x="358901" y="168528"/>
                </a:lnTo>
                <a:lnTo>
                  <a:pt x="361188" y="167512"/>
                </a:lnTo>
                <a:lnTo>
                  <a:pt x="362585" y="166750"/>
                </a:lnTo>
                <a:lnTo>
                  <a:pt x="362965" y="166242"/>
                </a:lnTo>
                <a:lnTo>
                  <a:pt x="363474" y="165862"/>
                </a:lnTo>
                <a:lnTo>
                  <a:pt x="363855" y="165353"/>
                </a:lnTo>
                <a:lnTo>
                  <a:pt x="364617" y="163829"/>
                </a:lnTo>
                <a:lnTo>
                  <a:pt x="364617" y="158750"/>
                </a:lnTo>
                <a:lnTo>
                  <a:pt x="318135" y="158750"/>
                </a:lnTo>
                <a:lnTo>
                  <a:pt x="312420" y="157861"/>
                </a:lnTo>
                <a:lnTo>
                  <a:pt x="288289" y="124332"/>
                </a:lnTo>
                <a:lnTo>
                  <a:pt x="288289" y="118110"/>
                </a:lnTo>
                <a:lnTo>
                  <a:pt x="363982" y="118110"/>
                </a:lnTo>
                <a:lnTo>
                  <a:pt x="365887" y="117475"/>
                </a:lnTo>
                <a:lnTo>
                  <a:pt x="367411" y="116077"/>
                </a:lnTo>
                <a:lnTo>
                  <a:pt x="369062" y="114680"/>
                </a:lnTo>
                <a:lnTo>
                  <a:pt x="369950" y="112394"/>
                </a:lnTo>
                <a:lnTo>
                  <a:pt x="369950" y="103124"/>
                </a:lnTo>
                <a:lnTo>
                  <a:pt x="288289" y="103124"/>
                </a:lnTo>
                <a:lnTo>
                  <a:pt x="288353" y="100837"/>
                </a:lnTo>
                <a:lnTo>
                  <a:pt x="296672" y="78993"/>
                </a:lnTo>
                <a:lnTo>
                  <a:pt x="299212" y="75818"/>
                </a:lnTo>
                <a:lnTo>
                  <a:pt x="302387" y="73278"/>
                </a:lnTo>
                <a:lnTo>
                  <a:pt x="306197" y="71374"/>
                </a:lnTo>
                <a:lnTo>
                  <a:pt x="310134" y="69468"/>
                </a:lnTo>
                <a:lnTo>
                  <a:pt x="314579" y="68579"/>
                </a:lnTo>
                <a:lnTo>
                  <a:pt x="358808" y="68579"/>
                </a:lnTo>
                <a:lnTo>
                  <a:pt x="358394" y="68072"/>
                </a:lnTo>
                <a:lnTo>
                  <a:pt x="354330" y="63373"/>
                </a:lnTo>
                <a:lnTo>
                  <a:pt x="349419" y="59689"/>
                </a:lnTo>
                <a:lnTo>
                  <a:pt x="343154" y="56768"/>
                </a:lnTo>
                <a:lnTo>
                  <a:pt x="336931" y="53975"/>
                </a:lnTo>
                <a:lnTo>
                  <a:pt x="329438" y="52577"/>
                </a:lnTo>
                <a:close/>
              </a:path>
              <a:path w="370204" h="175894">
                <a:moveTo>
                  <a:pt x="362838" y="150494"/>
                </a:moveTo>
                <a:lnTo>
                  <a:pt x="360299" y="150494"/>
                </a:lnTo>
                <a:lnTo>
                  <a:pt x="359283" y="150749"/>
                </a:lnTo>
                <a:lnTo>
                  <a:pt x="357377" y="151637"/>
                </a:lnTo>
                <a:lnTo>
                  <a:pt x="355004" y="152653"/>
                </a:lnTo>
                <a:lnTo>
                  <a:pt x="330200" y="158750"/>
                </a:lnTo>
                <a:lnTo>
                  <a:pt x="364617" y="158750"/>
                </a:lnTo>
                <a:lnTo>
                  <a:pt x="364617" y="152653"/>
                </a:lnTo>
                <a:lnTo>
                  <a:pt x="364363" y="152018"/>
                </a:lnTo>
                <a:lnTo>
                  <a:pt x="363982" y="151256"/>
                </a:lnTo>
                <a:lnTo>
                  <a:pt x="363855" y="151002"/>
                </a:lnTo>
                <a:lnTo>
                  <a:pt x="362838" y="150494"/>
                </a:lnTo>
                <a:close/>
              </a:path>
              <a:path w="370204" h="175894">
                <a:moveTo>
                  <a:pt x="358808" y="68579"/>
                </a:moveTo>
                <a:lnTo>
                  <a:pt x="329564" y="68579"/>
                </a:lnTo>
                <a:lnTo>
                  <a:pt x="337058" y="71627"/>
                </a:lnTo>
                <a:lnTo>
                  <a:pt x="342011" y="77724"/>
                </a:lnTo>
                <a:lnTo>
                  <a:pt x="345320" y="82746"/>
                </a:lnTo>
                <a:lnTo>
                  <a:pt x="347630" y="88661"/>
                </a:lnTo>
                <a:lnTo>
                  <a:pt x="348940" y="95458"/>
                </a:lnTo>
                <a:lnTo>
                  <a:pt x="349049" y="98171"/>
                </a:lnTo>
                <a:lnTo>
                  <a:pt x="349157" y="100837"/>
                </a:lnTo>
                <a:lnTo>
                  <a:pt x="349250" y="103124"/>
                </a:lnTo>
                <a:lnTo>
                  <a:pt x="369950" y="103124"/>
                </a:lnTo>
                <a:lnTo>
                  <a:pt x="369950" y="98171"/>
                </a:lnTo>
                <a:lnTo>
                  <a:pt x="368935" y="91312"/>
                </a:lnTo>
                <a:lnTo>
                  <a:pt x="367157" y="84836"/>
                </a:lnTo>
                <a:lnTo>
                  <a:pt x="365251" y="78486"/>
                </a:lnTo>
                <a:lnTo>
                  <a:pt x="362331" y="72898"/>
                </a:lnTo>
                <a:lnTo>
                  <a:pt x="358808" y="68579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87063" y="2076323"/>
            <a:ext cx="535305" cy="175895"/>
          </a:xfrm>
          <a:custGeom>
            <a:avLst/>
            <a:gdLst/>
            <a:ahLst/>
            <a:cxnLst/>
            <a:rect l="l" t="t" r="r" b="b"/>
            <a:pathLst>
              <a:path w="535304" h="175894">
                <a:moveTo>
                  <a:pt x="60833" y="173481"/>
                </a:moveTo>
                <a:lnTo>
                  <a:pt x="45910" y="173481"/>
                </a:lnTo>
                <a:lnTo>
                  <a:pt x="46736" y="173609"/>
                </a:lnTo>
                <a:lnTo>
                  <a:pt x="59182" y="173609"/>
                </a:lnTo>
                <a:lnTo>
                  <a:pt x="60833" y="173481"/>
                </a:lnTo>
                <a:close/>
              </a:path>
              <a:path w="535304" h="175894">
                <a:moveTo>
                  <a:pt x="65087" y="172592"/>
                </a:moveTo>
                <a:lnTo>
                  <a:pt x="41782" y="172592"/>
                </a:lnTo>
                <a:lnTo>
                  <a:pt x="45338" y="173481"/>
                </a:lnTo>
                <a:lnTo>
                  <a:pt x="61086" y="173481"/>
                </a:lnTo>
                <a:lnTo>
                  <a:pt x="65087" y="172592"/>
                </a:lnTo>
                <a:close/>
              </a:path>
              <a:path w="535304" h="175894">
                <a:moveTo>
                  <a:pt x="18161" y="54737"/>
                </a:moveTo>
                <a:lnTo>
                  <a:pt x="2412" y="54737"/>
                </a:lnTo>
                <a:lnTo>
                  <a:pt x="1904" y="54990"/>
                </a:lnTo>
                <a:lnTo>
                  <a:pt x="1142" y="55244"/>
                </a:lnTo>
                <a:lnTo>
                  <a:pt x="508" y="55625"/>
                </a:lnTo>
                <a:lnTo>
                  <a:pt x="253" y="56134"/>
                </a:lnTo>
                <a:lnTo>
                  <a:pt x="63" y="56387"/>
                </a:lnTo>
                <a:lnTo>
                  <a:pt x="0" y="60071"/>
                </a:lnTo>
                <a:lnTo>
                  <a:pt x="296" y="60960"/>
                </a:lnTo>
                <a:lnTo>
                  <a:pt x="635" y="62102"/>
                </a:lnTo>
                <a:lnTo>
                  <a:pt x="888" y="63118"/>
                </a:lnTo>
                <a:lnTo>
                  <a:pt x="38988" y="169290"/>
                </a:lnTo>
                <a:lnTo>
                  <a:pt x="39242" y="170179"/>
                </a:lnTo>
                <a:lnTo>
                  <a:pt x="39877" y="170941"/>
                </a:lnTo>
                <a:lnTo>
                  <a:pt x="40487" y="171576"/>
                </a:lnTo>
                <a:lnTo>
                  <a:pt x="40894" y="172085"/>
                </a:lnTo>
                <a:lnTo>
                  <a:pt x="42079" y="172592"/>
                </a:lnTo>
                <a:lnTo>
                  <a:pt x="64388" y="172592"/>
                </a:lnTo>
                <a:lnTo>
                  <a:pt x="73299" y="151891"/>
                </a:lnTo>
                <a:lnTo>
                  <a:pt x="53721" y="151891"/>
                </a:lnTo>
                <a:lnTo>
                  <a:pt x="53212" y="150494"/>
                </a:lnTo>
                <a:lnTo>
                  <a:pt x="21716" y="58292"/>
                </a:lnTo>
                <a:lnTo>
                  <a:pt x="21336" y="57530"/>
                </a:lnTo>
                <a:lnTo>
                  <a:pt x="20954" y="56896"/>
                </a:lnTo>
                <a:lnTo>
                  <a:pt x="20574" y="56387"/>
                </a:lnTo>
                <a:lnTo>
                  <a:pt x="20447" y="56134"/>
                </a:lnTo>
                <a:lnTo>
                  <a:pt x="20320" y="55879"/>
                </a:lnTo>
                <a:lnTo>
                  <a:pt x="19896" y="55625"/>
                </a:lnTo>
                <a:lnTo>
                  <a:pt x="18161" y="54737"/>
                </a:lnTo>
                <a:close/>
              </a:path>
              <a:path w="535304" h="175894">
                <a:moveTo>
                  <a:pt x="102615" y="54482"/>
                </a:moveTo>
                <a:lnTo>
                  <a:pt x="91186" y="54482"/>
                </a:lnTo>
                <a:lnTo>
                  <a:pt x="88773" y="54737"/>
                </a:lnTo>
                <a:lnTo>
                  <a:pt x="87037" y="55625"/>
                </a:lnTo>
                <a:lnTo>
                  <a:pt x="86613" y="55879"/>
                </a:lnTo>
                <a:lnTo>
                  <a:pt x="86233" y="56387"/>
                </a:lnTo>
                <a:lnTo>
                  <a:pt x="85725" y="56896"/>
                </a:lnTo>
                <a:lnTo>
                  <a:pt x="85471" y="57530"/>
                </a:lnTo>
                <a:lnTo>
                  <a:pt x="85344" y="58292"/>
                </a:lnTo>
                <a:lnTo>
                  <a:pt x="54101" y="150494"/>
                </a:lnTo>
                <a:lnTo>
                  <a:pt x="53721" y="151891"/>
                </a:lnTo>
                <a:lnTo>
                  <a:pt x="73299" y="151891"/>
                </a:lnTo>
                <a:lnTo>
                  <a:pt x="105156" y="63118"/>
                </a:lnTo>
                <a:lnTo>
                  <a:pt x="105410" y="62484"/>
                </a:lnTo>
                <a:lnTo>
                  <a:pt x="105663" y="61467"/>
                </a:lnTo>
                <a:lnTo>
                  <a:pt x="105790" y="60960"/>
                </a:lnTo>
                <a:lnTo>
                  <a:pt x="105917" y="60071"/>
                </a:lnTo>
                <a:lnTo>
                  <a:pt x="106045" y="59689"/>
                </a:lnTo>
                <a:lnTo>
                  <a:pt x="106045" y="56641"/>
                </a:lnTo>
                <a:lnTo>
                  <a:pt x="105917" y="56387"/>
                </a:lnTo>
                <a:lnTo>
                  <a:pt x="105790" y="56134"/>
                </a:lnTo>
                <a:lnTo>
                  <a:pt x="104901" y="55244"/>
                </a:lnTo>
                <a:lnTo>
                  <a:pt x="104774" y="55244"/>
                </a:lnTo>
                <a:lnTo>
                  <a:pt x="103758" y="54737"/>
                </a:lnTo>
                <a:lnTo>
                  <a:pt x="104393" y="54737"/>
                </a:lnTo>
                <a:lnTo>
                  <a:pt x="102615" y="54482"/>
                </a:lnTo>
                <a:close/>
              </a:path>
              <a:path w="535304" h="175894">
                <a:moveTo>
                  <a:pt x="15494" y="54482"/>
                </a:moveTo>
                <a:lnTo>
                  <a:pt x="3683" y="54482"/>
                </a:lnTo>
                <a:lnTo>
                  <a:pt x="1651" y="54737"/>
                </a:lnTo>
                <a:lnTo>
                  <a:pt x="18541" y="54737"/>
                </a:lnTo>
                <a:lnTo>
                  <a:pt x="15494" y="54482"/>
                </a:lnTo>
                <a:close/>
              </a:path>
              <a:path w="535304" h="175894">
                <a:moveTo>
                  <a:pt x="204929" y="69214"/>
                </a:moveTo>
                <a:lnTo>
                  <a:pt x="168783" y="69214"/>
                </a:lnTo>
                <a:lnTo>
                  <a:pt x="172720" y="69723"/>
                </a:lnTo>
                <a:lnTo>
                  <a:pt x="176628" y="71119"/>
                </a:lnTo>
                <a:lnTo>
                  <a:pt x="179563" y="72136"/>
                </a:lnTo>
                <a:lnTo>
                  <a:pt x="179402" y="72136"/>
                </a:lnTo>
                <a:lnTo>
                  <a:pt x="181863" y="73660"/>
                </a:lnTo>
                <a:lnTo>
                  <a:pt x="183769" y="75818"/>
                </a:lnTo>
                <a:lnTo>
                  <a:pt x="185561" y="77724"/>
                </a:lnTo>
                <a:lnTo>
                  <a:pt x="185870" y="78104"/>
                </a:lnTo>
                <a:lnTo>
                  <a:pt x="187325" y="80772"/>
                </a:lnTo>
                <a:lnTo>
                  <a:pt x="189102" y="87375"/>
                </a:lnTo>
                <a:lnTo>
                  <a:pt x="189611" y="91186"/>
                </a:lnTo>
                <a:lnTo>
                  <a:pt x="189611" y="104266"/>
                </a:lnTo>
                <a:lnTo>
                  <a:pt x="165481" y="104266"/>
                </a:lnTo>
                <a:lnTo>
                  <a:pt x="157734" y="105028"/>
                </a:lnTo>
                <a:lnTo>
                  <a:pt x="122047" y="124967"/>
                </a:lnTo>
                <a:lnTo>
                  <a:pt x="119379" y="129666"/>
                </a:lnTo>
                <a:lnTo>
                  <a:pt x="118110" y="135127"/>
                </a:lnTo>
                <a:lnTo>
                  <a:pt x="118110" y="146812"/>
                </a:lnTo>
                <a:lnTo>
                  <a:pt x="145669" y="174625"/>
                </a:lnTo>
                <a:lnTo>
                  <a:pt x="151002" y="175387"/>
                </a:lnTo>
                <a:lnTo>
                  <a:pt x="163575" y="175387"/>
                </a:lnTo>
                <a:lnTo>
                  <a:pt x="170052" y="173989"/>
                </a:lnTo>
                <a:lnTo>
                  <a:pt x="181990" y="168148"/>
                </a:lnTo>
                <a:lnTo>
                  <a:pt x="187451" y="164084"/>
                </a:lnTo>
                <a:lnTo>
                  <a:pt x="191921" y="159385"/>
                </a:lnTo>
                <a:lnTo>
                  <a:pt x="153542" y="159385"/>
                </a:lnTo>
                <a:lnTo>
                  <a:pt x="148336" y="157734"/>
                </a:lnTo>
                <a:lnTo>
                  <a:pt x="144652" y="154177"/>
                </a:lnTo>
                <a:lnTo>
                  <a:pt x="140970" y="150749"/>
                </a:lnTo>
                <a:lnTo>
                  <a:pt x="139191" y="146176"/>
                </a:lnTo>
                <a:lnTo>
                  <a:pt x="139191" y="137032"/>
                </a:lnTo>
                <a:lnTo>
                  <a:pt x="139826" y="133985"/>
                </a:lnTo>
                <a:lnTo>
                  <a:pt x="141097" y="131317"/>
                </a:lnTo>
                <a:lnTo>
                  <a:pt x="142366" y="128777"/>
                </a:lnTo>
                <a:lnTo>
                  <a:pt x="144399" y="126491"/>
                </a:lnTo>
                <a:lnTo>
                  <a:pt x="147065" y="124713"/>
                </a:lnTo>
                <a:lnTo>
                  <a:pt x="149860" y="122809"/>
                </a:lnTo>
                <a:lnTo>
                  <a:pt x="153288" y="121412"/>
                </a:lnTo>
                <a:lnTo>
                  <a:pt x="157479" y="120396"/>
                </a:lnTo>
                <a:lnTo>
                  <a:pt x="161544" y="119506"/>
                </a:lnTo>
                <a:lnTo>
                  <a:pt x="166497" y="118999"/>
                </a:lnTo>
                <a:lnTo>
                  <a:pt x="209931" y="118999"/>
                </a:lnTo>
                <a:lnTo>
                  <a:pt x="209899" y="87375"/>
                </a:lnTo>
                <a:lnTo>
                  <a:pt x="209169" y="81534"/>
                </a:lnTo>
                <a:lnTo>
                  <a:pt x="207645" y="76326"/>
                </a:lnTo>
                <a:lnTo>
                  <a:pt x="205994" y="71119"/>
                </a:lnTo>
                <a:lnTo>
                  <a:pt x="204929" y="69214"/>
                </a:lnTo>
                <a:close/>
              </a:path>
              <a:path w="535304" h="175894">
                <a:moveTo>
                  <a:pt x="209931" y="158876"/>
                </a:moveTo>
                <a:lnTo>
                  <a:pt x="192404" y="158876"/>
                </a:lnTo>
                <a:lnTo>
                  <a:pt x="192404" y="171068"/>
                </a:lnTo>
                <a:lnTo>
                  <a:pt x="192574" y="171576"/>
                </a:lnTo>
                <a:lnTo>
                  <a:pt x="192659" y="171830"/>
                </a:lnTo>
                <a:lnTo>
                  <a:pt x="193166" y="172338"/>
                </a:lnTo>
                <a:lnTo>
                  <a:pt x="193801" y="172847"/>
                </a:lnTo>
                <a:lnTo>
                  <a:pt x="194690" y="173227"/>
                </a:lnTo>
                <a:lnTo>
                  <a:pt x="197358" y="173736"/>
                </a:lnTo>
                <a:lnTo>
                  <a:pt x="205104" y="173736"/>
                </a:lnTo>
                <a:lnTo>
                  <a:pt x="209931" y="171068"/>
                </a:lnTo>
                <a:lnTo>
                  <a:pt x="209931" y="158876"/>
                </a:lnTo>
                <a:close/>
              </a:path>
              <a:path w="535304" h="175894">
                <a:moveTo>
                  <a:pt x="209931" y="118999"/>
                </a:moveTo>
                <a:lnTo>
                  <a:pt x="189611" y="118999"/>
                </a:lnTo>
                <a:lnTo>
                  <a:pt x="189611" y="142748"/>
                </a:lnTo>
                <a:lnTo>
                  <a:pt x="184531" y="148336"/>
                </a:lnTo>
                <a:lnTo>
                  <a:pt x="179704" y="152526"/>
                </a:lnTo>
                <a:lnTo>
                  <a:pt x="175133" y="155321"/>
                </a:lnTo>
                <a:lnTo>
                  <a:pt x="170561" y="157987"/>
                </a:lnTo>
                <a:lnTo>
                  <a:pt x="165481" y="159385"/>
                </a:lnTo>
                <a:lnTo>
                  <a:pt x="191921" y="159385"/>
                </a:lnTo>
                <a:lnTo>
                  <a:pt x="192404" y="158876"/>
                </a:lnTo>
                <a:lnTo>
                  <a:pt x="209931" y="158876"/>
                </a:lnTo>
                <a:lnTo>
                  <a:pt x="209931" y="118999"/>
                </a:lnTo>
                <a:close/>
              </a:path>
              <a:path w="535304" h="175894">
                <a:moveTo>
                  <a:pt x="173862" y="52577"/>
                </a:moveTo>
                <a:lnTo>
                  <a:pt x="161544" y="52577"/>
                </a:lnTo>
                <a:lnTo>
                  <a:pt x="157352" y="52959"/>
                </a:lnTo>
                <a:lnTo>
                  <a:pt x="131952" y="60705"/>
                </a:lnTo>
                <a:lnTo>
                  <a:pt x="129159" y="62102"/>
                </a:lnTo>
                <a:lnTo>
                  <a:pt x="123805" y="69214"/>
                </a:lnTo>
                <a:lnTo>
                  <a:pt x="123856" y="76326"/>
                </a:lnTo>
                <a:lnTo>
                  <a:pt x="127000" y="80772"/>
                </a:lnTo>
                <a:lnTo>
                  <a:pt x="128777" y="80772"/>
                </a:lnTo>
                <a:lnTo>
                  <a:pt x="129895" y="80263"/>
                </a:lnTo>
                <a:lnTo>
                  <a:pt x="130581" y="79882"/>
                </a:lnTo>
                <a:lnTo>
                  <a:pt x="132207" y="78866"/>
                </a:lnTo>
                <a:lnTo>
                  <a:pt x="134238" y="77724"/>
                </a:lnTo>
                <a:lnTo>
                  <a:pt x="139826" y="74929"/>
                </a:lnTo>
                <a:lnTo>
                  <a:pt x="142875" y="73532"/>
                </a:lnTo>
                <a:lnTo>
                  <a:pt x="146431" y="72136"/>
                </a:lnTo>
                <a:lnTo>
                  <a:pt x="149930" y="71119"/>
                </a:lnTo>
                <a:lnTo>
                  <a:pt x="154432" y="69723"/>
                </a:lnTo>
                <a:lnTo>
                  <a:pt x="159003" y="69214"/>
                </a:lnTo>
                <a:lnTo>
                  <a:pt x="204929" y="69214"/>
                </a:lnTo>
                <a:lnTo>
                  <a:pt x="203581" y="66801"/>
                </a:lnTo>
                <a:lnTo>
                  <a:pt x="200151" y="63373"/>
                </a:lnTo>
                <a:lnTo>
                  <a:pt x="196596" y="59689"/>
                </a:lnTo>
                <a:lnTo>
                  <a:pt x="192024" y="57023"/>
                </a:lnTo>
                <a:lnTo>
                  <a:pt x="180721" y="53466"/>
                </a:lnTo>
                <a:lnTo>
                  <a:pt x="173862" y="52577"/>
                </a:lnTo>
                <a:close/>
              </a:path>
              <a:path w="535304" h="175894">
                <a:moveTo>
                  <a:pt x="264287" y="380"/>
                </a:moveTo>
                <a:lnTo>
                  <a:pt x="251587" y="380"/>
                </a:lnTo>
                <a:lnTo>
                  <a:pt x="250444" y="635"/>
                </a:lnTo>
                <a:lnTo>
                  <a:pt x="247776" y="2666"/>
                </a:lnTo>
                <a:lnTo>
                  <a:pt x="247776" y="171196"/>
                </a:lnTo>
                <a:lnTo>
                  <a:pt x="252857" y="173609"/>
                </a:lnTo>
                <a:lnTo>
                  <a:pt x="262889" y="173609"/>
                </a:lnTo>
                <a:lnTo>
                  <a:pt x="267970" y="171196"/>
                </a:lnTo>
                <a:lnTo>
                  <a:pt x="267970" y="2666"/>
                </a:lnTo>
                <a:lnTo>
                  <a:pt x="264287" y="380"/>
                </a:lnTo>
                <a:close/>
              </a:path>
              <a:path w="535304" h="175894">
                <a:moveTo>
                  <a:pt x="261620" y="0"/>
                </a:moveTo>
                <a:lnTo>
                  <a:pt x="254253" y="0"/>
                </a:lnTo>
                <a:lnTo>
                  <a:pt x="252158" y="380"/>
                </a:lnTo>
                <a:lnTo>
                  <a:pt x="263524" y="380"/>
                </a:lnTo>
                <a:lnTo>
                  <a:pt x="261620" y="0"/>
                </a:lnTo>
                <a:close/>
              </a:path>
              <a:path w="535304" h="175894">
                <a:moveTo>
                  <a:pt x="320294" y="54482"/>
                </a:moveTo>
                <a:lnTo>
                  <a:pt x="310261" y="54482"/>
                </a:lnTo>
                <a:lnTo>
                  <a:pt x="308990" y="54610"/>
                </a:lnTo>
                <a:lnTo>
                  <a:pt x="307848" y="54863"/>
                </a:lnTo>
                <a:lnTo>
                  <a:pt x="307086" y="55244"/>
                </a:lnTo>
                <a:lnTo>
                  <a:pt x="306197" y="55499"/>
                </a:lnTo>
                <a:lnTo>
                  <a:pt x="305688" y="56006"/>
                </a:lnTo>
                <a:lnTo>
                  <a:pt x="305435" y="56387"/>
                </a:lnTo>
                <a:lnTo>
                  <a:pt x="305053" y="56896"/>
                </a:lnTo>
                <a:lnTo>
                  <a:pt x="305025" y="135000"/>
                </a:lnTo>
                <a:lnTo>
                  <a:pt x="313816" y="161543"/>
                </a:lnTo>
                <a:lnTo>
                  <a:pt x="316864" y="165862"/>
                </a:lnTo>
                <a:lnTo>
                  <a:pt x="321056" y="169163"/>
                </a:lnTo>
                <a:lnTo>
                  <a:pt x="326136" y="171703"/>
                </a:lnTo>
                <a:lnTo>
                  <a:pt x="331215" y="174116"/>
                </a:lnTo>
                <a:lnTo>
                  <a:pt x="337565" y="175387"/>
                </a:lnTo>
                <a:lnTo>
                  <a:pt x="351282" y="175387"/>
                </a:lnTo>
                <a:lnTo>
                  <a:pt x="357632" y="173862"/>
                </a:lnTo>
                <a:lnTo>
                  <a:pt x="363854" y="170561"/>
                </a:lnTo>
                <a:lnTo>
                  <a:pt x="370077" y="167386"/>
                </a:lnTo>
                <a:lnTo>
                  <a:pt x="376300" y="162178"/>
                </a:lnTo>
                <a:lnTo>
                  <a:pt x="380422" y="157734"/>
                </a:lnTo>
                <a:lnTo>
                  <a:pt x="345186" y="157734"/>
                </a:lnTo>
                <a:lnTo>
                  <a:pt x="341757" y="156972"/>
                </a:lnTo>
                <a:lnTo>
                  <a:pt x="327025" y="138937"/>
                </a:lnTo>
                <a:lnTo>
                  <a:pt x="326009" y="135000"/>
                </a:lnTo>
                <a:lnTo>
                  <a:pt x="325627" y="129793"/>
                </a:lnTo>
                <a:lnTo>
                  <a:pt x="325627" y="57403"/>
                </a:lnTo>
                <a:lnTo>
                  <a:pt x="325120" y="56387"/>
                </a:lnTo>
                <a:lnTo>
                  <a:pt x="324231" y="55499"/>
                </a:lnTo>
                <a:lnTo>
                  <a:pt x="323341" y="55244"/>
                </a:lnTo>
                <a:lnTo>
                  <a:pt x="322579" y="54863"/>
                </a:lnTo>
                <a:lnTo>
                  <a:pt x="321563" y="54610"/>
                </a:lnTo>
                <a:lnTo>
                  <a:pt x="320294" y="54482"/>
                </a:lnTo>
                <a:close/>
              </a:path>
              <a:path w="535304" h="175894">
                <a:moveTo>
                  <a:pt x="401320" y="155193"/>
                </a:moveTo>
                <a:lnTo>
                  <a:pt x="382777" y="155193"/>
                </a:lnTo>
                <a:lnTo>
                  <a:pt x="382904" y="171196"/>
                </a:lnTo>
                <a:lnTo>
                  <a:pt x="383222" y="171703"/>
                </a:lnTo>
                <a:lnTo>
                  <a:pt x="383413" y="172085"/>
                </a:lnTo>
                <a:lnTo>
                  <a:pt x="387350" y="173609"/>
                </a:lnTo>
                <a:lnTo>
                  <a:pt x="396494" y="173609"/>
                </a:lnTo>
                <a:lnTo>
                  <a:pt x="400875" y="171703"/>
                </a:lnTo>
                <a:lnTo>
                  <a:pt x="401192" y="171196"/>
                </a:lnTo>
                <a:lnTo>
                  <a:pt x="401320" y="170561"/>
                </a:lnTo>
                <a:lnTo>
                  <a:pt x="401320" y="155193"/>
                </a:lnTo>
                <a:close/>
              </a:path>
              <a:path w="535304" h="175894">
                <a:moveTo>
                  <a:pt x="395986" y="54482"/>
                </a:moveTo>
                <a:lnTo>
                  <a:pt x="386079" y="54482"/>
                </a:lnTo>
                <a:lnTo>
                  <a:pt x="384810" y="54610"/>
                </a:lnTo>
                <a:lnTo>
                  <a:pt x="383666" y="54863"/>
                </a:lnTo>
                <a:lnTo>
                  <a:pt x="382904" y="55244"/>
                </a:lnTo>
                <a:lnTo>
                  <a:pt x="382015" y="55499"/>
                </a:lnTo>
                <a:lnTo>
                  <a:pt x="381126" y="56387"/>
                </a:lnTo>
                <a:lnTo>
                  <a:pt x="380873" y="56896"/>
                </a:lnTo>
                <a:lnTo>
                  <a:pt x="380746" y="136271"/>
                </a:lnTo>
                <a:lnTo>
                  <a:pt x="375031" y="143255"/>
                </a:lnTo>
                <a:lnTo>
                  <a:pt x="369570" y="148716"/>
                </a:lnTo>
                <a:lnTo>
                  <a:pt x="364489" y="152273"/>
                </a:lnTo>
                <a:lnTo>
                  <a:pt x="359410" y="155955"/>
                </a:lnTo>
                <a:lnTo>
                  <a:pt x="354329" y="157734"/>
                </a:lnTo>
                <a:lnTo>
                  <a:pt x="380422" y="157734"/>
                </a:lnTo>
                <a:lnTo>
                  <a:pt x="382777" y="155193"/>
                </a:lnTo>
                <a:lnTo>
                  <a:pt x="401320" y="155193"/>
                </a:lnTo>
                <a:lnTo>
                  <a:pt x="401320" y="57403"/>
                </a:lnTo>
                <a:lnTo>
                  <a:pt x="401192" y="56896"/>
                </a:lnTo>
                <a:lnTo>
                  <a:pt x="400812" y="56387"/>
                </a:lnTo>
                <a:lnTo>
                  <a:pt x="399923" y="55499"/>
                </a:lnTo>
                <a:lnTo>
                  <a:pt x="399161" y="55244"/>
                </a:lnTo>
                <a:lnTo>
                  <a:pt x="398399" y="54863"/>
                </a:lnTo>
                <a:lnTo>
                  <a:pt x="397383" y="54610"/>
                </a:lnTo>
                <a:lnTo>
                  <a:pt x="395986" y="54482"/>
                </a:lnTo>
                <a:close/>
              </a:path>
              <a:path w="535304" h="175894">
                <a:moveTo>
                  <a:pt x="494664" y="52577"/>
                </a:moveTo>
                <a:lnTo>
                  <a:pt x="477647" y="52577"/>
                </a:lnTo>
                <a:lnTo>
                  <a:pt x="470281" y="53975"/>
                </a:lnTo>
                <a:lnTo>
                  <a:pt x="438403" y="80899"/>
                </a:lnTo>
                <a:lnTo>
                  <a:pt x="434449" y="94106"/>
                </a:lnTo>
                <a:lnTo>
                  <a:pt x="434324" y="94551"/>
                </a:lnTo>
                <a:lnTo>
                  <a:pt x="433133" y="100837"/>
                </a:lnTo>
                <a:lnTo>
                  <a:pt x="432419" y="107505"/>
                </a:lnTo>
                <a:lnTo>
                  <a:pt x="432417" y="121862"/>
                </a:lnTo>
                <a:lnTo>
                  <a:pt x="433117" y="128730"/>
                </a:lnTo>
                <a:lnTo>
                  <a:pt x="434221" y="134874"/>
                </a:lnTo>
                <a:lnTo>
                  <a:pt x="434270" y="135145"/>
                </a:lnTo>
                <a:lnTo>
                  <a:pt x="457073" y="169037"/>
                </a:lnTo>
                <a:lnTo>
                  <a:pt x="478916" y="175387"/>
                </a:lnTo>
                <a:lnTo>
                  <a:pt x="493395" y="175387"/>
                </a:lnTo>
                <a:lnTo>
                  <a:pt x="524128" y="168528"/>
                </a:lnTo>
                <a:lnTo>
                  <a:pt x="526414" y="167512"/>
                </a:lnTo>
                <a:lnTo>
                  <a:pt x="527812" y="166750"/>
                </a:lnTo>
                <a:lnTo>
                  <a:pt x="528192" y="166242"/>
                </a:lnTo>
                <a:lnTo>
                  <a:pt x="528701" y="165862"/>
                </a:lnTo>
                <a:lnTo>
                  <a:pt x="529082" y="165353"/>
                </a:lnTo>
                <a:lnTo>
                  <a:pt x="529844" y="163829"/>
                </a:lnTo>
                <a:lnTo>
                  <a:pt x="529844" y="158750"/>
                </a:lnTo>
                <a:lnTo>
                  <a:pt x="483362" y="158750"/>
                </a:lnTo>
                <a:lnTo>
                  <a:pt x="477647" y="157861"/>
                </a:lnTo>
                <a:lnTo>
                  <a:pt x="453516" y="124332"/>
                </a:lnTo>
                <a:lnTo>
                  <a:pt x="453516" y="118110"/>
                </a:lnTo>
                <a:lnTo>
                  <a:pt x="529209" y="118110"/>
                </a:lnTo>
                <a:lnTo>
                  <a:pt x="531113" y="117475"/>
                </a:lnTo>
                <a:lnTo>
                  <a:pt x="532638" y="116077"/>
                </a:lnTo>
                <a:lnTo>
                  <a:pt x="534288" y="114680"/>
                </a:lnTo>
                <a:lnTo>
                  <a:pt x="535177" y="112394"/>
                </a:lnTo>
                <a:lnTo>
                  <a:pt x="535177" y="103124"/>
                </a:lnTo>
                <a:lnTo>
                  <a:pt x="453516" y="103124"/>
                </a:lnTo>
                <a:lnTo>
                  <a:pt x="453580" y="100837"/>
                </a:lnTo>
                <a:lnTo>
                  <a:pt x="461899" y="78993"/>
                </a:lnTo>
                <a:lnTo>
                  <a:pt x="464438" y="75818"/>
                </a:lnTo>
                <a:lnTo>
                  <a:pt x="467613" y="73278"/>
                </a:lnTo>
                <a:lnTo>
                  <a:pt x="471424" y="71374"/>
                </a:lnTo>
                <a:lnTo>
                  <a:pt x="475361" y="69468"/>
                </a:lnTo>
                <a:lnTo>
                  <a:pt x="479806" y="68579"/>
                </a:lnTo>
                <a:lnTo>
                  <a:pt x="524035" y="68579"/>
                </a:lnTo>
                <a:lnTo>
                  <a:pt x="523621" y="68072"/>
                </a:lnTo>
                <a:lnTo>
                  <a:pt x="519557" y="63373"/>
                </a:lnTo>
                <a:lnTo>
                  <a:pt x="514646" y="59689"/>
                </a:lnTo>
                <a:lnTo>
                  <a:pt x="508381" y="56768"/>
                </a:lnTo>
                <a:lnTo>
                  <a:pt x="502158" y="53975"/>
                </a:lnTo>
                <a:lnTo>
                  <a:pt x="494664" y="52577"/>
                </a:lnTo>
                <a:close/>
              </a:path>
              <a:path w="535304" h="175894">
                <a:moveTo>
                  <a:pt x="528065" y="150494"/>
                </a:moveTo>
                <a:lnTo>
                  <a:pt x="525526" y="150494"/>
                </a:lnTo>
                <a:lnTo>
                  <a:pt x="524510" y="150749"/>
                </a:lnTo>
                <a:lnTo>
                  <a:pt x="522604" y="151637"/>
                </a:lnTo>
                <a:lnTo>
                  <a:pt x="520231" y="152653"/>
                </a:lnTo>
                <a:lnTo>
                  <a:pt x="495426" y="158750"/>
                </a:lnTo>
                <a:lnTo>
                  <a:pt x="529844" y="158750"/>
                </a:lnTo>
                <a:lnTo>
                  <a:pt x="529844" y="152653"/>
                </a:lnTo>
                <a:lnTo>
                  <a:pt x="529589" y="152018"/>
                </a:lnTo>
                <a:lnTo>
                  <a:pt x="529209" y="151256"/>
                </a:lnTo>
                <a:lnTo>
                  <a:pt x="529082" y="151002"/>
                </a:lnTo>
                <a:lnTo>
                  <a:pt x="528065" y="150494"/>
                </a:lnTo>
                <a:close/>
              </a:path>
              <a:path w="535304" h="175894">
                <a:moveTo>
                  <a:pt x="524035" y="68579"/>
                </a:moveTo>
                <a:lnTo>
                  <a:pt x="494791" y="68579"/>
                </a:lnTo>
                <a:lnTo>
                  <a:pt x="502285" y="71627"/>
                </a:lnTo>
                <a:lnTo>
                  <a:pt x="507238" y="77724"/>
                </a:lnTo>
                <a:lnTo>
                  <a:pt x="510547" y="82746"/>
                </a:lnTo>
                <a:lnTo>
                  <a:pt x="512857" y="88661"/>
                </a:lnTo>
                <a:lnTo>
                  <a:pt x="514167" y="95458"/>
                </a:lnTo>
                <a:lnTo>
                  <a:pt x="514276" y="98171"/>
                </a:lnTo>
                <a:lnTo>
                  <a:pt x="514384" y="100837"/>
                </a:lnTo>
                <a:lnTo>
                  <a:pt x="514476" y="103124"/>
                </a:lnTo>
                <a:lnTo>
                  <a:pt x="535177" y="103124"/>
                </a:lnTo>
                <a:lnTo>
                  <a:pt x="535177" y="98171"/>
                </a:lnTo>
                <a:lnTo>
                  <a:pt x="534162" y="91312"/>
                </a:lnTo>
                <a:lnTo>
                  <a:pt x="532384" y="84836"/>
                </a:lnTo>
                <a:lnTo>
                  <a:pt x="530478" y="78486"/>
                </a:lnTo>
                <a:lnTo>
                  <a:pt x="527558" y="72898"/>
                </a:lnTo>
                <a:lnTo>
                  <a:pt x="524035" y="68579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801742" y="2075433"/>
            <a:ext cx="591058" cy="17627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73827" y="2076323"/>
            <a:ext cx="996574" cy="175387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6553200" y="2076830"/>
            <a:ext cx="506095" cy="175260"/>
          </a:xfrm>
          <a:custGeom>
            <a:avLst/>
            <a:gdLst/>
            <a:ahLst/>
            <a:cxnLst/>
            <a:rect l="l" t="t" r="r" b="b"/>
            <a:pathLst>
              <a:path w="506095" h="175260">
                <a:moveTo>
                  <a:pt x="55118" y="172974"/>
                </a:moveTo>
                <a:lnTo>
                  <a:pt x="40068" y="172974"/>
                </a:lnTo>
                <a:lnTo>
                  <a:pt x="40894" y="173101"/>
                </a:lnTo>
                <a:lnTo>
                  <a:pt x="53340" y="173101"/>
                </a:lnTo>
                <a:lnTo>
                  <a:pt x="55118" y="172974"/>
                </a:lnTo>
                <a:close/>
              </a:path>
              <a:path w="506095" h="175260">
                <a:moveTo>
                  <a:pt x="128777" y="172974"/>
                </a:moveTo>
                <a:lnTo>
                  <a:pt x="113601" y="172974"/>
                </a:lnTo>
                <a:lnTo>
                  <a:pt x="114426" y="173101"/>
                </a:lnTo>
                <a:lnTo>
                  <a:pt x="127126" y="173101"/>
                </a:lnTo>
                <a:lnTo>
                  <a:pt x="128777" y="172974"/>
                </a:lnTo>
                <a:close/>
              </a:path>
              <a:path w="506095" h="175260">
                <a:moveTo>
                  <a:pt x="59055" y="172085"/>
                </a:moveTo>
                <a:lnTo>
                  <a:pt x="35813" y="172085"/>
                </a:lnTo>
                <a:lnTo>
                  <a:pt x="39370" y="172974"/>
                </a:lnTo>
                <a:lnTo>
                  <a:pt x="55499" y="172974"/>
                </a:lnTo>
                <a:lnTo>
                  <a:pt x="59055" y="172085"/>
                </a:lnTo>
                <a:close/>
              </a:path>
              <a:path w="506095" h="175260">
                <a:moveTo>
                  <a:pt x="132588" y="172085"/>
                </a:moveTo>
                <a:lnTo>
                  <a:pt x="109346" y="172085"/>
                </a:lnTo>
                <a:lnTo>
                  <a:pt x="112902" y="172974"/>
                </a:lnTo>
                <a:lnTo>
                  <a:pt x="129031" y="172974"/>
                </a:lnTo>
                <a:lnTo>
                  <a:pt x="132588" y="172085"/>
                </a:lnTo>
                <a:close/>
              </a:path>
              <a:path w="506095" h="175260">
                <a:moveTo>
                  <a:pt x="17906" y="54229"/>
                </a:moveTo>
                <a:lnTo>
                  <a:pt x="2539" y="54229"/>
                </a:lnTo>
                <a:lnTo>
                  <a:pt x="1016" y="54737"/>
                </a:lnTo>
                <a:lnTo>
                  <a:pt x="380" y="55245"/>
                </a:lnTo>
                <a:lnTo>
                  <a:pt x="126" y="55499"/>
                </a:lnTo>
                <a:lnTo>
                  <a:pt x="0" y="60325"/>
                </a:lnTo>
                <a:lnTo>
                  <a:pt x="380" y="61341"/>
                </a:lnTo>
                <a:lnTo>
                  <a:pt x="33400" y="168783"/>
                </a:lnTo>
                <a:lnTo>
                  <a:pt x="33654" y="169672"/>
                </a:lnTo>
                <a:lnTo>
                  <a:pt x="34137" y="170434"/>
                </a:lnTo>
                <a:lnTo>
                  <a:pt x="35051" y="171577"/>
                </a:lnTo>
                <a:lnTo>
                  <a:pt x="36068" y="172085"/>
                </a:lnTo>
                <a:lnTo>
                  <a:pt x="58674" y="172085"/>
                </a:lnTo>
                <a:lnTo>
                  <a:pt x="65972" y="151003"/>
                </a:lnTo>
                <a:lnTo>
                  <a:pt x="48386" y="151003"/>
                </a:lnTo>
                <a:lnTo>
                  <a:pt x="48132" y="149987"/>
                </a:lnTo>
                <a:lnTo>
                  <a:pt x="21081" y="57785"/>
                </a:lnTo>
                <a:lnTo>
                  <a:pt x="20954" y="57023"/>
                </a:lnTo>
                <a:lnTo>
                  <a:pt x="20574" y="56388"/>
                </a:lnTo>
                <a:lnTo>
                  <a:pt x="20523" y="56261"/>
                </a:lnTo>
                <a:lnTo>
                  <a:pt x="20421" y="56007"/>
                </a:lnTo>
                <a:lnTo>
                  <a:pt x="20320" y="55753"/>
                </a:lnTo>
                <a:lnTo>
                  <a:pt x="19939" y="55245"/>
                </a:lnTo>
                <a:lnTo>
                  <a:pt x="19430" y="54864"/>
                </a:lnTo>
                <a:lnTo>
                  <a:pt x="19049" y="54737"/>
                </a:lnTo>
                <a:lnTo>
                  <a:pt x="17906" y="54229"/>
                </a:lnTo>
                <a:close/>
              </a:path>
              <a:path w="506095" h="175260">
                <a:moveTo>
                  <a:pt x="102623" y="86614"/>
                </a:moveTo>
                <a:lnTo>
                  <a:pt x="83184" y="86614"/>
                </a:lnTo>
                <a:lnTo>
                  <a:pt x="83439" y="87630"/>
                </a:lnTo>
                <a:lnTo>
                  <a:pt x="107188" y="169672"/>
                </a:lnTo>
                <a:lnTo>
                  <a:pt x="108051" y="171069"/>
                </a:lnTo>
                <a:lnTo>
                  <a:pt x="108457" y="171577"/>
                </a:lnTo>
                <a:lnTo>
                  <a:pt x="109474" y="172085"/>
                </a:lnTo>
                <a:lnTo>
                  <a:pt x="131952" y="172085"/>
                </a:lnTo>
                <a:lnTo>
                  <a:pt x="134493" y="168783"/>
                </a:lnTo>
                <a:lnTo>
                  <a:pt x="139999" y="151003"/>
                </a:lnTo>
                <a:lnTo>
                  <a:pt x="121157" y="151003"/>
                </a:lnTo>
                <a:lnTo>
                  <a:pt x="120903" y="149987"/>
                </a:lnTo>
                <a:lnTo>
                  <a:pt x="102623" y="86614"/>
                </a:lnTo>
                <a:close/>
              </a:path>
              <a:path w="506095" h="175260">
                <a:moveTo>
                  <a:pt x="91058" y="54229"/>
                </a:moveTo>
                <a:lnTo>
                  <a:pt x="76580" y="54229"/>
                </a:lnTo>
                <a:lnTo>
                  <a:pt x="75438" y="54737"/>
                </a:lnTo>
                <a:lnTo>
                  <a:pt x="75056" y="54864"/>
                </a:lnTo>
                <a:lnTo>
                  <a:pt x="74549" y="55245"/>
                </a:lnTo>
                <a:lnTo>
                  <a:pt x="74168" y="55753"/>
                </a:lnTo>
                <a:lnTo>
                  <a:pt x="73863" y="56261"/>
                </a:lnTo>
                <a:lnTo>
                  <a:pt x="73786" y="56388"/>
                </a:lnTo>
                <a:lnTo>
                  <a:pt x="73363" y="57531"/>
                </a:lnTo>
                <a:lnTo>
                  <a:pt x="73278" y="57785"/>
                </a:lnTo>
                <a:lnTo>
                  <a:pt x="48641" y="149987"/>
                </a:lnTo>
                <a:lnTo>
                  <a:pt x="48386" y="151003"/>
                </a:lnTo>
                <a:lnTo>
                  <a:pt x="65972" y="151003"/>
                </a:lnTo>
                <a:lnTo>
                  <a:pt x="82930" y="87630"/>
                </a:lnTo>
                <a:lnTo>
                  <a:pt x="83184" y="86614"/>
                </a:lnTo>
                <a:lnTo>
                  <a:pt x="102623" y="86614"/>
                </a:lnTo>
                <a:lnTo>
                  <a:pt x="94307" y="57785"/>
                </a:lnTo>
                <a:lnTo>
                  <a:pt x="94233" y="57531"/>
                </a:lnTo>
                <a:lnTo>
                  <a:pt x="94106" y="56769"/>
                </a:lnTo>
                <a:lnTo>
                  <a:pt x="93916" y="56388"/>
                </a:lnTo>
                <a:lnTo>
                  <a:pt x="93852" y="56261"/>
                </a:lnTo>
                <a:lnTo>
                  <a:pt x="93091" y="55245"/>
                </a:lnTo>
                <a:lnTo>
                  <a:pt x="92582" y="54864"/>
                </a:lnTo>
                <a:lnTo>
                  <a:pt x="92201" y="54737"/>
                </a:lnTo>
                <a:lnTo>
                  <a:pt x="91058" y="54229"/>
                </a:lnTo>
                <a:close/>
              </a:path>
              <a:path w="506095" h="175260">
                <a:moveTo>
                  <a:pt x="166200" y="54229"/>
                </a:moveTo>
                <a:lnTo>
                  <a:pt x="151256" y="54229"/>
                </a:lnTo>
                <a:lnTo>
                  <a:pt x="150241" y="54737"/>
                </a:lnTo>
                <a:lnTo>
                  <a:pt x="150050" y="54737"/>
                </a:lnTo>
                <a:lnTo>
                  <a:pt x="149605" y="54864"/>
                </a:lnTo>
                <a:lnTo>
                  <a:pt x="149098" y="55245"/>
                </a:lnTo>
                <a:lnTo>
                  <a:pt x="148717" y="55753"/>
                </a:lnTo>
                <a:lnTo>
                  <a:pt x="148412" y="56261"/>
                </a:lnTo>
                <a:lnTo>
                  <a:pt x="148335" y="56388"/>
                </a:lnTo>
                <a:lnTo>
                  <a:pt x="148183" y="56769"/>
                </a:lnTo>
                <a:lnTo>
                  <a:pt x="148081" y="57023"/>
                </a:lnTo>
                <a:lnTo>
                  <a:pt x="147954" y="57785"/>
                </a:lnTo>
                <a:lnTo>
                  <a:pt x="121284" y="149987"/>
                </a:lnTo>
                <a:lnTo>
                  <a:pt x="121157" y="151003"/>
                </a:lnTo>
                <a:lnTo>
                  <a:pt x="139999" y="151003"/>
                </a:lnTo>
                <a:lnTo>
                  <a:pt x="167767" y="61341"/>
                </a:lnTo>
                <a:lnTo>
                  <a:pt x="168148" y="60325"/>
                </a:lnTo>
                <a:lnTo>
                  <a:pt x="168275" y="59436"/>
                </a:lnTo>
                <a:lnTo>
                  <a:pt x="168401" y="56007"/>
                </a:lnTo>
                <a:lnTo>
                  <a:pt x="168232" y="55753"/>
                </a:lnTo>
                <a:lnTo>
                  <a:pt x="168021" y="55499"/>
                </a:lnTo>
                <a:lnTo>
                  <a:pt x="167767" y="55245"/>
                </a:lnTo>
                <a:lnTo>
                  <a:pt x="167258" y="54864"/>
                </a:lnTo>
                <a:lnTo>
                  <a:pt x="166200" y="54229"/>
                </a:lnTo>
                <a:close/>
              </a:path>
              <a:path w="506095" h="175260">
                <a:moveTo>
                  <a:pt x="2539" y="54229"/>
                </a:moveTo>
                <a:lnTo>
                  <a:pt x="2370" y="54229"/>
                </a:lnTo>
                <a:lnTo>
                  <a:pt x="1185" y="54737"/>
                </a:lnTo>
                <a:lnTo>
                  <a:pt x="1016" y="54737"/>
                </a:lnTo>
                <a:lnTo>
                  <a:pt x="2539" y="54229"/>
                </a:lnTo>
                <a:close/>
              </a:path>
              <a:path w="506095" h="175260">
                <a:moveTo>
                  <a:pt x="76580" y="54229"/>
                </a:moveTo>
                <a:lnTo>
                  <a:pt x="17906" y="54229"/>
                </a:lnTo>
                <a:lnTo>
                  <a:pt x="18923" y="54737"/>
                </a:lnTo>
                <a:lnTo>
                  <a:pt x="75565" y="54737"/>
                </a:lnTo>
                <a:lnTo>
                  <a:pt x="76580" y="54229"/>
                </a:lnTo>
                <a:close/>
              </a:path>
              <a:path w="506095" h="175260">
                <a:moveTo>
                  <a:pt x="151256" y="54229"/>
                </a:moveTo>
                <a:lnTo>
                  <a:pt x="91058" y="54229"/>
                </a:lnTo>
                <a:lnTo>
                  <a:pt x="92075" y="54737"/>
                </a:lnTo>
                <a:lnTo>
                  <a:pt x="150241" y="54737"/>
                </a:lnTo>
                <a:lnTo>
                  <a:pt x="151256" y="54229"/>
                </a:lnTo>
                <a:close/>
              </a:path>
              <a:path w="506095" h="175260">
                <a:moveTo>
                  <a:pt x="15367" y="53975"/>
                </a:moveTo>
                <a:lnTo>
                  <a:pt x="3682" y="53975"/>
                </a:lnTo>
                <a:lnTo>
                  <a:pt x="1651" y="54229"/>
                </a:lnTo>
                <a:lnTo>
                  <a:pt x="18414" y="54229"/>
                </a:lnTo>
                <a:lnTo>
                  <a:pt x="15367" y="53975"/>
                </a:lnTo>
                <a:close/>
              </a:path>
              <a:path w="506095" h="175260">
                <a:moveTo>
                  <a:pt x="88773" y="53975"/>
                </a:moveTo>
                <a:lnTo>
                  <a:pt x="78867" y="53975"/>
                </a:lnTo>
                <a:lnTo>
                  <a:pt x="76327" y="54229"/>
                </a:lnTo>
                <a:lnTo>
                  <a:pt x="91312" y="54229"/>
                </a:lnTo>
                <a:lnTo>
                  <a:pt x="88773" y="53975"/>
                </a:lnTo>
                <a:close/>
              </a:path>
              <a:path w="506095" h="175260">
                <a:moveTo>
                  <a:pt x="164973" y="53975"/>
                </a:moveTo>
                <a:lnTo>
                  <a:pt x="153670" y="53975"/>
                </a:lnTo>
                <a:lnTo>
                  <a:pt x="150876" y="54229"/>
                </a:lnTo>
                <a:lnTo>
                  <a:pt x="166750" y="54229"/>
                </a:lnTo>
                <a:lnTo>
                  <a:pt x="164973" y="53975"/>
                </a:lnTo>
                <a:close/>
              </a:path>
              <a:path w="506095" h="175260">
                <a:moveTo>
                  <a:pt x="248793" y="52070"/>
                </a:moveTo>
                <a:lnTo>
                  <a:pt x="239649" y="52070"/>
                </a:lnTo>
                <a:lnTo>
                  <a:pt x="232721" y="52355"/>
                </a:lnTo>
                <a:lnTo>
                  <a:pt x="196723" y="69469"/>
                </a:lnTo>
                <a:lnTo>
                  <a:pt x="182499" y="105410"/>
                </a:lnTo>
                <a:lnTo>
                  <a:pt x="182499" y="114554"/>
                </a:lnTo>
                <a:lnTo>
                  <a:pt x="182645" y="119253"/>
                </a:lnTo>
                <a:lnTo>
                  <a:pt x="182713" y="121431"/>
                </a:lnTo>
                <a:lnTo>
                  <a:pt x="200659" y="164084"/>
                </a:lnTo>
                <a:lnTo>
                  <a:pt x="228092" y="174879"/>
                </a:lnTo>
                <a:lnTo>
                  <a:pt x="246633" y="174879"/>
                </a:lnTo>
                <a:lnTo>
                  <a:pt x="279714" y="157607"/>
                </a:lnTo>
                <a:lnTo>
                  <a:pt x="231648" y="157607"/>
                </a:lnTo>
                <a:lnTo>
                  <a:pt x="226793" y="156591"/>
                </a:lnTo>
                <a:lnTo>
                  <a:pt x="226420" y="156591"/>
                </a:lnTo>
                <a:lnTo>
                  <a:pt x="221742" y="154051"/>
                </a:lnTo>
                <a:lnTo>
                  <a:pt x="217297" y="151765"/>
                </a:lnTo>
                <a:lnTo>
                  <a:pt x="204024" y="121431"/>
                </a:lnTo>
                <a:lnTo>
                  <a:pt x="203912" y="120142"/>
                </a:lnTo>
                <a:lnTo>
                  <a:pt x="212122" y="81661"/>
                </a:lnTo>
                <a:lnTo>
                  <a:pt x="215010" y="77597"/>
                </a:lnTo>
                <a:lnTo>
                  <a:pt x="218694" y="74549"/>
                </a:lnTo>
                <a:lnTo>
                  <a:pt x="223011" y="72390"/>
                </a:lnTo>
                <a:lnTo>
                  <a:pt x="227195" y="70358"/>
                </a:lnTo>
                <a:lnTo>
                  <a:pt x="226806" y="70358"/>
                </a:lnTo>
                <a:lnTo>
                  <a:pt x="232664" y="69215"/>
                </a:lnTo>
                <a:lnTo>
                  <a:pt x="281673" y="69215"/>
                </a:lnTo>
                <a:lnTo>
                  <a:pt x="280670" y="68072"/>
                </a:lnTo>
                <a:lnTo>
                  <a:pt x="276225" y="62865"/>
                </a:lnTo>
                <a:lnTo>
                  <a:pt x="270509" y="58801"/>
                </a:lnTo>
                <a:lnTo>
                  <a:pt x="263651" y="56134"/>
                </a:lnTo>
                <a:lnTo>
                  <a:pt x="256794" y="53340"/>
                </a:lnTo>
                <a:lnTo>
                  <a:pt x="248793" y="52070"/>
                </a:lnTo>
                <a:close/>
              </a:path>
              <a:path w="506095" h="175260">
                <a:moveTo>
                  <a:pt x="281673" y="69215"/>
                </a:moveTo>
                <a:lnTo>
                  <a:pt x="245364" y="69215"/>
                </a:lnTo>
                <a:lnTo>
                  <a:pt x="250951" y="70358"/>
                </a:lnTo>
                <a:lnTo>
                  <a:pt x="255397" y="72644"/>
                </a:lnTo>
                <a:lnTo>
                  <a:pt x="259715" y="75057"/>
                </a:lnTo>
                <a:lnTo>
                  <a:pt x="263271" y="78232"/>
                </a:lnTo>
                <a:lnTo>
                  <a:pt x="265810" y="82296"/>
                </a:lnTo>
                <a:lnTo>
                  <a:pt x="268477" y="86360"/>
                </a:lnTo>
                <a:lnTo>
                  <a:pt x="270382" y="91059"/>
                </a:lnTo>
                <a:lnTo>
                  <a:pt x="271399" y="96520"/>
                </a:lnTo>
                <a:lnTo>
                  <a:pt x="272542" y="101854"/>
                </a:lnTo>
                <a:lnTo>
                  <a:pt x="273092" y="106807"/>
                </a:lnTo>
                <a:lnTo>
                  <a:pt x="273176" y="120142"/>
                </a:lnTo>
                <a:lnTo>
                  <a:pt x="272530" y="125095"/>
                </a:lnTo>
                <a:lnTo>
                  <a:pt x="249554" y="156591"/>
                </a:lnTo>
                <a:lnTo>
                  <a:pt x="244348" y="157607"/>
                </a:lnTo>
                <a:lnTo>
                  <a:pt x="279714" y="157607"/>
                </a:lnTo>
                <a:lnTo>
                  <a:pt x="284860" y="151765"/>
                </a:lnTo>
                <a:lnTo>
                  <a:pt x="288348" y="145288"/>
                </a:lnTo>
                <a:lnTo>
                  <a:pt x="288417" y="145161"/>
                </a:lnTo>
                <a:lnTo>
                  <a:pt x="290829" y="137414"/>
                </a:lnTo>
                <a:lnTo>
                  <a:pt x="293243" y="129794"/>
                </a:lnTo>
                <a:lnTo>
                  <a:pt x="294383" y="121431"/>
                </a:lnTo>
                <a:lnTo>
                  <a:pt x="294385" y="112268"/>
                </a:lnTo>
                <a:lnTo>
                  <a:pt x="294239" y="107569"/>
                </a:lnTo>
                <a:lnTo>
                  <a:pt x="294171" y="105410"/>
                </a:lnTo>
                <a:lnTo>
                  <a:pt x="285242" y="73279"/>
                </a:lnTo>
                <a:lnTo>
                  <a:pt x="281673" y="69215"/>
                </a:lnTo>
                <a:close/>
              </a:path>
              <a:path w="506095" h="175260">
                <a:moveTo>
                  <a:pt x="338327" y="53975"/>
                </a:moveTo>
                <a:lnTo>
                  <a:pt x="329183" y="53975"/>
                </a:lnTo>
                <a:lnTo>
                  <a:pt x="328041" y="54102"/>
                </a:lnTo>
                <a:lnTo>
                  <a:pt x="327151" y="54356"/>
                </a:lnTo>
                <a:lnTo>
                  <a:pt x="326390" y="54737"/>
                </a:lnTo>
                <a:lnTo>
                  <a:pt x="325627" y="54991"/>
                </a:lnTo>
                <a:lnTo>
                  <a:pt x="325120" y="55499"/>
                </a:lnTo>
                <a:lnTo>
                  <a:pt x="324802" y="56007"/>
                </a:lnTo>
                <a:lnTo>
                  <a:pt x="324675" y="56261"/>
                </a:lnTo>
                <a:lnTo>
                  <a:pt x="324611" y="170688"/>
                </a:lnTo>
                <a:lnTo>
                  <a:pt x="324866" y="171069"/>
                </a:lnTo>
                <a:lnTo>
                  <a:pt x="329692" y="173101"/>
                </a:lnTo>
                <a:lnTo>
                  <a:pt x="339725" y="173101"/>
                </a:lnTo>
                <a:lnTo>
                  <a:pt x="344931" y="95885"/>
                </a:lnTo>
                <a:lnTo>
                  <a:pt x="347852" y="91313"/>
                </a:lnTo>
                <a:lnTo>
                  <a:pt x="363185" y="74041"/>
                </a:lnTo>
                <a:lnTo>
                  <a:pt x="343027" y="74041"/>
                </a:lnTo>
                <a:lnTo>
                  <a:pt x="342902" y="56769"/>
                </a:lnTo>
                <a:lnTo>
                  <a:pt x="342804" y="56261"/>
                </a:lnTo>
                <a:lnTo>
                  <a:pt x="342349" y="55626"/>
                </a:lnTo>
                <a:lnTo>
                  <a:pt x="342265" y="55499"/>
                </a:lnTo>
                <a:lnTo>
                  <a:pt x="341756" y="54991"/>
                </a:lnTo>
                <a:lnTo>
                  <a:pt x="341122" y="54737"/>
                </a:lnTo>
                <a:lnTo>
                  <a:pt x="340486" y="54356"/>
                </a:lnTo>
                <a:lnTo>
                  <a:pt x="339598" y="54102"/>
                </a:lnTo>
                <a:lnTo>
                  <a:pt x="338327" y="53975"/>
                </a:lnTo>
                <a:close/>
              </a:path>
              <a:path w="506095" h="175260">
                <a:moveTo>
                  <a:pt x="389556" y="71374"/>
                </a:moveTo>
                <a:lnTo>
                  <a:pt x="373888" y="71374"/>
                </a:lnTo>
                <a:lnTo>
                  <a:pt x="375539" y="71501"/>
                </a:lnTo>
                <a:lnTo>
                  <a:pt x="380110" y="72644"/>
                </a:lnTo>
                <a:lnTo>
                  <a:pt x="380280" y="72644"/>
                </a:lnTo>
                <a:lnTo>
                  <a:pt x="381126" y="72898"/>
                </a:lnTo>
                <a:lnTo>
                  <a:pt x="383413" y="73660"/>
                </a:lnTo>
                <a:lnTo>
                  <a:pt x="384301" y="74041"/>
                </a:lnTo>
                <a:lnTo>
                  <a:pt x="385318" y="74422"/>
                </a:lnTo>
                <a:lnTo>
                  <a:pt x="386460" y="74803"/>
                </a:lnTo>
                <a:lnTo>
                  <a:pt x="387223" y="74803"/>
                </a:lnTo>
                <a:lnTo>
                  <a:pt x="387984" y="74422"/>
                </a:lnTo>
                <a:lnTo>
                  <a:pt x="388366" y="74041"/>
                </a:lnTo>
                <a:lnTo>
                  <a:pt x="388620" y="73660"/>
                </a:lnTo>
                <a:lnTo>
                  <a:pt x="389000" y="73152"/>
                </a:lnTo>
                <a:lnTo>
                  <a:pt x="389508" y="71755"/>
                </a:lnTo>
                <a:lnTo>
                  <a:pt x="389556" y="71374"/>
                </a:lnTo>
                <a:close/>
              </a:path>
              <a:path w="506095" h="175260">
                <a:moveTo>
                  <a:pt x="378586" y="52324"/>
                </a:moveTo>
                <a:lnTo>
                  <a:pt x="368807" y="52324"/>
                </a:lnTo>
                <a:lnTo>
                  <a:pt x="366395" y="52959"/>
                </a:lnTo>
                <a:lnTo>
                  <a:pt x="351663" y="62992"/>
                </a:lnTo>
                <a:lnTo>
                  <a:pt x="348996" y="65786"/>
                </a:lnTo>
                <a:lnTo>
                  <a:pt x="346075" y="69469"/>
                </a:lnTo>
                <a:lnTo>
                  <a:pt x="342939" y="74041"/>
                </a:lnTo>
                <a:lnTo>
                  <a:pt x="363185" y="74041"/>
                </a:lnTo>
                <a:lnTo>
                  <a:pt x="364108" y="73406"/>
                </a:lnTo>
                <a:lnTo>
                  <a:pt x="366141" y="72644"/>
                </a:lnTo>
                <a:lnTo>
                  <a:pt x="368173" y="71755"/>
                </a:lnTo>
                <a:lnTo>
                  <a:pt x="370077" y="71374"/>
                </a:lnTo>
                <a:lnTo>
                  <a:pt x="389556" y="71374"/>
                </a:lnTo>
                <a:lnTo>
                  <a:pt x="389763" y="69469"/>
                </a:lnTo>
                <a:lnTo>
                  <a:pt x="389763" y="59309"/>
                </a:lnTo>
                <a:lnTo>
                  <a:pt x="389635" y="58420"/>
                </a:lnTo>
                <a:lnTo>
                  <a:pt x="389508" y="57912"/>
                </a:lnTo>
                <a:lnTo>
                  <a:pt x="389381" y="57277"/>
                </a:lnTo>
                <a:lnTo>
                  <a:pt x="389254" y="56769"/>
                </a:lnTo>
                <a:lnTo>
                  <a:pt x="389127" y="56388"/>
                </a:lnTo>
                <a:lnTo>
                  <a:pt x="389000" y="56007"/>
                </a:lnTo>
                <a:lnTo>
                  <a:pt x="382015" y="52959"/>
                </a:lnTo>
                <a:lnTo>
                  <a:pt x="382238" y="52959"/>
                </a:lnTo>
                <a:lnTo>
                  <a:pt x="378586" y="52324"/>
                </a:lnTo>
                <a:close/>
              </a:path>
              <a:path w="506095" h="175260">
                <a:moveTo>
                  <a:pt x="457453" y="52070"/>
                </a:moveTo>
                <a:lnTo>
                  <a:pt x="443102" y="52070"/>
                </a:lnTo>
                <a:lnTo>
                  <a:pt x="436118" y="53467"/>
                </a:lnTo>
                <a:lnTo>
                  <a:pt x="407924" y="81153"/>
                </a:lnTo>
                <a:lnTo>
                  <a:pt x="402959" y="107315"/>
                </a:lnTo>
                <a:lnTo>
                  <a:pt x="402909" y="107884"/>
                </a:lnTo>
                <a:lnTo>
                  <a:pt x="409575" y="151765"/>
                </a:lnTo>
                <a:lnTo>
                  <a:pt x="440054" y="174879"/>
                </a:lnTo>
                <a:lnTo>
                  <a:pt x="455802" y="174879"/>
                </a:lnTo>
                <a:lnTo>
                  <a:pt x="462660" y="173101"/>
                </a:lnTo>
                <a:lnTo>
                  <a:pt x="475360" y="165989"/>
                </a:lnTo>
                <a:lnTo>
                  <a:pt x="481456" y="161036"/>
                </a:lnTo>
                <a:lnTo>
                  <a:pt x="484919" y="157353"/>
                </a:lnTo>
                <a:lnTo>
                  <a:pt x="446404" y="157353"/>
                </a:lnTo>
                <a:lnTo>
                  <a:pt x="442404" y="156210"/>
                </a:lnTo>
                <a:lnTo>
                  <a:pt x="442137" y="156210"/>
                </a:lnTo>
                <a:lnTo>
                  <a:pt x="438403" y="153543"/>
                </a:lnTo>
                <a:lnTo>
                  <a:pt x="434848" y="151130"/>
                </a:lnTo>
                <a:lnTo>
                  <a:pt x="424052" y="118237"/>
                </a:lnTo>
                <a:lnTo>
                  <a:pt x="424052" y="107315"/>
                </a:lnTo>
                <a:lnTo>
                  <a:pt x="439420" y="73406"/>
                </a:lnTo>
                <a:lnTo>
                  <a:pt x="443102" y="70866"/>
                </a:lnTo>
                <a:lnTo>
                  <a:pt x="447548" y="69596"/>
                </a:lnTo>
                <a:lnTo>
                  <a:pt x="505510" y="69596"/>
                </a:lnTo>
                <a:lnTo>
                  <a:pt x="505510" y="68961"/>
                </a:lnTo>
                <a:lnTo>
                  <a:pt x="485013" y="68961"/>
                </a:lnTo>
                <a:lnTo>
                  <a:pt x="479678" y="63373"/>
                </a:lnTo>
                <a:lnTo>
                  <a:pt x="474506" y="59309"/>
                </a:lnTo>
                <a:lnTo>
                  <a:pt x="468883" y="56261"/>
                </a:lnTo>
                <a:lnTo>
                  <a:pt x="463550" y="53467"/>
                </a:lnTo>
                <a:lnTo>
                  <a:pt x="457453" y="52070"/>
                </a:lnTo>
                <a:close/>
              </a:path>
              <a:path w="506095" h="175260">
                <a:moveTo>
                  <a:pt x="505575" y="154686"/>
                </a:moveTo>
                <a:lnTo>
                  <a:pt x="487425" y="154686"/>
                </a:lnTo>
                <a:lnTo>
                  <a:pt x="487552" y="170688"/>
                </a:lnTo>
                <a:lnTo>
                  <a:pt x="487933" y="171196"/>
                </a:lnTo>
                <a:lnTo>
                  <a:pt x="488188" y="171704"/>
                </a:lnTo>
                <a:lnTo>
                  <a:pt x="488696" y="172085"/>
                </a:lnTo>
                <a:lnTo>
                  <a:pt x="490220" y="172593"/>
                </a:lnTo>
                <a:lnTo>
                  <a:pt x="491235" y="172847"/>
                </a:lnTo>
                <a:lnTo>
                  <a:pt x="492378" y="173101"/>
                </a:lnTo>
                <a:lnTo>
                  <a:pt x="500888" y="173101"/>
                </a:lnTo>
                <a:lnTo>
                  <a:pt x="502030" y="172847"/>
                </a:lnTo>
                <a:lnTo>
                  <a:pt x="503047" y="172593"/>
                </a:lnTo>
                <a:lnTo>
                  <a:pt x="503681" y="172339"/>
                </a:lnTo>
                <a:lnTo>
                  <a:pt x="504444" y="172085"/>
                </a:lnTo>
                <a:lnTo>
                  <a:pt x="504951" y="171704"/>
                </a:lnTo>
                <a:lnTo>
                  <a:pt x="505459" y="170688"/>
                </a:lnTo>
                <a:lnTo>
                  <a:pt x="505575" y="154686"/>
                </a:lnTo>
                <a:close/>
              </a:path>
              <a:path w="506095" h="175260">
                <a:moveTo>
                  <a:pt x="505510" y="69596"/>
                </a:moveTo>
                <a:lnTo>
                  <a:pt x="458343" y="69596"/>
                </a:lnTo>
                <a:lnTo>
                  <a:pt x="463803" y="71501"/>
                </a:lnTo>
                <a:lnTo>
                  <a:pt x="468883" y="75057"/>
                </a:lnTo>
                <a:lnTo>
                  <a:pt x="474091" y="78613"/>
                </a:lnTo>
                <a:lnTo>
                  <a:pt x="479425" y="83947"/>
                </a:lnTo>
                <a:lnTo>
                  <a:pt x="485013" y="90805"/>
                </a:lnTo>
                <a:lnTo>
                  <a:pt x="485013" y="135509"/>
                </a:lnTo>
                <a:lnTo>
                  <a:pt x="459740" y="156210"/>
                </a:lnTo>
                <a:lnTo>
                  <a:pt x="457200" y="156972"/>
                </a:lnTo>
                <a:lnTo>
                  <a:pt x="454532" y="157353"/>
                </a:lnTo>
                <a:lnTo>
                  <a:pt x="484919" y="157353"/>
                </a:lnTo>
                <a:lnTo>
                  <a:pt x="487425" y="154686"/>
                </a:lnTo>
                <a:lnTo>
                  <a:pt x="505575" y="154686"/>
                </a:lnTo>
                <a:lnTo>
                  <a:pt x="505510" y="69596"/>
                </a:lnTo>
                <a:close/>
              </a:path>
              <a:path w="506095" h="175260">
                <a:moveTo>
                  <a:pt x="498982" y="0"/>
                </a:moveTo>
                <a:lnTo>
                  <a:pt x="491617" y="0"/>
                </a:lnTo>
                <a:lnTo>
                  <a:pt x="489076" y="508"/>
                </a:lnTo>
                <a:lnTo>
                  <a:pt x="487933" y="762"/>
                </a:lnTo>
                <a:lnTo>
                  <a:pt x="487172" y="1016"/>
                </a:lnTo>
                <a:lnTo>
                  <a:pt x="486282" y="1270"/>
                </a:lnTo>
                <a:lnTo>
                  <a:pt x="485775" y="1651"/>
                </a:lnTo>
                <a:lnTo>
                  <a:pt x="485394" y="2286"/>
                </a:lnTo>
                <a:lnTo>
                  <a:pt x="485140" y="2794"/>
                </a:lnTo>
                <a:lnTo>
                  <a:pt x="485013" y="68961"/>
                </a:lnTo>
                <a:lnTo>
                  <a:pt x="505510" y="68961"/>
                </a:lnTo>
                <a:lnTo>
                  <a:pt x="505459" y="2794"/>
                </a:lnTo>
                <a:lnTo>
                  <a:pt x="505078" y="2286"/>
                </a:lnTo>
                <a:lnTo>
                  <a:pt x="504698" y="1651"/>
                </a:lnTo>
                <a:lnTo>
                  <a:pt x="504190" y="1270"/>
                </a:lnTo>
                <a:lnTo>
                  <a:pt x="502666" y="762"/>
                </a:lnTo>
                <a:lnTo>
                  <a:pt x="501650" y="508"/>
                </a:lnTo>
                <a:lnTo>
                  <a:pt x="498982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150989" y="2084451"/>
            <a:ext cx="130682" cy="167259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7359650" y="2100579"/>
            <a:ext cx="291465" cy="151130"/>
          </a:xfrm>
          <a:custGeom>
            <a:avLst/>
            <a:gdLst/>
            <a:ahLst/>
            <a:cxnLst/>
            <a:rect l="l" t="t" r="r" b="b"/>
            <a:pathLst>
              <a:path w="291465" h="151130">
                <a:moveTo>
                  <a:pt x="4540" y="124206"/>
                </a:moveTo>
                <a:lnTo>
                  <a:pt x="2158" y="124206"/>
                </a:lnTo>
                <a:lnTo>
                  <a:pt x="1270" y="124841"/>
                </a:lnTo>
                <a:lnTo>
                  <a:pt x="889" y="125222"/>
                </a:lnTo>
                <a:lnTo>
                  <a:pt x="584" y="126111"/>
                </a:lnTo>
                <a:lnTo>
                  <a:pt x="380" y="126619"/>
                </a:lnTo>
                <a:lnTo>
                  <a:pt x="253" y="127508"/>
                </a:lnTo>
                <a:lnTo>
                  <a:pt x="126" y="128524"/>
                </a:lnTo>
                <a:lnTo>
                  <a:pt x="0" y="137160"/>
                </a:lnTo>
                <a:lnTo>
                  <a:pt x="380" y="138557"/>
                </a:lnTo>
                <a:lnTo>
                  <a:pt x="14097" y="147828"/>
                </a:lnTo>
                <a:lnTo>
                  <a:pt x="16891" y="148844"/>
                </a:lnTo>
                <a:lnTo>
                  <a:pt x="20193" y="149606"/>
                </a:lnTo>
                <a:lnTo>
                  <a:pt x="27304" y="150875"/>
                </a:lnTo>
                <a:lnTo>
                  <a:pt x="31115" y="151130"/>
                </a:lnTo>
                <a:lnTo>
                  <a:pt x="41528" y="151130"/>
                </a:lnTo>
                <a:lnTo>
                  <a:pt x="73783" y="134747"/>
                </a:lnTo>
                <a:lnTo>
                  <a:pt x="30860" y="134747"/>
                </a:lnTo>
                <a:lnTo>
                  <a:pt x="27813" y="134366"/>
                </a:lnTo>
                <a:lnTo>
                  <a:pt x="27192" y="134366"/>
                </a:lnTo>
                <a:lnTo>
                  <a:pt x="23241" y="133096"/>
                </a:lnTo>
                <a:lnTo>
                  <a:pt x="19557" y="131953"/>
                </a:lnTo>
                <a:lnTo>
                  <a:pt x="16509" y="130683"/>
                </a:lnTo>
                <a:lnTo>
                  <a:pt x="13970" y="129412"/>
                </a:lnTo>
                <a:lnTo>
                  <a:pt x="11302" y="128143"/>
                </a:lnTo>
                <a:lnTo>
                  <a:pt x="9359" y="127000"/>
                </a:lnTo>
                <a:lnTo>
                  <a:pt x="5588" y="124587"/>
                </a:lnTo>
                <a:lnTo>
                  <a:pt x="4540" y="124206"/>
                </a:lnTo>
                <a:close/>
              </a:path>
              <a:path w="291465" h="151130">
                <a:moveTo>
                  <a:pt x="49275" y="28448"/>
                </a:moveTo>
                <a:lnTo>
                  <a:pt x="35723" y="28448"/>
                </a:lnTo>
                <a:lnTo>
                  <a:pt x="30606" y="29210"/>
                </a:lnTo>
                <a:lnTo>
                  <a:pt x="2540" y="57023"/>
                </a:lnTo>
                <a:lnTo>
                  <a:pt x="2540" y="66421"/>
                </a:lnTo>
                <a:lnTo>
                  <a:pt x="3279" y="70612"/>
                </a:lnTo>
                <a:lnTo>
                  <a:pt x="3301" y="70739"/>
                </a:lnTo>
                <a:lnTo>
                  <a:pt x="6603" y="77850"/>
                </a:lnTo>
                <a:lnTo>
                  <a:pt x="8763" y="80899"/>
                </a:lnTo>
                <a:lnTo>
                  <a:pt x="11429" y="83439"/>
                </a:lnTo>
                <a:lnTo>
                  <a:pt x="13970" y="85979"/>
                </a:lnTo>
                <a:lnTo>
                  <a:pt x="17018" y="88137"/>
                </a:lnTo>
                <a:lnTo>
                  <a:pt x="20447" y="89916"/>
                </a:lnTo>
                <a:lnTo>
                  <a:pt x="23749" y="91694"/>
                </a:lnTo>
                <a:lnTo>
                  <a:pt x="27177" y="93345"/>
                </a:lnTo>
                <a:lnTo>
                  <a:pt x="30733" y="94742"/>
                </a:lnTo>
                <a:lnTo>
                  <a:pt x="37592" y="97536"/>
                </a:lnTo>
                <a:lnTo>
                  <a:pt x="40894" y="98806"/>
                </a:lnTo>
                <a:lnTo>
                  <a:pt x="44323" y="100075"/>
                </a:lnTo>
                <a:lnTo>
                  <a:pt x="47244" y="101600"/>
                </a:lnTo>
                <a:lnTo>
                  <a:pt x="52577" y="104902"/>
                </a:lnTo>
                <a:lnTo>
                  <a:pt x="54736" y="106807"/>
                </a:lnTo>
                <a:lnTo>
                  <a:pt x="56260" y="108966"/>
                </a:lnTo>
                <a:lnTo>
                  <a:pt x="57911" y="111125"/>
                </a:lnTo>
                <a:lnTo>
                  <a:pt x="58674" y="113665"/>
                </a:lnTo>
                <a:lnTo>
                  <a:pt x="58674" y="119887"/>
                </a:lnTo>
                <a:lnTo>
                  <a:pt x="52324" y="130302"/>
                </a:lnTo>
                <a:lnTo>
                  <a:pt x="50165" y="131825"/>
                </a:lnTo>
                <a:lnTo>
                  <a:pt x="47751" y="132842"/>
                </a:lnTo>
                <a:lnTo>
                  <a:pt x="42164" y="134366"/>
                </a:lnTo>
                <a:lnTo>
                  <a:pt x="38989" y="134747"/>
                </a:lnTo>
                <a:lnTo>
                  <a:pt x="73783" y="134747"/>
                </a:lnTo>
                <a:lnTo>
                  <a:pt x="77977" y="126111"/>
                </a:lnTo>
                <a:lnTo>
                  <a:pt x="78994" y="120904"/>
                </a:lnTo>
                <a:lnTo>
                  <a:pt x="78994" y="110490"/>
                </a:lnTo>
                <a:lnTo>
                  <a:pt x="78324" y="106807"/>
                </a:lnTo>
                <a:lnTo>
                  <a:pt x="78231" y="106299"/>
                </a:lnTo>
                <a:lnTo>
                  <a:pt x="76580" y="102870"/>
                </a:lnTo>
                <a:lnTo>
                  <a:pt x="74929" y="99314"/>
                </a:lnTo>
                <a:lnTo>
                  <a:pt x="72771" y="96393"/>
                </a:lnTo>
                <a:lnTo>
                  <a:pt x="67564" y="91440"/>
                </a:lnTo>
                <a:lnTo>
                  <a:pt x="64516" y="89281"/>
                </a:lnTo>
                <a:lnTo>
                  <a:pt x="61086" y="87503"/>
                </a:lnTo>
                <a:lnTo>
                  <a:pt x="57804" y="85979"/>
                </a:lnTo>
                <a:lnTo>
                  <a:pt x="54101" y="84200"/>
                </a:lnTo>
                <a:lnTo>
                  <a:pt x="50546" y="82804"/>
                </a:lnTo>
                <a:lnTo>
                  <a:pt x="47117" y="81407"/>
                </a:lnTo>
                <a:lnTo>
                  <a:pt x="40258" y="78740"/>
                </a:lnTo>
                <a:lnTo>
                  <a:pt x="22225" y="63500"/>
                </a:lnTo>
                <a:lnTo>
                  <a:pt x="22225" y="58039"/>
                </a:lnTo>
                <a:lnTo>
                  <a:pt x="22605" y="55880"/>
                </a:lnTo>
                <a:lnTo>
                  <a:pt x="24161" y="52324"/>
                </a:lnTo>
                <a:lnTo>
                  <a:pt x="24272" y="52070"/>
                </a:lnTo>
                <a:lnTo>
                  <a:pt x="39624" y="44196"/>
                </a:lnTo>
                <a:lnTo>
                  <a:pt x="72706" y="44196"/>
                </a:lnTo>
                <a:lnTo>
                  <a:pt x="72644" y="38354"/>
                </a:lnTo>
                <a:lnTo>
                  <a:pt x="55245" y="29464"/>
                </a:lnTo>
                <a:lnTo>
                  <a:pt x="49275" y="28448"/>
                </a:lnTo>
                <a:close/>
              </a:path>
              <a:path w="291465" h="151130">
                <a:moveTo>
                  <a:pt x="72706" y="44196"/>
                </a:moveTo>
                <a:lnTo>
                  <a:pt x="46990" y="44196"/>
                </a:lnTo>
                <a:lnTo>
                  <a:pt x="50419" y="44577"/>
                </a:lnTo>
                <a:lnTo>
                  <a:pt x="53467" y="45593"/>
                </a:lnTo>
                <a:lnTo>
                  <a:pt x="56515" y="46482"/>
                </a:lnTo>
                <a:lnTo>
                  <a:pt x="59054" y="47371"/>
                </a:lnTo>
                <a:lnTo>
                  <a:pt x="61912" y="48768"/>
                </a:lnTo>
                <a:lnTo>
                  <a:pt x="63626" y="49530"/>
                </a:lnTo>
                <a:lnTo>
                  <a:pt x="65404" y="50419"/>
                </a:lnTo>
                <a:lnTo>
                  <a:pt x="67001" y="51562"/>
                </a:lnTo>
                <a:lnTo>
                  <a:pt x="68199" y="52324"/>
                </a:lnTo>
                <a:lnTo>
                  <a:pt x="69723" y="52832"/>
                </a:lnTo>
                <a:lnTo>
                  <a:pt x="70612" y="52832"/>
                </a:lnTo>
                <a:lnTo>
                  <a:pt x="71754" y="52070"/>
                </a:lnTo>
                <a:lnTo>
                  <a:pt x="72135" y="51562"/>
                </a:lnTo>
                <a:lnTo>
                  <a:pt x="72517" y="50927"/>
                </a:lnTo>
                <a:lnTo>
                  <a:pt x="72686" y="50419"/>
                </a:lnTo>
                <a:lnTo>
                  <a:pt x="72706" y="44196"/>
                </a:lnTo>
                <a:close/>
              </a:path>
              <a:path w="291465" h="151130">
                <a:moveTo>
                  <a:pt x="162814" y="28321"/>
                </a:moveTo>
                <a:lnTo>
                  <a:pt x="145796" y="28321"/>
                </a:lnTo>
                <a:lnTo>
                  <a:pt x="138429" y="29718"/>
                </a:lnTo>
                <a:lnTo>
                  <a:pt x="106552" y="56642"/>
                </a:lnTo>
                <a:lnTo>
                  <a:pt x="100566" y="97605"/>
                </a:lnTo>
                <a:lnTo>
                  <a:pt x="101266" y="104473"/>
                </a:lnTo>
                <a:lnTo>
                  <a:pt x="118087" y="139573"/>
                </a:lnTo>
                <a:lnTo>
                  <a:pt x="147066" y="151130"/>
                </a:lnTo>
                <a:lnTo>
                  <a:pt x="161544" y="151130"/>
                </a:lnTo>
                <a:lnTo>
                  <a:pt x="192277" y="144272"/>
                </a:lnTo>
                <a:lnTo>
                  <a:pt x="194564" y="143256"/>
                </a:lnTo>
                <a:lnTo>
                  <a:pt x="195960" y="142494"/>
                </a:lnTo>
                <a:lnTo>
                  <a:pt x="196342" y="141986"/>
                </a:lnTo>
                <a:lnTo>
                  <a:pt x="196850" y="141605"/>
                </a:lnTo>
                <a:lnTo>
                  <a:pt x="197230" y="141097"/>
                </a:lnTo>
                <a:lnTo>
                  <a:pt x="197993" y="139573"/>
                </a:lnTo>
                <a:lnTo>
                  <a:pt x="197993" y="134493"/>
                </a:lnTo>
                <a:lnTo>
                  <a:pt x="151510" y="134493"/>
                </a:lnTo>
                <a:lnTo>
                  <a:pt x="145796" y="133604"/>
                </a:lnTo>
                <a:lnTo>
                  <a:pt x="121666" y="100075"/>
                </a:lnTo>
                <a:lnTo>
                  <a:pt x="121666" y="93853"/>
                </a:lnTo>
                <a:lnTo>
                  <a:pt x="197357" y="93853"/>
                </a:lnTo>
                <a:lnTo>
                  <a:pt x="199263" y="93218"/>
                </a:lnTo>
                <a:lnTo>
                  <a:pt x="200786" y="91821"/>
                </a:lnTo>
                <a:lnTo>
                  <a:pt x="202438" y="90424"/>
                </a:lnTo>
                <a:lnTo>
                  <a:pt x="203326" y="88137"/>
                </a:lnTo>
                <a:lnTo>
                  <a:pt x="203326" y="78867"/>
                </a:lnTo>
                <a:lnTo>
                  <a:pt x="121666" y="78867"/>
                </a:lnTo>
                <a:lnTo>
                  <a:pt x="121793" y="74295"/>
                </a:lnTo>
                <a:lnTo>
                  <a:pt x="122478" y="70294"/>
                </a:lnTo>
                <a:lnTo>
                  <a:pt x="122554" y="69850"/>
                </a:lnTo>
                <a:lnTo>
                  <a:pt x="123951" y="65786"/>
                </a:lnTo>
                <a:lnTo>
                  <a:pt x="125475" y="61595"/>
                </a:lnTo>
                <a:lnTo>
                  <a:pt x="127380" y="57912"/>
                </a:lnTo>
                <a:lnTo>
                  <a:pt x="130048" y="54737"/>
                </a:lnTo>
                <a:lnTo>
                  <a:pt x="132588" y="51562"/>
                </a:lnTo>
                <a:lnTo>
                  <a:pt x="135763" y="49022"/>
                </a:lnTo>
                <a:lnTo>
                  <a:pt x="139573" y="47117"/>
                </a:lnTo>
                <a:lnTo>
                  <a:pt x="143509" y="45212"/>
                </a:lnTo>
                <a:lnTo>
                  <a:pt x="147954" y="44323"/>
                </a:lnTo>
                <a:lnTo>
                  <a:pt x="192184" y="44323"/>
                </a:lnTo>
                <a:lnTo>
                  <a:pt x="191770" y="43815"/>
                </a:lnTo>
                <a:lnTo>
                  <a:pt x="187705" y="39116"/>
                </a:lnTo>
                <a:lnTo>
                  <a:pt x="182795" y="35433"/>
                </a:lnTo>
                <a:lnTo>
                  <a:pt x="176529" y="32512"/>
                </a:lnTo>
                <a:lnTo>
                  <a:pt x="170306" y="29718"/>
                </a:lnTo>
                <a:lnTo>
                  <a:pt x="162814" y="28321"/>
                </a:lnTo>
                <a:close/>
              </a:path>
              <a:path w="291465" h="151130">
                <a:moveTo>
                  <a:pt x="196215" y="126237"/>
                </a:moveTo>
                <a:lnTo>
                  <a:pt x="193675" y="126237"/>
                </a:lnTo>
                <a:lnTo>
                  <a:pt x="192658" y="126492"/>
                </a:lnTo>
                <a:lnTo>
                  <a:pt x="190753" y="127381"/>
                </a:lnTo>
                <a:lnTo>
                  <a:pt x="188380" y="128397"/>
                </a:lnTo>
                <a:lnTo>
                  <a:pt x="163575" y="134493"/>
                </a:lnTo>
                <a:lnTo>
                  <a:pt x="197993" y="134493"/>
                </a:lnTo>
                <a:lnTo>
                  <a:pt x="197993" y="128397"/>
                </a:lnTo>
                <a:lnTo>
                  <a:pt x="197739" y="127762"/>
                </a:lnTo>
                <a:lnTo>
                  <a:pt x="197357" y="127000"/>
                </a:lnTo>
                <a:lnTo>
                  <a:pt x="197230" y="126746"/>
                </a:lnTo>
                <a:lnTo>
                  <a:pt x="196215" y="126237"/>
                </a:lnTo>
                <a:close/>
              </a:path>
              <a:path w="291465" h="151130">
                <a:moveTo>
                  <a:pt x="192184" y="44323"/>
                </a:moveTo>
                <a:lnTo>
                  <a:pt x="162941" y="44323"/>
                </a:lnTo>
                <a:lnTo>
                  <a:pt x="170433" y="47371"/>
                </a:lnTo>
                <a:lnTo>
                  <a:pt x="175386" y="53467"/>
                </a:lnTo>
                <a:lnTo>
                  <a:pt x="182533" y="76581"/>
                </a:lnTo>
                <a:lnTo>
                  <a:pt x="182625" y="78867"/>
                </a:lnTo>
                <a:lnTo>
                  <a:pt x="203326" y="78867"/>
                </a:lnTo>
                <a:lnTo>
                  <a:pt x="203326" y="73914"/>
                </a:lnTo>
                <a:lnTo>
                  <a:pt x="202310" y="67056"/>
                </a:lnTo>
                <a:lnTo>
                  <a:pt x="200532" y="60579"/>
                </a:lnTo>
                <a:lnTo>
                  <a:pt x="198627" y="54229"/>
                </a:lnTo>
                <a:lnTo>
                  <a:pt x="195706" y="48641"/>
                </a:lnTo>
                <a:lnTo>
                  <a:pt x="192184" y="44323"/>
                </a:lnTo>
                <a:close/>
              </a:path>
              <a:path w="291465" h="151130">
                <a:moveTo>
                  <a:pt x="258191" y="47625"/>
                </a:moveTo>
                <a:lnTo>
                  <a:pt x="237617" y="47625"/>
                </a:lnTo>
                <a:lnTo>
                  <a:pt x="237617" y="119507"/>
                </a:lnTo>
                <a:lnTo>
                  <a:pt x="245236" y="141605"/>
                </a:lnTo>
                <a:lnTo>
                  <a:pt x="247903" y="144780"/>
                </a:lnTo>
                <a:lnTo>
                  <a:pt x="251332" y="147066"/>
                </a:lnTo>
                <a:lnTo>
                  <a:pt x="255397" y="148590"/>
                </a:lnTo>
                <a:lnTo>
                  <a:pt x="259588" y="150114"/>
                </a:lnTo>
                <a:lnTo>
                  <a:pt x="264541" y="150875"/>
                </a:lnTo>
                <a:lnTo>
                  <a:pt x="273261" y="150875"/>
                </a:lnTo>
                <a:lnTo>
                  <a:pt x="279780" y="149987"/>
                </a:lnTo>
                <a:lnTo>
                  <a:pt x="281431" y="149606"/>
                </a:lnTo>
                <a:lnTo>
                  <a:pt x="283209" y="149225"/>
                </a:lnTo>
                <a:lnTo>
                  <a:pt x="286003" y="148209"/>
                </a:lnTo>
                <a:lnTo>
                  <a:pt x="287274" y="147574"/>
                </a:lnTo>
                <a:lnTo>
                  <a:pt x="288086" y="147066"/>
                </a:lnTo>
                <a:lnTo>
                  <a:pt x="288925" y="146304"/>
                </a:lnTo>
                <a:lnTo>
                  <a:pt x="289686" y="145669"/>
                </a:lnTo>
                <a:lnTo>
                  <a:pt x="290020" y="144780"/>
                </a:lnTo>
                <a:lnTo>
                  <a:pt x="290829" y="141859"/>
                </a:lnTo>
                <a:lnTo>
                  <a:pt x="290702" y="133731"/>
                </a:lnTo>
                <a:lnTo>
                  <a:pt x="290655" y="133350"/>
                </a:lnTo>
                <a:lnTo>
                  <a:pt x="267970" y="133350"/>
                </a:lnTo>
                <a:lnTo>
                  <a:pt x="263905" y="131445"/>
                </a:lnTo>
                <a:lnTo>
                  <a:pt x="259333" y="123571"/>
                </a:lnTo>
                <a:lnTo>
                  <a:pt x="258191" y="117729"/>
                </a:lnTo>
                <a:lnTo>
                  <a:pt x="258191" y="47625"/>
                </a:lnTo>
                <a:close/>
              </a:path>
              <a:path w="291465" h="151130">
                <a:moveTo>
                  <a:pt x="289305" y="130175"/>
                </a:moveTo>
                <a:lnTo>
                  <a:pt x="286385" y="130175"/>
                </a:lnTo>
                <a:lnTo>
                  <a:pt x="285876" y="130429"/>
                </a:lnTo>
                <a:lnTo>
                  <a:pt x="284099" y="131191"/>
                </a:lnTo>
                <a:lnTo>
                  <a:pt x="282828" y="131699"/>
                </a:lnTo>
                <a:lnTo>
                  <a:pt x="281685" y="132080"/>
                </a:lnTo>
                <a:lnTo>
                  <a:pt x="280416" y="132461"/>
                </a:lnTo>
                <a:lnTo>
                  <a:pt x="276860" y="133350"/>
                </a:lnTo>
                <a:lnTo>
                  <a:pt x="290655" y="133350"/>
                </a:lnTo>
                <a:lnTo>
                  <a:pt x="290575" y="132715"/>
                </a:lnTo>
                <a:lnTo>
                  <a:pt x="290491" y="132461"/>
                </a:lnTo>
                <a:lnTo>
                  <a:pt x="290364" y="132080"/>
                </a:lnTo>
                <a:lnTo>
                  <a:pt x="290258" y="131699"/>
                </a:lnTo>
                <a:lnTo>
                  <a:pt x="290195" y="131445"/>
                </a:lnTo>
                <a:lnTo>
                  <a:pt x="289941" y="130810"/>
                </a:lnTo>
                <a:lnTo>
                  <a:pt x="289686" y="130429"/>
                </a:lnTo>
                <a:lnTo>
                  <a:pt x="289305" y="130175"/>
                </a:lnTo>
                <a:close/>
              </a:path>
              <a:path w="291465" h="151130">
                <a:moveTo>
                  <a:pt x="288035" y="30734"/>
                </a:moveTo>
                <a:lnTo>
                  <a:pt x="220852" y="30734"/>
                </a:lnTo>
                <a:lnTo>
                  <a:pt x="220345" y="31115"/>
                </a:lnTo>
                <a:lnTo>
                  <a:pt x="219709" y="31369"/>
                </a:lnTo>
                <a:lnTo>
                  <a:pt x="217931" y="36322"/>
                </a:lnTo>
                <a:lnTo>
                  <a:pt x="217931" y="42164"/>
                </a:lnTo>
                <a:lnTo>
                  <a:pt x="218313" y="44323"/>
                </a:lnTo>
                <a:lnTo>
                  <a:pt x="218948" y="45720"/>
                </a:lnTo>
                <a:lnTo>
                  <a:pt x="219709" y="46990"/>
                </a:lnTo>
                <a:lnTo>
                  <a:pt x="220725" y="47625"/>
                </a:lnTo>
                <a:lnTo>
                  <a:pt x="288035" y="47625"/>
                </a:lnTo>
                <a:lnTo>
                  <a:pt x="289051" y="46990"/>
                </a:lnTo>
                <a:lnTo>
                  <a:pt x="289814" y="45720"/>
                </a:lnTo>
                <a:lnTo>
                  <a:pt x="290575" y="44323"/>
                </a:lnTo>
                <a:lnTo>
                  <a:pt x="290956" y="42164"/>
                </a:lnTo>
                <a:lnTo>
                  <a:pt x="290829" y="36322"/>
                </a:lnTo>
                <a:lnTo>
                  <a:pt x="288544" y="31115"/>
                </a:lnTo>
                <a:lnTo>
                  <a:pt x="288035" y="30734"/>
                </a:lnTo>
                <a:close/>
              </a:path>
              <a:path w="291465" h="151130">
                <a:moveTo>
                  <a:pt x="249935" y="0"/>
                </a:moveTo>
                <a:lnTo>
                  <a:pt x="245872" y="0"/>
                </a:lnTo>
                <a:lnTo>
                  <a:pt x="242824" y="254"/>
                </a:lnTo>
                <a:lnTo>
                  <a:pt x="238125" y="2412"/>
                </a:lnTo>
                <a:lnTo>
                  <a:pt x="237744" y="2921"/>
                </a:lnTo>
                <a:lnTo>
                  <a:pt x="237741" y="3429"/>
                </a:lnTo>
                <a:lnTo>
                  <a:pt x="237616" y="30734"/>
                </a:lnTo>
                <a:lnTo>
                  <a:pt x="258191" y="30734"/>
                </a:lnTo>
                <a:lnTo>
                  <a:pt x="258191" y="3429"/>
                </a:lnTo>
                <a:lnTo>
                  <a:pt x="257682" y="2412"/>
                </a:lnTo>
                <a:lnTo>
                  <a:pt x="252983" y="254"/>
                </a:lnTo>
                <a:lnTo>
                  <a:pt x="253237" y="254"/>
                </a:lnTo>
                <a:lnTo>
                  <a:pt x="249935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722361" y="2100579"/>
            <a:ext cx="201168" cy="151130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8001674" y="2086229"/>
            <a:ext cx="166370" cy="165735"/>
            <a:chOff x="8001674" y="2086229"/>
            <a:chExt cx="166370" cy="165735"/>
          </a:xfrm>
        </p:grpSpPr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01674" y="2086229"/>
              <a:ext cx="110918" cy="16548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140826" y="2221484"/>
              <a:ext cx="26670" cy="29209"/>
            </a:xfrm>
            <a:custGeom>
              <a:avLst/>
              <a:gdLst/>
              <a:ahLst/>
              <a:cxnLst/>
              <a:rect l="l" t="t" r="r" b="b"/>
              <a:pathLst>
                <a:path w="26670" h="29210">
                  <a:moveTo>
                    <a:pt x="18542" y="0"/>
                  </a:moveTo>
                  <a:lnTo>
                    <a:pt x="8381" y="0"/>
                  </a:lnTo>
                  <a:lnTo>
                    <a:pt x="4825" y="1015"/>
                  </a:lnTo>
                  <a:lnTo>
                    <a:pt x="2921" y="2920"/>
                  </a:lnTo>
                  <a:lnTo>
                    <a:pt x="1016" y="4952"/>
                  </a:lnTo>
                  <a:lnTo>
                    <a:pt x="0" y="8889"/>
                  </a:lnTo>
                  <a:lnTo>
                    <a:pt x="0" y="20446"/>
                  </a:lnTo>
                  <a:lnTo>
                    <a:pt x="1016" y="24256"/>
                  </a:lnTo>
                  <a:lnTo>
                    <a:pt x="4825" y="28066"/>
                  </a:lnTo>
                  <a:lnTo>
                    <a:pt x="8254" y="28955"/>
                  </a:lnTo>
                  <a:lnTo>
                    <a:pt x="18288" y="28955"/>
                  </a:lnTo>
                  <a:lnTo>
                    <a:pt x="21844" y="28066"/>
                  </a:lnTo>
                  <a:lnTo>
                    <a:pt x="23749" y="26035"/>
                  </a:lnTo>
                  <a:lnTo>
                    <a:pt x="25780" y="24129"/>
                  </a:lnTo>
                  <a:lnTo>
                    <a:pt x="26670" y="20192"/>
                  </a:lnTo>
                  <a:lnTo>
                    <a:pt x="26670" y="14350"/>
                  </a:lnTo>
                  <a:lnTo>
                    <a:pt x="26670" y="8636"/>
                  </a:lnTo>
                  <a:lnTo>
                    <a:pt x="25780" y="4825"/>
                  </a:lnTo>
                  <a:lnTo>
                    <a:pt x="21971" y="101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3525520" y="252958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40131" y="0"/>
                </a:moveTo>
                <a:lnTo>
                  <a:pt x="22859" y="0"/>
                </a:lnTo>
                <a:lnTo>
                  <a:pt x="15366" y="3048"/>
                </a:lnTo>
                <a:lnTo>
                  <a:pt x="3047" y="15239"/>
                </a:lnTo>
                <a:lnTo>
                  <a:pt x="0" y="22733"/>
                </a:lnTo>
                <a:lnTo>
                  <a:pt x="0" y="31368"/>
                </a:lnTo>
                <a:lnTo>
                  <a:pt x="0" y="40131"/>
                </a:lnTo>
                <a:lnTo>
                  <a:pt x="3047" y="47498"/>
                </a:lnTo>
                <a:lnTo>
                  <a:pt x="15366" y="59816"/>
                </a:lnTo>
                <a:lnTo>
                  <a:pt x="22859" y="62991"/>
                </a:lnTo>
                <a:lnTo>
                  <a:pt x="40131" y="62991"/>
                </a:lnTo>
                <a:lnTo>
                  <a:pt x="47625" y="59816"/>
                </a:lnTo>
                <a:lnTo>
                  <a:pt x="59943" y="47498"/>
                </a:lnTo>
                <a:lnTo>
                  <a:pt x="62991" y="40131"/>
                </a:lnTo>
                <a:lnTo>
                  <a:pt x="62991" y="22733"/>
                </a:lnTo>
                <a:lnTo>
                  <a:pt x="59943" y="15239"/>
                </a:lnTo>
                <a:lnTo>
                  <a:pt x="47625" y="3048"/>
                </a:lnTo>
                <a:lnTo>
                  <a:pt x="4013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3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744976" y="2477135"/>
            <a:ext cx="240664" cy="173736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117466" y="2477642"/>
            <a:ext cx="614553" cy="17487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864989" y="2477135"/>
            <a:ext cx="912876" cy="218439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5895085" y="2477135"/>
            <a:ext cx="330200" cy="175895"/>
          </a:xfrm>
          <a:custGeom>
            <a:avLst/>
            <a:gdLst/>
            <a:ahLst/>
            <a:cxnLst/>
            <a:rect l="l" t="t" r="r" b="b"/>
            <a:pathLst>
              <a:path w="330200" h="175894">
                <a:moveTo>
                  <a:pt x="40259" y="71881"/>
                </a:moveTo>
                <a:lnTo>
                  <a:pt x="19685" y="71881"/>
                </a:lnTo>
                <a:lnTo>
                  <a:pt x="19685" y="143763"/>
                </a:lnTo>
                <a:lnTo>
                  <a:pt x="27304" y="165862"/>
                </a:lnTo>
                <a:lnTo>
                  <a:pt x="29972" y="169037"/>
                </a:lnTo>
                <a:lnTo>
                  <a:pt x="33400" y="171323"/>
                </a:lnTo>
                <a:lnTo>
                  <a:pt x="37464" y="172847"/>
                </a:lnTo>
                <a:lnTo>
                  <a:pt x="41655" y="174370"/>
                </a:lnTo>
                <a:lnTo>
                  <a:pt x="46609" y="175132"/>
                </a:lnTo>
                <a:lnTo>
                  <a:pt x="55329" y="175132"/>
                </a:lnTo>
                <a:lnTo>
                  <a:pt x="60917" y="174370"/>
                </a:lnTo>
                <a:lnTo>
                  <a:pt x="61298" y="174370"/>
                </a:lnTo>
                <a:lnTo>
                  <a:pt x="63500" y="173862"/>
                </a:lnTo>
                <a:lnTo>
                  <a:pt x="65277" y="173481"/>
                </a:lnTo>
                <a:lnTo>
                  <a:pt x="68072" y="172465"/>
                </a:lnTo>
                <a:lnTo>
                  <a:pt x="69341" y="171830"/>
                </a:lnTo>
                <a:lnTo>
                  <a:pt x="70358" y="171195"/>
                </a:lnTo>
                <a:lnTo>
                  <a:pt x="70992" y="170561"/>
                </a:lnTo>
                <a:lnTo>
                  <a:pt x="71754" y="169925"/>
                </a:lnTo>
                <a:lnTo>
                  <a:pt x="72088" y="169037"/>
                </a:lnTo>
                <a:lnTo>
                  <a:pt x="72898" y="166115"/>
                </a:lnTo>
                <a:lnTo>
                  <a:pt x="72771" y="157987"/>
                </a:lnTo>
                <a:lnTo>
                  <a:pt x="72723" y="157606"/>
                </a:lnTo>
                <a:lnTo>
                  <a:pt x="50037" y="157606"/>
                </a:lnTo>
                <a:lnTo>
                  <a:pt x="45974" y="155701"/>
                </a:lnTo>
                <a:lnTo>
                  <a:pt x="41401" y="147827"/>
                </a:lnTo>
                <a:lnTo>
                  <a:pt x="40259" y="141986"/>
                </a:lnTo>
                <a:lnTo>
                  <a:pt x="40259" y="71881"/>
                </a:lnTo>
                <a:close/>
              </a:path>
              <a:path w="330200" h="175894">
                <a:moveTo>
                  <a:pt x="71374" y="154431"/>
                </a:moveTo>
                <a:lnTo>
                  <a:pt x="68452" y="154431"/>
                </a:lnTo>
                <a:lnTo>
                  <a:pt x="67944" y="154686"/>
                </a:lnTo>
                <a:lnTo>
                  <a:pt x="66166" y="155448"/>
                </a:lnTo>
                <a:lnTo>
                  <a:pt x="64897" y="155955"/>
                </a:lnTo>
                <a:lnTo>
                  <a:pt x="63753" y="156337"/>
                </a:lnTo>
                <a:lnTo>
                  <a:pt x="62484" y="156717"/>
                </a:lnTo>
                <a:lnTo>
                  <a:pt x="58928" y="157606"/>
                </a:lnTo>
                <a:lnTo>
                  <a:pt x="72723" y="157606"/>
                </a:lnTo>
                <a:lnTo>
                  <a:pt x="72643" y="156972"/>
                </a:lnTo>
                <a:lnTo>
                  <a:pt x="72559" y="156717"/>
                </a:lnTo>
                <a:lnTo>
                  <a:pt x="72432" y="156337"/>
                </a:lnTo>
                <a:lnTo>
                  <a:pt x="72326" y="155955"/>
                </a:lnTo>
                <a:lnTo>
                  <a:pt x="72262" y="155701"/>
                </a:lnTo>
                <a:lnTo>
                  <a:pt x="72009" y="155066"/>
                </a:lnTo>
                <a:lnTo>
                  <a:pt x="71754" y="154686"/>
                </a:lnTo>
                <a:lnTo>
                  <a:pt x="71374" y="154431"/>
                </a:lnTo>
                <a:close/>
              </a:path>
              <a:path w="330200" h="175894">
                <a:moveTo>
                  <a:pt x="70103" y="54990"/>
                </a:moveTo>
                <a:lnTo>
                  <a:pt x="2921" y="54990"/>
                </a:lnTo>
                <a:lnTo>
                  <a:pt x="2412" y="55372"/>
                </a:lnTo>
                <a:lnTo>
                  <a:pt x="1777" y="55625"/>
                </a:lnTo>
                <a:lnTo>
                  <a:pt x="0" y="60578"/>
                </a:lnTo>
                <a:lnTo>
                  <a:pt x="0" y="66420"/>
                </a:lnTo>
                <a:lnTo>
                  <a:pt x="380" y="68579"/>
                </a:lnTo>
                <a:lnTo>
                  <a:pt x="1015" y="69976"/>
                </a:lnTo>
                <a:lnTo>
                  <a:pt x="1777" y="71247"/>
                </a:lnTo>
                <a:lnTo>
                  <a:pt x="2793" y="71881"/>
                </a:lnTo>
                <a:lnTo>
                  <a:pt x="70103" y="71881"/>
                </a:lnTo>
                <a:lnTo>
                  <a:pt x="71119" y="71247"/>
                </a:lnTo>
                <a:lnTo>
                  <a:pt x="71881" y="69976"/>
                </a:lnTo>
                <a:lnTo>
                  <a:pt x="72643" y="68579"/>
                </a:lnTo>
                <a:lnTo>
                  <a:pt x="73025" y="66420"/>
                </a:lnTo>
                <a:lnTo>
                  <a:pt x="72898" y="60578"/>
                </a:lnTo>
                <a:lnTo>
                  <a:pt x="70612" y="55372"/>
                </a:lnTo>
                <a:lnTo>
                  <a:pt x="70103" y="54990"/>
                </a:lnTo>
                <a:close/>
              </a:path>
              <a:path w="330200" h="175894">
                <a:moveTo>
                  <a:pt x="32003" y="24256"/>
                </a:moveTo>
                <a:lnTo>
                  <a:pt x="27939" y="24256"/>
                </a:lnTo>
                <a:lnTo>
                  <a:pt x="24891" y="24511"/>
                </a:lnTo>
                <a:lnTo>
                  <a:pt x="20192" y="26669"/>
                </a:lnTo>
                <a:lnTo>
                  <a:pt x="19812" y="27177"/>
                </a:lnTo>
                <a:lnTo>
                  <a:pt x="19809" y="27686"/>
                </a:lnTo>
                <a:lnTo>
                  <a:pt x="19684" y="54990"/>
                </a:lnTo>
                <a:lnTo>
                  <a:pt x="40259" y="54990"/>
                </a:lnTo>
                <a:lnTo>
                  <a:pt x="40259" y="27686"/>
                </a:lnTo>
                <a:lnTo>
                  <a:pt x="39750" y="26669"/>
                </a:lnTo>
                <a:lnTo>
                  <a:pt x="35051" y="24511"/>
                </a:lnTo>
                <a:lnTo>
                  <a:pt x="35305" y="24511"/>
                </a:lnTo>
                <a:lnTo>
                  <a:pt x="32003" y="24256"/>
                </a:lnTo>
                <a:close/>
              </a:path>
              <a:path w="330200" h="175894">
                <a:moveTo>
                  <a:pt x="116839" y="380"/>
                </a:moveTo>
                <a:lnTo>
                  <a:pt x="104139" y="380"/>
                </a:lnTo>
                <a:lnTo>
                  <a:pt x="102997" y="635"/>
                </a:lnTo>
                <a:lnTo>
                  <a:pt x="100329" y="2666"/>
                </a:lnTo>
                <a:lnTo>
                  <a:pt x="100329" y="171195"/>
                </a:lnTo>
                <a:lnTo>
                  <a:pt x="105410" y="173609"/>
                </a:lnTo>
                <a:lnTo>
                  <a:pt x="115442" y="173609"/>
                </a:lnTo>
                <a:lnTo>
                  <a:pt x="120650" y="91820"/>
                </a:lnTo>
                <a:lnTo>
                  <a:pt x="126364" y="84709"/>
                </a:lnTo>
                <a:lnTo>
                  <a:pt x="131699" y="79375"/>
                </a:lnTo>
                <a:lnTo>
                  <a:pt x="141986" y="72136"/>
                </a:lnTo>
                <a:lnTo>
                  <a:pt x="145110" y="70992"/>
                </a:lnTo>
                <a:lnTo>
                  <a:pt x="120650" y="70992"/>
                </a:lnTo>
                <a:lnTo>
                  <a:pt x="120523" y="2666"/>
                </a:lnTo>
                <a:lnTo>
                  <a:pt x="117855" y="635"/>
                </a:lnTo>
                <a:lnTo>
                  <a:pt x="116839" y="380"/>
                </a:lnTo>
                <a:close/>
              </a:path>
              <a:path w="330200" h="175894">
                <a:moveTo>
                  <a:pt x="190592" y="70230"/>
                </a:moveTo>
                <a:lnTo>
                  <a:pt x="156210" y="70230"/>
                </a:lnTo>
                <a:lnTo>
                  <a:pt x="159765" y="70992"/>
                </a:lnTo>
                <a:lnTo>
                  <a:pt x="165862" y="74040"/>
                </a:lnTo>
                <a:lnTo>
                  <a:pt x="176149" y="171195"/>
                </a:lnTo>
                <a:lnTo>
                  <a:pt x="176529" y="171576"/>
                </a:lnTo>
                <a:lnTo>
                  <a:pt x="181228" y="173609"/>
                </a:lnTo>
                <a:lnTo>
                  <a:pt x="191262" y="173609"/>
                </a:lnTo>
                <a:lnTo>
                  <a:pt x="195961" y="171576"/>
                </a:lnTo>
                <a:lnTo>
                  <a:pt x="196341" y="171195"/>
                </a:lnTo>
                <a:lnTo>
                  <a:pt x="196280" y="91820"/>
                </a:lnTo>
                <a:lnTo>
                  <a:pt x="190880" y="70612"/>
                </a:lnTo>
                <a:lnTo>
                  <a:pt x="190592" y="70230"/>
                </a:lnTo>
                <a:close/>
              </a:path>
              <a:path w="330200" h="175894">
                <a:moveTo>
                  <a:pt x="163956" y="52577"/>
                </a:moveTo>
                <a:lnTo>
                  <a:pt x="150494" y="52577"/>
                </a:lnTo>
                <a:lnTo>
                  <a:pt x="144399" y="53975"/>
                </a:lnTo>
                <a:lnTo>
                  <a:pt x="132461" y="60070"/>
                </a:lnTo>
                <a:lnTo>
                  <a:pt x="126618" y="64642"/>
                </a:lnTo>
                <a:lnTo>
                  <a:pt x="120528" y="70992"/>
                </a:lnTo>
                <a:lnTo>
                  <a:pt x="145110" y="70992"/>
                </a:lnTo>
                <a:lnTo>
                  <a:pt x="147192" y="70230"/>
                </a:lnTo>
                <a:lnTo>
                  <a:pt x="190592" y="70230"/>
                </a:lnTo>
                <a:lnTo>
                  <a:pt x="184530" y="62229"/>
                </a:lnTo>
                <a:lnTo>
                  <a:pt x="180466" y="58800"/>
                </a:lnTo>
                <a:lnTo>
                  <a:pt x="175387" y="56261"/>
                </a:lnTo>
                <a:lnTo>
                  <a:pt x="170179" y="53720"/>
                </a:lnTo>
                <a:lnTo>
                  <a:pt x="163956" y="52577"/>
                </a:lnTo>
                <a:close/>
              </a:path>
              <a:path w="330200" h="175894">
                <a:moveTo>
                  <a:pt x="114173" y="0"/>
                </a:moveTo>
                <a:lnTo>
                  <a:pt x="106806" y="0"/>
                </a:lnTo>
                <a:lnTo>
                  <a:pt x="104711" y="380"/>
                </a:lnTo>
                <a:lnTo>
                  <a:pt x="116077" y="380"/>
                </a:lnTo>
                <a:lnTo>
                  <a:pt x="114173" y="0"/>
                </a:lnTo>
                <a:close/>
              </a:path>
              <a:path w="330200" h="175894">
                <a:moveTo>
                  <a:pt x="289305" y="52577"/>
                </a:moveTo>
                <a:lnTo>
                  <a:pt x="272288" y="52577"/>
                </a:lnTo>
                <a:lnTo>
                  <a:pt x="264922" y="53975"/>
                </a:lnTo>
                <a:lnTo>
                  <a:pt x="233044" y="80899"/>
                </a:lnTo>
                <a:lnTo>
                  <a:pt x="229090" y="94106"/>
                </a:lnTo>
                <a:lnTo>
                  <a:pt x="228965" y="94551"/>
                </a:lnTo>
                <a:lnTo>
                  <a:pt x="227774" y="100837"/>
                </a:lnTo>
                <a:lnTo>
                  <a:pt x="227060" y="107505"/>
                </a:lnTo>
                <a:lnTo>
                  <a:pt x="227058" y="121862"/>
                </a:lnTo>
                <a:lnTo>
                  <a:pt x="227758" y="128730"/>
                </a:lnTo>
                <a:lnTo>
                  <a:pt x="228862" y="134874"/>
                </a:lnTo>
                <a:lnTo>
                  <a:pt x="228911" y="135145"/>
                </a:lnTo>
                <a:lnTo>
                  <a:pt x="251713" y="169037"/>
                </a:lnTo>
                <a:lnTo>
                  <a:pt x="273558" y="175387"/>
                </a:lnTo>
                <a:lnTo>
                  <a:pt x="288036" y="175387"/>
                </a:lnTo>
                <a:lnTo>
                  <a:pt x="318769" y="168528"/>
                </a:lnTo>
                <a:lnTo>
                  <a:pt x="321055" y="167512"/>
                </a:lnTo>
                <a:lnTo>
                  <a:pt x="322452" y="166750"/>
                </a:lnTo>
                <a:lnTo>
                  <a:pt x="322834" y="166242"/>
                </a:lnTo>
                <a:lnTo>
                  <a:pt x="323341" y="165862"/>
                </a:lnTo>
                <a:lnTo>
                  <a:pt x="323723" y="165353"/>
                </a:lnTo>
                <a:lnTo>
                  <a:pt x="324485" y="163829"/>
                </a:lnTo>
                <a:lnTo>
                  <a:pt x="324485" y="158750"/>
                </a:lnTo>
                <a:lnTo>
                  <a:pt x="278002" y="158750"/>
                </a:lnTo>
                <a:lnTo>
                  <a:pt x="272288" y="157861"/>
                </a:lnTo>
                <a:lnTo>
                  <a:pt x="248158" y="124332"/>
                </a:lnTo>
                <a:lnTo>
                  <a:pt x="248158" y="118110"/>
                </a:lnTo>
                <a:lnTo>
                  <a:pt x="323850" y="118110"/>
                </a:lnTo>
                <a:lnTo>
                  <a:pt x="325754" y="117475"/>
                </a:lnTo>
                <a:lnTo>
                  <a:pt x="327278" y="116077"/>
                </a:lnTo>
                <a:lnTo>
                  <a:pt x="328929" y="114680"/>
                </a:lnTo>
                <a:lnTo>
                  <a:pt x="329818" y="112394"/>
                </a:lnTo>
                <a:lnTo>
                  <a:pt x="329818" y="103124"/>
                </a:lnTo>
                <a:lnTo>
                  <a:pt x="248158" y="103124"/>
                </a:lnTo>
                <a:lnTo>
                  <a:pt x="248285" y="98551"/>
                </a:lnTo>
                <a:lnTo>
                  <a:pt x="256539" y="78993"/>
                </a:lnTo>
                <a:lnTo>
                  <a:pt x="259079" y="75818"/>
                </a:lnTo>
                <a:lnTo>
                  <a:pt x="262254" y="73278"/>
                </a:lnTo>
                <a:lnTo>
                  <a:pt x="266064" y="71374"/>
                </a:lnTo>
                <a:lnTo>
                  <a:pt x="270001" y="69468"/>
                </a:lnTo>
                <a:lnTo>
                  <a:pt x="274447" y="68579"/>
                </a:lnTo>
                <a:lnTo>
                  <a:pt x="318676" y="68579"/>
                </a:lnTo>
                <a:lnTo>
                  <a:pt x="318262" y="68072"/>
                </a:lnTo>
                <a:lnTo>
                  <a:pt x="314198" y="63373"/>
                </a:lnTo>
                <a:lnTo>
                  <a:pt x="309287" y="59689"/>
                </a:lnTo>
                <a:lnTo>
                  <a:pt x="303022" y="56768"/>
                </a:lnTo>
                <a:lnTo>
                  <a:pt x="296799" y="53975"/>
                </a:lnTo>
                <a:lnTo>
                  <a:pt x="289305" y="52577"/>
                </a:lnTo>
                <a:close/>
              </a:path>
              <a:path w="330200" h="175894">
                <a:moveTo>
                  <a:pt x="322834" y="150494"/>
                </a:moveTo>
                <a:lnTo>
                  <a:pt x="320167" y="150494"/>
                </a:lnTo>
                <a:lnTo>
                  <a:pt x="319150" y="150749"/>
                </a:lnTo>
                <a:lnTo>
                  <a:pt x="317246" y="151637"/>
                </a:lnTo>
                <a:lnTo>
                  <a:pt x="314872" y="152653"/>
                </a:lnTo>
                <a:lnTo>
                  <a:pt x="290067" y="158750"/>
                </a:lnTo>
                <a:lnTo>
                  <a:pt x="324485" y="158750"/>
                </a:lnTo>
                <a:lnTo>
                  <a:pt x="324485" y="152653"/>
                </a:lnTo>
                <a:lnTo>
                  <a:pt x="324230" y="152018"/>
                </a:lnTo>
                <a:lnTo>
                  <a:pt x="323850" y="151256"/>
                </a:lnTo>
                <a:lnTo>
                  <a:pt x="323723" y="151002"/>
                </a:lnTo>
                <a:lnTo>
                  <a:pt x="323214" y="150749"/>
                </a:lnTo>
                <a:lnTo>
                  <a:pt x="322834" y="150494"/>
                </a:lnTo>
                <a:close/>
              </a:path>
              <a:path w="330200" h="175894">
                <a:moveTo>
                  <a:pt x="318676" y="68579"/>
                </a:moveTo>
                <a:lnTo>
                  <a:pt x="289433" y="68579"/>
                </a:lnTo>
                <a:lnTo>
                  <a:pt x="296925" y="71627"/>
                </a:lnTo>
                <a:lnTo>
                  <a:pt x="301878" y="77724"/>
                </a:lnTo>
                <a:lnTo>
                  <a:pt x="305188" y="82746"/>
                </a:lnTo>
                <a:lnTo>
                  <a:pt x="307498" y="88661"/>
                </a:lnTo>
                <a:lnTo>
                  <a:pt x="308808" y="95458"/>
                </a:lnTo>
                <a:lnTo>
                  <a:pt x="308917" y="98170"/>
                </a:lnTo>
                <a:lnTo>
                  <a:pt x="309025" y="100837"/>
                </a:lnTo>
                <a:lnTo>
                  <a:pt x="309117" y="103124"/>
                </a:lnTo>
                <a:lnTo>
                  <a:pt x="329818" y="103124"/>
                </a:lnTo>
                <a:lnTo>
                  <a:pt x="329818" y="98170"/>
                </a:lnTo>
                <a:lnTo>
                  <a:pt x="328802" y="91312"/>
                </a:lnTo>
                <a:lnTo>
                  <a:pt x="327025" y="84836"/>
                </a:lnTo>
                <a:lnTo>
                  <a:pt x="325119" y="78486"/>
                </a:lnTo>
                <a:lnTo>
                  <a:pt x="322199" y="72898"/>
                </a:lnTo>
                <a:lnTo>
                  <a:pt x="318676" y="68579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353175" y="2477135"/>
            <a:ext cx="995050" cy="175387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7484236" y="2529713"/>
            <a:ext cx="310515" cy="123189"/>
          </a:xfrm>
          <a:custGeom>
            <a:avLst/>
            <a:gdLst/>
            <a:ahLst/>
            <a:cxnLst/>
            <a:rect l="l" t="t" r="r" b="b"/>
            <a:pathLst>
              <a:path w="310515" h="123189">
                <a:moveTo>
                  <a:pt x="86819" y="16637"/>
                </a:moveTo>
                <a:lnTo>
                  <a:pt x="50673" y="16637"/>
                </a:lnTo>
                <a:lnTo>
                  <a:pt x="54610" y="17145"/>
                </a:lnTo>
                <a:lnTo>
                  <a:pt x="58518" y="18541"/>
                </a:lnTo>
                <a:lnTo>
                  <a:pt x="61453" y="19558"/>
                </a:lnTo>
                <a:lnTo>
                  <a:pt x="61292" y="19558"/>
                </a:lnTo>
                <a:lnTo>
                  <a:pt x="63754" y="21082"/>
                </a:lnTo>
                <a:lnTo>
                  <a:pt x="65659" y="23240"/>
                </a:lnTo>
                <a:lnTo>
                  <a:pt x="67451" y="25146"/>
                </a:lnTo>
                <a:lnTo>
                  <a:pt x="67760" y="25526"/>
                </a:lnTo>
                <a:lnTo>
                  <a:pt x="69215" y="28194"/>
                </a:lnTo>
                <a:lnTo>
                  <a:pt x="70993" y="34798"/>
                </a:lnTo>
                <a:lnTo>
                  <a:pt x="71501" y="38608"/>
                </a:lnTo>
                <a:lnTo>
                  <a:pt x="71501" y="51688"/>
                </a:lnTo>
                <a:lnTo>
                  <a:pt x="47371" y="51688"/>
                </a:lnTo>
                <a:lnTo>
                  <a:pt x="39624" y="52450"/>
                </a:lnTo>
                <a:lnTo>
                  <a:pt x="3937" y="72389"/>
                </a:lnTo>
                <a:lnTo>
                  <a:pt x="1270" y="77088"/>
                </a:lnTo>
                <a:lnTo>
                  <a:pt x="0" y="82550"/>
                </a:lnTo>
                <a:lnTo>
                  <a:pt x="0" y="94234"/>
                </a:lnTo>
                <a:lnTo>
                  <a:pt x="27559" y="122047"/>
                </a:lnTo>
                <a:lnTo>
                  <a:pt x="32893" y="122809"/>
                </a:lnTo>
                <a:lnTo>
                  <a:pt x="45466" y="122809"/>
                </a:lnTo>
                <a:lnTo>
                  <a:pt x="51943" y="121412"/>
                </a:lnTo>
                <a:lnTo>
                  <a:pt x="63881" y="115570"/>
                </a:lnTo>
                <a:lnTo>
                  <a:pt x="69342" y="111506"/>
                </a:lnTo>
                <a:lnTo>
                  <a:pt x="73811" y="106807"/>
                </a:lnTo>
                <a:lnTo>
                  <a:pt x="35433" y="106807"/>
                </a:lnTo>
                <a:lnTo>
                  <a:pt x="30226" y="105156"/>
                </a:lnTo>
                <a:lnTo>
                  <a:pt x="26543" y="101600"/>
                </a:lnTo>
                <a:lnTo>
                  <a:pt x="22860" y="98171"/>
                </a:lnTo>
                <a:lnTo>
                  <a:pt x="21082" y="93599"/>
                </a:lnTo>
                <a:lnTo>
                  <a:pt x="21082" y="84454"/>
                </a:lnTo>
                <a:lnTo>
                  <a:pt x="21717" y="81407"/>
                </a:lnTo>
                <a:lnTo>
                  <a:pt x="22987" y="78739"/>
                </a:lnTo>
                <a:lnTo>
                  <a:pt x="24257" y="76200"/>
                </a:lnTo>
                <a:lnTo>
                  <a:pt x="26289" y="73913"/>
                </a:lnTo>
                <a:lnTo>
                  <a:pt x="28956" y="72136"/>
                </a:lnTo>
                <a:lnTo>
                  <a:pt x="31750" y="70231"/>
                </a:lnTo>
                <a:lnTo>
                  <a:pt x="35179" y="68834"/>
                </a:lnTo>
                <a:lnTo>
                  <a:pt x="39370" y="67817"/>
                </a:lnTo>
                <a:lnTo>
                  <a:pt x="43434" y="66928"/>
                </a:lnTo>
                <a:lnTo>
                  <a:pt x="48387" y="66421"/>
                </a:lnTo>
                <a:lnTo>
                  <a:pt x="91821" y="66421"/>
                </a:lnTo>
                <a:lnTo>
                  <a:pt x="91789" y="34798"/>
                </a:lnTo>
                <a:lnTo>
                  <a:pt x="91059" y="28956"/>
                </a:lnTo>
                <a:lnTo>
                  <a:pt x="89535" y="23749"/>
                </a:lnTo>
                <a:lnTo>
                  <a:pt x="87884" y="18541"/>
                </a:lnTo>
                <a:lnTo>
                  <a:pt x="86819" y="16637"/>
                </a:lnTo>
                <a:close/>
              </a:path>
              <a:path w="310515" h="123189">
                <a:moveTo>
                  <a:pt x="91821" y="106299"/>
                </a:moveTo>
                <a:lnTo>
                  <a:pt x="74295" y="106299"/>
                </a:lnTo>
                <a:lnTo>
                  <a:pt x="74295" y="118490"/>
                </a:lnTo>
                <a:lnTo>
                  <a:pt x="79248" y="121158"/>
                </a:lnTo>
                <a:lnTo>
                  <a:pt x="86995" y="121158"/>
                </a:lnTo>
                <a:lnTo>
                  <a:pt x="91821" y="118490"/>
                </a:lnTo>
                <a:lnTo>
                  <a:pt x="91821" y="106299"/>
                </a:lnTo>
                <a:close/>
              </a:path>
              <a:path w="310515" h="123189">
                <a:moveTo>
                  <a:pt x="91821" y="66421"/>
                </a:moveTo>
                <a:lnTo>
                  <a:pt x="71501" y="66421"/>
                </a:lnTo>
                <a:lnTo>
                  <a:pt x="71501" y="90170"/>
                </a:lnTo>
                <a:lnTo>
                  <a:pt x="66421" y="95758"/>
                </a:lnTo>
                <a:lnTo>
                  <a:pt x="61595" y="99949"/>
                </a:lnTo>
                <a:lnTo>
                  <a:pt x="57023" y="102742"/>
                </a:lnTo>
                <a:lnTo>
                  <a:pt x="52451" y="105410"/>
                </a:lnTo>
                <a:lnTo>
                  <a:pt x="47371" y="106807"/>
                </a:lnTo>
                <a:lnTo>
                  <a:pt x="73811" y="106807"/>
                </a:lnTo>
                <a:lnTo>
                  <a:pt x="74295" y="106299"/>
                </a:lnTo>
                <a:lnTo>
                  <a:pt x="91821" y="106299"/>
                </a:lnTo>
                <a:lnTo>
                  <a:pt x="91821" y="66421"/>
                </a:lnTo>
                <a:close/>
              </a:path>
              <a:path w="310515" h="123189">
                <a:moveTo>
                  <a:pt x="55753" y="0"/>
                </a:moveTo>
                <a:lnTo>
                  <a:pt x="43434" y="0"/>
                </a:lnTo>
                <a:lnTo>
                  <a:pt x="39243" y="381"/>
                </a:lnTo>
                <a:lnTo>
                  <a:pt x="13843" y="8127"/>
                </a:lnTo>
                <a:lnTo>
                  <a:pt x="11049" y="9525"/>
                </a:lnTo>
                <a:lnTo>
                  <a:pt x="5695" y="16637"/>
                </a:lnTo>
                <a:lnTo>
                  <a:pt x="5746" y="23749"/>
                </a:lnTo>
                <a:lnTo>
                  <a:pt x="8890" y="28194"/>
                </a:lnTo>
                <a:lnTo>
                  <a:pt x="10668" y="28194"/>
                </a:lnTo>
                <a:lnTo>
                  <a:pt x="11785" y="27686"/>
                </a:lnTo>
                <a:lnTo>
                  <a:pt x="12471" y="27304"/>
                </a:lnTo>
                <a:lnTo>
                  <a:pt x="14097" y="26288"/>
                </a:lnTo>
                <a:lnTo>
                  <a:pt x="16129" y="25146"/>
                </a:lnTo>
                <a:lnTo>
                  <a:pt x="21717" y="22351"/>
                </a:lnTo>
                <a:lnTo>
                  <a:pt x="24765" y="20954"/>
                </a:lnTo>
                <a:lnTo>
                  <a:pt x="28321" y="19558"/>
                </a:lnTo>
                <a:lnTo>
                  <a:pt x="31820" y="18541"/>
                </a:lnTo>
                <a:lnTo>
                  <a:pt x="36322" y="17145"/>
                </a:lnTo>
                <a:lnTo>
                  <a:pt x="40894" y="16637"/>
                </a:lnTo>
                <a:lnTo>
                  <a:pt x="86819" y="16637"/>
                </a:lnTo>
                <a:lnTo>
                  <a:pt x="85471" y="14224"/>
                </a:lnTo>
                <a:lnTo>
                  <a:pt x="82042" y="10795"/>
                </a:lnTo>
                <a:lnTo>
                  <a:pt x="78486" y="7112"/>
                </a:lnTo>
                <a:lnTo>
                  <a:pt x="73914" y="4445"/>
                </a:lnTo>
                <a:lnTo>
                  <a:pt x="62611" y="888"/>
                </a:lnTo>
                <a:lnTo>
                  <a:pt x="55753" y="0"/>
                </a:lnTo>
                <a:close/>
              </a:path>
              <a:path w="310515" h="123189">
                <a:moveTo>
                  <a:pt x="143383" y="1904"/>
                </a:moveTo>
                <a:lnTo>
                  <a:pt x="134239" y="1904"/>
                </a:lnTo>
                <a:lnTo>
                  <a:pt x="133096" y="2032"/>
                </a:lnTo>
                <a:lnTo>
                  <a:pt x="132207" y="2286"/>
                </a:lnTo>
                <a:lnTo>
                  <a:pt x="131445" y="2666"/>
                </a:lnTo>
                <a:lnTo>
                  <a:pt x="130683" y="2921"/>
                </a:lnTo>
                <a:lnTo>
                  <a:pt x="130175" y="3428"/>
                </a:lnTo>
                <a:lnTo>
                  <a:pt x="129857" y="3937"/>
                </a:lnTo>
                <a:lnTo>
                  <a:pt x="129667" y="4317"/>
                </a:lnTo>
                <a:lnTo>
                  <a:pt x="129667" y="118617"/>
                </a:lnTo>
                <a:lnTo>
                  <a:pt x="134747" y="121031"/>
                </a:lnTo>
                <a:lnTo>
                  <a:pt x="144780" y="121031"/>
                </a:lnTo>
                <a:lnTo>
                  <a:pt x="149987" y="43814"/>
                </a:lnTo>
                <a:lnTo>
                  <a:pt x="152908" y="39242"/>
                </a:lnTo>
                <a:lnTo>
                  <a:pt x="168240" y="21971"/>
                </a:lnTo>
                <a:lnTo>
                  <a:pt x="148082" y="21971"/>
                </a:lnTo>
                <a:lnTo>
                  <a:pt x="147957" y="4699"/>
                </a:lnTo>
                <a:lnTo>
                  <a:pt x="147955" y="4317"/>
                </a:lnTo>
                <a:lnTo>
                  <a:pt x="147404" y="3556"/>
                </a:lnTo>
                <a:lnTo>
                  <a:pt x="147320" y="3428"/>
                </a:lnTo>
                <a:lnTo>
                  <a:pt x="146812" y="2921"/>
                </a:lnTo>
                <a:lnTo>
                  <a:pt x="146177" y="2666"/>
                </a:lnTo>
                <a:lnTo>
                  <a:pt x="145542" y="2286"/>
                </a:lnTo>
                <a:lnTo>
                  <a:pt x="144653" y="2032"/>
                </a:lnTo>
                <a:lnTo>
                  <a:pt x="143383" y="1904"/>
                </a:lnTo>
                <a:close/>
              </a:path>
              <a:path w="310515" h="123189">
                <a:moveTo>
                  <a:pt x="194611" y="19303"/>
                </a:moveTo>
                <a:lnTo>
                  <a:pt x="178943" y="19303"/>
                </a:lnTo>
                <a:lnTo>
                  <a:pt x="180594" y="19431"/>
                </a:lnTo>
                <a:lnTo>
                  <a:pt x="183642" y="20192"/>
                </a:lnTo>
                <a:lnTo>
                  <a:pt x="185546" y="20574"/>
                </a:lnTo>
                <a:lnTo>
                  <a:pt x="185335" y="20574"/>
                </a:lnTo>
                <a:lnTo>
                  <a:pt x="186182" y="20827"/>
                </a:lnTo>
                <a:lnTo>
                  <a:pt x="188468" y="21589"/>
                </a:lnTo>
                <a:lnTo>
                  <a:pt x="189357" y="21971"/>
                </a:lnTo>
                <a:lnTo>
                  <a:pt x="190373" y="22351"/>
                </a:lnTo>
                <a:lnTo>
                  <a:pt x="191516" y="22733"/>
                </a:lnTo>
                <a:lnTo>
                  <a:pt x="192087" y="22733"/>
                </a:lnTo>
                <a:lnTo>
                  <a:pt x="193040" y="22351"/>
                </a:lnTo>
                <a:lnTo>
                  <a:pt x="193421" y="21971"/>
                </a:lnTo>
                <a:lnTo>
                  <a:pt x="193675" y="21589"/>
                </a:lnTo>
                <a:lnTo>
                  <a:pt x="194056" y="21082"/>
                </a:lnTo>
                <a:lnTo>
                  <a:pt x="194140" y="20827"/>
                </a:lnTo>
                <a:lnTo>
                  <a:pt x="194225" y="20574"/>
                </a:lnTo>
                <a:lnTo>
                  <a:pt x="194352" y="20192"/>
                </a:lnTo>
                <a:lnTo>
                  <a:pt x="194564" y="19685"/>
                </a:lnTo>
                <a:lnTo>
                  <a:pt x="194611" y="19303"/>
                </a:lnTo>
                <a:close/>
              </a:path>
              <a:path w="310515" h="123189">
                <a:moveTo>
                  <a:pt x="183642" y="253"/>
                </a:moveTo>
                <a:lnTo>
                  <a:pt x="173863" y="253"/>
                </a:lnTo>
                <a:lnTo>
                  <a:pt x="171450" y="888"/>
                </a:lnTo>
                <a:lnTo>
                  <a:pt x="156718" y="10922"/>
                </a:lnTo>
                <a:lnTo>
                  <a:pt x="154051" y="13715"/>
                </a:lnTo>
                <a:lnTo>
                  <a:pt x="151130" y="17399"/>
                </a:lnTo>
                <a:lnTo>
                  <a:pt x="147994" y="21971"/>
                </a:lnTo>
                <a:lnTo>
                  <a:pt x="168240" y="21971"/>
                </a:lnTo>
                <a:lnTo>
                  <a:pt x="169164" y="21336"/>
                </a:lnTo>
                <a:lnTo>
                  <a:pt x="171196" y="20574"/>
                </a:lnTo>
                <a:lnTo>
                  <a:pt x="173228" y="19685"/>
                </a:lnTo>
                <a:lnTo>
                  <a:pt x="175133" y="19303"/>
                </a:lnTo>
                <a:lnTo>
                  <a:pt x="194611" y="19303"/>
                </a:lnTo>
                <a:lnTo>
                  <a:pt x="194564" y="5841"/>
                </a:lnTo>
                <a:lnTo>
                  <a:pt x="187071" y="888"/>
                </a:lnTo>
                <a:lnTo>
                  <a:pt x="187293" y="888"/>
                </a:lnTo>
                <a:lnTo>
                  <a:pt x="183642" y="253"/>
                </a:lnTo>
                <a:close/>
              </a:path>
              <a:path w="310515" h="123189">
                <a:moveTo>
                  <a:pt x="269875" y="0"/>
                </a:moveTo>
                <a:lnTo>
                  <a:pt x="252857" y="0"/>
                </a:lnTo>
                <a:lnTo>
                  <a:pt x="245491" y="1397"/>
                </a:lnTo>
                <a:lnTo>
                  <a:pt x="213614" y="28321"/>
                </a:lnTo>
                <a:lnTo>
                  <a:pt x="207627" y="69284"/>
                </a:lnTo>
                <a:lnTo>
                  <a:pt x="208327" y="76152"/>
                </a:lnTo>
                <a:lnTo>
                  <a:pt x="225148" y="111251"/>
                </a:lnTo>
                <a:lnTo>
                  <a:pt x="254127" y="122809"/>
                </a:lnTo>
                <a:lnTo>
                  <a:pt x="268605" y="122809"/>
                </a:lnTo>
                <a:lnTo>
                  <a:pt x="299339" y="115950"/>
                </a:lnTo>
                <a:lnTo>
                  <a:pt x="301625" y="114935"/>
                </a:lnTo>
                <a:lnTo>
                  <a:pt x="303022" y="114173"/>
                </a:lnTo>
                <a:lnTo>
                  <a:pt x="303403" y="113664"/>
                </a:lnTo>
                <a:lnTo>
                  <a:pt x="303911" y="113284"/>
                </a:lnTo>
                <a:lnTo>
                  <a:pt x="304292" y="112775"/>
                </a:lnTo>
                <a:lnTo>
                  <a:pt x="305054" y="111251"/>
                </a:lnTo>
                <a:lnTo>
                  <a:pt x="305054" y="106172"/>
                </a:lnTo>
                <a:lnTo>
                  <a:pt x="258572" y="106172"/>
                </a:lnTo>
                <a:lnTo>
                  <a:pt x="252857" y="105283"/>
                </a:lnTo>
                <a:lnTo>
                  <a:pt x="228727" y="71754"/>
                </a:lnTo>
                <a:lnTo>
                  <a:pt x="228727" y="65532"/>
                </a:lnTo>
                <a:lnTo>
                  <a:pt x="304419" y="65532"/>
                </a:lnTo>
                <a:lnTo>
                  <a:pt x="306324" y="64897"/>
                </a:lnTo>
                <a:lnTo>
                  <a:pt x="307848" y="63500"/>
                </a:lnTo>
                <a:lnTo>
                  <a:pt x="309499" y="62102"/>
                </a:lnTo>
                <a:lnTo>
                  <a:pt x="310388" y="59816"/>
                </a:lnTo>
                <a:lnTo>
                  <a:pt x="310388" y="50546"/>
                </a:lnTo>
                <a:lnTo>
                  <a:pt x="228727" y="50546"/>
                </a:lnTo>
                <a:lnTo>
                  <a:pt x="228854" y="45974"/>
                </a:lnTo>
                <a:lnTo>
                  <a:pt x="229539" y="41973"/>
                </a:lnTo>
                <a:lnTo>
                  <a:pt x="229616" y="41528"/>
                </a:lnTo>
                <a:lnTo>
                  <a:pt x="231013" y="37464"/>
                </a:lnTo>
                <a:lnTo>
                  <a:pt x="232537" y="33274"/>
                </a:lnTo>
                <a:lnTo>
                  <a:pt x="234442" y="29590"/>
                </a:lnTo>
                <a:lnTo>
                  <a:pt x="237109" y="26415"/>
                </a:lnTo>
                <a:lnTo>
                  <a:pt x="239649" y="23240"/>
                </a:lnTo>
                <a:lnTo>
                  <a:pt x="242824" y="20700"/>
                </a:lnTo>
                <a:lnTo>
                  <a:pt x="246634" y="18796"/>
                </a:lnTo>
                <a:lnTo>
                  <a:pt x="250571" y="16890"/>
                </a:lnTo>
                <a:lnTo>
                  <a:pt x="255016" y="16001"/>
                </a:lnTo>
                <a:lnTo>
                  <a:pt x="299245" y="16001"/>
                </a:lnTo>
                <a:lnTo>
                  <a:pt x="298831" y="15494"/>
                </a:lnTo>
                <a:lnTo>
                  <a:pt x="294767" y="10795"/>
                </a:lnTo>
                <a:lnTo>
                  <a:pt x="289856" y="7112"/>
                </a:lnTo>
                <a:lnTo>
                  <a:pt x="283591" y="4190"/>
                </a:lnTo>
                <a:lnTo>
                  <a:pt x="277368" y="1397"/>
                </a:lnTo>
                <a:lnTo>
                  <a:pt x="269875" y="0"/>
                </a:lnTo>
                <a:close/>
              </a:path>
              <a:path w="310515" h="123189">
                <a:moveTo>
                  <a:pt x="303276" y="97916"/>
                </a:moveTo>
                <a:lnTo>
                  <a:pt x="300736" y="97916"/>
                </a:lnTo>
                <a:lnTo>
                  <a:pt x="299720" y="98171"/>
                </a:lnTo>
                <a:lnTo>
                  <a:pt x="297815" y="99060"/>
                </a:lnTo>
                <a:lnTo>
                  <a:pt x="295441" y="100075"/>
                </a:lnTo>
                <a:lnTo>
                  <a:pt x="270637" y="106172"/>
                </a:lnTo>
                <a:lnTo>
                  <a:pt x="305054" y="106172"/>
                </a:lnTo>
                <a:lnTo>
                  <a:pt x="305054" y="100075"/>
                </a:lnTo>
                <a:lnTo>
                  <a:pt x="304800" y="99440"/>
                </a:lnTo>
                <a:lnTo>
                  <a:pt x="304419" y="98678"/>
                </a:lnTo>
                <a:lnTo>
                  <a:pt x="304292" y="98425"/>
                </a:lnTo>
                <a:lnTo>
                  <a:pt x="303276" y="97916"/>
                </a:lnTo>
                <a:close/>
              </a:path>
              <a:path w="310515" h="123189">
                <a:moveTo>
                  <a:pt x="299245" y="16001"/>
                </a:moveTo>
                <a:lnTo>
                  <a:pt x="270002" y="16001"/>
                </a:lnTo>
                <a:lnTo>
                  <a:pt x="277495" y="19050"/>
                </a:lnTo>
                <a:lnTo>
                  <a:pt x="282448" y="25146"/>
                </a:lnTo>
                <a:lnTo>
                  <a:pt x="289594" y="48260"/>
                </a:lnTo>
                <a:lnTo>
                  <a:pt x="289687" y="50546"/>
                </a:lnTo>
                <a:lnTo>
                  <a:pt x="310388" y="50546"/>
                </a:lnTo>
                <a:lnTo>
                  <a:pt x="310388" y="45592"/>
                </a:lnTo>
                <a:lnTo>
                  <a:pt x="309372" y="38735"/>
                </a:lnTo>
                <a:lnTo>
                  <a:pt x="307594" y="32258"/>
                </a:lnTo>
                <a:lnTo>
                  <a:pt x="305689" y="25908"/>
                </a:lnTo>
                <a:lnTo>
                  <a:pt x="302768" y="20320"/>
                </a:lnTo>
                <a:lnTo>
                  <a:pt x="299245" y="16001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924672" y="2477642"/>
            <a:ext cx="620002" cy="17487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687660" y="2485263"/>
            <a:ext cx="519204" cy="210312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9977246" y="0"/>
            <a:ext cx="2214880" cy="6858000"/>
            <a:chOff x="9977246" y="0"/>
            <a:chExt cx="2214880" cy="6858000"/>
          </a:xfrm>
        </p:grpSpPr>
        <p:pic>
          <p:nvPicPr>
            <p:cNvPr id="45" name="object 4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977246" y="2477135"/>
              <a:ext cx="1288287" cy="21805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903076" y="5569839"/>
              <a:ext cx="118618" cy="16704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131676" y="5569839"/>
              <a:ext cx="130682" cy="16729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943843" y="0"/>
              <a:ext cx="1248155" cy="68580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478751" y="0"/>
              <a:ext cx="713247" cy="6857999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9331070" y="2476373"/>
            <a:ext cx="518540" cy="176149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3751960" y="2751963"/>
            <a:ext cx="894080" cy="175260"/>
            <a:chOff x="3751960" y="2751963"/>
            <a:chExt cx="894080" cy="175260"/>
          </a:xfrm>
        </p:grpSpPr>
        <p:pic>
          <p:nvPicPr>
            <p:cNvPr id="52" name="object 5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51960" y="2751963"/>
              <a:ext cx="829183" cy="17487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618862" y="2896616"/>
              <a:ext cx="26670" cy="29209"/>
            </a:xfrm>
            <a:custGeom>
              <a:avLst/>
              <a:gdLst/>
              <a:ahLst/>
              <a:cxnLst/>
              <a:rect l="l" t="t" r="r" b="b"/>
              <a:pathLst>
                <a:path w="26670" h="29210">
                  <a:moveTo>
                    <a:pt x="18541" y="0"/>
                  </a:moveTo>
                  <a:lnTo>
                    <a:pt x="8382" y="0"/>
                  </a:lnTo>
                  <a:lnTo>
                    <a:pt x="4825" y="1016"/>
                  </a:lnTo>
                  <a:lnTo>
                    <a:pt x="2921" y="2921"/>
                  </a:lnTo>
                  <a:lnTo>
                    <a:pt x="1015" y="4953"/>
                  </a:lnTo>
                  <a:lnTo>
                    <a:pt x="0" y="8889"/>
                  </a:lnTo>
                  <a:lnTo>
                    <a:pt x="0" y="20447"/>
                  </a:lnTo>
                  <a:lnTo>
                    <a:pt x="1015" y="24257"/>
                  </a:lnTo>
                  <a:lnTo>
                    <a:pt x="4825" y="28067"/>
                  </a:lnTo>
                  <a:lnTo>
                    <a:pt x="8254" y="28956"/>
                  </a:lnTo>
                  <a:lnTo>
                    <a:pt x="18287" y="28956"/>
                  </a:lnTo>
                  <a:lnTo>
                    <a:pt x="21844" y="28067"/>
                  </a:lnTo>
                  <a:lnTo>
                    <a:pt x="23749" y="26035"/>
                  </a:lnTo>
                  <a:lnTo>
                    <a:pt x="25781" y="24130"/>
                  </a:lnTo>
                  <a:lnTo>
                    <a:pt x="26670" y="20193"/>
                  </a:lnTo>
                  <a:lnTo>
                    <a:pt x="26670" y="14350"/>
                  </a:lnTo>
                  <a:lnTo>
                    <a:pt x="26670" y="8636"/>
                  </a:lnTo>
                  <a:lnTo>
                    <a:pt x="25781" y="4825"/>
                  </a:lnTo>
                  <a:lnTo>
                    <a:pt x="21971" y="1016"/>
                  </a:lnTo>
                  <a:lnTo>
                    <a:pt x="18541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/>
          <p:nvPr/>
        </p:nvSpPr>
        <p:spPr>
          <a:xfrm>
            <a:off x="3525520" y="3206242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40131" y="0"/>
                </a:moveTo>
                <a:lnTo>
                  <a:pt x="22859" y="0"/>
                </a:lnTo>
                <a:lnTo>
                  <a:pt x="15366" y="3048"/>
                </a:lnTo>
                <a:lnTo>
                  <a:pt x="3047" y="15240"/>
                </a:lnTo>
                <a:lnTo>
                  <a:pt x="0" y="22733"/>
                </a:lnTo>
                <a:lnTo>
                  <a:pt x="0" y="31369"/>
                </a:lnTo>
                <a:lnTo>
                  <a:pt x="0" y="40132"/>
                </a:lnTo>
                <a:lnTo>
                  <a:pt x="3047" y="47498"/>
                </a:lnTo>
                <a:lnTo>
                  <a:pt x="15366" y="59817"/>
                </a:lnTo>
                <a:lnTo>
                  <a:pt x="22859" y="62992"/>
                </a:lnTo>
                <a:lnTo>
                  <a:pt x="40131" y="62992"/>
                </a:lnTo>
                <a:lnTo>
                  <a:pt x="47625" y="59817"/>
                </a:lnTo>
                <a:lnTo>
                  <a:pt x="59943" y="47498"/>
                </a:lnTo>
                <a:lnTo>
                  <a:pt x="62991" y="40132"/>
                </a:lnTo>
                <a:lnTo>
                  <a:pt x="62991" y="22733"/>
                </a:lnTo>
                <a:lnTo>
                  <a:pt x="59943" y="15240"/>
                </a:lnTo>
                <a:lnTo>
                  <a:pt x="47625" y="3048"/>
                </a:lnTo>
                <a:lnTo>
                  <a:pt x="4013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742690" y="3153791"/>
            <a:ext cx="370205" cy="175895"/>
          </a:xfrm>
          <a:custGeom>
            <a:avLst/>
            <a:gdLst/>
            <a:ahLst/>
            <a:cxnLst/>
            <a:rect l="l" t="t" r="r" b="b"/>
            <a:pathLst>
              <a:path w="370204" h="175895">
                <a:moveTo>
                  <a:pt x="70612" y="30353"/>
                </a:moveTo>
                <a:lnTo>
                  <a:pt x="49149" y="30353"/>
                </a:lnTo>
                <a:lnTo>
                  <a:pt x="49149" y="170434"/>
                </a:lnTo>
                <a:lnTo>
                  <a:pt x="51435" y="172720"/>
                </a:lnTo>
                <a:lnTo>
                  <a:pt x="52324" y="173100"/>
                </a:lnTo>
                <a:lnTo>
                  <a:pt x="53339" y="173228"/>
                </a:lnTo>
                <a:lnTo>
                  <a:pt x="56261" y="173736"/>
                </a:lnTo>
                <a:lnTo>
                  <a:pt x="63626" y="173736"/>
                </a:lnTo>
                <a:lnTo>
                  <a:pt x="66421" y="173228"/>
                </a:lnTo>
                <a:lnTo>
                  <a:pt x="67563" y="173100"/>
                </a:lnTo>
                <a:lnTo>
                  <a:pt x="68325" y="172720"/>
                </a:lnTo>
                <a:lnTo>
                  <a:pt x="70612" y="170434"/>
                </a:lnTo>
                <a:lnTo>
                  <a:pt x="70612" y="30353"/>
                </a:lnTo>
                <a:close/>
              </a:path>
              <a:path w="370204" h="175895">
                <a:moveTo>
                  <a:pt x="116459" y="12192"/>
                </a:moveTo>
                <a:lnTo>
                  <a:pt x="3301" y="12192"/>
                </a:lnTo>
                <a:lnTo>
                  <a:pt x="2667" y="12446"/>
                </a:lnTo>
                <a:lnTo>
                  <a:pt x="2159" y="12700"/>
                </a:lnTo>
                <a:lnTo>
                  <a:pt x="1650" y="13081"/>
                </a:lnTo>
                <a:lnTo>
                  <a:pt x="1143" y="13588"/>
                </a:lnTo>
                <a:lnTo>
                  <a:pt x="888" y="14350"/>
                </a:lnTo>
                <a:lnTo>
                  <a:pt x="508" y="15112"/>
                </a:lnTo>
                <a:lnTo>
                  <a:pt x="254" y="16129"/>
                </a:lnTo>
                <a:lnTo>
                  <a:pt x="0" y="17272"/>
                </a:lnTo>
                <a:lnTo>
                  <a:pt x="0" y="25526"/>
                </a:lnTo>
                <a:lnTo>
                  <a:pt x="254" y="26670"/>
                </a:lnTo>
                <a:lnTo>
                  <a:pt x="508" y="27686"/>
                </a:lnTo>
                <a:lnTo>
                  <a:pt x="888" y="28321"/>
                </a:lnTo>
                <a:lnTo>
                  <a:pt x="1143" y="29083"/>
                </a:lnTo>
                <a:lnTo>
                  <a:pt x="1650" y="29591"/>
                </a:lnTo>
                <a:lnTo>
                  <a:pt x="2159" y="29845"/>
                </a:lnTo>
                <a:lnTo>
                  <a:pt x="2667" y="30225"/>
                </a:lnTo>
                <a:lnTo>
                  <a:pt x="3301" y="30353"/>
                </a:lnTo>
                <a:lnTo>
                  <a:pt x="116459" y="30353"/>
                </a:lnTo>
                <a:lnTo>
                  <a:pt x="117094" y="30225"/>
                </a:lnTo>
                <a:lnTo>
                  <a:pt x="117601" y="29845"/>
                </a:lnTo>
                <a:lnTo>
                  <a:pt x="118110" y="29591"/>
                </a:lnTo>
                <a:lnTo>
                  <a:pt x="118618" y="29083"/>
                </a:lnTo>
                <a:lnTo>
                  <a:pt x="118999" y="28321"/>
                </a:lnTo>
                <a:lnTo>
                  <a:pt x="119380" y="27686"/>
                </a:lnTo>
                <a:lnTo>
                  <a:pt x="119634" y="26670"/>
                </a:lnTo>
                <a:lnTo>
                  <a:pt x="119761" y="25526"/>
                </a:lnTo>
                <a:lnTo>
                  <a:pt x="120014" y="24384"/>
                </a:lnTo>
                <a:lnTo>
                  <a:pt x="120014" y="18542"/>
                </a:lnTo>
                <a:lnTo>
                  <a:pt x="119761" y="17272"/>
                </a:lnTo>
                <a:lnTo>
                  <a:pt x="119634" y="16129"/>
                </a:lnTo>
                <a:lnTo>
                  <a:pt x="117094" y="12446"/>
                </a:lnTo>
                <a:lnTo>
                  <a:pt x="116459" y="12192"/>
                </a:lnTo>
                <a:close/>
              </a:path>
              <a:path w="370204" h="175895">
                <a:moveTo>
                  <a:pt x="156972" y="381"/>
                </a:moveTo>
                <a:lnTo>
                  <a:pt x="144272" y="381"/>
                </a:lnTo>
                <a:lnTo>
                  <a:pt x="143129" y="635"/>
                </a:lnTo>
                <a:lnTo>
                  <a:pt x="140462" y="2667"/>
                </a:lnTo>
                <a:lnTo>
                  <a:pt x="140462" y="171196"/>
                </a:lnTo>
                <a:lnTo>
                  <a:pt x="145542" y="173609"/>
                </a:lnTo>
                <a:lnTo>
                  <a:pt x="155575" y="173609"/>
                </a:lnTo>
                <a:lnTo>
                  <a:pt x="160782" y="91821"/>
                </a:lnTo>
                <a:lnTo>
                  <a:pt x="166497" y="84709"/>
                </a:lnTo>
                <a:lnTo>
                  <a:pt x="171831" y="79375"/>
                </a:lnTo>
                <a:lnTo>
                  <a:pt x="182118" y="72136"/>
                </a:lnTo>
                <a:lnTo>
                  <a:pt x="185242" y="70993"/>
                </a:lnTo>
                <a:lnTo>
                  <a:pt x="160782" y="70993"/>
                </a:lnTo>
                <a:lnTo>
                  <a:pt x="160655" y="2667"/>
                </a:lnTo>
                <a:lnTo>
                  <a:pt x="157987" y="635"/>
                </a:lnTo>
                <a:lnTo>
                  <a:pt x="156972" y="381"/>
                </a:lnTo>
                <a:close/>
              </a:path>
              <a:path w="370204" h="175895">
                <a:moveTo>
                  <a:pt x="230724" y="70231"/>
                </a:moveTo>
                <a:lnTo>
                  <a:pt x="196342" y="70231"/>
                </a:lnTo>
                <a:lnTo>
                  <a:pt x="199898" y="70993"/>
                </a:lnTo>
                <a:lnTo>
                  <a:pt x="205994" y="74041"/>
                </a:lnTo>
                <a:lnTo>
                  <a:pt x="216281" y="171196"/>
                </a:lnTo>
                <a:lnTo>
                  <a:pt x="216662" y="171576"/>
                </a:lnTo>
                <a:lnTo>
                  <a:pt x="221361" y="173609"/>
                </a:lnTo>
                <a:lnTo>
                  <a:pt x="231394" y="173609"/>
                </a:lnTo>
                <a:lnTo>
                  <a:pt x="236093" y="171576"/>
                </a:lnTo>
                <a:lnTo>
                  <a:pt x="236474" y="171196"/>
                </a:lnTo>
                <a:lnTo>
                  <a:pt x="236412" y="91821"/>
                </a:lnTo>
                <a:lnTo>
                  <a:pt x="235965" y="86995"/>
                </a:lnTo>
                <a:lnTo>
                  <a:pt x="233327" y="76200"/>
                </a:lnTo>
                <a:lnTo>
                  <a:pt x="233203" y="75692"/>
                </a:lnTo>
                <a:lnTo>
                  <a:pt x="233172" y="75564"/>
                </a:lnTo>
                <a:lnTo>
                  <a:pt x="231012" y="70612"/>
                </a:lnTo>
                <a:lnTo>
                  <a:pt x="230724" y="70231"/>
                </a:lnTo>
                <a:close/>
              </a:path>
              <a:path w="370204" h="175895">
                <a:moveTo>
                  <a:pt x="204088" y="52578"/>
                </a:moveTo>
                <a:lnTo>
                  <a:pt x="190626" y="52578"/>
                </a:lnTo>
                <a:lnTo>
                  <a:pt x="184531" y="53975"/>
                </a:lnTo>
                <a:lnTo>
                  <a:pt x="172593" y="60071"/>
                </a:lnTo>
                <a:lnTo>
                  <a:pt x="166750" y="64643"/>
                </a:lnTo>
                <a:lnTo>
                  <a:pt x="160660" y="70993"/>
                </a:lnTo>
                <a:lnTo>
                  <a:pt x="185242" y="70993"/>
                </a:lnTo>
                <a:lnTo>
                  <a:pt x="187325" y="70231"/>
                </a:lnTo>
                <a:lnTo>
                  <a:pt x="230724" y="70231"/>
                </a:lnTo>
                <a:lnTo>
                  <a:pt x="224662" y="62230"/>
                </a:lnTo>
                <a:lnTo>
                  <a:pt x="220599" y="58800"/>
                </a:lnTo>
                <a:lnTo>
                  <a:pt x="215519" y="56261"/>
                </a:lnTo>
                <a:lnTo>
                  <a:pt x="210312" y="53721"/>
                </a:lnTo>
                <a:lnTo>
                  <a:pt x="204088" y="52578"/>
                </a:lnTo>
                <a:close/>
              </a:path>
              <a:path w="370204" h="175895">
                <a:moveTo>
                  <a:pt x="154305" y="0"/>
                </a:moveTo>
                <a:lnTo>
                  <a:pt x="146938" y="0"/>
                </a:lnTo>
                <a:lnTo>
                  <a:pt x="144843" y="381"/>
                </a:lnTo>
                <a:lnTo>
                  <a:pt x="156209" y="381"/>
                </a:lnTo>
                <a:lnTo>
                  <a:pt x="154305" y="0"/>
                </a:lnTo>
                <a:close/>
              </a:path>
              <a:path w="370204" h="175895">
                <a:moveTo>
                  <a:pt x="329438" y="52578"/>
                </a:moveTo>
                <a:lnTo>
                  <a:pt x="312420" y="52578"/>
                </a:lnTo>
                <a:lnTo>
                  <a:pt x="305054" y="53975"/>
                </a:lnTo>
                <a:lnTo>
                  <a:pt x="273176" y="80899"/>
                </a:lnTo>
                <a:lnTo>
                  <a:pt x="269222" y="94107"/>
                </a:lnTo>
                <a:lnTo>
                  <a:pt x="269097" y="94551"/>
                </a:lnTo>
                <a:lnTo>
                  <a:pt x="267906" y="100838"/>
                </a:lnTo>
                <a:lnTo>
                  <a:pt x="267192" y="107505"/>
                </a:lnTo>
                <a:lnTo>
                  <a:pt x="267190" y="121862"/>
                </a:lnTo>
                <a:lnTo>
                  <a:pt x="267890" y="128730"/>
                </a:lnTo>
                <a:lnTo>
                  <a:pt x="268994" y="134874"/>
                </a:lnTo>
                <a:lnTo>
                  <a:pt x="269043" y="135145"/>
                </a:lnTo>
                <a:lnTo>
                  <a:pt x="291846" y="169037"/>
                </a:lnTo>
                <a:lnTo>
                  <a:pt x="313689" y="175387"/>
                </a:lnTo>
                <a:lnTo>
                  <a:pt x="328168" y="175387"/>
                </a:lnTo>
                <a:lnTo>
                  <a:pt x="358901" y="168529"/>
                </a:lnTo>
                <a:lnTo>
                  <a:pt x="361188" y="167512"/>
                </a:lnTo>
                <a:lnTo>
                  <a:pt x="362585" y="166750"/>
                </a:lnTo>
                <a:lnTo>
                  <a:pt x="362965" y="166243"/>
                </a:lnTo>
                <a:lnTo>
                  <a:pt x="363474" y="165862"/>
                </a:lnTo>
                <a:lnTo>
                  <a:pt x="363855" y="165354"/>
                </a:lnTo>
                <a:lnTo>
                  <a:pt x="364617" y="163830"/>
                </a:lnTo>
                <a:lnTo>
                  <a:pt x="364617" y="158750"/>
                </a:lnTo>
                <a:lnTo>
                  <a:pt x="318135" y="158750"/>
                </a:lnTo>
                <a:lnTo>
                  <a:pt x="312420" y="157861"/>
                </a:lnTo>
                <a:lnTo>
                  <a:pt x="288289" y="124333"/>
                </a:lnTo>
                <a:lnTo>
                  <a:pt x="288289" y="118110"/>
                </a:lnTo>
                <a:lnTo>
                  <a:pt x="363982" y="118110"/>
                </a:lnTo>
                <a:lnTo>
                  <a:pt x="365887" y="117475"/>
                </a:lnTo>
                <a:lnTo>
                  <a:pt x="367411" y="116078"/>
                </a:lnTo>
                <a:lnTo>
                  <a:pt x="369062" y="114681"/>
                </a:lnTo>
                <a:lnTo>
                  <a:pt x="369950" y="112395"/>
                </a:lnTo>
                <a:lnTo>
                  <a:pt x="369950" y="103124"/>
                </a:lnTo>
                <a:lnTo>
                  <a:pt x="288289" y="103124"/>
                </a:lnTo>
                <a:lnTo>
                  <a:pt x="288353" y="100838"/>
                </a:lnTo>
                <a:lnTo>
                  <a:pt x="296672" y="78994"/>
                </a:lnTo>
                <a:lnTo>
                  <a:pt x="299212" y="75819"/>
                </a:lnTo>
                <a:lnTo>
                  <a:pt x="302387" y="73279"/>
                </a:lnTo>
                <a:lnTo>
                  <a:pt x="306197" y="71374"/>
                </a:lnTo>
                <a:lnTo>
                  <a:pt x="310134" y="69469"/>
                </a:lnTo>
                <a:lnTo>
                  <a:pt x="314579" y="68580"/>
                </a:lnTo>
                <a:lnTo>
                  <a:pt x="358808" y="68580"/>
                </a:lnTo>
                <a:lnTo>
                  <a:pt x="358394" y="68072"/>
                </a:lnTo>
                <a:lnTo>
                  <a:pt x="354330" y="63373"/>
                </a:lnTo>
                <a:lnTo>
                  <a:pt x="349419" y="59689"/>
                </a:lnTo>
                <a:lnTo>
                  <a:pt x="343154" y="56769"/>
                </a:lnTo>
                <a:lnTo>
                  <a:pt x="336931" y="53975"/>
                </a:lnTo>
                <a:lnTo>
                  <a:pt x="329438" y="52578"/>
                </a:lnTo>
                <a:close/>
              </a:path>
              <a:path w="370204" h="175895">
                <a:moveTo>
                  <a:pt x="362838" y="150495"/>
                </a:moveTo>
                <a:lnTo>
                  <a:pt x="360299" y="150495"/>
                </a:lnTo>
                <a:lnTo>
                  <a:pt x="359283" y="150749"/>
                </a:lnTo>
                <a:lnTo>
                  <a:pt x="357377" y="151637"/>
                </a:lnTo>
                <a:lnTo>
                  <a:pt x="355346" y="152526"/>
                </a:lnTo>
                <a:lnTo>
                  <a:pt x="330200" y="158750"/>
                </a:lnTo>
                <a:lnTo>
                  <a:pt x="364617" y="158750"/>
                </a:lnTo>
                <a:lnTo>
                  <a:pt x="364566" y="152526"/>
                </a:lnTo>
                <a:lnTo>
                  <a:pt x="364363" y="152019"/>
                </a:lnTo>
                <a:lnTo>
                  <a:pt x="363982" y="151257"/>
                </a:lnTo>
                <a:lnTo>
                  <a:pt x="363855" y="151003"/>
                </a:lnTo>
                <a:lnTo>
                  <a:pt x="362838" y="150495"/>
                </a:lnTo>
                <a:close/>
              </a:path>
              <a:path w="370204" h="175895">
                <a:moveTo>
                  <a:pt x="358808" y="68580"/>
                </a:moveTo>
                <a:lnTo>
                  <a:pt x="329564" y="68580"/>
                </a:lnTo>
                <a:lnTo>
                  <a:pt x="337058" y="71628"/>
                </a:lnTo>
                <a:lnTo>
                  <a:pt x="342011" y="77724"/>
                </a:lnTo>
                <a:lnTo>
                  <a:pt x="345320" y="82746"/>
                </a:lnTo>
                <a:lnTo>
                  <a:pt x="347630" y="88661"/>
                </a:lnTo>
                <a:lnTo>
                  <a:pt x="348940" y="95458"/>
                </a:lnTo>
                <a:lnTo>
                  <a:pt x="349049" y="98171"/>
                </a:lnTo>
                <a:lnTo>
                  <a:pt x="349157" y="100838"/>
                </a:lnTo>
                <a:lnTo>
                  <a:pt x="349250" y="103124"/>
                </a:lnTo>
                <a:lnTo>
                  <a:pt x="369950" y="103124"/>
                </a:lnTo>
                <a:lnTo>
                  <a:pt x="369950" y="98171"/>
                </a:lnTo>
                <a:lnTo>
                  <a:pt x="368935" y="91312"/>
                </a:lnTo>
                <a:lnTo>
                  <a:pt x="367157" y="84836"/>
                </a:lnTo>
                <a:lnTo>
                  <a:pt x="365251" y="78486"/>
                </a:lnTo>
                <a:lnTo>
                  <a:pt x="362331" y="72898"/>
                </a:lnTo>
                <a:lnTo>
                  <a:pt x="358808" y="6858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192778" y="3206369"/>
            <a:ext cx="407670" cy="123189"/>
          </a:xfrm>
          <a:custGeom>
            <a:avLst/>
            <a:gdLst/>
            <a:ahLst/>
            <a:cxnLst/>
            <a:rect l="l" t="t" r="r" b="b"/>
            <a:pathLst>
              <a:path w="407670" h="123189">
                <a:moveTo>
                  <a:pt x="4540" y="95884"/>
                </a:moveTo>
                <a:lnTo>
                  <a:pt x="2159" y="95884"/>
                </a:lnTo>
                <a:lnTo>
                  <a:pt x="1270" y="96519"/>
                </a:lnTo>
                <a:lnTo>
                  <a:pt x="888" y="96900"/>
                </a:lnTo>
                <a:lnTo>
                  <a:pt x="584" y="97789"/>
                </a:lnTo>
                <a:lnTo>
                  <a:pt x="381" y="98297"/>
                </a:lnTo>
                <a:lnTo>
                  <a:pt x="254" y="99186"/>
                </a:lnTo>
                <a:lnTo>
                  <a:pt x="174" y="99821"/>
                </a:lnTo>
                <a:lnTo>
                  <a:pt x="126" y="100202"/>
                </a:lnTo>
                <a:lnTo>
                  <a:pt x="14097" y="119506"/>
                </a:lnTo>
                <a:lnTo>
                  <a:pt x="16891" y="120522"/>
                </a:lnTo>
                <a:lnTo>
                  <a:pt x="20193" y="121284"/>
                </a:lnTo>
                <a:lnTo>
                  <a:pt x="27305" y="122554"/>
                </a:lnTo>
                <a:lnTo>
                  <a:pt x="31114" y="122808"/>
                </a:lnTo>
                <a:lnTo>
                  <a:pt x="41529" y="122808"/>
                </a:lnTo>
                <a:lnTo>
                  <a:pt x="73783" y="106425"/>
                </a:lnTo>
                <a:lnTo>
                  <a:pt x="30861" y="106425"/>
                </a:lnTo>
                <a:lnTo>
                  <a:pt x="27812" y="106044"/>
                </a:lnTo>
                <a:lnTo>
                  <a:pt x="27192" y="106044"/>
                </a:lnTo>
                <a:lnTo>
                  <a:pt x="23241" y="104775"/>
                </a:lnTo>
                <a:lnTo>
                  <a:pt x="19558" y="103631"/>
                </a:lnTo>
                <a:lnTo>
                  <a:pt x="16510" y="102361"/>
                </a:lnTo>
                <a:lnTo>
                  <a:pt x="13970" y="101091"/>
                </a:lnTo>
                <a:lnTo>
                  <a:pt x="11302" y="99821"/>
                </a:lnTo>
                <a:lnTo>
                  <a:pt x="9359" y="98678"/>
                </a:lnTo>
                <a:lnTo>
                  <a:pt x="5587" y="96265"/>
                </a:lnTo>
                <a:lnTo>
                  <a:pt x="4540" y="95884"/>
                </a:lnTo>
                <a:close/>
              </a:path>
              <a:path w="407670" h="123189">
                <a:moveTo>
                  <a:pt x="49275" y="126"/>
                </a:moveTo>
                <a:lnTo>
                  <a:pt x="35723" y="126"/>
                </a:lnTo>
                <a:lnTo>
                  <a:pt x="30607" y="888"/>
                </a:lnTo>
                <a:lnTo>
                  <a:pt x="2539" y="28701"/>
                </a:lnTo>
                <a:lnTo>
                  <a:pt x="2539" y="38100"/>
                </a:lnTo>
                <a:lnTo>
                  <a:pt x="3301" y="42417"/>
                </a:lnTo>
                <a:lnTo>
                  <a:pt x="6604" y="49529"/>
                </a:lnTo>
                <a:lnTo>
                  <a:pt x="8762" y="52577"/>
                </a:lnTo>
                <a:lnTo>
                  <a:pt x="11430" y="55117"/>
                </a:lnTo>
                <a:lnTo>
                  <a:pt x="13970" y="57657"/>
                </a:lnTo>
                <a:lnTo>
                  <a:pt x="17018" y="59816"/>
                </a:lnTo>
                <a:lnTo>
                  <a:pt x="20447" y="61594"/>
                </a:lnTo>
                <a:lnTo>
                  <a:pt x="23749" y="63372"/>
                </a:lnTo>
                <a:lnTo>
                  <a:pt x="27177" y="65023"/>
                </a:lnTo>
                <a:lnTo>
                  <a:pt x="30734" y="66420"/>
                </a:lnTo>
                <a:lnTo>
                  <a:pt x="37592" y="69214"/>
                </a:lnTo>
                <a:lnTo>
                  <a:pt x="40894" y="70484"/>
                </a:lnTo>
                <a:lnTo>
                  <a:pt x="44323" y="71754"/>
                </a:lnTo>
                <a:lnTo>
                  <a:pt x="47244" y="73278"/>
                </a:lnTo>
                <a:lnTo>
                  <a:pt x="52577" y="76580"/>
                </a:lnTo>
                <a:lnTo>
                  <a:pt x="54737" y="78485"/>
                </a:lnTo>
                <a:lnTo>
                  <a:pt x="56261" y="80644"/>
                </a:lnTo>
                <a:lnTo>
                  <a:pt x="57912" y="82803"/>
                </a:lnTo>
                <a:lnTo>
                  <a:pt x="58674" y="85343"/>
                </a:lnTo>
                <a:lnTo>
                  <a:pt x="58674" y="91566"/>
                </a:lnTo>
                <a:lnTo>
                  <a:pt x="38988" y="106425"/>
                </a:lnTo>
                <a:lnTo>
                  <a:pt x="73783" y="106425"/>
                </a:lnTo>
                <a:lnTo>
                  <a:pt x="77977" y="97789"/>
                </a:lnTo>
                <a:lnTo>
                  <a:pt x="78994" y="92582"/>
                </a:lnTo>
                <a:lnTo>
                  <a:pt x="78994" y="82168"/>
                </a:lnTo>
                <a:lnTo>
                  <a:pt x="78324" y="78485"/>
                </a:lnTo>
                <a:lnTo>
                  <a:pt x="78232" y="77977"/>
                </a:lnTo>
                <a:lnTo>
                  <a:pt x="76581" y="74548"/>
                </a:lnTo>
                <a:lnTo>
                  <a:pt x="74930" y="70992"/>
                </a:lnTo>
                <a:lnTo>
                  <a:pt x="72771" y="68071"/>
                </a:lnTo>
                <a:lnTo>
                  <a:pt x="67563" y="63118"/>
                </a:lnTo>
                <a:lnTo>
                  <a:pt x="64516" y="60959"/>
                </a:lnTo>
                <a:lnTo>
                  <a:pt x="61087" y="59181"/>
                </a:lnTo>
                <a:lnTo>
                  <a:pt x="57804" y="57657"/>
                </a:lnTo>
                <a:lnTo>
                  <a:pt x="54101" y="55879"/>
                </a:lnTo>
                <a:lnTo>
                  <a:pt x="50546" y="54482"/>
                </a:lnTo>
                <a:lnTo>
                  <a:pt x="47117" y="53085"/>
                </a:lnTo>
                <a:lnTo>
                  <a:pt x="40259" y="50418"/>
                </a:lnTo>
                <a:lnTo>
                  <a:pt x="22225" y="35178"/>
                </a:lnTo>
                <a:lnTo>
                  <a:pt x="22225" y="29717"/>
                </a:lnTo>
                <a:lnTo>
                  <a:pt x="22606" y="27558"/>
                </a:lnTo>
                <a:lnTo>
                  <a:pt x="24161" y="24002"/>
                </a:lnTo>
                <a:lnTo>
                  <a:pt x="24272" y="23748"/>
                </a:lnTo>
                <a:lnTo>
                  <a:pt x="24384" y="23494"/>
                </a:lnTo>
                <a:lnTo>
                  <a:pt x="39624" y="15875"/>
                </a:lnTo>
                <a:lnTo>
                  <a:pt x="73279" y="15875"/>
                </a:lnTo>
                <a:lnTo>
                  <a:pt x="73279" y="14985"/>
                </a:lnTo>
                <a:lnTo>
                  <a:pt x="73151" y="13842"/>
                </a:lnTo>
                <a:lnTo>
                  <a:pt x="73025" y="12953"/>
                </a:lnTo>
                <a:lnTo>
                  <a:pt x="72898" y="12064"/>
                </a:lnTo>
                <a:lnTo>
                  <a:pt x="72771" y="11302"/>
                </a:lnTo>
                <a:lnTo>
                  <a:pt x="72644" y="10032"/>
                </a:lnTo>
                <a:lnTo>
                  <a:pt x="72136" y="9016"/>
                </a:lnTo>
                <a:lnTo>
                  <a:pt x="55245" y="1142"/>
                </a:lnTo>
                <a:lnTo>
                  <a:pt x="49275" y="126"/>
                </a:lnTo>
                <a:close/>
              </a:path>
              <a:path w="407670" h="123189">
                <a:moveTo>
                  <a:pt x="73279" y="15875"/>
                </a:moveTo>
                <a:lnTo>
                  <a:pt x="46989" y="15875"/>
                </a:lnTo>
                <a:lnTo>
                  <a:pt x="50419" y="16255"/>
                </a:lnTo>
                <a:lnTo>
                  <a:pt x="53467" y="17271"/>
                </a:lnTo>
                <a:lnTo>
                  <a:pt x="56514" y="18160"/>
                </a:lnTo>
                <a:lnTo>
                  <a:pt x="59055" y="19050"/>
                </a:lnTo>
                <a:lnTo>
                  <a:pt x="61912" y="20446"/>
                </a:lnTo>
                <a:lnTo>
                  <a:pt x="63626" y="21208"/>
                </a:lnTo>
                <a:lnTo>
                  <a:pt x="65405" y="22097"/>
                </a:lnTo>
                <a:lnTo>
                  <a:pt x="67001" y="23240"/>
                </a:lnTo>
                <a:lnTo>
                  <a:pt x="68199" y="24002"/>
                </a:lnTo>
                <a:lnTo>
                  <a:pt x="69723" y="24510"/>
                </a:lnTo>
                <a:lnTo>
                  <a:pt x="70612" y="24510"/>
                </a:lnTo>
                <a:lnTo>
                  <a:pt x="71755" y="23748"/>
                </a:lnTo>
                <a:lnTo>
                  <a:pt x="72136" y="23240"/>
                </a:lnTo>
                <a:lnTo>
                  <a:pt x="72517" y="22605"/>
                </a:lnTo>
                <a:lnTo>
                  <a:pt x="72686" y="22097"/>
                </a:lnTo>
                <a:lnTo>
                  <a:pt x="72771" y="21843"/>
                </a:lnTo>
                <a:lnTo>
                  <a:pt x="72876" y="21208"/>
                </a:lnTo>
                <a:lnTo>
                  <a:pt x="73137" y="19050"/>
                </a:lnTo>
                <a:lnTo>
                  <a:pt x="73236" y="18160"/>
                </a:lnTo>
                <a:lnTo>
                  <a:pt x="73279" y="15875"/>
                </a:lnTo>
                <a:close/>
              </a:path>
              <a:path w="407670" h="123189">
                <a:moveTo>
                  <a:pt x="123825" y="2031"/>
                </a:moveTo>
                <a:lnTo>
                  <a:pt x="111251" y="2031"/>
                </a:lnTo>
                <a:lnTo>
                  <a:pt x="110109" y="2285"/>
                </a:lnTo>
                <a:lnTo>
                  <a:pt x="109347" y="2666"/>
                </a:lnTo>
                <a:lnTo>
                  <a:pt x="108458" y="2920"/>
                </a:lnTo>
                <a:lnTo>
                  <a:pt x="107950" y="3428"/>
                </a:lnTo>
                <a:lnTo>
                  <a:pt x="107696" y="3809"/>
                </a:lnTo>
                <a:lnTo>
                  <a:pt x="107314" y="4317"/>
                </a:lnTo>
                <a:lnTo>
                  <a:pt x="107286" y="82422"/>
                </a:lnTo>
                <a:lnTo>
                  <a:pt x="116077" y="108965"/>
                </a:lnTo>
                <a:lnTo>
                  <a:pt x="119125" y="113283"/>
                </a:lnTo>
                <a:lnTo>
                  <a:pt x="123317" y="116585"/>
                </a:lnTo>
                <a:lnTo>
                  <a:pt x="128397" y="119125"/>
                </a:lnTo>
                <a:lnTo>
                  <a:pt x="133476" y="121538"/>
                </a:lnTo>
                <a:lnTo>
                  <a:pt x="139826" y="122808"/>
                </a:lnTo>
                <a:lnTo>
                  <a:pt x="153543" y="122808"/>
                </a:lnTo>
                <a:lnTo>
                  <a:pt x="159893" y="121284"/>
                </a:lnTo>
                <a:lnTo>
                  <a:pt x="166116" y="117982"/>
                </a:lnTo>
                <a:lnTo>
                  <a:pt x="172338" y="114807"/>
                </a:lnTo>
                <a:lnTo>
                  <a:pt x="178562" y="109600"/>
                </a:lnTo>
                <a:lnTo>
                  <a:pt x="182683" y="105155"/>
                </a:lnTo>
                <a:lnTo>
                  <a:pt x="147447" y="105155"/>
                </a:lnTo>
                <a:lnTo>
                  <a:pt x="144018" y="104393"/>
                </a:lnTo>
                <a:lnTo>
                  <a:pt x="129286" y="86359"/>
                </a:lnTo>
                <a:lnTo>
                  <a:pt x="128270" y="82422"/>
                </a:lnTo>
                <a:lnTo>
                  <a:pt x="127888" y="77215"/>
                </a:lnTo>
                <a:lnTo>
                  <a:pt x="127888" y="4825"/>
                </a:lnTo>
                <a:lnTo>
                  <a:pt x="127381" y="3809"/>
                </a:lnTo>
                <a:lnTo>
                  <a:pt x="126492" y="2920"/>
                </a:lnTo>
                <a:lnTo>
                  <a:pt x="125602" y="2666"/>
                </a:lnTo>
                <a:lnTo>
                  <a:pt x="124841" y="2285"/>
                </a:lnTo>
                <a:lnTo>
                  <a:pt x="123825" y="2031"/>
                </a:lnTo>
                <a:close/>
              </a:path>
              <a:path w="407670" h="123189">
                <a:moveTo>
                  <a:pt x="203564" y="102615"/>
                </a:moveTo>
                <a:lnTo>
                  <a:pt x="185038" y="102615"/>
                </a:lnTo>
                <a:lnTo>
                  <a:pt x="185038" y="117982"/>
                </a:lnTo>
                <a:lnTo>
                  <a:pt x="185166" y="118617"/>
                </a:lnTo>
                <a:lnTo>
                  <a:pt x="185420" y="118998"/>
                </a:lnTo>
                <a:lnTo>
                  <a:pt x="185674" y="119506"/>
                </a:lnTo>
                <a:lnTo>
                  <a:pt x="189611" y="121030"/>
                </a:lnTo>
                <a:lnTo>
                  <a:pt x="198755" y="121030"/>
                </a:lnTo>
                <a:lnTo>
                  <a:pt x="203200" y="118998"/>
                </a:lnTo>
                <a:lnTo>
                  <a:pt x="203454" y="118617"/>
                </a:lnTo>
                <a:lnTo>
                  <a:pt x="203564" y="102615"/>
                </a:lnTo>
                <a:close/>
              </a:path>
              <a:path w="407670" h="123189">
                <a:moveTo>
                  <a:pt x="199644" y="2031"/>
                </a:moveTo>
                <a:lnTo>
                  <a:pt x="187071" y="2031"/>
                </a:lnTo>
                <a:lnTo>
                  <a:pt x="185927" y="2285"/>
                </a:lnTo>
                <a:lnTo>
                  <a:pt x="185166" y="2666"/>
                </a:lnTo>
                <a:lnTo>
                  <a:pt x="184276" y="2920"/>
                </a:lnTo>
                <a:lnTo>
                  <a:pt x="183387" y="3809"/>
                </a:lnTo>
                <a:lnTo>
                  <a:pt x="183134" y="4317"/>
                </a:lnTo>
                <a:lnTo>
                  <a:pt x="183007" y="83692"/>
                </a:lnTo>
                <a:lnTo>
                  <a:pt x="177292" y="90677"/>
                </a:lnTo>
                <a:lnTo>
                  <a:pt x="171831" y="96138"/>
                </a:lnTo>
                <a:lnTo>
                  <a:pt x="166750" y="99694"/>
                </a:lnTo>
                <a:lnTo>
                  <a:pt x="161671" y="103377"/>
                </a:lnTo>
                <a:lnTo>
                  <a:pt x="156591" y="105155"/>
                </a:lnTo>
                <a:lnTo>
                  <a:pt x="182683" y="105155"/>
                </a:lnTo>
                <a:lnTo>
                  <a:pt x="185038" y="102615"/>
                </a:lnTo>
                <a:lnTo>
                  <a:pt x="203564" y="102615"/>
                </a:lnTo>
                <a:lnTo>
                  <a:pt x="203454" y="4317"/>
                </a:lnTo>
                <a:lnTo>
                  <a:pt x="203073" y="3809"/>
                </a:lnTo>
                <a:lnTo>
                  <a:pt x="202184" y="2920"/>
                </a:lnTo>
                <a:lnTo>
                  <a:pt x="201422" y="2666"/>
                </a:lnTo>
                <a:lnTo>
                  <a:pt x="200660" y="2285"/>
                </a:lnTo>
                <a:lnTo>
                  <a:pt x="199644" y="2031"/>
                </a:lnTo>
                <a:close/>
              </a:path>
              <a:path w="407670" h="123189">
                <a:moveTo>
                  <a:pt x="257048" y="2031"/>
                </a:moveTo>
                <a:lnTo>
                  <a:pt x="245491" y="2031"/>
                </a:lnTo>
                <a:lnTo>
                  <a:pt x="244601" y="2285"/>
                </a:lnTo>
                <a:lnTo>
                  <a:pt x="243839" y="2666"/>
                </a:lnTo>
                <a:lnTo>
                  <a:pt x="243077" y="2920"/>
                </a:lnTo>
                <a:lnTo>
                  <a:pt x="242570" y="3428"/>
                </a:lnTo>
                <a:lnTo>
                  <a:pt x="242316" y="3809"/>
                </a:lnTo>
                <a:lnTo>
                  <a:pt x="242062" y="4317"/>
                </a:lnTo>
                <a:lnTo>
                  <a:pt x="242062" y="118617"/>
                </a:lnTo>
                <a:lnTo>
                  <a:pt x="247142" y="121030"/>
                </a:lnTo>
                <a:lnTo>
                  <a:pt x="257175" y="121030"/>
                </a:lnTo>
                <a:lnTo>
                  <a:pt x="262382" y="39242"/>
                </a:lnTo>
                <a:lnTo>
                  <a:pt x="268097" y="32130"/>
                </a:lnTo>
                <a:lnTo>
                  <a:pt x="273304" y="26796"/>
                </a:lnTo>
                <a:lnTo>
                  <a:pt x="278130" y="23113"/>
                </a:lnTo>
                <a:lnTo>
                  <a:pt x="281921" y="20319"/>
                </a:lnTo>
                <a:lnTo>
                  <a:pt x="260476" y="20319"/>
                </a:lnTo>
                <a:lnTo>
                  <a:pt x="260350" y="4317"/>
                </a:lnTo>
                <a:lnTo>
                  <a:pt x="259969" y="3809"/>
                </a:lnTo>
                <a:lnTo>
                  <a:pt x="259714" y="3428"/>
                </a:lnTo>
                <a:lnTo>
                  <a:pt x="259207" y="2920"/>
                </a:lnTo>
                <a:lnTo>
                  <a:pt x="258572" y="2666"/>
                </a:lnTo>
                <a:lnTo>
                  <a:pt x="257937" y="2285"/>
                </a:lnTo>
                <a:lnTo>
                  <a:pt x="257048" y="2031"/>
                </a:lnTo>
                <a:close/>
              </a:path>
              <a:path w="407670" h="123189">
                <a:moveTo>
                  <a:pt x="329199" y="17652"/>
                </a:moveTo>
                <a:lnTo>
                  <a:pt x="296163" y="17652"/>
                </a:lnTo>
                <a:lnTo>
                  <a:pt x="299466" y="18414"/>
                </a:lnTo>
                <a:lnTo>
                  <a:pt x="305054" y="21462"/>
                </a:lnTo>
                <a:lnTo>
                  <a:pt x="307339" y="23621"/>
                </a:lnTo>
                <a:lnTo>
                  <a:pt x="309118" y="26415"/>
                </a:lnTo>
                <a:lnTo>
                  <a:pt x="311023" y="29209"/>
                </a:lnTo>
                <a:lnTo>
                  <a:pt x="312420" y="32638"/>
                </a:lnTo>
                <a:lnTo>
                  <a:pt x="313309" y="36448"/>
                </a:lnTo>
                <a:lnTo>
                  <a:pt x="314198" y="40385"/>
                </a:lnTo>
                <a:lnTo>
                  <a:pt x="314579" y="44703"/>
                </a:lnTo>
                <a:lnTo>
                  <a:pt x="314579" y="117982"/>
                </a:lnTo>
                <a:lnTo>
                  <a:pt x="314833" y="118617"/>
                </a:lnTo>
                <a:lnTo>
                  <a:pt x="315087" y="118998"/>
                </a:lnTo>
                <a:lnTo>
                  <a:pt x="315341" y="119506"/>
                </a:lnTo>
                <a:lnTo>
                  <a:pt x="315849" y="119887"/>
                </a:lnTo>
                <a:lnTo>
                  <a:pt x="316738" y="120268"/>
                </a:lnTo>
                <a:lnTo>
                  <a:pt x="317500" y="120522"/>
                </a:lnTo>
                <a:lnTo>
                  <a:pt x="318516" y="120776"/>
                </a:lnTo>
                <a:lnTo>
                  <a:pt x="319913" y="121030"/>
                </a:lnTo>
                <a:lnTo>
                  <a:pt x="329819" y="121030"/>
                </a:lnTo>
                <a:lnTo>
                  <a:pt x="334645" y="118998"/>
                </a:lnTo>
                <a:lnTo>
                  <a:pt x="335025" y="118617"/>
                </a:lnTo>
                <a:lnTo>
                  <a:pt x="335152" y="39242"/>
                </a:lnTo>
                <a:lnTo>
                  <a:pt x="340868" y="32130"/>
                </a:lnTo>
                <a:lnTo>
                  <a:pt x="346075" y="26796"/>
                </a:lnTo>
                <a:lnTo>
                  <a:pt x="352257" y="22097"/>
                </a:lnTo>
                <a:lnTo>
                  <a:pt x="331216" y="22097"/>
                </a:lnTo>
                <a:lnTo>
                  <a:pt x="329819" y="18795"/>
                </a:lnTo>
                <a:lnTo>
                  <a:pt x="329199" y="17652"/>
                </a:lnTo>
                <a:close/>
              </a:path>
              <a:path w="407670" h="123189">
                <a:moveTo>
                  <a:pt x="402185" y="17652"/>
                </a:moveTo>
                <a:lnTo>
                  <a:pt x="368935" y="17652"/>
                </a:lnTo>
                <a:lnTo>
                  <a:pt x="372237" y="18414"/>
                </a:lnTo>
                <a:lnTo>
                  <a:pt x="377825" y="21462"/>
                </a:lnTo>
                <a:lnTo>
                  <a:pt x="385952" y="36448"/>
                </a:lnTo>
                <a:lnTo>
                  <a:pt x="386842" y="40385"/>
                </a:lnTo>
                <a:lnTo>
                  <a:pt x="387223" y="44703"/>
                </a:lnTo>
                <a:lnTo>
                  <a:pt x="387350" y="118617"/>
                </a:lnTo>
                <a:lnTo>
                  <a:pt x="387731" y="118998"/>
                </a:lnTo>
                <a:lnTo>
                  <a:pt x="392557" y="121030"/>
                </a:lnTo>
                <a:lnTo>
                  <a:pt x="402589" y="121030"/>
                </a:lnTo>
                <a:lnTo>
                  <a:pt x="407288" y="118998"/>
                </a:lnTo>
                <a:lnTo>
                  <a:pt x="407670" y="118617"/>
                </a:lnTo>
                <a:lnTo>
                  <a:pt x="407675" y="39242"/>
                </a:lnTo>
                <a:lnTo>
                  <a:pt x="407162" y="34416"/>
                </a:lnTo>
                <a:lnTo>
                  <a:pt x="404763" y="23621"/>
                </a:lnTo>
                <a:lnTo>
                  <a:pt x="404650" y="23113"/>
                </a:lnTo>
                <a:lnTo>
                  <a:pt x="404622" y="22986"/>
                </a:lnTo>
                <a:lnTo>
                  <a:pt x="402463" y="18033"/>
                </a:lnTo>
                <a:lnTo>
                  <a:pt x="402185" y="17652"/>
                </a:lnTo>
                <a:close/>
              </a:path>
              <a:path w="407670" h="123189">
                <a:moveTo>
                  <a:pt x="376682" y="0"/>
                </a:moveTo>
                <a:lnTo>
                  <a:pt x="366522" y="0"/>
                </a:lnTo>
                <a:lnTo>
                  <a:pt x="362458" y="507"/>
                </a:lnTo>
                <a:lnTo>
                  <a:pt x="362987" y="507"/>
                </a:lnTo>
                <a:lnTo>
                  <a:pt x="357145" y="2031"/>
                </a:lnTo>
                <a:lnTo>
                  <a:pt x="357327" y="2031"/>
                </a:lnTo>
                <a:lnTo>
                  <a:pt x="354584" y="3175"/>
                </a:lnTo>
                <a:lnTo>
                  <a:pt x="351536" y="4952"/>
                </a:lnTo>
                <a:lnTo>
                  <a:pt x="331216" y="22097"/>
                </a:lnTo>
                <a:lnTo>
                  <a:pt x="352257" y="22097"/>
                </a:lnTo>
                <a:lnTo>
                  <a:pt x="355600" y="19557"/>
                </a:lnTo>
                <a:lnTo>
                  <a:pt x="360425" y="17652"/>
                </a:lnTo>
                <a:lnTo>
                  <a:pt x="402185" y="17652"/>
                </a:lnTo>
                <a:lnTo>
                  <a:pt x="396367" y="9651"/>
                </a:lnTo>
                <a:lnTo>
                  <a:pt x="392430" y="6222"/>
                </a:lnTo>
                <a:lnTo>
                  <a:pt x="387108" y="3428"/>
                </a:lnTo>
                <a:lnTo>
                  <a:pt x="382650" y="1142"/>
                </a:lnTo>
                <a:lnTo>
                  <a:pt x="376682" y="0"/>
                </a:lnTo>
                <a:close/>
              </a:path>
              <a:path w="407670" h="123189">
                <a:moveTo>
                  <a:pt x="301371" y="0"/>
                </a:moveTo>
                <a:lnTo>
                  <a:pt x="290702" y="0"/>
                </a:lnTo>
                <a:lnTo>
                  <a:pt x="284734" y="1523"/>
                </a:lnTo>
                <a:lnTo>
                  <a:pt x="279683" y="4317"/>
                </a:lnTo>
                <a:lnTo>
                  <a:pt x="272923" y="8127"/>
                </a:lnTo>
                <a:lnTo>
                  <a:pt x="266700" y="13334"/>
                </a:lnTo>
                <a:lnTo>
                  <a:pt x="260476" y="20319"/>
                </a:lnTo>
                <a:lnTo>
                  <a:pt x="281921" y="20319"/>
                </a:lnTo>
                <a:lnTo>
                  <a:pt x="282956" y="19557"/>
                </a:lnTo>
                <a:lnTo>
                  <a:pt x="287655" y="17652"/>
                </a:lnTo>
                <a:lnTo>
                  <a:pt x="329199" y="17652"/>
                </a:lnTo>
                <a:lnTo>
                  <a:pt x="328168" y="15747"/>
                </a:lnTo>
                <a:lnTo>
                  <a:pt x="326136" y="13080"/>
                </a:lnTo>
                <a:lnTo>
                  <a:pt x="324231" y="10413"/>
                </a:lnTo>
                <a:lnTo>
                  <a:pt x="305562" y="507"/>
                </a:lnTo>
                <a:lnTo>
                  <a:pt x="30137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7" name="object 5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692777" y="3161919"/>
            <a:ext cx="130683" cy="167258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902327" y="3153791"/>
            <a:ext cx="1534668" cy="217932"/>
          </a:xfrm>
          <a:prstGeom prst="rect">
            <a:avLst/>
          </a:prstGeom>
        </p:spPr>
      </p:pic>
      <p:sp>
        <p:nvSpPr>
          <p:cNvPr id="59" name="object 59"/>
          <p:cNvSpPr/>
          <p:nvPr/>
        </p:nvSpPr>
        <p:spPr>
          <a:xfrm>
            <a:off x="6525641" y="3154298"/>
            <a:ext cx="359410" cy="175260"/>
          </a:xfrm>
          <a:custGeom>
            <a:avLst/>
            <a:gdLst/>
            <a:ahLst/>
            <a:cxnLst/>
            <a:rect l="l" t="t" r="r" b="b"/>
            <a:pathLst>
              <a:path w="359409" h="175260">
                <a:moveTo>
                  <a:pt x="86819" y="68706"/>
                </a:moveTo>
                <a:lnTo>
                  <a:pt x="50673" y="68706"/>
                </a:lnTo>
                <a:lnTo>
                  <a:pt x="54609" y="69214"/>
                </a:lnTo>
                <a:lnTo>
                  <a:pt x="57418" y="70230"/>
                </a:lnTo>
                <a:lnTo>
                  <a:pt x="61453" y="71627"/>
                </a:lnTo>
                <a:lnTo>
                  <a:pt x="61292" y="71627"/>
                </a:lnTo>
                <a:lnTo>
                  <a:pt x="63753" y="73151"/>
                </a:lnTo>
                <a:lnTo>
                  <a:pt x="71500" y="90677"/>
                </a:lnTo>
                <a:lnTo>
                  <a:pt x="71500" y="103759"/>
                </a:lnTo>
                <a:lnTo>
                  <a:pt x="47370" y="103759"/>
                </a:lnTo>
                <a:lnTo>
                  <a:pt x="39624" y="104521"/>
                </a:lnTo>
                <a:lnTo>
                  <a:pt x="3936" y="124460"/>
                </a:lnTo>
                <a:lnTo>
                  <a:pt x="1269" y="129159"/>
                </a:lnTo>
                <a:lnTo>
                  <a:pt x="0" y="134620"/>
                </a:lnTo>
                <a:lnTo>
                  <a:pt x="0" y="146303"/>
                </a:lnTo>
                <a:lnTo>
                  <a:pt x="27558" y="174116"/>
                </a:lnTo>
                <a:lnTo>
                  <a:pt x="32892" y="174878"/>
                </a:lnTo>
                <a:lnTo>
                  <a:pt x="45465" y="174878"/>
                </a:lnTo>
                <a:lnTo>
                  <a:pt x="51942" y="173481"/>
                </a:lnTo>
                <a:lnTo>
                  <a:pt x="63880" y="167639"/>
                </a:lnTo>
                <a:lnTo>
                  <a:pt x="69341" y="163575"/>
                </a:lnTo>
                <a:lnTo>
                  <a:pt x="73811" y="158876"/>
                </a:lnTo>
                <a:lnTo>
                  <a:pt x="35432" y="158876"/>
                </a:lnTo>
                <a:lnTo>
                  <a:pt x="30225" y="157225"/>
                </a:lnTo>
                <a:lnTo>
                  <a:pt x="26542" y="153670"/>
                </a:lnTo>
                <a:lnTo>
                  <a:pt x="22859" y="150240"/>
                </a:lnTo>
                <a:lnTo>
                  <a:pt x="21081" y="145668"/>
                </a:lnTo>
                <a:lnTo>
                  <a:pt x="21081" y="136525"/>
                </a:lnTo>
                <a:lnTo>
                  <a:pt x="21716" y="133476"/>
                </a:lnTo>
                <a:lnTo>
                  <a:pt x="22986" y="130810"/>
                </a:lnTo>
                <a:lnTo>
                  <a:pt x="24256" y="128270"/>
                </a:lnTo>
                <a:lnTo>
                  <a:pt x="26288" y="125984"/>
                </a:lnTo>
                <a:lnTo>
                  <a:pt x="28955" y="124205"/>
                </a:lnTo>
                <a:lnTo>
                  <a:pt x="31750" y="122300"/>
                </a:lnTo>
                <a:lnTo>
                  <a:pt x="35178" y="120903"/>
                </a:lnTo>
                <a:lnTo>
                  <a:pt x="39369" y="119887"/>
                </a:lnTo>
                <a:lnTo>
                  <a:pt x="43433" y="118999"/>
                </a:lnTo>
                <a:lnTo>
                  <a:pt x="48386" y="118490"/>
                </a:lnTo>
                <a:lnTo>
                  <a:pt x="91820" y="118490"/>
                </a:lnTo>
                <a:lnTo>
                  <a:pt x="91789" y="86867"/>
                </a:lnTo>
                <a:lnTo>
                  <a:pt x="91058" y="81025"/>
                </a:lnTo>
                <a:lnTo>
                  <a:pt x="89534" y="75818"/>
                </a:lnTo>
                <a:lnTo>
                  <a:pt x="87883" y="70612"/>
                </a:lnTo>
                <a:lnTo>
                  <a:pt x="86819" y="68706"/>
                </a:lnTo>
                <a:close/>
              </a:path>
              <a:path w="359409" h="175260">
                <a:moveTo>
                  <a:pt x="91820" y="158368"/>
                </a:moveTo>
                <a:lnTo>
                  <a:pt x="74294" y="158368"/>
                </a:lnTo>
                <a:lnTo>
                  <a:pt x="74294" y="170561"/>
                </a:lnTo>
                <a:lnTo>
                  <a:pt x="74464" y="171068"/>
                </a:lnTo>
                <a:lnTo>
                  <a:pt x="74549" y="171323"/>
                </a:lnTo>
                <a:lnTo>
                  <a:pt x="75056" y="171830"/>
                </a:lnTo>
                <a:lnTo>
                  <a:pt x="75691" y="172338"/>
                </a:lnTo>
                <a:lnTo>
                  <a:pt x="76580" y="172720"/>
                </a:lnTo>
                <a:lnTo>
                  <a:pt x="79248" y="173227"/>
                </a:lnTo>
                <a:lnTo>
                  <a:pt x="86994" y="173227"/>
                </a:lnTo>
                <a:lnTo>
                  <a:pt x="91820" y="170561"/>
                </a:lnTo>
                <a:lnTo>
                  <a:pt x="91820" y="158368"/>
                </a:lnTo>
                <a:close/>
              </a:path>
              <a:path w="359409" h="175260">
                <a:moveTo>
                  <a:pt x="91820" y="118490"/>
                </a:moveTo>
                <a:lnTo>
                  <a:pt x="71500" y="118490"/>
                </a:lnTo>
                <a:lnTo>
                  <a:pt x="71500" y="142239"/>
                </a:lnTo>
                <a:lnTo>
                  <a:pt x="66420" y="147827"/>
                </a:lnTo>
                <a:lnTo>
                  <a:pt x="61594" y="152018"/>
                </a:lnTo>
                <a:lnTo>
                  <a:pt x="57023" y="154812"/>
                </a:lnTo>
                <a:lnTo>
                  <a:pt x="52450" y="157479"/>
                </a:lnTo>
                <a:lnTo>
                  <a:pt x="47370" y="158876"/>
                </a:lnTo>
                <a:lnTo>
                  <a:pt x="73811" y="158876"/>
                </a:lnTo>
                <a:lnTo>
                  <a:pt x="74294" y="158368"/>
                </a:lnTo>
                <a:lnTo>
                  <a:pt x="91820" y="158368"/>
                </a:lnTo>
                <a:lnTo>
                  <a:pt x="91820" y="118490"/>
                </a:lnTo>
                <a:close/>
              </a:path>
              <a:path w="359409" h="175260">
                <a:moveTo>
                  <a:pt x="55752" y="52070"/>
                </a:moveTo>
                <a:lnTo>
                  <a:pt x="43433" y="52070"/>
                </a:lnTo>
                <a:lnTo>
                  <a:pt x="39242" y="52450"/>
                </a:lnTo>
                <a:lnTo>
                  <a:pt x="13842" y="60198"/>
                </a:lnTo>
                <a:lnTo>
                  <a:pt x="11049" y="61595"/>
                </a:lnTo>
                <a:lnTo>
                  <a:pt x="5695" y="68706"/>
                </a:lnTo>
                <a:lnTo>
                  <a:pt x="5746" y="75818"/>
                </a:lnTo>
                <a:lnTo>
                  <a:pt x="8889" y="80263"/>
                </a:lnTo>
                <a:lnTo>
                  <a:pt x="10667" y="80263"/>
                </a:lnTo>
                <a:lnTo>
                  <a:pt x="11785" y="79755"/>
                </a:lnTo>
                <a:lnTo>
                  <a:pt x="12471" y="79375"/>
                </a:lnTo>
                <a:lnTo>
                  <a:pt x="14097" y="78359"/>
                </a:lnTo>
                <a:lnTo>
                  <a:pt x="16128" y="77215"/>
                </a:lnTo>
                <a:lnTo>
                  <a:pt x="21716" y="74422"/>
                </a:lnTo>
                <a:lnTo>
                  <a:pt x="24487" y="73151"/>
                </a:lnTo>
                <a:lnTo>
                  <a:pt x="28320" y="71627"/>
                </a:lnTo>
                <a:lnTo>
                  <a:pt x="31820" y="70612"/>
                </a:lnTo>
                <a:lnTo>
                  <a:pt x="36322" y="69214"/>
                </a:lnTo>
                <a:lnTo>
                  <a:pt x="40893" y="68706"/>
                </a:lnTo>
                <a:lnTo>
                  <a:pt x="86819" y="68706"/>
                </a:lnTo>
                <a:lnTo>
                  <a:pt x="85470" y="66293"/>
                </a:lnTo>
                <a:lnTo>
                  <a:pt x="82041" y="62864"/>
                </a:lnTo>
                <a:lnTo>
                  <a:pt x="78485" y="59181"/>
                </a:lnTo>
                <a:lnTo>
                  <a:pt x="73913" y="56514"/>
                </a:lnTo>
                <a:lnTo>
                  <a:pt x="62610" y="52959"/>
                </a:lnTo>
                <a:lnTo>
                  <a:pt x="55752" y="52070"/>
                </a:lnTo>
                <a:close/>
              </a:path>
              <a:path w="359409" h="175260">
                <a:moveTo>
                  <a:pt x="144652" y="54101"/>
                </a:moveTo>
                <a:lnTo>
                  <a:pt x="133095" y="54101"/>
                </a:lnTo>
                <a:lnTo>
                  <a:pt x="132206" y="54355"/>
                </a:lnTo>
                <a:lnTo>
                  <a:pt x="131444" y="54737"/>
                </a:lnTo>
                <a:lnTo>
                  <a:pt x="130682" y="54990"/>
                </a:lnTo>
                <a:lnTo>
                  <a:pt x="130175" y="55499"/>
                </a:lnTo>
                <a:lnTo>
                  <a:pt x="129920" y="55879"/>
                </a:lnTo>
                <a:lnTo>
                  <a:pt x="129666" y="56387"/>
                </a:lnTo>
                <a:lnTo>
                  <a:pt x="129666" y="170687"/>
                </a:lnTo>
                <a:lnTo>
                  <a:pt x="134747" y="173100"/>
                </a:lnTo>
                <a:lnTo>
                  <a:pt x="144779" y="173100"/>
                </a:lnTo>
                <a:lnTo>
                  <a:pt x="149986" y="91312"/>
                </a:lnTo>
                <a:lnTo>
                  <a:pt x="155701" y="84200"/>
                </a:lnTo>
                <a:lnTo>
                  <a:pt x="161035" y="78866"/>
                </a:lnTo>
                <a:lnTo>
                  <a:pt x="170234" y="72389"/>
                </a:lnTo>
                <a:lnTo>
                  <a:pt x="148081" y="72389"/>
                </a:lnTo>
                <a:lnTo>
                  <a:pt x="147954" y="56387"/>
                </a:lnTo>
                <a:lnTo>
                  <a:pt x="147574" y="55879"/>
                </a:lnTo>
                <a:lnTo>
                  <a:pt x="147319" y="55499"/>
                </a:lnTo>
                <a:lnTo>
                  <a:pt x="146811" y="54990"/>
                </a:lnTo>
                <a:lnTo>
                  <a:pt x="146176" y="54737"/>
                </a:lnTo>
                <a:lnTo>
                  <a:pt x="145541" y="54355"/>
                </a:lnTo>
                <a:lnTo>
                  <a:pt x="144652" y="54101"/>
                </a:lnTo>
                <a:close/>
              </a:path>
              <a:path w="359409" h="175260">
                <a:moveTo>
                  <a:pt x="219929" y="69723"/>
                </a:moveTo>
                <a:lnTo>
                  <a:pt x="185547" y="69723"/>
                </a:lnTo>
                <a:lnTo>
                  <a:pt x="189102" y="70485"/>
                </a:lnTo>
                <a:lnTo>
                  <a:pt x="195199" y="73533"/>
                </a:lnTo>
                <a:lnTo>
                  <a:pt x="205485" y="170687"/>
                </a:lnTo>
                <a:lnTo>
                  <a:pt x="205866" y="171068"/>
                </a:lnTo>
                <a:lnTo>
                  <a:pt x="210565" y="173100"/>
                </a:lnTo>
                <a:lnTo>
                  <a:pt x="220599" y="173100"/>
                </a:lnTo>
                <a:lnTo>
                  <a:pt x="225298" y="171068"/>
                </a:lnTo>
                <a:lnTo>
                  <a:pt x="225678" y="170687"/>
                </a:lnTo>
                <a:lnTo>
                  <a:pt x="225626" y="91312"/>
                </a:lnTo>
                <a:lnTo>
                  <a:pt x="225170" y="86487"/>
                </a:lnTo>
                <a:lnTo>
                  <a:pt x="222532" y="75691"/>
                </a:lnTo>
                <a:lnTo>
                  <a:pt x="222408" y="75184"/>
                </a:lnTo>
                <a:lnTo>
                  <a:pt x="222376" y="75056"/>
                </a:lnTo>
                <a:lnTo>
                  <a:pt x="220217" y="70103"/>
                </a:lnTo>
                <a:lnTo>
                  <a:pt x="219929" y="69723"/>
                </a:lnTo>
                <a:close/>
              </a:path>
              <a:path w="359409" h="175260">
                <a:moveTo>
                  <a:pt x="193293" y="52070"/>
                </a:moveTo>
                <a:lnTo>
                  <a:pt x="179450" y="52070"/>
                </a:lnTo>
                <a:lnTo>
                  <a:pt x="173100" y="53593"/>
                </a:lnTo>
                <a:lnTo>
                  <a:pt x="160654" y="60198"/>
                </a:lnTo>
                <a:lnTo>
                  <a:pt x="154304" y="65404"/>
                </a:lnTo>
                <a:lnTo>
                  <a:pt x="148081" y="72389"/>
                </a:lnTo>
                <a:lnTo>
                  <a:pt x="170234" y="72389"/>
                </a:lnTo>
                <a:lnTo>
                  <a:pt x="171323" y="71627"/>
                </a:lnTo>
                <a:lnTo>
                  <a:pt x="176529" y="69723"/>
                </a:lnTo>
                <a:lnTo>
                  <a:pt x="219929" y="69723"/>
                </a:lnTo>
                <a:lnTo>
                  <a:pt x="213867" y="61722"/>
                </a:lnTo>
                <a:lnTo>
                  <a:pt x="209803" y="58292"/>
                </a:lnTo>
                <a:lnTo>
                  <a:pt x="204203" y="55499"/>
                </a:lnTo>
                <a:lnTo>
                  <a:pt x="199516" y="53212"/>
                </a:lnTo>
                <a:lnTo>
                  <a:pt x="193293" y="52070"/>
                </a:lnTo>
                <a:close/>
              </a:path>
              <a:path w="359409" h="175260">
                <a:moveTo>
                  <a:pt x="311276" y="52070"/>
                </a:moveTo>
                <a:lnTo>
                  <a:pt x="296925" y="52070"/>
                </a:lnTo>
                <a:lnTo>
                  <a:pt x="289940" y="53466"/>
                </a:lnTo>
                <a:lnTo>
                  <a:pt x="261747" y="81152"/>
                </a:lnTo>
                <a:lnTo>
                  <a:pt x="256782" y="107314"/>
                </a:lnTo>
                <a:lnTo>
                  <a:pt x="256732" y="107884"/>
                </a:lnTo>
                <a:lnTo>
                  <a:pt x="263398" y="151764"/>
                </a:lnTo>
                <a:lnTo>
                  <a:pt x="293877" y="174878"/>
                </a:lnTo>
                <a:lnTo>
                  <a:pt x="309625" y="174878"/>
                </a:lnTo>
                <a:lnTo>
                  <a:pt x="316483" y="173100"/>
                </a:lnTo>
                <a:lnTo>
                  <a:pt x="329183" y="165988"/>
                </a:lnTo>
                <a:lnTo>
                  <a:pt x="335279" y="161036"/>
                </a:lnTo>
                <a:lnTo>
                  <a:pt x="338742" y="157352"/>
                </a:lnTo>
                <a:lnTo>
                  <a:pt x="300227" y="157352"/>
                </a:lnTo>
                <a:lnTo>
                  <a:pt x="296227" y="156210"/>
                </a:lnTo>
                <a:lnTo>
                  <a:pt x="295960" y="156210"/>
                </a:lnTo>
                <a:lnTo>
                  <a:pt x="292226" y="153542"/>
                </a:lnTo>
                <a:lnTo>
                  <a:pt x="288670" y="151129"/>
                </a:lnTo>
                <a:lnTo>
                  <a:pt x="277875" y="118237"/>
                </a:lnTo>
                <a:lnTo>
                  <a:pt x="277875" y="107314"/>
                </a:lnTo>
                <a:lnTo>
                  <a:pt x="293242" y="73405"/>
                </a:lnTo>
                <a:lnTo>
                  <a:pt x="296925" y="70865"/>
                </a:lnTo>
                <a:lnTo>
                  <a:pt x="301370" y="69596"/>
                </a:lnTo>
                <a:lnTo>
                  <a:pt x="359333" y="69596"/>
                </a:lnTo>
                <a:lnTo>
                  <a:pt x="359333" y="68961"/>
                </a:lnTo>
                <a:lnTo>
                  <a:pt x="338835" y="68961"/>
                </a:lnTo>
                <a:lnTo>
                  <a:pt x="333501" y="63373"/>
                </a:lnTo>
                <a:lnTo>
                  <a:pt x="328167" y="59181"/>
                </a:lnTo>
                <a:lnTo>
                  <a:pt x="322706" y="56261"/>
                </a:lnTo>
                <a:lnTo>
                  <a:pt x="317373" y="53466"/>
                </a:lnTo>
                <a:lnTo>
                  <a:pt x="311276" y="52070"/>
                </a:lnTo>
                <a:close/>
              </a:path>
              <a:path w="359409" h="175260">
                <a:moveTo>
                  <a:pt x="359398" y="154686"/>
                </a:moveTo>
                <a:lnTo>
                  <a:pt x="341249" y="154686"/>
                </a:lnTo>
                <a:lnTo>
                  <a:pt x="341375" y="170687"/>
                </a:lnTo>
                <a:lnTo>
                  <a:pt x="341756" y="171196"/>
                </a:lnTo>
                <a:lnTo>
                  <a:pt x="342010" y="171703"/>
                </a:lnTo>
                <a:lnTo>
                  <a:pt x="342518" y="172085"/>
                </a:lnTo>
                <a:lnTo>
                  <a:pt x="344042" y="172592"/>
                </a:lnTo>
                <a:lnTo>
                  <a:pt x="345058" y="172847"/>
                </a:lnTo>
                <a:lnTo>
                  <a:pt x="346201" y="173100"/>
                </a:lnTo>
                <a:lnTo>
                  <a:pt x="354710" y="173100"/>
                </a:lnTo>
                <a:lnTo>
                  <a:pt x="355853" y="172847"/>
                </a:lnTo>
                <a:lnTo>
                  <a:pt x="356869" y="172592"/>
                </a:lnTo>
                <a:lnTo>
                  <a:pt x="357504" y="172338"/>
                </a:lnTo>
                <a:lnTo>
                  <a:pt x="358266" y="172085"/>
                </a:lnTo>
                <a:lnTo>
                  <a:pt x="358775" y="171703"/>
                </a:lnTo>
                <a:lnTo>
                  <a:pt x="359282" y="170687"/>
                </a:lnTo>
                <a:lnTo>
                  <a:pt x="359398" y="154686"/>
                </a:lnTo>
                <a:close/>
              </a:path>
              <a:path w="359409" h="175260">
                <a:moveTo>
                  <a:pt x="359333" y="69596"/>
                </a:moveTo>
                <a:lnTo>
                  <a:pt x="312165" y="69596"/>
                </a:lnTo>
                <a:lnTo>
                  <a:pt x="317626" y="71500"/>
                </a:lnTo>
                <a:lnTo>
                  <a:pt x="322706" y="75056"/>
                </a:lnTo>
                <a:lnTo>
                  <a:pt x="327913" y="78612"/>
                </a:lnTo>
                <a:lnTo>
                  <a:pt x="333248" y="83947"/>
                </a:lnTo>
                <a:lnTo>
                  <a:pt x="338835" y="90804"/>
                </a:lnTo>
                <a:lnTo>
                  <a:pt x="338835" y="135509"/>
                </a:lnTo>
                <a:lnTo>
                  <a:pt x="313562" y="156210"/>
                </a:lnTo>
                <a:lnTo>
                  <a:pt x="311023" y="156972"/>
                </a:lnTo>
                <a:lnTo>
                  <a:pt x="308355" y="157352"/>
                </a:lnTo>
                <a:lnTo>
                  <a:pt x="338742" y="157352"/>
                </a:lnTo>
                <a:lnTo>
                  <a:pt x="341249" y="154686"/>
                </a:lnTo>
                <a:lnTo>
                  <a:pt x="359398" y="154686"/>
                </a:lnTo>
                <a:lnTo>
                  <a:pt x="359333" y="69596"/>
                </a:lnTo>
                <a:close/>
              </a:path>
              <a:path w="359409" h="175260">
                <a:moveTo>
                  <a:pt x="352805" y="0"/>
                </a:moveTo>
                <a:lnTo>
                  <a:pt x="345439" y="0"/>
                </a:lnTo>
                <a:lnTo>
                  <a:pt x="342900" y="508"/>
                </a:lnTo>
                <a:lnTo>
                  <a:pt x="341756" y="762"/>
                </a:lnTo>
                <a:lnTo>
                  <a:pt x="340994" y="1015"/>
                </a:lnTo>
                <a:lnTo>
                  <a:pt x="340105" y="1270"/>
                </a:lnTo>
                <a:lnTo>
                  <a:pt x="339598" y="1650"/>
                </a:lnTo>
                <a:lnTo>
                  <a:pt x="339216" y="2286"/>
                </a:lnTo>
                <a:lnTo>
                  <a:pt x="338962" y="2793"/>
                </a:lnTo>
                <a:lnTo>
                  <a:pt x="338835" y="68961"/>
                </a:lnTo>
                <a:lnTo>
                  <a:pt x="359333" y="68961"/>
                </a:lnTo>
                <a:lnTo>
                  <a:pt x="359282" y="2793"/>
                </a:lnTo>
                <a:lnTo>
                  <a:pt x="358901" y="2286"/>
                </a:lnTo>
                <a:lnTo>
                  <a:pt x="358520" y="1650"/>
                </a:lnTo>
                <a:lnTo>
                  <a:pt x="358012" y="1270"/>
                </a:lnTo>
                <a:lnTo>
                  <a:pt x="356488" y="762"/>
                </a:lnTo>
                <a:lnTo>
                  <a:pt x="355473" y="508"/>
                </a:lnTo>
                <a:lnTo>
                  <a:pt x="352805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0" name="object 60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6979919" y="3153791"/>
            <a:ext cx="900683" cy="175387"/>
          </a:xfrm>
          <a:prstGeom prst="rect">
            <a:avLst/>
          </a:prstGeom>
        </p:spPr>
      </p:pic>
      <p:sp>
        <p:nvSpPr>
          <p:cNvPr id="61" name="object 61"/>
          <p:cNvSpPr/>
          <p:nvPr/>
        </p:nvSpPr>
        <p:spPr>
          <a:xfrm>
            <a:off x="7952485" y="3153791"/>
            <a:ext cx="330200" cy="175895"/>
          </a:xfrm>
          <a:custGeom>
            <a:avLst/>
            <a:gdLst/>
            <a:ahLst/>
            <a:cxnLst/>
            <a:rect l="l" t="t" r="r" b="b"/>
            <a:pathLst>
              <a:path w="330200" h="175895">
                <a:moveTo>
                  <a:pt x="40259" y="71882"/>
                </a:moveTo>
                <a:lnTo>
                  <a:pt x="19685" y="71882"/>
                </a:lnTo>
                <a:lnTo>
                  <a:pt x="19685" y="143763"/>
                </a:lnTo>
                <a:lnTo>
                  <a:pt x="27305" y="165862"/>
                </a:lnTo>
                <a:lnTo>
                  <a:pt x="29972" y="169037"/>
                </a:lnTo>
                <a:lnTo>
                  <a:pt x="33400" y="171323"/>
                </a:lnTo>
                <a:lnTo>
                  <a:pt x="37465" y="172847"/>
                </a:lnTo>
                <a:lnTo>
                  <a:pt x="41656" y="174371"/>
                </a:lnTo>
                <a:lnTo>
                  <a:pt x="46609" y="175133"/>
                </a:lnTo>
                <a:lnTo>
                  <a:pt x="55329" y="175133"/>
                </a:lnTo>
                <a:lnTo>
                  <a:pt x="60917" y="174371"/>
                </a:lnTo>
                <a:lnTo>
                  <a:pt x="61298" y="174371"/>
                </a:lnTo>
                <a:lnTo>
                  <a:pt x="63500" y="173862"/>
                </a:lnTo>
                <a:lnTo>
                  <a:pt x="65278" y="173482"/>
                </a:lnTo>
                <a:lnTo>
                  <a:pt x="68072" y="172466"/>
                </a:lnTo>
                <a:lnTo>
                  <a:pt x="69342" y="171831"/>
                </a:lnTo>
                <a:lnTo>
                  <a:pt x="70154" y="171323"/>
                </a:lnTo>
                <a:lnTo>
                  <a:pt x="70993" y="170561"/>
                </a:lnTo>
                <a:lnTo>
                  <a:pt x="71755" y="169925"/>
                </a:lnTo>
                <a:lnTo>
                  <a:pt x="72088" y="169037"/>
                </a:lnTo>
                <a:lnTo>
                  <a:pt x="72898" y="166116"/>
                </a:lnTo>
                <a:lnTo>
                  <a:pt x="72771" y="157987"/>
                </a:lnTo>
                <a:lnTo>
                  <a:pt x="72723" y="157607"/>
                </a:lnTo>
                <a:lnTo>
                  <a:pt x="50038" y="157607"/>
                </a:lnTo>
                <a:lnTo>
                  <a:pt x="45974" y="155701"/>
                </a:lnTo>
                <a:lnTo>
                  <a:pt x="41402" y="147828"/>
                </a:lnTo>
                <a:lnTo>
                  <a:pt x="40259" y="141986"/>
                </a:lnTo>
                <a:lnTo>
                  <a:pt x="40259" y="71882"/>
                </a:lnTo>
                <a:close/>
              </a:path>
              <a:path w="330200" h="175895">
                <a:moveTo>
                  <a:pt x="71374" y="154432"/>
                </a:moveTo>
                <a:lnTo>
                  <a:pt x="68453" y="154432"/>
                </a:lnTo>
                <a:lnTo>
                  <a:pt x="67945" y="154686"/>
                </a:lnTo>
                <a:lnTo>
                  <a:pt x="66167" y="155448"/>
                </a:lnTo>
                <a:lnTo>
                  <a:pt x="64897" y="155956"/>
                </a:lnTo>
                <a:lnTo>
                  <a:pt x="63754" y="156337"/>
                </a:lnTo>
                <a:lnTo>
                  <a:pt x="62484" y="156718"/>
                </a:lnTo>
                <a:lnTo>
                  <a:pt x="58928" y="157607"/>
                </a:lnTo>
                <a:lnTo>
                  <a:pt x="72723" y="157607"/>
                </a:lnTo>
                <a:lnTo>
                  <a:pt x="72644" y="156972"/>
                </a:lnTo>
                <a:lnTo>
                  <a:pt x="72559" y="156718"/>
                </a:lnTo>
                <a:lnTo>
                  <a:pt x="72432" y="156337"/>
                </a:lnTo>
                <a:lnTo>
                  <a:pt x="72326" y="155956"/>
                </a:lnTo>
                <a:lnTo>
                  <a:pt x="72263" y="155701"/>
                </a:lnTo>
                <a:lnTo>
                  <a:pt x="72009" y="155067"/>
                </a:lnTo>
                <a:lnTo>
                  <a:pt x="71755" y="154686"/>
                </a:lnTo>
                <a:lnTo>
                  <a:pt x="71374" y="154432"/>
                </a:lnTo>
                <a:close/>
              </a:path>
              <a:path w="330200" h="175895">
                <a:moveTo>
                  <a:pt x="69596" y="54863"/>
                </a:moveTo>
                <a:lnTo>
                  <a:pt x="3556" y="54863"/>
                </a:lnTo>
                <a:lnTo>
                  <a:pt x="2921" y="54991"/>
                </a:lnTo>
                <a:lnTo>
                  <a:pt x="2413" y="55372"/>
                </a:lnTo>
                <a:lnTo>
                  <a:pt x="1778" y="55625"/>
                </a:lnTo>
                <a:lnTo>
                  <a:pt x="0" y="60579"/>
                </a:lnTo>
                <a:lnTo>
                  <a:pt x="0" y="66421"/>
                </a:lnTo>
                <a:lnTo>
                  <a:pt x="381" y="68580"/>
                </a:lnTo>
                <a:lnTo>
                  <a:pt x="1016" y="69976"/>
                </a:lnTo>
                <a:lnTo>
                  <a:pt x="1778" y="71247"/>
                </a:lnTo>
                <a:lnTo>
                  <a:pt x="2794" y="71882"/>
                </a:lnTo>
                <a:lnTo>
                  <a:pt x="70104" y="71882"/>
                </a:lnTo>
                <a:lnTo>
                  <a:pt x="71120" y="71247"/>
                </a:lnTo>
                <a:lnTo>
                  <a:pt x="71882" y="69976"/>
                </a:lnTo>
                <a:lnTo>
                  <a:pt x="72644" y="68580"/>
                </a:lnTo>
                <a:lnTo>
                  <a:pt x="73025" y="66421"/>
                </a:lnTo>
                <a:lnTo>
                  <a:pt x="72898" y="60579"/>
                </a:lnTo>
                <a:lnTo>
                  <a:pt x="70612" y="55372"/>
                </a:lnTo>
                <a:lnTo>
                  <a:pt x="70104" y="54991"/>
                </a:lnTo>
                <a:lnTo>
                  <a:pt x="69596" y="54863"/>
                </a:lnTo>
                <a:close/>
              </a:path>
              <a:path w="330200" h="175895">
                <a:moveTo>
                  <a:pt x="35052" y="24511"/>
                </a:moveTo>
                <a:lnTo>
                  <a:pt x="24892" y="24511"/>
                </a:lnTo>
                <a:lnTo>
                  <a:pt x="23622" y="24764"/>
                </a:lnTo>
                <a:lnTo>
                  <a:pt x="20193" y="26670"/>
                </a:lnTo>
                <a:lnTo>
                  <a:pt x="19812" y="27178"/>
                </a:lnTo>
                <a:lnTo>
                  <a:pt x="19685" y="54863"/>
                </a:lnTo>
                <a:lnTo>
                  <a:pt x="40259" y="54863"/>
                </a:lnTo>
                <a:lnTo>
                  <a:pt x="40259" y="27686"/>
                </a:lnTo>
                <a:lnTo>
                  <a:pt x="39750" y="26670"/>
                </a:lnTo>
                <a:lnTo>
                  <a:pt x="39370" y="26162"/>
                </a:lnTo>
                <a:lnTo>
                  <a:pt x="38862" y="25781"/>
                </a:lnTo>
                <a:lnTo>
                  <a:pt x="37338" y="25019"/>
                </a:lnTo>
                <a:lnTo>
                  <a:pt x="36322" y="24764"/>
                </a:lnTo>
                <a:lnTo>
                  <a:pt x="35052" y="24511"/>
                </a:lnTo>
                <a:close/>
              </a:path>
              <a:path w="330200" h="175895">
                <a:moveTo>
                  <a:pt x="116840" y="381"/>
                </a:moveTo>
                <a:lnTo>
                  <a:pt x="104140" y="381"/>
                </a:lnTo>
                <a:lnTo>
                  <a:pt x="102997" y="635"/>
                </a:lnTo>
                <a:lnTo>
                  <a:pt x="100330" y="2667"/>
                </a:lnTo>
                <a:lnTo>
                  <a:pt x="100330" y="171196"/>
                </a:lnTo>
                <a:lnTo>
                  <a:pt x="105410" y="173609"/>
                </a:lnTo>
                <a:lnTo>
                  <a:pt x="115443" y="173609"/>
                </a:lnTo>
                <a:lnTo>
                  <a:pt x="120650" y="91821"/>
                </a:lnTo>
                <a:lnTo>
                  <a:pt x="126365" y="84709"/>
                </a:lnTo>
                <a:lnTo>
                  <a:pt x="131699" y="79375"/>
                </a:lnTo>
                <a:lnTo>
                  <a:pt x="141986" y="72136"/>
                </a:lnTo>
                <a:lnTo>
                  <a:pt x="145110" y="70993"/>
                </a:lnTo>
                <a:lnTo>
                  <a:pt x="120650" y="70993"/>
                </a:lnTo>
                <a:lnTo>
                  <a:pt x="120523" y="2667"/>
                </a:lnTo>
                <a:lnTo>
                  <a:pt x="117856" y="635"/>
                </a:lnTo>
                <a:lnTo>
                  <a:pt x="116840" y="381"/>
                </a:lnTo>
                <a:close/>
              </a:path>
              <a:path w="330200" h="175895">
                <a:moveTo>
                  <a:pt x="190592" y="70231"/>
                </a:moveTo>
                <a:lnTo>
                  <a:pt x="156210" y="70231"/>
                </a:lnTo>
                <a:lnTo>
                  <a:pt x="159766" y="70993"/>
                </a:lnTo>
                <a:lnTo>
                  <a:pt x="165862" y="74041"/>
                </a:lnTo>
                <a:lnTo>
                  <a:pt x="176149" y="171196"/>
                </a:lnTo>
                <a:lnTo>
                  <a:pt x="176530" y="171576"/>
                </a:lnTo>
                <a:lnTo>
                  <a:pt x="181229" y="173609"/>
                </a:lnTo>
                <a:lnTo>
                  <a:pt x="191262" y="173609"/>
                </a:lnTo>
                <a:lnTo>
                  <a:pt x="195961" y="171576"/>
                </a:lnTo>
                <a:lnTo>
                  <a:pt x="196342" y="171196"/>
                </a:lnTo>
                <a:lnTo>
                  <a:pt x="196280" y="91821"/>
                </a:lnTo>
                <a:lnTo>
                  <a:pt x="195834" y="86995"/>
                </a:lnTo>
                <a:lnTo>
                  <a:pt x="193195" y="76200"/>
                </a:lnTo>
                <a:lnTo>
                  <a:pt x="193071" y="75692"/>
                </a:lnTo>
                <a:lnTo>
                  <a:pt x="193040" y="75564"/>
                </a:lnTo>
                <a:lnTo>
                  <a:pt x="190881" y="70612"/>
                </a:lnTo>
                <a:lnTo>
                  <a:pt x="190592" y="70231"/>
                </a:lnTo>
                <a:close/>
              </a:path>
              <a:path w="330200" h="175895">
                <a:moveTo>
                  <a:pt x="163957" y="52578"/>
                </a:moveTo>
                <a:lnTo>
                  <a:pt x="150495" y="52578"/>
                </a:lnTo>
                <a:lnTo>
                  <a:pt x="144399" y="53975"/>
                </a:lnTo>
                <a:lnTo>
                  <a:pt x="132461" y="60071"/>
                </a:lnTo>
                <a:lnTo>
                  <a:pt x="126619" y="64643"/>
                </a:lnTo>
                <a:lnTo>
                  <a:pt x="120528" y="70993"/>
                </a:lnTo>
                <a:lnTo>
                  <a:pt x="145110" y="70993"/>
                </a:lnTo>
                <a:lnTo>
                  <a:pt x="147193" y="70231"/>
                </a:lnTo>
                <a:lnTo>
                  <a:pt x="190592" y="70231"/>
                </a:lnTo>
                <a:lnTo>
                  <a:pt x="184531" y="62230"/>
                </a:lnTo>
                <a:lnTo>
                  <a:pt x="180467" y="58800"/>
                </a:lnTo>
                <a:lnTo>
                  <a:pt x="175387" y="56261"/>
                </a:lnTo>
                <a:lnTo>
                  <a:pt x="170180" y="53721"/>
                </a:lnTo>
                <a:lnTo>
                  <a:pt x="163957" y="52578"/>
                </a:lnTo>
                <a:close/>
              </a:path>
              <a:path w="330200" h="175895">
                <a:moveTo>
                  <a:pt x="114173" y="0"/>
                </a:moveTo>
                <a:lnTo>
                  <a:pt x="106807" y="0"/>
                </a:lnTo>
                <a:lnTo>
                  <a:pt x="104711" y="381"/>
                </a:lnTo>
                <a:lnTo>
                  <a:pt x="116077" y="381"/>
                </a:lnTo>
                <a:lnTo>
                  <a:pt x="114173" y="0"/>
                </a:lnTo>
                <a:close/>
              </a:path>
              <a:path w="330200" h="175895">
                <a:moveTo>
                  <a:pt x="289306" y="52578"/>
                </a:moveTo>
                <a:lnTo>
                  <a:pt x="272288" y="52578"/>
                </a:lnTo>
                <a:lnTo>
                  <a:pt x="264922" y="53975"/>
                </a:lnTo>
                <a:lnTo>
                  <a:pt x="233045" y="80899"/>
                </a:lnTo>
                <a:lnTo>
                  <a:pt x="227058" y="121862"/>
                </a:lnTo>
                <a:lnTo>
                  <a:pt x="227758" y="128730"/>
                </a:lnTo>
                <a:lnTo>
                  <a:pt x="245872" y="165226"/>
                </a:lnTo>
                <a:lnTo>
                  <a:pt x="273558" y="175387"/>
                </a:lnTo>
                <a:lnTo>
                  <a:pt x="288036" y="175387"/>
                </a:lnTo>
                <a:lnTo>
                  <a:pt x="318770" y="168529"/>
                </a:lnTo>
                <a:lnTo>
                  <a:pt x="321056" y="167512"/>
                </a:lnTo>
                <a:lnTo>
                  <a:pt x="322453" y="166750"/>
                </a:lnTo>
                <a:lnTo>
                  <a:pt x="322834" y="166243"/>
                </a:lnTo>
                <a:lnTo>
                  <a:pt x="323342" y="165862"/>
                </a:lnTo>
                <a:lnTo>
                  <a:pt x="323723" y="165354"/>
                </a:lnTo>
                <a:lnTo>
                  <a:pt x="324485" y="163830"/>
                </a:lnTo>
                <a:lnTo>
                  <a:pt x="324485" y="158750"/>
                </a:lnTo>
                <a:lnTo>
                  <a:pt x="278003" y="158750"/>
                </a:lnTo>
                <a:lnTo>
                  <a:pt x="272288" y="157861"/>
                </a:lnTo>
                <a:lnTo>
                  <a:pt x="248158" y="124333"/>
                </a:lnTo>
                <a:lnTo>
                  <a:pt x="248158" y="118110"/>
                </a:lnTo>
                <a:lnTo>
                  <a:pt x="323850" y="118110"/>
                </a:lnTo>
                <a:lnTo>
                  <a:pt x="325755" y="117475"/>
                </a:lnTo>
                <a:lnTo>
                  <a:pt x="327279" y="116078"/>
                </a:lnTo>
                <a:lnTo>
                  <a:pt x="328930" y="114681"/>
                </a:lnTo>
                <a:lnTo>
                  <a:pt x="329819" y="112395"/>
                </a:lnTo>
                <a:lnTo>
                  <a:pt x="329819" y="103124"/>
                </a:lnTo>
                <a:lnTo>
                  <a:pt x="248158" y="103124"/>
                </a:lnTo>
                <a:lnTo>
                  <a:pt x="248285" y="98551"/>
                </a:lnTo>
                <a:lnTo>
                  <a:pt x="248970" y="94551"/>
                </a:lnTo>
                <a:lnTo>
                  <a:pt x="249047" y="94107"/>
                </a:lnTo>
                <a:lnTo>
                  <a:pt x="250444" y="90043"/>
                </a:lnTo>
                <a:lnTo>
                  <a:pt x="251968" y="85851"/>
                </a:lnTo>
                <a:lnTo>
                  <a:pt x="253873" y="82169"/>
                </a:lnTo>
                <a:lnTo>
                  <a:pt x="256540" y="78994"/>
                </a:lnTo>
                <a:lnTo>
                  <a:pt x="259080" y="75819"/>
                </a:lnTo>
                <a:lnTo>
                  <a:pt x="262255" y="73279"/>
                </a:lnTo>
                <a:lnTo>
                  <a:pt x="266065" y="71374"/>
                </a:lnTo>
                <a:lnTo>
                  <a:pt x="270002" y="69469"/>
                </a:lnTo>
                <a:lnTo>
                  <a:pt x="274447" y="68580"/>
                </a:lnTo>
                <a:lnTo>
                  <a:pt x="318676" y="68580"/>
                </a:lnTo>
                <a:lnTo>
                  <a:pt x="318262" y="68072"/>
                </a:lnTo>
                <a:lnTo>
                  <a:pt x="314198" y="63373"/>
                </a:lnTo>
                <a:lnTo>
                  <a:pt x="309287" y="59689"/>
                </a:lnTo>
                <a:lnTo>
                  <a:pt x="303022" y="56769"/>
                </a:lnTo>
                <a:lnTo>
                  <a:pt x="296799" y="53975"/>
                </a:lnTo>
                <a:lnTo>
                  <a:pt x="289306" y="52578"/>
                </a:lnTo>
                <a:close/>
              </a:path>
              <a:path w="330200" h="175895">
                <a:moveTo>
                  <a:pt x="322707" y="150495"/>
                </a:moveTo>
                <a:lnTo>
                  <a:pt x="320167" y="150495"/>
                </a:lnTo>
                <a:lnTo>
                  <a:pt x="319150" y="150749"/>
                </a:lnTo>
                <a:lnTo>
                  <a:pt x="317246" y="151637"/>
                </a:lnTo>
                <a:lnTo>
                  <a:pt x="315214" y="152526"/>
                </a:lnTo>
                <a:lnTo>
                  <a:pt x="290068" y="158750"/>
                </a:lnTo>
                <a:lnTo>
                  <a:pt x="324485" y="158750"/>
                </a:lnTo>
                <a:lnTo>
                  <a:pt x="324434" y="152526"/>
                </a:lnTo>
                <a:lnTo>
                  <a:pt x="324231" y="152019"/>
                </a:lnTo>
                <a:lnTo>
                  <a:pt x="323850" y="151257"/>
                </a:lnTo>
                <a:lnTo>
                  <a:pt x="323723" y="151003"/>
                </a:lnTo>
                <a:lnTo>
                  <a:pt x="322707" y="150495"/>
                </a:lnTo>
                <a:close/>
              </a:path>
              <a:path w="330200" h="175895">
                <a:moveTo>
                  <a:pt x="318676" y="68580"/>
                </a:moveTo>
                <a:lnTo>
                  <a:pt x="289433" y="68580"/>
                </a:lnTo>
                <a:lnTo>
                  <a:pt x="296925" y="71628"/>
                </a:lnTo>
                <a:lnTo>
                  <a:pt x="301879" y="77724"/>
                </a:lnTo>
                <a:lnTo>
                  <a:pt x="309025" y="100838"/>
                </a:lnTo>
                <a:lnTo>
                  <a:pt x="309118" y="103124"/>
                </a:lnTo>
                <a:lnTo>
                  <a:pt x="329819" y="103124"/>
                </a:lnTo>
                <a:lnTo>
                  <a:pt x="329819" y="98171"/>
                </a:lnTo>
                <a:lnTo>
                  <a:pt x="328803" y="91312"/>
                </a:lnTo>
                <a:lnTo>
                  <a:pt x="327025" y="84836"/>
                </a:lnTo>
                <a:lnTo>
                  <a:pt x="325120" y="78486"/>
                </a:lnTo>
                <a:lnTo>
                  <a:pt x="322199" y="72898"/>
                </a:lnTo>
                <a:lnTo>
                  <a:pt x="318676" y="6858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2" name="object 62"/>
          <p:cNvGrpSpPr/>
          <p:nvPr/>
        </p:nvGrpSpPr>
        <p:grpSpPr>
          <a:xfrm>
            <a:off x="8361806" y="3153791"/>
            <a:ext cx="1060450" cy="175895"/>
            <a:chOff x="8361806" y="3153791"/>
            <a:chExt cx="1060450" cy="175895"/>
          </a:xfrm>
        </p:grpSpPr>
        <p:pic>
          <p:nvPicPr>
            <p:cNvPr id="63" name="object 6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361806" y="3153791"/>
              <a:ext cx="996574" cy="175387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9395078" y="3298952"/>
              <a:ext cx="26670" cy="29209"/>
            </a:xfrm>
            <a:custGeom>
              <a:avLst/>
              <a:gdLst/>
              <a:ahLst/>
              <a:cxnLst/>
              <a:rect l="l" t="t" r="r" b="b"/>
              <a:pathLst>
                <a:path w="26670" h="29210">
                  <a:moveTo>
                    <a:pt x="18542" y="0"/>
                  </a:moveTo>
                  <a:lnTo>
                    <a:pt x="8381" y="0"/>
                  </a:lnTo>
                  <a:lnTo>
                    <a:pt x="4825" y="1015"/>
                  </a:lnTo>
                  <a:lnTo>
                    <a:pt x="2921" y="2921"/>
                  </a:lnTo>
                  <a:lnTo>
                    <a:pt x="1016" y="4952"/>
                  </a:lnTo>
                  <a:lnTo>
                    <a:pt x="0" y="8889"/>
                  </a:lnTo>
                  <a:lnTo>
                    <a:pt x="0" y="20447"/>
                  </a:lnTo>
                  <a:lnTo>
                    <a:pt x="1016" y="24257"/>
                  </a:lnTo>
                  <a:lnTo>
                    <a:pt x="4825" y="28067"/>
                  </a:lnTo>
                  <a:lnTo>
                    <a:pt x="8254" y="28956"/>
                  </a:lnTo>
                  <a:lnTo>
                    <a:pt x="18288" y="28956"/>
                  </a:lnTo>
                  <a:lnTo>
                    <a:pt x="21844" y="28067"/>
                  </a:lnTo>
                  <a:lnTo>
                    <a:pt x="23749" y="26035"/>
                  </a:lnTo>
                  <a:lnTo>
                    <a:pt x="25780" y="24130"/>
                  </a:lnTo>
                  <a:lnTo>
                    <a:pt x="26670" y="20193"/>
                  </a:lnTo>
                  <a:lnTo>
                    <a:pt x="26670" y="14350"/>
                  </a:lnTo>
                  <a:lnTo>
                    <a:pt x="26670" y="8636"/>
                  </a:lnTo>
                  <a:lnTo>
                    <a:pt x="25780" y="4825"/>
                  </a:lnTo>
                  <a:lnTo>
                    <a:pt x="21971" y="101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/>
          <p:nvPr/>
        </p:nvSpPr>
        <p:spPr>
          <a:xfrm>
            <a:off x="3525520" y="3607053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40131" y="0"/>
                </a:moveTo>
                <a:lnTo>
                  <a:pt x="22859" y="0"/>
                </a:lnTo>
                <a:lnTo>
                  <a:pt x="15366" y="3048"/>
                </a:lnTo>
                <a:lnTo>
                  <a:pt x="3047" y="15240"/>
                </a:lnTo>
                <a:lnTo>
                  <a:pt x="0" y="22733"/>
                </a:lnTo>
                <a:lnTo>
                  <a:pt x="0" y="31369"/>
                </a:lnTo>
                <a:lnTo>
                  <a:pt x="0" y="40132"/>
                </a:lnTo>
                <a:lnTo>
                  <a:pt x="3047" y="47498"/>
                </a:lnTo>
                <a:lnTo>
                  <a:pt x="15366" y="59817"/>
                </a:lnTo>
                <a:lnTo>
                  <a:pt x="22859" y="62992"/>
                </a:lnTo>
                <a:lnTo>
                  <a:pt x="40131" y="62992"/>
                </a:lnTo>
                <a:lnTo>
                  <a:pt x="47625" y="59817"/>
                </a:lnTo>
                <a:lnTo>
                  <a:pt x="59943" y="47498"/>
                </a:lnTo>
                <a:lnTo>
                  <a:pt x="62991" y="40132"/>
                </a:lnTo>
                <a:lnTo>
                  <a:pt x="62991" y="22733"/>
                </a:lnTo>
                <a:lnTo>
                  <a:pt x="59943" y="15240"/>
                </a:lnTo>
                <a:lnTo>
                  <a:pt x="47625" y="3048"/>
                </a:lnTo>
                <a:lnTo>
                  <a:pt x="4013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742690" y="3554603"/>
            <a:ext cx="370205" cy="175895"/>
          </a:xfrm>
          <a:custGeom>
            <a:avLst/>
            <a:gdLst/>
            <a:ahLst/>
            <a:cxnLst/>
            <a:rect l="l" t="t" r="r" b="b"/>
            <a:pathLst>
              <a:path w="370204" h="175895">
                <a:moveTo>
                  <a:pt x="66421" y="173228"/>
                </a:moveTo>
                <a:lnTo>
                  <a:pt x="53339" y="173228"/>
                </a:lnTo>
                <a:lnTo>
                  <a:pt x="56261" y="173736"/>
                </a:lnTo>
                <a:lnTo>
                  <a:pt x="57912" y="173863"/>
                </a:lnTo>
                <a:lnTo>
                  <a:pt x="61975" y="173863"/>
                </a:lnTo>
                <a:lnTo>
                  <a:pt x="63626" y="173736"/>
                </a:lnTo>
                <a:lnTo>
                  <a:pt x="66421" y="173228"/>
                </a:lnTo>
                <a:close/>
              </a:path>
              <a:path w="370204" h="175895">
                <a:moveTo>
                  <a:pt x="70612" y="30352"/>
                </a:moveTo>
                <a:lnTo>
                  <a:pt x="49149" y="30352"/>
                </a:lnTo>
                <a:lnTo>
                  <a:pt x="49149" y="170434"/>
                </a:lnTo>
                <a:lnTo>
                  <a:pt x="51435" y="172720"/>
                </a:lnTo>
                <a:lnTo>
                  <a:pt x="52620" y="173228"/>
                </a:lnTo>
                <a:lnTo>
                  <a:pt x="67310" y="173228"/>
                </a:lnTo>
                <a:lnTo>
                  <a:pt x="68325" y="172720"/>
                </a:lnTo>
                <a:lnTo>
                  <a:pt x="69214" y="172466"/>
                </a:lnTo>
                <a:lnTo>
                  <a:pt x="69723" y="172085"/>
                </a:lnTo>
                <a:lnTo>
                  <a:pt x="70104" y="171577"/>
                </a:lnTo>
                <a:lnTo>
                  <a:pt x="70358" y="171069"/>
                </a:lnTo>
                <a:lnTo>
                  <a:pt x="70612" y="170434"/>
                </a:lnTo>
                <a:lnTo>
                  <a:pt x="70612" y="30352"/>
                </a:lnTo>
                <a:close/>
              </a:path>
              <a:path w="370204" h="175895">
                <a:moveTo>
                  <a:pt x="116459" y="12192"/>
                </a:moveTo>
                <a:lnTo>
                  <a:pt x="3301" y="12192"/>
                </a:lnTo>
                <a:lnTo>
                  <a:pt x="2667" y="12446"/>
                </a:lnTo>
                <a:lnTo>
                  <a:pt x="2159" y="12700"/>
                </a:lnTo>
                <a:lnTo>
                  <a:pt x="1650" y="13081"/>
                </a:lnTo>
                <a:lnTo>
                  <a:pt x="1143" y="13588"/>
                </a:lnTo>
                <a:lnTo>
                  <a:pt x="888" y="14350"/>
                </a:lnTo>
                <a:lnTo>
                  <a:pt x="508" y="15112"/>
                </a:lnTo>
                <a:lnTo>
                  <a:pt x="254" y="16129"/>
                </a:lnTo>
                <a:lnTo>
                  <a:pt x="0" y="17272"/>
                </a:lnTo>
                <a:lnTo>
                  <a:pt x="0" y="25526"/>
                </a:lnTo>
                <a:lnTo>
                  <a:pt x="254" y="26670"/>
                </a:lnTo>
                <a:lnTo>
                  <a:pt x="508" y="27686"/>
                </a:lnTo>
                <a:lnTo>
                  <a:pt x="888" y="28321"/>
                </a:lnTo>
                <a:lnTo>
                  <a:pt x="1143" y="29083"/>
                </a:lnTo>
                <a:lnTo>
                  <a:pt x="1650" y="29591"/>
                </a:lnTo>
                <a:lnTo>
                  <a:pt x="2159" y="29845"/>
                </a:lnTo>
                <a:lnTo>
                  <a:pt x="2836" y="30352"/>
                </a:lnTo>
                <a:lnTo>
                  <a:pt x="116924" y="30352"/>
                </a:lnTo>
                <a:lnTo>
                  <a:pt x="117601" y="29845"/>
                </a:lnTo>
                <a:lnTo>
                  <a:pt x="118110" y="29591"/>
                </a:lnTo>
                <a:lnTo>
                  <a:pt x="118618" y="29083"/>
                </a:lnTo>
                <a:lnTo>
                  <a:pt x="118999" y="28321"/>
                </a:lnTo>
                <a:lnTo>
                  <a:pt x="119380" y="27686"/>
                </a:lnTo>
                <a:lnTo>
                  <a:pt x="119634" y="26670"/>
                </a:lnTo>
                <a:lnTo>
                  <a:pt x="119761" y="25526"/>
                </a:lnTo>
                <a:lnTo>
                  <a:pt x="120014" y="24384"/>
                </a:lnTo>
                <a:lnTo>
                  <a:pt x="120014" y="18542"/>
                </a:lnTo>
                <a:lnTo>
                  <a:pt x="119761" y="17272"/>
                </a:lnTo>
                <a:lnTo>
                  <a:pt x="119634" y="16129"/>
                </a:lnTo>
                <a:lnTo>
                  <a:pt x="117094" y="12446"/>
                </a:lnTo>
                <a:lnTo>
                  <a:pt x="116459" y="12192"/>
                </a:lnTo>
                <a:close/>
              </a:path>
              <a:path w="370204" h="175895">
                <a:moveTo>
                  <a:pt x="154305" y="173736"/>
                </a:moveTo>
                <a:lnTo>
                  <a:pt x="146938" y="173736"/>
                </a:lnTo>
                <a:lnTo>
                  <a:pt x="148589" y="173863"/>
                </a:lnTo>
                <a:lnTo>
                  <a:pt x="152654" y="173863"/>
                </a:lnTo>
                <a:lnTo>
                  <a:pt x="154305" y="173736"/>
                </a:lnTo>
                <a:close/>
              </a:path>
              <a:path w="370204" h="175895">
                <a:moveTo>
                  <a:pt x="230124" y="173736"/>
                </a:moveTo>
                <a:lnTo>
                  <a:pt x="222631" y="173736"/>
                </a:lnTo>
                <a:lnTo>
                  <a:pt x="224409" y="173863"/>
                </a:lnTo>
                <a:lnTo>
                  <a:pt x="228473" y="173863"/>
                </a:lnTo>
                <a:lnTo>
                  <a:pt x="230124" y="173736"/>
                </a:lnTo>
                <a:close/>
              </a:path>
              <a:path w="370204" h="175895">
                <a:moveTo>
                  <a:pt x="156972" y="381"/>
                </a:moveTo>
                <a:lnTo>
                  <a:pt x="144272" y="381"/>
                </a:lnTo>
                <a:lnTo>
                  <a:pt x="143129" y="635"/>
                </a:lnTo>
                <a:lnTo>
                  <a:pt x="140462" y="2667"/>
                </a:lnTo>
                <a:lnTo>
                  <a:pt x="140462" y="171196"/>
                </a:lnTo>
                <a:lnTo>
                  <a:pt x="146176" y="173736"/>
                </a:lnTo>
                <a:lnTo>
                  <a:pt x="154876" y="173736"/>
                </a:lnTo>
                <a:lnTo>
                  <a:pt x="160782" y="91821"/>
                </a:lnTo>
                <a:lnTo>
                  <a:pt x="166497" y="84709"/>
                </a:lnTo>
                <a:lnTo>
                  <a:pt x="171831" y="79375"/>
                </a:lnTo>
                <a:lnTo>
                  <a:pt x="182118" y="72136"/>
                </a:lnTo>
                <a:lnTo>
                  <a:pt x="185242" y="70993"/>
                </a:lnTo>
                <a:lnTo>
                  <a:pt x="160782" y="70993"/>
                </a:lnTo>
                <a:lnTo>
                  <a:pt x="160655" y="2667"/>
                </a:lnTo>
                <a:lnTo>
                  <a:pt x="157987" y="635"/>
                </a:lnTo>
                <a:lnTo>
                  <a:pt x="156972" y="381"/>
                </a:lnTo>
                <a:close/>
              </a:path>
              <a:path w="370204" h="175895">
                <a:moveTo>
                  <a:pt x="230724" y="70231"/>
                </a:moveTo>
                <a:lnTo>
                  <a:pt x="196342" y="70231"/>
                </a:lnTo>
                <a:lnTo>
                  <a:pt x="199898" y="70993"/>
                </a:lnTo>
                <a:lnTo>
                  <a:pt x="205994" y="74041"/>
                </a:lnTo>
                <a:lnTo>
                  <a:pt x="216281" y="171196"/>
                </a:lnTo>
                <a:lnTo>
                  <a:pt x="216662" y="171577"/>
                </a:lnTo>
                <a:lnTo>
                  <a:pt x="221995" y="173736"/>
                </a:lnTo>
                <a:lnTo>
                  <a:pt x="230695" y="173736"/>
                </a:lnTo>
                <a:lnTo>
                  <a:pt x="236093" y="171577"/>
                </a:lnTo>
                <a:lnTo>
                  <a:pt x="236474" y="171196"/>
                </a:lnTo>
                <a:lnTo>
                  <a:pt x="236412" y="91821"/>
                </a:lnTo>
                <a:lnTo>
                  <a:pt x="235965" y="86995"/>
                </a:lnTo>
                <a:lnTo>
                  <a:pt x="233327" y="76200"/>
                </a:lnTo>
                <a:lnTo>
                  <a:pt x="233203" y="75692"/>
                </a:lnTo>
                <a:lnTo>
                  <a:pt x="232507" y="74041"/>
                </a:lnTo>
                <a:lnTo>
                  <a:pt x="231012" y="70612"/>
                </a:lnTo>
                <a:lnTo>
                  <a:pt x="230724" y="70231"/>
                </a:lnTo>
                <a:close/>
              </a:path>
              <a:path w="370204" h="175895">
                <a:moveTo>
                  <a:pt x="204088" y="52578"/>
                </a:moveTo>
                <a:lnTo>
                  <a:pt x="190626" y="52578"/>
                </a:lnTo>
                <a:lnTo>
                  <a:pt x="184531" y="53975"/>
                </a:lnTo>
                <a:lnTo>
                  <a:pt x="172593" y="60071"/>
                </a:lnTo>
                <a:lnTo>
                  <a:pt x="166750" y="64643"/>
                </a:lnTo>
                <a:lnTo>
                  <a:pt x="160660" y="70993"/>
                </a:lnTo>
                <a:lnTo>
                  <a:pt x="185242" y="70993"/>
                </a:lnTo>
                <a:lnTo>
                  <a:pt x="187325" y="70231"/>
                </a:lnTo>
                <a:lnTo>
                  <a:pt x="230724" y="70231"/>
                </a:lnTo>
                <a:lnTo>
                  <a:pt x="224662" y="62230"/>
                </a:lnTo>
                <a:lnTo>
                  <a:pt x="220599" y="58801"/>
                </a:lnTo>
                <a:lnTo>
                  <a:pt x="215519" y="56261"/>
                </a:lnTo>
                <a:lnTo>
                  <a:pt x="210312" y="53721"/>
                </a:lnTo>
                <a:lnTo>
                  <a:pt x="204088" y="52578"/>
                </a:lnTo>
                <a:close/>
              </a:path>
              <a:path w="370204" h="175895">
                <a:moveTo>
                  <a:pt x="154305" y="0"/>
                </a:moveTo>
                <a:lnTo>
                  <a:pt x="146938" y="0"/>
                </a:lnTo>
                <a:lnTo>
                  <a:pt x="144843" y="381"/>
                </a:lnTo>
                <a:lnTo>
                  <a:pt x="156209" y="381"/>
                </a:lnTo>
                <a:lnTo>
                  <a:pt x="154305" y="0"/>
                </a:lnTo>
                <a:close/>
              </a:path>
              <a:path w="370204" h="175895">
                <a:moveTo>
                  <a:pt x="329438" y="52578"/>
                </a:moveTo>
                <a:lnTo>
                  <a:pt x="312420" y="52578"/>
                </a:lnTo>
                <a:lnTo>
                  <a:pt x="305054" y="53975"/>
                </a:lnTo>
                <a:lnTo>
                  <a:pt x="273176" y="80899"/>
                </a:lnTo>
                <a:lnTo>
                  <a:pt x="267190" y="121862"/>
                </a:lnTo>
                <a:lnTo>
                  <a:pt x="267890" y="128730"/>
                </a:lnTo>
                <a:lnTo>
                  <a:pt x="268994" y="134874"/>
                </a:lnTo>
                <a:lnTo>
                  <a:pt x="269043" y="135145"/>
                </a:lnTo>
                <a:lnTo>
                  <a:pt x="291846" y="169037"/>
                </a:lnTo>
                <a:lnTo>
                  <a:pt x="313689" y="175387"/>
                </a:lnTo>
                <a:lnTo>
                  <a:pt x="328168" y="175387"/>
                </a:lnTo>
                <a:lnTo>
                  <a:pt x="358901" y="168529"/>
                </a:lnTo>
                <a:lnTo>
                  <a:pt x="361188" y="167513"/>
                </a:lnTo>
                <a:lnTo>
                  <a:pt x="362585" y="166751"/>
                </a:lnTo>
                <a:lnTo>
                  <a:pt x="362965" y="166243"/>
                </a:lnTo>
                <a:lnTo>
                  <a:pt x="363474" y="165862"/>
                </a:lnTo>
                <a:lnTo>
                  <a:pt x="363855" y="165354"/>
                </a:lnTo>
                <a:lnTo>
                  <a:pt x="364617" y="163830"/>
                </a:lnTo>
                <a:lnTo>
                  <a:pt x="364617" y="158750"/>
                </a:lnTo>
                <a:lnTo>
                  <a:pt x="318135" y="158750"/>
                </a:lnTo>
                <a:lnTo>
                  <a:pt x="312420" y="157861"/>
                </a:lnTo>
                <a:lnTo>
                  <a:pt x="288289" y="124333"/>
                </a:lnTo>
                <a:lnTo>
                  <a:pt x="288289" y="118110"/>
                </a:lnTo>
                <a:lnTo>
                  <a:pt x="363982" y="118110"/>
                </a:lnTo>
                <a:lnTo>
                  <a:pt x="365887" y="117475"/>
                </a:lnTo>
                <a:lnTo>
                  <a:pt x="367411" y="116078"/>
                </a:lnTo>
                <a:lnTo>
                  <a:pt x="369062" y="114681"/>
                </a:lnTo>
                <a:lnTo>
                  <a:pt x="369950" y="112395"/>
                </a:lnTo>
                <a:lnTo>
                  <a:pt x="369950" y="103124"/>
                </a:lnTo>
                <a:lnTo>
                  <a:pt x="288289" y="103124"/>
                </a:lnTo>
                <a:lnTo>
                  <a:pt x="288353" y="100837"/>
                </a:lnTo>
                <a:lnTo>
                  <a:pt x="288417" y="98552"/>
                </a:lnTo>
                <a:lnTo>
                  <a:pt x="289102" y="94551"/>
                </a:lnTo>
                <a:lnTo>
                  <a:pt x="289179" y="94107"/>
                </a:lnTo>
                <a:lnTo>
                  <a:pt x="290575" y="90043"/>
                </a:lnTo>
                <a:lnTo>
                  <a:pt x="292100" y="85852"/>
                </a:lnTo>
                <a:lnTo>
                  <a:pt x="294005" y="82169"/>
                </a:lnTo>
                <a:lnTo>
                  <a:pt x="296672" y="78994"/>
                </a:lnTo>
                <a:lnTo>
                  <a:pt x="299212" y="75819"/>
                </a:lnTo>
                <a:lnTo>
                  <a:pt x="302387" y="73279"/>
                </a:lnTo>
                <a:lnTo>
                  <a:pt x="306197" y="71374"/>
                </a:lnTo>
                <a:lnTo>
                  <a:pt x="310134" y="69469"/>
                </a:lnTo>
                <a:lnTo>
                  <a:pt x="314579" y="68580"/>
                </a:lnTo>
                <a:lnTo>
                  <a:pt x="358808" y="68580"/>
                </a:lnTo>
                <a:lnTo>
                  <a:pt x="358394" y="68072"/>
                </a:lnTo>
                <a:lnTo>
                  <a:pt x="354330" y="63373"/>
                </a:lnTo>
                <a:lnTo>
                  <a:pt x="349419" y="59690"/>
                </a:lnTo>
                <a:lnTo>
                  <a:pt x="343154" y="56769"/>
                </a:lnTo>
                <a:lnTo>
                  <a:pt x="336931" y="53975"/>
                </a:lnTo>
                <a:lnTo>
                  <a:pt x="329438" y="52578"/>
                </a:lnTo>
                <a:close/>
              </a:path>
              <a:path w="370204" h="175895">
                <a:moveTo>
                  <a:pt x="362331" y="150368"/>
                </a:moveTo>
                <a:lnTo>
                  <a:pt x="360807" y="150368"/>
                </a:lnTo>
                <a:lnTo>
                  <a:pt x="359283" y="150749"/>
                </a:lnTo>
                <a:lnTo>
                  <a:pt x="357377" y="151638"/>
                </a:lnTo>
                <a:lnTo>
                  <a:pt x="355004" y="152654"/>
                </a:lnTo>
                <a:lnTo>
                  <a:pt x="330200" y="158750"/>
                </a:lnTo>
                <a:lnTo>
                  <a:pt x="364617" y="158750"/>
                </a:lnTo>
                <a:lnTo>
                  <a:pt x="364617" y="152654"/>
                </a:lnTo>
                <a:lnTo>
                  <a:pt x="364363" y="152019"/>
                </a:lnTo>
                <a:lnTo>
                  <a:pt x="363982" y="151257"/>
                </a:lnTo>
                <a:lnTo>
                  <a:pt x="363855" y="151003"/>
                </a:lnTo>
                <a:lnTo>
                  <a:pt x="362838" y="150495"/>
                </a:lnTo>
                <a:lnTo>
                  <a:pt x="362331" y="150368"/>
                </a:lnTo>
                <a:close/>
              </a:path>
              <a:path w="370204" h="175895">
                <a:moveTo>
                  <a:pt x="358808" y="68580"/>
                </a:moveTo>
                <a:lnTo>
                  <a:pt x="329564" y="68580"/>
                </a:lnTo>
                <a:lnTo>
                  <a:pt x="337058" y="71628"/>
                </a:lnTo>
                <a:lnTo>
                  <a:pt x="342011" y="77724"/>
                </a:lnTo>
                <a:lnTo>
                  <a:pt x="345320" y="82746"/>
                </a:lnTo>
                <a:lnTo>
                  <a:pt x="347630" y="88661"/>
                </a:lnTo>
                <a:lnTo>
                  <a:pt x="348940" y="95458"/>
                </a:lnTo>
                <a:lnTo>
                  <a:pt x="349049" y="98171"/>
                </a:lnTo>
                <a:lnTo>
                  <a:pt x="349157" y="100837"/>
                </a:lnTo>
                <a:lnTo>
                  <a:pt x="349250" y="103124"/>
                </a:lnTo>
                <a:lnTo>
                  <a:pt x="369950" y="103124"/>
                </a:lnTo>
                <a:lnTo>
                  <a:pt x="369950" y="98171"/>
                </a:lnTo>
                <a:lnTo>
                  <a:pt x="368935" y="91313"/>
                </a:lnTo>
                <a:lnTo>
                  <a:pt x="367157" y="84836"/>
                </a:lnTo>
                <a:lnTo>
                  <a:pt x="365251" y="78486"/>
                </a:lnTo>
                <a:lnTo>
                  <a:pt x="362331" y="72898"/>
                </a:lnTo>
                <a:lnTo>
                  <a:pt x="358808" y="6858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7" name="object 67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193666" y="3554603"/>
            <a:ext cx="996574" cy="175387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5282565" y="3562730"/>
            <a:ext cx="130683" cy="167259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5491226" y="3579114"/>
            <a:ext cx="423545" cy="150875"/>
          </a:xfrm>
          <a:prstGeom prst="rect">
            <a:avLst/>
          </a:prstGeom>
        </p:spPr>
      </p:pic>
      <p:sp>
        <p:nvSpPr>
          <p:cNvPr id="70" name="object 70"/>
          <p:cNvSpPr/>
          <p:nvPr/>
        </p:nvSpPr>
        <p:spPr>
          <a:xfrm>
            <a:off x="5989192" y="3554603"/>
            <a:ext cx="433070" cy="175260"/>
          </a:xfrm>
          <a:custGeom>
            <a:avLst/>
            <a:gdLst/>
            <a:ahLst/>
            <a:cxnLst/>
            <a:rect l="l" t="t" r="r" b="b"/>
            <a:pathLst>
              <a:path w="433070" h="175260">
                <a:moveTo>
                  <a:pt x="1524" y="55118"/>
                </a:moveTo>
                <a:lnTo>
                  <a:pt x="1312" y="55118"/>
                </a:lnTo>
                <a:lnTo>
                  <a:pt x="444" y="55753"/>
                </a:lnTo>
                <a:lnTo>
                  <a:pt x="63" y="56261"/>
                </a:lnTo>
                <a:lnTo>
                  <a:pt x="0" y="59944"/>
                </a:lnTo>
                <a:lnTo>
                  <a:pt x="127" y="60833"/>
                </a:lnTo>
                <a:lnTo>
                  <a:pt x="508" y="61849"/>
                </a:lnTo>
                <a:lnTo>
                  <a:pt x="33528" y="169291"/>
                </a:lnTo>
                <a:lnTo>
                  <a:pt x="33782" y="170180"/>
                </a:lnTo>
                <a:lnTo>
                  <a:pt x="34264" y="170942"/>
                </a:lnTo>
                <a:lnTo>
                  <a:pt x="35280" y="172212"/>
                </a:lnTo>
                <a:lnTo>
                  <a:pt x="35433" y="172212"/>
                </a:lnTo>
                <a:lnTo>
                  <a:pt x="36279" y="172593"/>
                </a:lnTo>
                <a:lnTo>
                  <a:pt x="37274" y="172974"/>
                </a:lnTo>
                <a:lnTo>
                  <a:pt x="39370" y="173355"/>
                </a:lnTo>
                <a:lnTo>
                  <a:pt x="41846" y="173736"/>
                </a:lnTo>
                <a:lnTo>
                  <a:pt x="42545" y="173736"/>
                </a:lnTo>
                <a:lnTo>
                  <a:pt x="44704" y="173863"/>
                </a:lnTo>
                <a:lnTo>
                  <a:pt x="49784" y="173863"/>
                </a:lnTo>
                <a:lnTo>
                  <a:pt x="51816" y="173736"/>
                </a:lnTo>
                <a:lnTo>
                  <a:pt x="57023" y="173355"/>
                </a:lnTo>
                <a:lnTo>
                  <a:pt x="56134" y="173355"/>
                </a:lnTo>
                <a:lnTo>
                  <a:pt x="57658" y="172974"/>
                </a:lnTo>
                <a:lnTo>
                  <a:pt x="66099" y="151511"/>
                </a:lnTo>
                <a:lnTo>
                  <a:pt x="48514" y="151511"/>
                </a:lnTo>
                <a:lnTo>
                  <a:pt x="48260" y="150495"/>
                </a:lnTo>
                <a:lnTo>
                  <a:pt x="21209" y="58293"/>
                </a:lnTo>
                <a:lnTo>
                  <a:pt x="21082" y="57531"/>
                </a:lnTo>
                <a:lnTo>
                  <a:pt x="20701" y="56896"/>
                </a:lnTo>
                <a:lnTo>
                  <a:pt x="20548" y="56515"/>
                </a:lnTo>
                <a:lnTo>
                  <a:pt x="20447" y="56261"/>
                </a:lnTo>
                <a:lnTo>
                  <a:pt x="20066" y="55753"/>
                </a:lnTo>
                <a:lnTo>
                  <a:pt x="19558" y="55372"/>
                </a:lnTo>
                <a:lnTo>
                  <a:pt x="762" y="55372"/>
                </a:lnTo>
                <a:lnTo>
                  <a:pt x="1524" y="55118"/>
                </a:lnTo>
                <a:close/>
              </a:path>
              <a:path w="433070" h="175260">
                <a:moveTo>
                  <a:pt x="102750" y="87122"/>
                </a:moveTo>
                <a:lnTo>
                  <a:pt x="83312" y="87122"/>
                </a:lnTo>
                <a:lnTo>
                  <a:pt x="83566" y="88138"/>
                </a:lnTo>
                <a:lnTo>
                  <a:pt x="107315" y="170180"/>
                </a:lnTo>
                <a:lnTo>
                  <a:pt x="108077" y="171450"/>
                </a:lnTo>
                <a:lnTo>
                  <a:pt x="108686" y="172212"/>
                </a:lnTo>
                <a:lnTo>
                  <a:pt x="108838" y="172212"/>
                </a:lnTo>
                <a:lnTo>
                  <a:pt x="109727" y="172593"/>
                </a:lnTo>
                <a:lnTo>
                  <a:pt x="110807" y="172974"/>
                </a:lnTo>
                <a:lnTo>
                  <a:pt x="112903" y="173355"/>
                </a:lnTo>
                <a:lnTo>
                  <a:pt x="115379" y="173736"/>
                </a:lnTo>
                <a:lnTo>
                  <a:pt x="116332" y="173736"/>
                </a:lnTo>
                <a:lnTo>
                  <a:pt x="118491" y="173863"/>
                </a:lnTo>
                <a:lnTo>
                  <a:pt x="123571" y="173863"/>
                </a:lnTo>
                <a:lnTo>
                  <a:pt x="125603" y="173736"/>
                </a:lnTo>
                <a:lnTo>
                  <a:pt x="130556" y="173355"/>
                </a:lnTo>
                <a:lnTo>
                  <a:pt x="129667" y="173355"/>
                </a:lnTo>
                <a:lnTo>
                  <a:pt x="131191" y="172974"/>
                </a:lnTo>
                <a:lnTo>
                  <a:pt x="134620" y="169291"/>
                </a:lnTo>
                <a:lnTo>
                  <a:pt x="140126" y="151511"/>
                </a:lnTo>
                <a:lnTo>
                  <a:pt x="121285" y="151511"/>
                </a:lnTo>
                <a:lnTo>
                  <a:pt x="121031" y="150495"/>
                </a:lnTo>
                <a:lnTo>
                  <a:pt x="102750" y="87122"/>
                </a:lnTo>
                <a:close/>
              </a:path>
              <a:path w="433070" h="175260">
                <a:moveTo>
                  <a:pt x="91186" y="54737"/>
                </a:moveTo>
                <a:lnTo>
                  <a:pt x="76708" y="54737"/>
                </a:lnTo>
                <a:lnTo>
                  <a:pt x="75946" y="55118"/>
                </a:lnTo>
                <a:lnTo>
                  <a:pt x="75184" y="55372"/>
                </a:lnTo>
                <a:lnTo>
                  <a:pt x="74676" y="55753"/>
                </a:lnTo>
                <a:lnTo>
                  <a:pt x="74295" y="56261"/>
                </a:lnTo>
                <a:lnTo>
                  <a:pt x="73914" y="56896"/>
                </a:lnTo>
                <a:lnTo>
                  <a:pt x="73761" y="57277"/>
                </a:lnTo>
                <a:lnTo>
                  <a:pt x="73660" y="57531"/>
                </a:lnTo>
                <a:lnTo>
                  <a:pt x="73533" y="57912"/>
                </a:lnTo>
                <a:lnTo>
                  <a:pt x="73406" y="58293"/>
                </a:lnTo>
                <a:lnTo>
                  <a:pt x="48768" y="150495"/>
                </a:lnTo>
                <a:lnTo>
                  <a:pt x="48514" y="151511"/>
                </a:lnTo>
                <a:lnTo>
                  <a:pt x="66099" y="151511"/>
                </a:lnTo>
                <a:lnTo>
                  <a:pt x="83058" y="88138"/>
                </a:lnTo>
                <a:lnTo>
                  <a:pt x="83312" y="87122"/>
                </a:lnTo>
                <a:lnTo>
                  <a:pt x="102750" y="87122"/>
                </a:lnTo>
                <a:lnTo>
                  <a:pt x="94434" y="58293"/>
                </a:lnTo>
                <a:lnTo>
                  <a:pt x="94339" y="57912"/>
                </a:lnTo>
                <a:lnTo>
                  <a:pt x="94234" y="57277"/>
                </a:lnTo>
                <a:lnTo>
                  <a:pt x="94043" y="56896"/>
                </a:lnTo>
                <a:lnTo>
                  <a:pt x="93789" y="56515"/>
                </a:lnTo>
                <a:lnTo>
                  <a:pt x="93218" y="55753"/>
                </a:lnTo>
                <a:lnTo>
                  <a:pt x="92710" y="55372"/>
                </a:lnTo>
                <a:lnTo>
                  <a:pt x="91948" y="55118"/>
                </a:lnTo>
                <a:lnTo>
                  <a:pt x="91186" y="54737"/>
                </a:lnTo>
                <a:close/>
              </a:path>
              <a:path w="433070" h="175260">
                <a:moveTo>
                  <a:pt x="166243" y="54737"/>
                </a:moveTo>
                <a:lnTo>
                  <a:pt x="151384" y="54737"/>
                </a:lnTo>
                <a:lnTo>
                  <a:pt x="150622" y="55118"/>
                </a:lnTo>
                <a:lnTo>
                  <a:pt x="149733" y="55372"/>
                </a:lnTo>
                <a:lnTo>
                  <a:pt x="148082" y="58293"/>
                </a:lnTo>
                <a:lnTo>
                  <a:pt x="121412" y="150495"/>
                </a:lnTo>
                <a:lnTo>
                  <a:pt x="121285" y="151511"/>
                </a:lnTo>
                <a:lnTo>
                  <a:pt x="140126" y="151511"/>
                </a:lnTo>
                <a:lnTo>
                  <a:pt x="167894" y="61849"/>
                </a:lnTo>
                <a:lnTo>
                  <a:pt x="168275" y="60833"/>
                </a:lnTo>
                <a:lnTo>
                  <a:pt x="168411" y="59944"/>
                </a:lnTo>
                <a:lnTo>
                  <a:pt x="168529" y="56515"/>
                </a:lnTo>
                <a:lnTo>
                  <a:pt x="168359" y="56261"/>
                </a:lnTo>
                <a:lnTo>
                  <a:pt x="167894" y="55753"/>
                </a:lnTo>
                <a:lnTo>
                  <a:pt x="167386" y="55372"/>
                </a:lnTo>
                <a:lnTo>
                  <a:pt x="166962" y="55118"/>
                </a:lnTo>
                <a:lnTo>
                  <a:pt x="166243" y="54737"/>
                </a:lnTo>
                <a:close/>
              </a:path>
              <a:path w="433070" h="175260">
                <a:moveTo>
                  <a:pt x="74676" y="55753"/>
                </a:moveTo>
                <a:lnTo>
                  <a:pt x="20066" y="55753"/>
                </a:lnTo>
                <a:lnTo>
                  <a:pt x="20447" y="56261"/>
                </a:lnTo>
                <a:lnTo>
                  <a:pt x="74295" y="56261"/>
                </a:lnTo>
                <a:lnTo>
                  <a:pt x="74676" y="55753"/>
                </a:lnTo>
                <a:close/>
              </a:path>
              <a:path w="433070" h="175260">
                <a:moveTo>
                  <a:pt x="149225" y="55753"/>
                </a:moveTo>
                <a:lnTo>
                  <a:pt x="93218" y="55753"/>
                </a:lnTo>
                <a:lnTo>
                  <a:pt x="93599" y="56261"/>
                </a:lnTo>
                <a:lnTo>
                  <a:pt x="148844" y="56261"/>
                </a:lnTo>
                <a:lnTo>
                  <a:pt x="149225" y="55753"/>
                </a:lnTo>
                <a:close/>
              </a:path>
              <a:path w="433070" h="175260">
                <a:moveTo>
                  <a:pt x="18034" y="54737"/>
                </a:moveTo>
                <a:lnTo>
                  <a:pt x="2497" y="54737"/>
                </a:lnTo>
                <a:lnTo>
                  <a:pt x="1524" y="55118"/>
                </a:lnTo>
                <a:lnTo>
                  <a:pt x="762" y="55372"/>
                </a:lnTo>
                <a:lnTo>
                  <a:pt x="19558" y="55372"/>
                </a:lnTo>
                <a:lnTo>
                  <a:pt x="18796" y="55118"/>
                </a:lnTo>
                <a:lnTo>
                  <a:pt x="18034" y="54737"/>
                </a:lnTo>
                <a:close/>
              </a:path>
              <a:path w="433070" h="175260">
                <a:moveTo>
                  <a:pt x="75946" y="55118"/>
                </a:moveTo>
                <a:lnTo>
                  <a:pt x="18796" y="55118"/>
                </a:lnTo>
                <a:lnTo>
                  <a:pt x="19558" y="55372"/>
                </a:lnTo>
                <a:lnTo>
                  <a:pt x="75184" y="55372"/>
                </a:lnTo>
                <a:lnTo>
                  <a:pt x="75946" y="55118"/>
                </a:lnTo>
                <a:close/>
              </a:path>
              <a:path w="433070" h="175260">
                <a:moveTo>
                  <a:pt x="150622" y="55118"/>
                </a:moveTo>
                <a:lnTo>
                  <a:pt x="91948" y="55118"/>
                </a:lnTo>
                <a:lnTo>
                  <a:pt x="92710" y="55372"/>
                </a:lnTo>
                <a:lnTo>
                  <a:pt x="149733" y="55372"/>
                </a:lnTo>
                <a:lnTo>
                  <a:pt x="150622" y="55118"/>
                </a:lnTo>
                <a:close/>
              </a:path>
              <a:path w="433070" h="175260">
                <a:moveTo>
                  <a:pt x="13969" y="54356"/>
                </a:moveTo>
                <a:lnTo>
                  <a:pt x="4826" y="54356"/>
                </a:lnTo>
                <a:lnTo>
                  <a:pt x="1778" y="54737"/>
                </a:lnTo>
                <a:lnTo>
                  <a:pt x="18542" y="54737"/>
                </a:lnTo>
                <a:lnTo>
                  <a:pt x="13969" y="54356"/>
                </a:lnTo>
                <a:close/>
              </a:path>
              <a:path w="433070" h="175260">
                <a:moveTo>
                  <a:pt x="87629" y="54356"/>
                </a:moveTo>
                <a:lnTo>
                  <a:pt x="80264" y="54356"/>
                </a:lnTo>
                <a:lnTo>
                  <a:pt x="76454" y="54737"/>
                </a:lnTo>
                <a:lnTo>
                  <a:pt x="91440" y="54737"/>
                </a:lnTo>
                <a:lnTo>
                  <a:pt x="87629" y="54356"/>
                </a:lnTo>
                <a:close/>
              </a:path>
              <a:path w="433070" h="175260">
                <a:moveTo>
                  <a:pt x="164210" y="54356"/>
                </a:moveTo>
                <a:lnTo>
                  <a:pt x="155194" y="54356"/>
                </a:lnTo>
                <a:lnTo>
                  <a:pt x="151003" y="54737"/>
                </a:lnTo>
                <a:lnTo>
                  <a:pt x="166878" y="54737"/>
                </a:lnTo>
                <a:lnTo>
                  <a:pt x="164210" y="54356"/>
                </a:lnTo>
                <a:close/>
              </a:path>
              <a:path w="433070" h="175260">
                <a:moveTo>
                  <a:pt x="207518" y="173736"/>
                </a:moveTo>
                <a:lnTo>
                  <a:pt x="200152" y="173736"/>
                </a:lnTo>
                <a:lnTo>
                  <a:pt x="201803" y="173863"/>
                </a:lnTo>
                <a:lnTo>
                  <a:pt x="205867" y="173863"/>
                </a:lnTo>
                <a:lnTo>
                  <a:pt x="207518" y="173736"/>
                </a:lnTo>
                <a:close/>
              </a:path>
              <a:path w="433070" h="175260">
                <a:moveTo>
                  <a:pt x="207390" y="54356"/>
                </a:moveTo>
                <a:lnTo>
                  <a:pt x="200152" y="54356"/>
                </a:lnTo>
                <a:lnTo>
                  <a:pt x="197485" y="54610"/>
                </a:lnTo>
                <a:lnTo>
                  <a:pt x="193675" y="57023"/>
                </a:lnTo>
                <a:lnTo>
                  <a:pt x="193675" y="171196"/>
                </a:lnTo>
                <a:lnTo>
                  <a:pt x="199389" y="173736"/>
                </a:lnTo>
                <a:lnTo>
                  <a:pt x="208089" y="173736"/>
                </a:lnTo>
                <a:lnTo>
                  <a:pt x="213868" y="171196"/>
                </a:lnTo>
                <a:lnTo>
                  <a:pt x="213868" y="57023"/>
                </a:lnTo>
                <a:lnTo>
                  <a:pt x="207390" y="54356"/>
                </a:lnTo>
                <a:close/>
              </a:path>
              <a:path w="433070" h="175260">
                <a:moveTo>
                  <a:pt x="208661" y="8127"/>
                </a:moveTo>
                <a:lnTo>
                  <a:pt x="199009" y="8127"/>
                </a:lnTo>
                <a:lnTo>
                  <a:pt x="195580" y="9017"/>
                </a:lnTo>
                <a:lnTo>
                  <a:pt x="193802" y="10795"/>
                </a:lnTo>
                <a:lnTo>
                  <a:pt x="192024" y="12446"/>
                </a:lnTo>
                <a:lnTo>
                  <a:pt x="191008" y="15748"/>
                </a:lnTo>
                <a:lnTo>
                  <a:pt x="191008" y="25273"/>
                </a:lnTo>
                <a:lnTo>
                  <a:pt x="191897" y="28448"/>
                </a:lnTo>
                <a:lnTo>
                  <a:pt x="195580" y="31876"/>
                </a:lnTo>
                <a:lnTo>
                  <a:pt x="198755" y="32766"/>
                </a:lnTo>
                <a:lnTo>
                  <a:pt x="208534" y="32766"/>
                </a:lnTo>
                <a:lnTo>
                  <a:pt x="211836" y="31876"/>
                </a:lnTo>
                <a:lnTo>
                  <a:pt x="215519" y="28448"/>
                </a:lnTo>
                <a:lnTo>
                  <a:pt x="216373" y="25273"/>
                </a:lnTo>
                <a:lnTo>
                  <a:pt x="216408" y="15748"/>
                </a:lnTo>
                <a:lnTo>
                  <a:pt x="215519" y="12446"/>
                </a:lnTo>
                <a:lnTo>
                  <a:pt x="213868" y="10795"/>
                </a:lnTo>
                <a:lnTo>
                  <a:pt x="211962" y="9017"/>
                </a:lnTo>
                <a:lnTo>
                  <a:pt x="208661" y="8127"/>
                </a:lnTo>
                <a:close/>
              </a:path>
              <a:path w="433070" h="175260">
                <a:moveTo>
                  <a:pt x="276860" y="71882"/>
                </a:moveTo>
                <a:lnTo>
                  <a:pt x="256286" y="71882"/>
                </a:lnTo>
                <a:lnTo>
                  <a:pt x="256286" y="143764"/>
                </a:lnTo>
                <a:lnTo>
                  <a:pt x="263906" y="165862"/>
                </a:lnTo>
                <a:lnTo>
                  <a:pt x="266573" y="169037"/>
                </a:lnTo>
                <a:lnTo>
                  <a:pt x="270002" y="171323"/>
                </a:lnTo>
                <a:lnTo>
                  <a:pt x="274066" y="172847"/>
                </a:lnTo>
                <a:lnTo>
                  <a:pt x="278257" y="174371"/>
                </a:lnTo>
                <a:lnTo>
                  <a:pt x="283210" y="175133"/>
                </a:lnTo>
                <a:lnTo>
                  <a:pt x="290957" y="175133"/>
                </a:lnTo>
                <a:lnTo>
                  <a:pt x="292862" y="175006"/>
                </a:lnTo>
                <a:lnTo>
                  <a:pt x="297518" y="174371"/>
                </a:lnTo>
                <a:lnTo>
                  <a:pt x="297899" y="174371"/>
                </a:lnTo>
                <a:lnTo>
                  <a:pt x="300101" y="173863"/>
                </a:lnTo>
                <a:lnTo>
                  <a:pt x="301879" y="173482"/>
                </a:lnTo>
                <a:lnTo>
                  <a:pt x="304673" y="172466"/>
                </a:lnTo>
                <a:lnTo>
                  <a:pt x="305943" y="171831"/>
                </a:lnTo>
                <a:lnTo>
                  <a:pt x="306755" y="171323"/>
                </a:lnTo>
                <a:lnTo>
                  <a:pt x="307594" y="170561"/>
                </a:lnTo>
                <a:lnTo>
                  <a:pt x="308356" y="169926"/>
                </a:lnTo>
                <a:lnTo>
                  <a:pt x="308689" y="169037"/>
                </a:lnTo>
                <a:lnTo>
                  <a:pt x="309499" y="166116"/>
                </a:lnTo>
                <a:lnTo>
                  <a:pt x="309515" y="165862"/>
                </a:lnTo>
                <a:lnTo>
                  <a:pt x="309626" y="160274"/>
                </a:lnTo>
                <a:lnTo>
                  <a:pt x="309499" y="159004"/>
                </a:lnTo>
                <a:lnTo>
                  <a:pt x="309372" y="157988"/>
                </a:lnTo>
                <a:lnTo>
                  <a:pt x="309324" y="157607"/>
                </a:lnTo>
                <a:lnTo>
                  <a:pt x="286639" y="157607"/>
                </a:lnTo>
                <a:lnTo>
                  <a:pt x="282575" y="155702"/>
                </a:lnTo>
                <a:lnTo>
                  <a:pt x="278003" y="147828"/>
                </a:lnTo>
                <a:lnTo>
                  <a:pt x="276860" y="141986"/>
                </a:lnTo>
                <a:lnTo>
                  <a:pt x="276860" y="71882"/>
                </a:lnTo>
                <a:close/>
              </a:path>
              <a:path w="433070" h="175260">
                <a:moveTo>
                  <a:pt x="307594" y="154305"/>
                </a:moveTo>
                <a:lnTo>
                  <a:pt x="305308" y="154305"/>
                </a:lnTo>
                <a:lnTo>
                  <a:pt x="304546" y="154686"/>
                </a:lnTo>
                <a:lnTo>
                  <a:pt x="302768" y="155448"/>
                </a:lnTo>
                <a:lnTo>
                  <a:pt x="294386" y="157607"/>
                </a:lnTo>
                <a:lnTo>
                  <a:pt x="309324" y="157607"/>
                </a:lnTo>
                <a:lnTo>
                  <a:pt x="309245" y="156972"/>
                </a:lnTo>
                <a:lnTo>
                  <a:pt x="309160" y="156718"/>
                </a:lnTo>
                <a:lnTo>
                  <a:pt x="309033" y="156337"/>
                </a:lnTo>
                <a:lnTo>
                  <a:pt x="308927" y="155956"/>
                </a:lnTo>
                <a:lnTo>
                  <a:pt x="308864" y="155702"/>
                </a:lnTo>
                <a:lnTo>
                  <a:pt x="308610" y="155067"/>
                </a:lnTo>
                <a:lnTo>
                  <a:pt x="308356" y="154686"/>
                </a:lnTo>
                <a:lnTo>
                  <a:pt x="307975" y="154432"/>
                </a:lnTo>
                <a:lnTo>
                  <a:pt x="307594" y="154305"/>
                </a:lnTo>
                <a:close/>
              </a:path>
              <a:path w="433070" h="175260">
                <a:moveTo>
                  <a:pt x="306705" y="54991"/>
                </a:moveTo>
                <a:lnTo>
                  <a:pt x="239522" y="54991"/>
                </a:lnTo>
                <a:lnTo>
                  <a:pt x="239014" y="55372"/>
                </a:lnTo>
                <a:lnTo>
                  <a:pt x="238379" y="55626"/>
                </a:lnTo>
                <a:lnTo>
                  <a:pt x="236601" y="60579"/>
                </a:lnTo>
                <a:lnTo>
                  <a:pt x="236601" y="66421"/>
                </a:lnTo>
                <a:lnTo>
                  <a:pt x="236982" y="68580"/>
                </a:lnTo>
                <a:lnTo>
                  <a:pt x="237617" y="69977"/>
                </a:lnTo>
                <a:lnTo>
                  <a:pt x="238379" y="71247"/>
                </a:lnTo>
                <a:lnTo>
                  <a:pt x="239395" y="71882"/>
                </a:lnTo>
                <a:lnTo>
                  <a:pt x="306705" y="71882"/>
                </a:lnTo>
                <a:lnTo>
                  <a:pt x="307721" y="71247"/>
                </a:lnTo>
                <a:lnTo>
                  <a:pt x="308483" y="69977"/>
                </a:lnTo>
                <a:lnTo>
                  <a:pt x="309245" y="68580"/>
                </a:lnTo>
                <a:lnTo>
                  <a:pt x="309626" y="66421"/>
                </a:lnTo>
                <a:lnTo>
                  <a:pt x="309626" y="61849"/>
                </a:lnTo>
                <a:lnTo>
                  <a:pt x="307213" y="55372"/>
                </a:lnTo>
                <a:lnTo>
                  <a:pt x="306705" y="54991"/>
                </a:lnTo>
                <a:close/>
              </a:path>
              <a:path w="433070" h="175260">
                <a:moveTo>
                  <a:pt x="271653" y="24511"/>
                </a:moveTo>
                <a:lnTo>
                  <a:pt x="261493" y="24511"/>
                </a:lnTo>
                <a:lnTo>
                  <a:pt x="260223" y="24764"/>
                </a:lnTo>
                <a:lnTo>
                  <a:pt x="256794" y="26670"/>
                </a:lnTo>
                <a:lnTo>
                  <a:pt x="256412" y="27177"/>
                </a:lnTo>
                <a:lnTo>
                  <a:pt x="256410" y="27686"/>
                </a:lnTo>
                <a:lnTo>
                  <a:pt x="256285" y="54991"/>
                </a:lnTo>
                <a:lnTo>
                  <a:pt x="276860" y="54991"/>
                </a:lnTo>
                <a:lnTo>
                  <a:pt x="276860" y="27686"/>
                </a:lnTo>
                <a:lnTo>
                  <a:pt x="276352" y="26670"/>
                </a:lnTo>
                <a:lnTo>
                  <a:pt x="275971" y="26162"/>
                </a:lnTo>
                <a:lnTo>
                  <a:pt x="275463" y="25781"/>
                </a:lnTo>
                <a:lnTo>
                  <a:pt x="273939" y="25019"/>
                </a:lnTo>
                <a:lnTo>
                  <a:pt x="272923" y="24764"/>
                </a:lnTo>
                <a:lnTo>
                  <a:pt x="271653" y="24511"/>
                </a:lnTo>
                <a:close/>
              </a:path>
              <a:path w="433070" h="175260">
                <a:moveTo>
                  <a:pt x="350774" y="173736"/>
                </a:moveTo>
                <a:lnTo>
                  <a:pt x="343408" y="173736"/>
                </a:lnTo>
                <a:lnTo>
                  <a:pt x="345059" y="173863"/>
                </a:lnTo>
                <a:lnTo>
                  <a:pt x="349123" y="173863"/>
                </a:lnTo>
                <a:lnTo>
                  <a:pt x="350774" y="173736"/>
                </a:lnTo>
                <a:close/>
              </a:path>
              <a:path w="433070" h="175260">
                <a:moveTo>
                  <a:pt x="426593" y="173736"/>
                </a:moveTo>
                <a:lnTo>
                  <a:pt x="419100" y="173736"/>
                </a:lnTo>
                <a:lnTo>
                  <a:pt x="420878" y="173863"/>
                </a:lnTo>
                <a:lnTo>
                  <a:pt x="424942" y="173863"/>
                </a:lnTo>
                <a:lnTo>
                  <a:pt x="426593" y="173736"/>
                </a:lnTo>
                <a:close/>
              </a:path>
              <a:path w="433070" h="175260">
                <a:moveTo>
                  <a:pt x="353441" y="381"/>
                </a:moveTo>
                <a:lnTo>
                  <a:pt x="340741" y="381"/>
                </a:lnTo>
                <a:lnTo>
                  <a:pt x="339598" y="635"/>
                </a:lnTo>
                <a:lnTo>
                  <a:pt x="336931" y="2667"/>
                </a:lnTo>
                <a:lnTo>
                  <a:pt x="336931" y="171196"/>
                </a:lnTo>
                <a:lnTo>
                  <a:pt x="342645" y="173736"/>
                </a:lnTo>
                <a:lnTo>
                  <a:pt x="351345" y="173736"/>
                </a:lnTo>
                <a:lnTo>
                  <a:pt x="357251" y="170561"/>
                </a:lnTo>
                <a:lnTo>
                  <a:pt x="357251" y="91821"/>
                </a:lnTo>
                <a:lnTo>
                  <a:pt x="362966" y="84709"/>
                </a:lnTo>
                <a:lnTo>
                  <a:pt x="368300" y="79375"/>
                </a:lnTo>
                <a:lnTo>
                  <a:pt x="378587" y="72136"/>
                </a:lnTo>
                <a:lnTo>
                  <a:pt x="381711" y="70993"/>
                </a:lnTo>
                <a:lnTo>
                  <a:pt x="357251" y="70993"/>
                </a:lnTo>
                <a:lnTo>
                  <a:pt x="357251" y="3301"/>
                </a:lnTo>
                <a:lnTo>
                  <a:pt x="357124" y="2667"/>
                </a:lnTo>
                <a:lnTo>
                  <a:pt x="354457" y="635"/>
                </a:lnTo>
                <a:lnTo>
                  <a:pt x="353441" y="381"/>
                </a:lnTo>
                <a:close/>
              </a:path>
              <a:path w="433070" h="175260">
                <a:moveTo>
                  <a:pt x="427193" y="70231"/>
                </a:moveTo>
                <a:lnTo>
                  <a:pt x="392811" y="70231"/>
                </a:lnTo>
                <a:lnTo>
                  <a:pt x="396367" y="70993"/>
                </a:lnTo>
                <a:lnTo>
                  <a:pt x="402463" y="74041"/>
                </a:lnTo>
                <a:lnTo>
                  <a:pt x="412750" y="171196"/>
                </a:lnTo>
                <a:lnTo>
                  <a:pt x="413131" y="171577"/>
                </a:lnTo>
                <a:lnTo>
                  <a:pt x="418464" y="173736"/>
                </a:lnTo>
                <a:lnTo>
                  <a:pt x="427164" y="173736"/>
                </a:lnTo>
                <a:lnTo>
                  <a:pt x="432562" y="171577"/>
                </a:lnTo>
                <a:lnTo>
                  <a:pt x="432943" y="171196"/>
                </a:lnTo>
                <a:lnTo>
                  <a:pt x="432881" y="91821"/>
                </a:lnTo>
                <a:lnTo>
                  <a:pt x="432435" y="86995"/>
                </a:lnTo>
                <a:lnTo>
                  <a:pt x="429796" y="76200"/>
                </a:lnTo>
                <a:lnTo>
                  <a:pt x="429672" y="75692"/>
                </a:lnTo>
                <a:lnTo>
                  <a:pt x="428976" y="74041"/>
                </a:lnTo>
                <a:lnTo>
                  <a:pt x="427482" y="70612"/>
                </a:lnTo>
                <a:lnTo>
                  <a:pt x="427193" y="70231"/>
                </a:lnTo>
                <a:close/>
              </a:path>
              <a:path w="433070" h="175260">
                <a:moveTo>
                  <a:pt x="400558" y="52578"/>
                </a:moveTo>
                <a:lnTo>
                  <a:pt x="387096" y="52578"/>
                </a:lnTo>
                <a:lnTo>
                  <a:pt x="381000" y="53975"/>
                </a:lnTo>
                <a:lnTo>
                  <a:pt x="369062" y="60071"/>
                </a:lnTo>
                <a:lnTo>
                  <a:pt x="363220" y="64643"/>
                </a:lnTo>
                <a:lnTo>
                  <a:pt x="357129" y="70993"/>
                </a:lnTo>
                <a:lnTo>
                  <a:pt x="381711" y="70993"/>
                </a:lnTo>
                <a:lnTo>
                  <a:pt x="383794" y="70231"/>
                </a:lnTo>
                <a:lnTo>
                  <a:pt x="427193" y="70231"/>
                </a:lnTo>
                <a:lnTo>
                  <a:pt x="421132" y="62230"/>
                </a:lnTo>
                <a:lnTo>
                  <a:pt x="417068" y="58801"/>
                </a:lnTo>
                <a:lnTo>
                  <a:pt x="411988" y="56261"/>
                </a:lnTo>
                <a:lnTo>
                  <a:pt x="406781" y="53721"/>
                </a:lnTo>
                <a:lnTo>
                  <a:pt x="400558" y="52578"/>
                </a:lnTo>
                <a:close/>
              </a:path>
              <a:path w="433070" h="175260">
                <a:moveTo>
                  <a:pt x="350774" y="0"/>
                </a:moveTo>
                <a:lnTo>
                  <a:pt x="343408" y="0"/>
                </a:lnTo>
                <a:lnTo>
                  <a:pt x="341312" y="381"/>
                </a:lnTo>
                <a:lnTo>
                  <a:pt x="352678" y="381"/>
                </a:lnTo>
                <a:lnTo>
                  <a:pt x="350774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501638" y="3554603"/>
            <a:ext cx="330200" cy="175895"/>
          </a:xfrm>
          <a:custGeom>
            <a:avLst/>
            <a:gdLst/>
            <a:ahLst/>
            <a:cxnLst/>
            <a:rect l="l" t="t" r="r" b="b"/>
            <a:pathLst>
              <a:path w="330200" h="175895">
                <a:moveTo>
                  <a:pt x="40259" y="71882"/>
                </a:moveTo>
                <a:lnTo>
                  <a:pt x="19685" y="71882"/>
                </a:lnTo>
                <a:lnTo>
                  <a:pt x="19685" y="143764"/>
                </a:lnTo>
                <a:lnTo>
                  <a:pt x="27305" y="165862"/>
                </a:lnTo>
                <a:lnTo>
                  <a:pt x="29971" y="169037"/>
                </a:lnTo>
                <a:lnTo>
                  <a:pt x="33401" y="171323"/>
                </a:lnTo>
                <a:lnTo>
                  <a:pt x="37464" y="172847"/>
                </a:lnTo>
                <a:lnTo>
                  <a:pt x="41656" y="174371"/>
                </a:lnTo>
                <a:lnTo>
                  <a:pt x="46609" y="175133"/>
                </a:lnTo>
                <a:lnTo>
                  <a:pt x="54356" y="175133"/>
                </a:lnTo>
                <a:lnTo>
                  <a:pt x="56261" y="175006"/>
                </a:lnTo>
                <a:lnTo>
                  <a:pt x="60917" y="174371"/>
                </a:lnTo>
                <a:lnTo>
                  <a:pt x="61298" y="174371"/>
                </a:lnTo>
                <a:lnTo>
                  <a:pt x="63500" y="173863"/>
                </a:lnTo>
                <a:lnTo>
                  <a:pt x="65278" y="173482"/>
                </a:lnTo>
                <a:lnTo>
                  <a:pt x="68071" y="172466"/>
                </a:lnTo>
                <a:lnTo>
                  <a:pt x="69341" y="171831"/>
                </a:lnTo>
                <a:lnTo>
                  <a:pt x="70154" y="171323"/>
                </a:lnTo>
                <a:lnTo>
                  <a:pt x="70992" y="170561"/>
                </a:lnTo>
                <a:lnTo>
                  <a:pt x="71755" y="169926"/>
                </a:lnTo>
                <a:lnTo>
                  <a:pt x="72088" y="169037"/>
                </a:lnTo>
                <a:lnTo>
                  <a:pt x="72897" y="166116"/>
                </a:lnTo>
                <a:lnTo>
                  <a:pt x="72914" y="165862"/>
                </a:lnTo>
                <a:lnTo>
                  <a:pt x="73025" y="160274"/>
                </a:lnTo>
                <a:lnTo>
                  <a:pt x="72897" y="159004"/>
                </a:lnTo>
                <a:lnTo>
                  <a:pt x="72770" y="157988"/>
                </a:lnTo>
                <a:lnTo>
                  <a:pt x="72723" y="157607"/>
                </a:lnTo>
                <a:lnTo>
                  <a:pt x="50037" y="157607"/>
                </a:lnTo>
                <a:lnTo>
                  <a:pt x="45973" y="155702"/>
                </a:lnTo>
                <a:lnTo>
                  <a:pt x="41402" y="147828"/>
                </a:lnTo>
                <a:lnTo>
                  <a:pt x="40259" y="141986"/>
                </a:lnTo>
                <a:lnTo>
                  <a:pt x="40259" y="71882"/>
                </a:lnTo>
                <a:close/>
              </a:path>
              <a:path w="330200" h="175895">
                <a:moveTo>
                  <a:pt x="70992" y="154305"/>
                </a:moveTo>
                <a:lnTo>
                  <a:pt x="68707" y="154305"/>
                </a:lnTo>
                <a:lnTo>
                  <a:pt x="67944" y="154686"/>
                </a:lnTo>
                <a:lnTo>
                  <a:pt x="66166" y="155448"/>
                </a:lnTo>
                <a:lnTo>
                  <a:pt x="57785" y="157607"/>
                </a:lnTo>
                <a:lnTo>
                  <a:pt x="72723" y="157607"/>
                </a:lnTo>
                <a:lnTo>
                  <a:pt x="72643" y="156972"/>
                </a:lnTo>
                <a:lnTo>
                  <a:pt x="72559" y="156718"/>
                </a:lnTo>
                <a:lnTo>
                  <a:pt x="72432" y="156337"/>
                </a:lnTo>
                <a:lnTo>
                  <a:pt x="72326" y="155956"/>
                </a:lnTo>
                <a:lnTo>
                  <a:pt x="72262" y="155702"/>
                </a:lnTo>
                <a:lnTo>
                  <a:pt x="72009" y="155067"/>
                </a:lnTo>
                <a:lnTo>
                  <a:pt x="71755" y="154686"/>
                </a:lnTo>
                <a:lnTo>
                  <a:pt x="71373" y="154432"/>
                </a:lnTo>
                <a:lnTo>
                  <a:pt x="70992" y="154305"/>
                </a:lnTo>
                <a:close/>
              </a:path>
              <a:path w="330200" h="175895">
                <a:moveTo>
                  <a:pt x="70104" y="54991"/>
                </a:moveTo>
                <a:lnTo>
                  <a:pt x="2920" y="54991"/>
                </a:lnTo>
                <a:lnTo>
                  <a:pt x="2412" y="55372"/>
                </a:lnTo>
                <a:lnTo>
                  <a:pt x="1778" y="55626"/>
                </a:lnTo>
                <a:lnTo>
                  <a:pt x="0" y="60579"/>
                </a:lnTo>
                <a:lnTo>
                  <a:pt x="0" y="66421"/>
                </a:lnTo>
                <a:lnTo>
                  <a:pt x="381" y="68580"/>
                </a:lnTo>
                <a:lnTo>
                  <a:pt x="1015" y="69977"/>
                </a:lnTo>
                <a:lnTo>
                  <a:pt x="1778" y="71247"/>
                </a:lnTo>
                <a:lnTo>
                  <a:pt x="2793" y="71882"/>
                </a:lnTo>
                <a:lnTo>
                  <a:pt x="70104" y="71882"/>
                </a:lnTo>
                <a:lnTo>
                  <a:pt x="71119" y="71247"/>
                </a:lnTo>
                <a:lnTo>
                  <a:pt x="71882" y="69977"/>
                </a:lnTo>
                <a:lnTo>
                  <a:pt x="72643" y="68580"/>
                </a:lnTo>
                <a:lnTo>
                  <a:pt x="73025" y="66421"/>
                </a:lnTo>
                <a:lnTo>
                  <a:pt x="73025" y="61849"/>
                </a:lnTo>
                <a:lnTo>
                  <a:pt x="72891" y="60579"/>
                </a:lnTo>
                <a:lnTo>
                  <a:pt x="72770" y="59436"/>
                </a:lnTo>
                <a:lnTo>
                  <a:pt x="70612" y="55372"/>
                </a:lnTo>
                <a:lnTo>
                  <a:pt x="70104" y="54991"/>
                </a:lnTo>
                <a:close/>
              </a:path>
              <a:path w="330200" h="175895">
                <a:moveTo>
                  <a:pt x="35052" y="24511"/>
                </a:moveTo>
                <a:lnTo>
                  <a:pt x="24891" y="24511"/>
                </a:lnTo>
                <a:lnTo>
                  <a:pt x="23621" y="24764"/>
                </a:lnTo>
                <a:lnTo>
                  <a:pt x="20192" y="26670"/>
                </a:lnTo>
                <a:lnTo>
                  <a:pt x="19812" y="27177"/>
                </a:lnTo>
                <a:lnTo>
                  <a:pt x="19809" y="27686"/>
                </a:lnTo>
                <a:lnTo>
                  <a:pt x="19684" y="54991"/>
                </a:lnTo>
                <a:lnTo>
                  <a:pt x="40259" y="54991"/>
                </a:lnTo>
                <a:lnTo>
                  <a:pt x="40259" y="27686"/>
                </a:lnTo>
                <a:lnTo>
                  <a:pt x="39751" y="26670"/>
                </a:lnTo>
                <a:lnTo>
                  <a:pt x="39369" y="26162"/>
                </a:lnTo>
                <a:lnTo>
                  <a:pt x="38862" y="25781"/>
                </a:lnTo>
                <a:lnTo>
                  <a:pt x="37337" y="25019"/>
                </a:lnTo>
                <a:lnTo>
                  <a:pt x="36321" y="24764"/>
                </a:lnTo>
                <a:lnTo>
                  <a:pt x="35052" y="24511"/>
                </a:lnTo>
                <a:close/>
              </a:path>
              <a:path w="330200" h="175895">
                <a:moveTo>
                  <a:pt x="114172" y="173736"/>
                </a:moveTo>
                <a:lnTo>
                  <a:pt x="106807" y="173736"/>
                </a:lnTo>
                <a:lnTo>
                  <a:pt x="108458" y="173863"/>
                </a:lnTo>
                <a:lnTo>
                  <a:pt x="112521" y="173863"/>
                </a:lnTo>
                <a:lnTo>
                  <a:pt x="114172" y="173736"/>
                </a:lnTo>
                <a:close/>
              </a:path>
              <a:path w="330200" h="175895">
                <a:moveTo>
                  <a:pt x="189991" y="173736"/>
                </a:moveTo>
                <a:lnTo>
                  <a:pt x="182498" y="173736"/>
                </a:lnTo>
                <a:lnTo>
                  <a:pt x="184277" y="173863"/>
                </a:lnTo>
                <a:lnTo>
                  <a:pt x="188340" y="173863"/>
                </a:lnTo>
                <a:lnTo>
                  <a:pt x="189991" y="173736"/>
                </a:lnTo>
                <a:close/>
              </a:path>
              <a:path w="330200" h="175895">
                <a:moveTo>
                  <a:pt x="116839" y="381"/>
                </a:moveTo>
                <a:lnTo>
                  <a:pt x="104139" y="381"/>
                </a:lnTo>
                <a:lnTo>
                  <a:pt x="102996" y="635"/>
                </a:lnTo>
                <a:lnTo>
                  <a:pt x="100330" y="2667"/>
                </a:lnTo>
                <a:lnTo>
                  <a:pt x="100330" y="171196"/>
                </a:lnTo>
                <a:lnTo>
                  <a:pt x="106044" y="173736"/>
                </a:lnTo>
                <a:lnTo>
                  <a:pt x="114744" y="173736"/>
                </a:lnTo>
                <a:lnTo>
                  <a:pt x="120650" y="170561"/>
                </a:lnTo>
                <a:lnTo>
                  <a:pt x="120650" y="91821"/>
                </a:lnTo>
                <a:lnTo>
                  <a:pt x="126364" y="84709"/>
                </a:lnTo>
                <a:lnTo>
                  <a:pt x="131698" y="79375"/>
                </a:lnTo>
                <a:lnTo>
                  <a:pt x="141986" y="72136"/>
                </a:lnTo>
                <a:lnTo>
                  <a:pt x="145110" y="70993"/>
                </a:lnTo>
                <a:lnTo>
                  <a:pt x="120650" y="70993"/>
                </a:lnTo>
                <a:lnTo>
                  <a:pt x="120650" y="3301"/>
                </a:lnTo>
                <a:lnTo>
                  <a:pt x="120522" y="2667"/>
                </a:lnTo>
                <a:lnTo>
                  <a:pt x="117856" y="635"/>
                </a:lnTo>
                <a:lnTo>
                  <a:pt x="116839" y="381"/>
                </a:lnTo>
                <a:close/>
              </a:path>
              <a:path w="330200" h="175895">
                <a:moveTo>
                  <a:pt x="190592" y="70231"/>
                </a:moveTo>
                <a:lnTo>
                  <a:pt x="156210" y="70231"/>
                </a:lnTo>
                <a:lnTo>
                  <a:pt x="159765" y="70993"/>
                </a:lnTo>
                <a:lnTo>
                  <a:pt x="165862" y="74041"/>
                </a:lnTo>
                <a:lnTo>
                  <a:pt x="176148" y="171196"/>
                </a:lnTo>
                <a:lnTo>
                  <a:pt x="176530" y="171577"/>
                </a:lnTo>
                <a:lnTo>
                  <a:pt x="181863" y="173736"/>
                </a:lnTo>
                <a:lnTo>
                  <a:pt x="190563" y="173736"/>
                </a:lnTo>
                <a:lnTo>
                  <a:pt x="195961" y="171577"/>
                </a:lnTo>
                <a:lnTo>
                  <a:pt x="196341" y="171196"/>
                </a:lnTo>
                <a:lnTo>
                  <a:pt x="196280" y="91821"/>
                </a:lnTo>
                <a:lnTo>
                  <a:pt x="190881" y="70612"/>
                </a:lnTo>
                <a:lnTo>
                  <a:pt x="190592" y="70231"/>
                </a:lnTo>
                <a:close/>
              </a:path>
              <a:path w="330200" h="175895">
                <a:moveTo>
                  <a:pt x="163957" y="52578"/>
                </a:moveTo>
                <a:lnTo>
                  <a:pt x="150494" y="52578"/>
                </a:lnTo>
                <a:lnTo>
                  <a:pt x="144398" y="53975"/>
                </a:lnTo>
                <a:lnTo>
                  <a:pt x="132461" y="60071"/>
                </a:lnTo>
                <a:lnTo>
                  <a:pt x="126618" y="64643"/>
                </a:lnTo>
                <a:lnTo>
                  <a:pt x="120528" y="70993"/>
                </a:lnTo>
                <a:lnTo>
                  <a:pt x="145110" y="70993"/>
                </a:lnTo>
                <a:lnTo>
                  <a:pt x="147192" y="70231"/>
                </a:lnTo>
                <a:lnTo>
                  <a:pt x="190592" y="70231"/>
                </a:lnTo>
                <a:lnTo>
                  <a:pt x="184531" y="62230"/>
                </a:lnTo>
                <a:lnTo>
                  <a:pt x="180466" y="58801"/>
                </a:lnTo>
                <a:lnTo>
                  <a:pt x="175387" y="56261"/>
                </a:lnTo>
                <a:lnTo>
                  <a:pt x="170180" y="53721"/>
                </a:lnTo>
                <a:lnTo>
                  <a:pt x="163957" y="52578"/>
                </a:lnTo>
                <a:close/>
              </a:path>
              <a:path w="330200" h="175895">
                <a:moveTo>
                  <a:pt x="114172" y="0"/>
                </a:moveTo>
                <a:lnTo>
                  <a:pt x="106807" y="0"/>
                </a:lnTo>
                <a:lnTo>
                  <a:pt x="104711" y="381"/>
                </a:lnTo>
                <a:lnTo>
                  <a:pt x="116077" y="381"/>
                </a:lnTo>
                <a:lnTo>
                  <a:pt x="114172" y="0"/>
                </a:lnTo>
                <a:close/>
              </a:path>
              <a:path w="330200" h="175895">
                <a:moveTo>
                  <a:pt x="289306" y="52578"/>
                </a:moveTo>
                <a:lnTo>
                  <a:pt x="272288" y="52578"/>
                </a:lnTo>
                <a:lnTo>
                  <a:pt x="264921" y="53975"/>
                </a:lnTo>
                <a:lnTo>
                  <a:pt x="233044" y="80899"/>
                </a:lnTo>
                <a:lnTo>
                  <a:pt x="227058" y="121862"/>
                </a:lnTo>
                <a:lnTo>
                  <a:pt x="227758" y="128730"/>
                </a:lnTo>
                <a:lnTo>
                  <a:pt x="244579" y="163830"/>
                </a:lnTo>
                <a:lnTo>
                  <a:pt x="273558" y="175387"/>
                </a:lnTo>
                <a:lnTo>
                  <a:pt x="288036" y="175387"/>
                </a:lnTo>
                <a:lnTo>
                  <a:pt x="318769" y="168529"/>
                </a:lnTo>
                <a:lnTo>
                  <a:pt x="321056" y="167513"/>
                </a:lnTo>
                <a:lnTo>
                  <a:pt x="322453" y="166751"/>
                </a:lnTo>
                <a:lnTo>
                  <a:pt x="322834" y="166243"/>
                </a:lnTo>
                <a:lnTo>
                  <a:pt x="323341" y="165862"/>
                </a:lnTo>
                <a:lnTo>
                  <a:pt x="323722" y="165354"/>
                </a:lnTo>
                <a:lnTo>
                  <a:pt x="324485" y="163830"/>
                </a:lnTo>
                <a:lnTo>
                  <a:pt x="324485" y="158750"/>
                </a:lnTo>
                <a:lnTo>
                  <a:pt x="278003" y="158750"/>
                </a:lnTo>
                <a:lnTo>
                  <a:pt x="272288" y="157861"/>
                </a:lnTo>
                <a:lnTo>
                  <a:pt x="248158" y="124333"/>
                </a:lnTo>
                <a:lnTo>
                  <a:pt x="248158" y="118110"/>
                </a:lnTo>
                <a:lnTo>
                  <a:pt x="323850" y="118110"/>
                </a:lnTo>
                <a:lnTo>
                  <a:pt x="325755" y="117475"/>
                </a:lnTo>
                <a:lnTo>
                  <a:pt x="327279" y="116078"/>
                </a:lnTo>
                <a:lnTo>
                  <a:pt x="328930" y="114681"/>
                </a:lnTo>
                <a:lnTo>
                  <a:pt x="329818" y="112395"/>
                </a:lnTo>
                <a:lnTo>
                  <a:pt x="329818" y="103124"/>
                </a:lnTo>
                <a:lnTo>
                  <a:pt x="248158" y="103124"/>
                </a:lnTo>
                <a:lnTo>
                  <a:pt x="248285" y="98552"/>
                </a:lnTo>
                <a:lnTo>
                  <a:pt x="248970" y="94551"/>
                </a:lnTo>
                <a:lnTo>
                  <a:pt x="249046" y="94107"/>
                </a:lnTo>
                <a:lnTo>
                  <a:pt x="250443" y="90043"/>
                </a:lnTo>
                <a:lnTo>
                  <a:pt x="251967" y="85852"/>
                </a:lnTo>
                <a:lnTo>
                  <a:pt x="253872" y="82169"/>
                </a:lnTo>
                <a:lnTo>
                  <a:pt x="256539" y="78994"/>
                </a:lnTo>
                <a:lnTo>
                  <a:pt x="259080" y="75819"/>
                </a:lnTo>
                <a:lnTo>
                  <a:pt x="262255" y="73279"/>
                </a:lnTo>
                <a:lnTo>
                  <a:pt x="266064" y="71374"/>
                </a:lnTo>
                <a:lnTo>
                  <a:pt x="270002" y="69469"/>
                </a:lnTo>
                <a:lnTo>
                  <a:pt x="274446" y="68580"/>
                </a:lnTo>
                <a:lnTo>
                  <a:pt x="318676" y="68580"/>
                </a:lnTo>
                <a:lnTo>
                  <a:pt x="318262" y="68072"/>
                </a:lnTo>
                <a:lnTo>
                  <a:pt x="314197" y="63373"/>
                </a:lnTo>
                <a:lnTo>
                  <a:pt x="309287" y="59690"/>
                </a:lnTo>
                <a:lnTo>
                  <a:pt x="303021" y="56769"/>
                </a:lnTo>
                <a:lnTo>
                  <a:pt x="296798" y="53975"/>
                </a:lnTo>
                <a:lnTo>
                  <a:pt x="289306" y="52578"/>
                </a:lnTo>
                <a:close/>
              </a:path>
              <a:path w="330200" h="175895">
                <a:moveTo>
                  <a:pt x="322198" y="150368"/>
                </a:moveTo>
                <a:lnTo>
                  <a:pt x="320675" y="150368"/>
                </a:lnTo>
                <a:lnTo>
                  <a:pt x="319151" y="150749"/>
                </a:lnTo>
                <a:lnTo>
                  <a:pt x="317245" y="151638"/>
                </a:lnTo>
                <a:lnTo>
                  <a:pt x="314872" y="152654"/>
                </a:lnTo>
                <a:lnTo>
                  <a:pt x="290067" y="158750"/>
                </a:lnTo>
                <a:lnTo>
                  <a:pt x="324485" y="158750"/>
                </a:lnTo>
                <a:lnTo>
                  <a:pt x="324485" y="152654"/>
                </a:lnTo>
                <a:lnTo>
                  <a:pt x="324231" y="152019"/>
                </a:lnTo>
                <a:lnTo>
                  <a:pt x="323849" y="151257"/>
                </a:lnTo>
                <a:lnTo>
                  <a:pt x="323722" y="151003"/>
                </a:lnTo>
                <a:lnTo>
                  <a:pt x="322707" y="150495"/>
                </a:lnTo>
                <a:lnTo>
                  <a:pt x="322198" y="150368"/>
                </a:lnTo>
                <a:close/>
              </a:path>
              <a:path w="330200" h="175895">
                <a:moveTo>
                  <a:pt x="318676" y="68580"/>
                </a:moveTo>
                <a:lnTo>
                  <a:pt x="289433" y="68580"/>
                </a:lnTo>
                <a:lnTo>
                  <a:pt x="296926" y="71628"/>
                </a:lnTo>
                <a:lnTo>
                  <a:pt x="301879" y="77724"/>
                </a:lnTo>
                <a:lnTo>
                  <a:pt x="309025" y="100837"/>
                </a:lnTo>
                <a:lnTo>
                  <a:pt x="309117" y="103124"/>
                </a:lnTo>
                <a:lnTo>
                  <a:pt x="329818" y="103124"/>
                </a:lnTo>
                <a:lnTo>
                  <a:pt x="329818" y="98171"/>
                </a:lnTo>
                <a:lnTo>
                  <a:pt x="328803" y="91313"/>
                </a:lnTo>
                <a:lnTo>
                  <a:pt x="327025" y="84836"/>
                </a:lnTo>
                <a:lnTo>
                  <a:pt x="325119" y="78486"/>
                </a:lnTo>
                <a:lnTo>
                  <a:pt x="322198" y="72898"/>
                </a:lnTo>
                <a:lnTo>
                  <a:pt x="318676" y="6858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2" name="object 72"/>
          <p:cNvGrpSpPr/>
          <p:nvPr/>
        </p:nvGrpSpPr>
        <p:grpSpPr>
          <a:xfrm>
            <a:off x="6913333" y="3555110"/>
            <a:ext cx="490855" cy="175260"/>
            <a:chOff x="6913333" y="3555110"/>
            <a:chExt cx="490855" cy="175260"/>
          </a:xfrm>
        </p:grpSpPr>
        <p:pic>
          <p:nvPicPr>
            <p:cNvPr id="73" name="object 7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913333" y="3555110"/>
              <a:ext cx="426504" cy="174878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377302" y="3699763"/>
              <a:ext cx="26670" cy="29209"/>
            </a:xfrm>
            <a:custGeom>
              <a:avLst/>
              <a:gdLst/>
              <a:ahLst/>
              <a:cxnLst/>
              <a:rect l="l" t="t" r="r" b="b"/>
              <a:pathLst>
                <a:path w="26670" h="29210">
                  <a:moveTo>
                    <a:pt x="18542" y="0"/>
                  </a:moveTo>
                  <a:lnTo>
                    <a:pt x="8381" y="0"/>
                  </a:lnTo>
                  <a:lnTo>
                    <a:pt x="4825" y="1016"/>
                  </a:lnTo>
                  <a:lnTo>
                    <a:pt x="2921" y="2921"/>
                  </a:lnTo>
                  <a:lnTo>
                    <a:pt x="1016" y="4953"/>
                  </a:lnTo>
                  <a:lnTo>
                    <a:pt x="0" y="8890"/>
                  </a:lnTo>
                  <a:lnTo>
                    <a:pt x="0" y="20447"/>
                  </a:lnTo>
                  <a:lnTo>
                    <a:pt x="1016" y="24256"/>
                  </a:lnTo>
                  <a:lnTo>
                    <a:pt x="4825" y="28067"/>
                  </a:lnTo>
                  <a:lnTo>
                    <a:pt x="8254" y="28956"/>
                  </a:lnTo>
                  <a:lnTo>
                    <a:pt x="18288" y="28956"/>
                  </a:lnTo>
                  <a:lnTo>
                    <a:pt x="21844" y="28067"/>
                  </a:lnTo>
                  <a:lnTo>
                    <a:pt x="23749" y="26035"/>
                  </a:lnTo>
                  <a:lnTo>
                    <a:pt x="25780" y="24130"/>
                  </a:lnTo>
                  <a:lnTo>
                    <a:pt x="26670" y="20193"/>
                  </a:lnTo>
                  <a:lnTo>
                    <a:pt x="26670" y="14350"/>
                  </a:lnTo>
                  <a:lnTo>
                    <a:pt x="26670" y="8636"/>
                  </a:lnTo>
                  <a:lnTo>
                    <a:pt x="25780" y="4825"/>
                  </a:lnTo>
                  <a:lnTo>
                    <a:pt x="21971" y="1016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5" name="object 7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30346" y="3933571"/>
            <a:ext cx="172338" cy="163703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814445" y="3959733"/>
            <a:ext cx="880109" cy="171577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766255" y="3959733"/>
            <a:ext cx="423726" cy="171577"/>
          </a:xfrm>
          <a:prstGeom prst="rect">
            <a:avLst/>
          </a:prstGeom>
        </p:spPr>
      </p:pic>
      <p:sp>
        <p:nvSpPr>
          <p:cNvPr id="78" name="object 78"/>
          <p:cNvSpPr/>
          <p:nvPr/>
        </p:nvSpPr>
        <p:spPr>
          <a:xfrm>
            <a:off x="3525520" y="4410202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40131" y="0"/>
                </a:moveTo>
                <a:lnTo>
                  <a:pt x="22859" y="0"/>
                </a:lnTo>
                <a:lnTo>
                  <a:pt x="15366" y="3048"/>
                </a:lnTo>
                <a:lnTo>
                  <a:pt x="3047" y="15240"/>
                </a:lnTo>
                <a:lnTo>
                  <a:pt x="0" y="22733"/>
                </a:lnTo>
                <a:lnTo>
                  <a:pt x="0" y="31368"/>
                </a:lnTo>
                <a:lnTo>
                  <a:pt x="0" y="40131"/>
                </a:lnTo>
                <a:lnTo>
                  <a:pt x="3047" y="47498"/>
                </a:lnTo>
                <a:lnTo>
                  <a:pt x="15366" y="59817"/>
                </a:lnTo>
                <a:lnTo>
                  <a:pt x="22859" y="62992"/>
                </a:lnTo>
                <a:lnTo>
                  <a:pt x="40131" y="62992"/>
                </a:lnTo>
                <a:lnTo>
                  <a:pt x="47625" y="59817"/>
                </a:lnTo>
                <a:lnTo>
                  <a:pt x="59943" y="47498"/>
                </a:lnTo>
                <a:lnTo>
                  <a:pt x="62991" y="40131"/>
                </a:lnTo>
                <a:lnTo>
                  <a:pt x="62991" y="22733"/>
                </a:lnTo>
                <a:lnTo>
                  <a:pt x="59943" y="15240"/>
                </a:lnTo>
                <a:lnTo>
                  <a:pt x="47625" y="3048"/>
                </a:lnTo>
                <a:lnTo>
                  <a:pt x="4013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742690" y="4357751"/>
            <a:ext cx="370205" cy="175895"/>
          </a:xfrm>
          <a:custGeom>
            <a:avLst/>
            <a:gdLst/>
            <a:ahLst/>
            <a:cxnLst/>
            <a:rect l="l" t="t" r="r" b="b"/>
            <a:pathLst>
              <a:path w="370204" h="175895">
                <a:moveTo>
                  <a:pt x="70612" y="30353"/>
                </a:moveTo>
                <a:lnTo>
                  <a:pt x="49149" y="30353"/>
                </a:lnTo>
                <a:lnTo>
                  <a:pt x="49149" y="170434"/>
                </a:lnTo>
                <a:lnTo>
                  <a:pt x="51435" y="172719"/>
                </a:lnTo>
                <a:lnTo>
                  <a:pt x="52324" y="173100"/>
                </a:lnTo>
                <a:lnTo>
                  <a:pt x="53339" y="173228"/>
                </a:lnTo>
                <a:lnTo>
                  <a:pt x="56261" y="173736"/>
                </a:lnTo>
                <a:lnTo>
                  <a:pt x="63626" y="173736"/>
                </a:lnTo>
                <a:lnTo>
                  <a:pt x="66421" y="173228"/>
                </a:lnTo>
                <a:lnTo>
                  <a:pt x="67563" y="173100"/>
                </a:lnTo>
                <a:lnTo>
                  <a:pt x="68325" y="172719"/>
                </a:lnTo>
                <a:lnTo>
                  <a:pt x="70612" y="170434"/>
                </a:lnTo>
                <a:lnTo>
                  <a:pt x="70612" y="30353"/>
                </a:lnTo>
                <a:close/>
              </a:path>
              <a:path w="370204" h="175895">
                <a:moveTo>
                  <a:pt x="116459" y="12192"/>
                </a:moveTo>
                <a:lnTo>
                  <a:pt x="3301" y="12192"/>
                </a:lnTo>
                <a:lnTo>
                  <a:pt x="2667" y="12446"/>
                </a:lnTo>
                <a:lnTo>
                  <a:pt x="2159" y="12700"/>
                </a:lnTo>
                <a:lnTo>
                  <a:pt x="1650" y="13081"/>
                </a:lnTo>
                <a:lnTo>
                  <a:pt x="1143" y="13588"/>
                </a:lnTo>
                <a:lnTo>
                  <a:pt x="888" y="14350"/>
                </a:lnTo>
                <a:lnTo>
                  <a:pt x="508" y="15112"/>
                </a:lnTo>
                <a:lnTo>
                  <a:pt x="254" y="16129"/>
                </a:lnTo>
                <a:lnTo>
                  <a:pt x="0" y="17272"/>
                </a:lnTo>
                <a:lnTo>
                  <a:pt x="0" y="25526"/>
                </a:lnTo>
                <a:lnTo>
                  <a:pt x="254" y="26669"/>
                </a:lnTo>
                <a:lnTo>
                  <a:pt x="508" y="27686"/>
                </a:lnTo>
                <a:lnTo>
                  <a:pt x="888" y="28321"/>
                </a:lnTo>
                <a:lnTo>
                  <a:pt x="1143" y="29082"/>
                </a:lnTo>
                <a:lnTo>
                  <a:pt x="1650" y="29591"/>
                </a:lnTo>
                <a:lnTo>
                  <a:pt x="2159" y="29844"/>
                </a:lnTo>
                <a:lnTo>
                  <a:pt x="2667" y="30225"/>
                </a:lnTo>
                <a:lnTo>
                  <a:pt x="3301" y="30353"/>
                </a:lnTo>
                <a:lnTo>
                  <a:pt x="116459" y="30353"/>
                </a:lnTo>
                <a:lnTo>
                  <a:pt x="117094" y="30225"/>
                </a:lnTo>
                <a:lnTo>
                  <a:pt x="117601" y="29844"/>
                </a:lnTo>
                <a:lnTo>
                  <a:pt x="118110" y="29591"/>
                </a:lnTo>
                <a:lnTo>
                  <a:pt x="118618" y="29082"/>
                </a:lnTo>
                <a:lnTo>
                  <a:pt x="118999" y="28321"/>
                </a:lnTo>
                <a:lnTo>
                  <a:pt x="119380" y="27686"/>
                </a:lnTo>
                <a:lnTo>
                  <a:pt x="119634" y="26669"/>
                </a:lnTo>
                <a:lnTo>
                  <a:pt x="119761" y="25526"/>
                </a:lnTo>
                <a:lnTo>
                  <a:pt x="120014" y="24384"/>
                </a:lnTo>
                <a:lnTo>
                  <a:pt x="120014" y="18542"/>
                </a:lnTo>
                <a:lnTo>
                  <a:pt x="119761" y="17272"/>
                </a:lnTo>
                <a:lnTo>
                  <a:pt x="119634" y="16129"/>
                </a:lnTo>
                <a:lnTo>
                  <a:pt x="117094" y="12446"/>
                </a:lnTo>
                <a:lnTo>
                  <a:pt x="116459" y="12192"/>
                </a:lnTo>
                <a:close/>
              </a:path>
              <a:path w="370204" h="175895">
                <a:moveTo>
                  <a:pt x="156972" y="381"/>
                </a:moveTo>
                <a:lnTo>
                  <a:pt x="144272" y="381"/>
                </a:lnTo>
                <a:lnTo>
                  <a:pt x="143129" y="635"/>
                </a:lnTo>
                <a:lnTo>
                  <a:pt x="140462" y="2667"/>
                </a:lnTo>
                <a:lnTo>
                  <a:pt x="140462" y="171196"/>
                </a:lnTo>
                <a:lnTo>
                  <a:pt x="145542" y="173609"/>
                </a:lnTo>
                <a:lnTo>
                  <a:pt x="155575" y="173609"/>
                </a:lnTo>
                <a:lnTo>
                  <a:pt x="160782" y="91821"/>
                </a:lnTo>
                <a:lnTo>
                  <a:pt x="166497" y="84709"/>
                </a:lnTo>
                <a:lnTo>
                  <a:pt x="171831" y="79375"/>
                </a:lnTo>
                <a:lnTo>
                  <a:pt x="182118" y="72136"/>
                </a:lnTo>
                <a:lnTo>
                  <a:pt x="185242" y="70993"/>
                </a:lnTo>
                <a:lnTo>
                  <a:pt x="160782" y="70993"/>
                </a:lnTo>
                <a:lnTo>
                  <a:pt x="160655" y="2667"/>
                </a:lnTo>
                <a:lnTo>
                  <a:pt x="157987" y="635"/>
                </a:lnTo>
                <a:lnTo>
                  <a:pt x="156972" y="381"/>
                </a:lnTo>
                <a:close/>
              </a:path>
              <a:path w="370204" h="175895">
                <a:moveTo>
                  <a:pt x="230724" y="70231"/>
                </a:moveTo>
                <a:lnTo>
                  <a:pt x="196342" y="70231"/>
                </a:lnTo>
                <a:lnTo>
                  <a:pt x="199898" y="70993"/>
                </a:lnTo>
                <a:lnTo>
                  <a:pt x="205994" y="74041"/>
                </a:lnTo>
                <a:lnTo>
                  <a:pt x="216281" y="171196"/>
                </a:lnTo>
                <a:lnTo>
                  <a:pt x="216662" y="171576"/>
                </a:lnTo>
                <a:lnTo>
                  <a:pt x="221361" y="173609"/>
                </a:lnTo>
                <a:lnTo>
                  <a:pt x="231394" y="173609"/>
                </a:lnTo>
                <a:lnTo>
                  <a:pt x="236093" y="171576"/>
                </a:lnTo>
                <a:lnTo>
                  <a:pt x="236474" y="171196"/>
                </a:lnTo>
                <a:lnTo>
                  <a:pt x="236412" y="91821"/>
                </a:lnTo>
                <a:lnTo>
                  <a:pt x="235965" y="86994"/>
                </a:lnTo>
                <a:lnTo>
                  <a:pt x="233327" y="76200"/>
                </a:lnTo>
                <a:lnTo>
                  <a:pt x="233203" y="75692"/>
                </a:lnTo>
                <a:lnTo>
                  <a:pt x="232507" y="74041"/>
                </a:lnTo>
                <a:lnTo>
                  <a:pt x="231012" y="70612"/>
                </a:lnTo>
                <a:lnTo>
                  <a:pt x="230724" y="70231"/>
                </a:lnTo>
                <a:close/>
              </a:path>
              <a:path w="370204" h="175895">
                <a:moveTo>
                  <a:pt x="204088" y="52578"/>
                </a:moveTo>
                <a:lnTo>
                  <a:pt x="190626" y="52578"/>
                </a:lnTo>
                <a:lnTo>
                  <a:pt x="184531" y="53975"/>
                </a:lnTo>
                <a:lnTo>
                  <a:pt x="172593" y="60071"/>
                </a:lnTo>
                <a:lnTo>
                  <a:pt x="166750" y="64643"/>
                </a:lnTo>
                <a:lnTo>
                  <a:pt x="160660" y="70993"/>
                </a:lnTo>
                <a:lnTo>
                  <a:pt x="185242" y="70993"/>
                </a:lnTo>
                <a:lnTo>
                  <a:pt x="187325" y="70231"/>
                </a:lnTo>
                <a:lnTo>
                  <a:pt x="230724" y="70231"/>
                </a:lnTo>
                <a:lnTo>
                  <a:pt x="224662" y="62230"/>
                </a:lnTo>
                <a:lnTo>
                  <a:pt x="220599" y="58800"/>
                </a:lnTo>
                <a:lnTo>
                  <a:pt x="215519" y="56261"/>
                </a:lnTo>
                <a:lnTo>
                  <a:pt x="210312" y="53721"/>
                </a:lnTo>
                <a:lnTo>
                  <a:pt x="204088" y="52578"/>
                </a:lnTo>
                <a:close/>
              </a:path>
              <a:path w="370204" h="175895">
                <a:moveTo>
                  <a:pt x="154305" y="0"/>
                </a:moveTo>
                <a:lnTo>
                  <a:pt x="146938" y="0"/>
                </a:lnTo>
                <a:lnTo>
                  <a:pt x="144843" y="381"/>
                </a:lnTo>
                <a:lnTo>
                  <a:pt x="156209" y="381"/>
                </a:lnTo>
                <a:lnTo>
                  <a:pt x="154305" y="0"/>
                </a:lnTo>
                <a:close/>
              </a:path>
              <a:path w="370204" h="175895">
                <a:moveTo>
                  <a:pt x="329438" y="52578"/>
                </a:moveTo>
                <a:lnTo>
                  <a:pt x="312420" y="52578"/>
                </a:lnTo>
                <a:lnTo>
                  <a:pt x="305054" y="53975"/>
                </a:lnTo>
                <a:lnTo>
                  <a:pt x="273176" y="80899"/>
                </a:lnTo>
                <a:lnTo>
                  <a:pt x="269222" y="94106"/>
                </a:lnTo>
                <a:lnTo>
                  <a:pt x="269097" y="94551"/>
                </a:lnTo>
                <a:lnTo>
                  <a:pt x="267906" y="100837"/>
                </a:lnTo>
                <a:lnTo>
                  <a:pt x="267192" y="107505"/>
                </a:lnTo>
                <a:lnTo>
                  <a:pt x="267190" y="121862"/>
                </a:lnTo>
                <a:lnTo>
                  <a:pt x="267890" y="128730"/>
                </a:lnTo>
                <a:lnTo>
                  <a:pt x="268994" y="134874"/>
                </a:lnTo>
                <a:lnTo>
                  <a:pt x="269043" y="135145"/>
                </a:lnTo>
                <a:lnTo>
                  <a:pt x="291846" y="169037"/>
                </a:lnTo>
                <a:lnTo>
                  <a:pt x="313689" y="175387"/>
                </a:lnTo>
                <a:lnTo>
                  <a:pt x="328168" y="175387"/>
                </a:lnTo>
                <a:lnTo>
                  <a:pt x="358901" y="168529"/>
                </a:lnTo>
                <a:lnTo>
                  <a:pt x="361188" y="167512"/>
                </a:lnTo>
                <a:lnTo>
                  <a:pt x="362585" y="166750"/>
                </a:lnTo>
                <a:lnTo>
                  <a:pt x="362965" y="166243"/>
                </a:lnTo>
                <a:lnTo>
                  <a:pt x="363474" y="165862"/>
                </a:lnTo>
                <a:lnTo>
                  <a:pt x="363855" y="165354"/>
                </a:lnTo>
                <a:lnTo>
                  <a:pt x="364617" y="163830"/>
                </a:lnTo>
                <a:lnTo>
                  <a:pt x="364617" y="158750"/>
                </a:lnTo>
                <a:lnTo>
                  <a:pt x="318135" y="158750"/>
                </a:lnTo>
                <a:lnTo>
                  <a:pt x="312420" y="157861"/>
                </a:lnTo>
                <a:lnTo>
                  <a:pt x="288289" y="124332"/>
                </a:lnTo>
                <a:lnTo>
                  <a:pt x="288289" y="118110"/>
                </a:lnTo>
                <a:lnTo>
                  <a:pt x="363982" y="118110"/>
                </a:lnTo>
                <a:lnTo>
                  <a:pt x="365887" y="117475"/>
                </a:lnTo>
                <a:lnTo>
                  <a:pt x="367411" y="116078"/>
                </a:lnTo>
                <a:lnTo>
                  <a:pt x="369062" y="114681"/>
                </a:lnTo>
                <a:lnTo>
                  <a:pt x="369950" y="112394"/>
                </a:lnTo>
                <a:lnTo>
                  <a:pt x="369950" y="103124"/>
                </a:lnTo>
                <a:lnTo>
                  <a:pt x="288289" y="103124"/>
                </a:lnTo>
                <a:lnTo>
                  <a:pt x="288353" y="100837"/>
                </a:lnTo>
                <a:lnTo>
                  <a:pt x="288417" y="98551"/>
                </a:lnTo>
                <a:lnTo>
                  <a:pt x="289102" y="94551"/>
                </a:lnTo>
                <a:lnTo>
                  <a:pt x="289179" y="94106"/>
                </a:lnTo>
                <a:lnTo>
                  <a:pt x="290575" y="90043"/>
                </a:lnTo>
                <a:lnTo>
                  <a:pt x="292100" y="85851"/>
                </a:lnTo>
                <a:lnTo>
                  <a:pt x="294005" y="82168"/>
                </a:lnTo>
                <a:lnTo>
                  <a:pt x="296672" y="78993"/>
                </a:lnTo>
                <a:lnTo>
                  <a:pt x="299212" y="75818"/>
                </a:lnTo>
                <a:lnTo>
                  <a:pt x="302387" y="73279"/>
                </a:lnTo>
                <a:lnTo>
                  <a:pt x="306197" y="71374"/>
                </a:lnTo>
                <a:lnTo>
                  <a:pt x="310134" y="69468"/>
                </a:lnTo>
                <a:lnTo>
                  <a:pt x="314579" y="68580"/>
                </a:lnTo>
                <a:lnTo>
                  <a:pt x="358808" y="68580"/>
                </a:lnTo>
                <a:lnTo>
                  <a:pt x="358394" y="68072"/>
                </a:lnTo>
                <a:lnTo>
                  <a:pt x="354330" y="63373"/>
                </a:lnTo>
                <a:lnTo>
                  <a:pt x="349250" y="59562"/>
                </a:lnTo>
                <a:lnTo>
                  <a:pt x="336931" y="53975"/>
                </a:lnTo>
                <a:lnTo>
                  <a:pt x="329438" y="52578"/>
                </a:lnTo>
                <a:close/>
              </a:path>
              <a:path w="370204" h="175895">
                <a:moveTo>
                  <a:pt x="362838" y="150494"/>
                </a:moveTo>
                <a:lnTo>
                  <a:pt x="360299" y="150494"/>
                </a:lnTo>
                <a:lnTo>
                  <a:pt x="359283" y="150749"/>
                </a:lnTo>
                <a:lnTo>
                  <a:pt x="357377" y="151637"/>
                </a:lnTo>
                <a:lnTo>
                  <a:pt x="355346" y="152526"/>
                </a:lnTo>
                <a:lnTo>
                  <a:pt x="330200" y="158750"/>
                </a:lnTo>
                <a:lnTo>
                  <a:pt x="364617" y="158750"/>
                </a:lnTo>
                <a:lnTo>
                  <a:pt x="364566" y="152526"/>
                </a:lnTo>
                <a:lnTo>
                  <a:pt x="364363" y="152019"/>
                </a:lnTo>
                <a:lnTo>
                  <a:pt x="363982" y="151256"/>
                </a:lnTo>
                <a:lnTo>
                  <a:pt x="363855" y="151003"/>
                </a:lnTo>
                <a:lnTo>
                  <a:pt x="362838" y="150494"/>
                </a:lnTo>
                <a:close/>
              </a:path>
              <a:path w="370204" h="175895">
                <a:moveTo>
                  <a:pt x="358808" y="68580"/>
                </a:moveTo>
                <a:lnTo>
                  <a:pt x="329564" y="68580"/>
                </a:lnTo>
                <a:lnTo>
                  <a:pt x="337058" y="71628"/>
                </a:lnTo>
                <a:lnTo>
                  <a:pt x="342011" y="77724"/>
                </a:lnTo>
                <a:lnTo>
                  <a:pt x="345320" y="82746"/>
                </a:lnTo>
                <a:lnTo>
                  <a:pt x="347630" y="88661"/>
                </a:lnTo>
                <a:lnTo>
                  <a:pt x="348940" y="95458"/>
                </a:lnTo>
                <a:lnTo>
                  <a:pt x="349049" y="98171"/>
                </a:lnTo>
                <a:lnTo>
                  <a:pt x="349157" y="100837"/>
                </a:lnTo>
                <a:lnTo>
                  <a:pt x="349250" y="103124"/>
                </a:lnTo>
                <a:lnTo>
                  <a:pt x="369950" y="103124"/>
                </a:lnTo>
                <a:lnTo>
                  <a:pt x="369950" y="98171"/>
                </a:lnTo>
                <a:lnTo>
                  <a:pt x="368935" y="91312"/>
                </a:lnTo>
                <a:lnTo>
                  <a:pt x="367157" y="84836"/>
                </a:lnTo>
                <a:lnTo>
                  <a:pt x="365251" y="78486"/>
                </a:lnTo>
                <a:lnTo>
                  <a:pt x="362331" y="72898"/>
                </a:lnTo>
                <a:lnTo>
                  <a:pt x="358808" y="6858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0" name="object 80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4201667" y="4410328"/>
            <a:ext cx="863473" cy="165862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151618" y="4354703"/>
            <a:ext cx="992006" cy="221488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7384160" y="4365878"/>
            <a:ext cx="130683" cy="167258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6217539" y="4354703"/>
            <a:ext cx="1075042" cy="218821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7596085" y="4358259"/>
            <a:ext cx="727609" cy="174879"/>
          </a:xfrm>
          <a:prstGeom prst="rect">
            <a:avLst/>
          </a:prstGeom>
        </p:spPr>
      </p:pic>
      <p:sp>
        <p:nvSpPr>
          <p:cNvPr id="85" name="object 85"/>
          <p:cNvSpPr/>
          <p:nvPr/>
        </p:nvSpPr>
        <p:spPr>
          <a:xfrm>
            <a:off x="8417432" y="4365878"/>
            <a:ext cx="377825" cy="167640"/>
          </a:xfrm>
          <a:custGeom>
            <a:avLst/>
            <a:gdLst/>
            <a:ahLst/>
            <a:cxnLst/>
            <a:rect l="l" t="t" r="r" b="b"/>
            <a:pathLst>
              <a:path w="377825" h="167639">
                <a:moveTo>
                  <a:pt x="17780" y="46355"/>
                </a:moveTo>
                <a:lnTo>
                  <a:pt x="7747" y="46355"/>
                </a:lnTo>
                <a:lnTo>
                  <a:pt x="6476" y="46482"/>
                </a:lnTo>
                <a:lnTo>
                  <a:pt x="2667" y="48895"/>
                </a:lnTo>
                <a:lnTo>
                  <a:pt x="2667" y="163068"/>
                </a:lnTo>
                <a:lnTo>
                  <a:pt x="7747" y="165481"/>
                </a:lnTo>
                <a:lnTo>
                  <a:pt x="17780" y="165481"/>
                </a:lnTo>
                <a:lnTo>
                  <a:pt x="22860" y="163068"/>
                </a:lnTo>
                <a:lnTo>
                  <a:pt x="22860" y="48895"/>
                </a:lnTo>
                <a:lnTo>
                  <a:pt x="17780" y="46355"/>
                </a:lnTo>
                <a:close/>
              </a:path>
              <a:path w="377825" h="167639">
                <a:moveTo>
                  <a:pt x="17652" y="0"/>
                </a:moveTo>
                <a:lnTo>
                  <a:pt x="8000" y="0"/>
                </a:lnTo>
                <a:lnTo>
                  <a:pt x="4572" y="889"/>
                </a:lnTo>
                <a:lnTo>
                  <a:pt x="2794" y="2667"/>
                </a:lnTo>
                <a:lnTo>
                  <a:pt x="1016" y="4318"/>
                </a:lnTo>
                <a:lnTo>
                  <a:pt x="0" y="7620"/>
                </a:lnTo>
                <a:lnTo>
                  <a:pt x="0" y="17145"/>
                </a:lnTo>
                <a:lnTo>
                  <a:pt x="889" y="20320"/>
                </a:lnTo>
                <a:lnTo>
                  <a:pt x="4572" y="23749"/>
                </a:lnTo>
                <a:lnTo>
                  <a:pt x="7747" y="24638"/>
                </a:lnTo>
                <a:lnTo>
                  <a:pt x="17525" y="24638"/>
                </a:lnTo>
                <a:lnTo>
                  <a:pt x="20827" y="23749"/>
                </a:lnTo>
                <a:lnTo>
                  <a:pt x="24511" y="20320"/>
                </a:lnTo>
                <a:lnTo>
                  <a:pt x="25365" y="17145"/>
                </a:lnTo>
                <a:lnTo>
                  <a:pt x="25400" y="7620"/>
                </a:lnTo>
                <a:lnTo>
                  <a:pt x="24511" y="4318"/>
                </a:lnTo>
                <a:lnTo>
                  <a:pt x="22860" y="2667"/>
                </a:lnTo>
                <a:lnTo>
                  <a:pt x="20955" y="889"/>
                </a:lnTo>
                <a:lnTo>
                  <a:pt x="17652" y="0"/>
                </a:lnTo>
                <a:close/>
              </a:path>
              <a:path w="377825" h="167639">
                <a:moveTo>
                  <a:pt x="74295" y="46355"/>
                </a:moveTo>
                <a:lnTo>
                  <a:pt x="65150" y="46355"/>
                </a:lnTo>
                <a:lnTo>
                  <a:pt x="64008" y="46482"/>
                </a:lnTo>
                <a:lnTo>
                  <a:pt x="63119" y="46736"/>
                </a:lnTo>
                <a:lnTo>
                  <a:pt x="62357" y="47117"/>
                </a:lnTo>
                <a:lnTo>
                  <a:pt x="61595" y="47371"/>
                </a:lnTo>
                <a:lnTo>
                  <a:pt x="61087" y="47879"/>
                </a:lnTo>
                <a:lnTo>
                  <a:pt x="60833" y="48260"/>
                </a:lnTo>
                <a:lnTo>
                  <a:pt x="60578" y="48768"/>
                </a:lnTo>
                <a:lnTo>
                  <a:pt x="60578" y="163068"/>
                </a:lnTo>
                <a:lnTo>
                  <a:pt x="65659" y="165481"/>
                </a:lnTo>
                <a:lnTo>
                  <a:pt x="75692" y="165481"/>
                </a:lnTo>
                <a:lnTo>
                  <a:pt x="80899" y="83693"/>
                </a:lnTo>
                <a:lnTo>
                  <a:pt x="86614" y="76581"/>
                </a:lnTo>
                <a:lnTo>
                  <a:pt x="91948" y="71247"/>
                </a:lnTo>
                <a:lnTo>
                  <a:pt x="101146" y="64770"/>
                </a:lnTo>
                <a:lnTo>
                  <a:pt x="78994" y="64770"/>
                </a:lnTo>
                <a:lnTo>
                  <a:pt x="78867" y="48768"/>
                </a:lnTo>
                <a:lnTo>
                  <a:pt x="78486" y="48260"/>
                </a:lnTo>
                <a:lnTo>
                  <a:pt x="78232" y="47879"/>
                </a:lnTo>
                <a:lnTo>
                  <a:pt x="77724" y="47371"/>
                </a:lnTo>
                <a:lnTo>
                  <a:pt x="77089" y="47117"/>
                </a:lnTo>
                <a:lnTo>
                  <a:pt x="76453" y="46736"/>
                </a:lnTo>
                <a:lnTo>
                  <a:pt x="75565" y="46482"/>
                </a:lnTo>
                <a:lnTo>
                  <a:pt x="74295" y="46355"/>
                </a:lnTo>
                <a:close/>
              </a:path>
              <a:path w="377825" h="167639">
                <a:moveTo>
                  <a:pt x="150841" y="62103"/>
                </a:moveTo>
                <a:lnTo>
                  <a:pt x="116459" y="62103"/>
                </a:lnTo>
                <a:lnTo>
                  <a:pt x="120015" y="62865"/>
                </a:lnTo>
                <a:lnTo>
                  <a:pt x="126111" y="65913"/>
                </a:lnTo>
                <a:lnTo>
                  <a:pt x="136398" y="163068"/>
                </a:lnTo>
                <a:lnTo>
                  <a:pt x="136778" y="163449"/>
                </a:lnTo>
                <a:lnTo>
                  <a:pt x="141477" y="165481"/>
                </a:lnTo>
                <a:lnTo>
                  <a:pt x="151511" y="165481"/>
                </a:lnTo>
                <a:lnTo>
                  <a:pt x="156210" y="163449"/>
                </a:lnTo>
                <a:lnTo>
                  <a:pt x="156591" y="163068"/>
                </a:lnTo>
                <a:lnTo>
                  <a:pt x="156538" y="83693"/>
                </a:lnTo>
                <a:lnTo>
                  <a:pt x="151130" y="62484"/>
                </a:lnTo>
                <a:lnTo>
                  <a:pt x="150841" y="62103"/>
                </a:lnTo>
                <a:close/>
              </a:path>
              <a:path w="377825" h="167639">
                <a:moveTo>
                  <a:pt x="124206" y="44450"/>
                </a:moveTo>
                <a:lnTo>
                  <a:pt x="110363" y="44450"/>
                </a:lnTo>
                <a:lnTo>
                  <a:pt x="104013" y="45974"/>
                </a:lnTo>
                <a:lnTo>
                  <a:pt x="91567" y="52578"/>
                </a:lnTo>
                <a:lnTo>
                  <a:pt x="85217" y="57785"/>
                </a:lnTo>
                <a:lnTo>
                  <a:pt x="78994" y="64770"/>
                </a:lnTo>
                <a:lnTo>
                  <a:pt x="101146" y="64770"/>
                </a:lnTo>
                <a:lnTo>
                  <a:pt x="102235" y="64008"/>
                </a:lnTo>
                <a:lnTo>
                  <a:pt x="107442" y="62103"/>
                </a:lnTo>
                <a:lnTo>
                  <a:pt x="150841" y="62103"/>
                </a:lnTo>
                <a:lnTo>
                  <a:pt x="144780" y="54102"/>
                </a:lnTo>
                <a:lnTo>
                  <a:pt x="140716" y="50673"/>
                </a:lnTo>
                <a:lnTo>
                  <a:pt x="135115" y="47879"/>
                </a:lnTo>
                <a:lnTo>
                  <a:pt x="130428" y="45593"/>
                </a:lnTo>
                <a:lnTo>
                  <a:pt x="124206" y="44450"/>
                </a:lnTo>
                <a:close/>
              </a:path>
              <a:path w="377825" h="167639">
                <a:moveTo>
                  <a:pt x="216916" y="63754"/>
                </a:moveTo>
                <a:lnTo>
                  <a:pt x="196342" y="63754"/>
                </a:lnTo>
                <a:lnTo>
                  <a:pt x="196342" y="135636"/>
                </a:lnTo>
                <a:lnTo>
                  <a:pt x="203962" y="157734"/>
                </a:lnTo>
                <a:lnTo>
                  <a:pt x="206628" y="160909"/>
                </a:lnTo>
                <a:lnTo>
                  <a:pt x="210058" y="163195"/>
                </a:lnTo>
                <a:lnTo>
                  <a:pt x="214122" y="164719"/>
                </a:lnTo>
                <a:lnTo>
                  <a:pt x="218313" y="166243"/>
                </a:lnTo>
                <a:lnTo>
                  <a:pt x="223266" y="167005"/>
                </a:lnTo>
                <a:lnTo>
                  <a:pt x="231986" y="167005"/>
                </a:lnTo>
                <a:lnTo>
                  <a:pt x="238506" y="166116"/>
                </a:lnTo>
                <a:lnTo>
                  <a:pt x="240157" y="165735"/>
                </a:lnTo>
                <a:lnTo>
                  <a:pt x="241935" y="165354"/>
                </a:lnTo>
                <a:lnTo>
                  <a:pt x="244728" y="164338"/>
                </a:lnTo>
                <a:lnTo>
                  <a:pt x="245999" y="163703"/>
                </a:lnTo>
                <a:lnTo>
                  <a:pt x="246811" y="163195"/>
                </a:lnTo>
                <a:lnTo>
                  <a:pt x="247650" y="162433"/>
                </a:lnTo>
                <a:lnTo>
                  <a:pt x="248412" y="161798"/>
                </a:lnTo>
                <a:lnTo>
                  <a:pt x="248745" y="160909"/>
                </a:lnTo>
                <a:lnTo>
                  <a:pt x="249555" y="157988"/>
                </a:lnTo>
                <a:lnTo>
                  <a:pt x="249539" y="150749"/>
                </a:lnTo>
                <a:lnTo>
                  <a:pt x="249380" y="149479"/>
                </a:lnTo>
                <a:lnTo>
                  <a:pt x="226695" y="149479"/>
                </a:lnTo>
                <a:lnTo>
                  <a:pt x="222631" y="147574"/>
                </a:lnTo>
                <a:lnTo>
                  <a:pt x="218059" y="139700"/>
                </a:lnTo>
                <a:lnTo>
                  <a:pt x="216916" y="133858"/>
                </a:lnTo>
                <a:lnTo>
                  <a:pt x="216916" y="63754"/>
                </a:lnTo>
                <a:close/>
              </a:path>
              <a:path w="377825" h="167639">
                <a:moveTo>
                  <a:pt x="248031" y="146304"/>
                </a:moveTo>
                <a:lnTo>
                  <a:pt x="245110" y="146304"/>
                </a:lnTo>
                <a:lnTo>
                  <a:pt x="244601" y="146558"/>
                </a:lnTo>
                <a:lnTo>
                  <a:pt x="242824" y="147320"/>
                </a:lnTo>
                <a:lnTo>
                  <a:pt x="241553" y="147828"/>
                </a:lnTo>
                <a:lnTo>
                  <a:pt x="240411" y="148209"/>
                </a:lnTo>
                <a:lnTo>
                  <a:pt x="239141" y="148590"/>
                </a:lnTo>
                <a:lnTo>
                  <a:pt x="235585" y="149479"/>
                </a:lnTo>
                <a:lnTo>
                  <a:pt x="249380" y="149479"/>
                </a:lnTo>
                <a:lnTo>
                  <a:pt x="249300" y="148844"/>
                </a:lnTo>
                <a:lnTo>
                  <a:pt x="249216" y="148590"/>
                </a:lnTo>
                <a:lnTo>
                  <a:pt x="249089" y="148209"/>
                </a:lnTo>
                <a:lnTo>
                  <a:pt x="248983" y="147828"/>
                </a:lnTo>
                <a:lnTo>
                  <a:pt x="248920" y="147574"/>
                </a:lnTo>
                <a:lnTo>
                  <a:pt x="248666" y="146939"/>
                </a:lnTo>
                <a:lnTo>
                  <a:pt x="248412" y="146558"/>
                </a:lnTo>
                <a:lnTo>
                  <a:pt x="248031" y="146304"/>
                </a:lnTo>
                <a:close/>
              </a:path>
              <a:path w="377825" h="167639">
                <a:moveTo>
                  <a:pt x="246252" y="46736"/>
                </a:moveTo>
                <a:lnTo>
                  <a:pt x="180213" y="46736"/>
                </a:lnTo>
                <a:lnTo>
                  <a:pt x="179577" y="46863"/>
                </a:lnTo>
                <a:lnTo>
                  <a:pt x="179070" y="47244"/>
                </a:lnTo>
                <a:lnTo>
                  <a:pt x="178435" y="47498"/>
                </a:lnTo>
                <a:lnTo>
                  <a:pt x="176657" y="52451"/>
                </a:lnTo>
                <a:lnTo>
                  <a:pt x="176657" y="58293"/>
                </a:lnTo>
                <a:lnTo>
                  <a:pt x="177038" y="60452"/>
                </a:lnTo>
                <a:lnTo>
                  <a:pt x="177673" y="61849"/>
                </a:lnTo>
                <a:lnTo>
                  <a:pt x="178435" y="63119"/>
                </a:lnTo>
                <a:lnTo>
                  <a:pt x="179450" y="63754"/>
                </a:lnTo>
                <a:lnTo>
                  <a:pt x="246761" y="63754"/>
                </a:lnTo>
                <a:lnTo>
                  <a:pt x="247776" y="63119"/>
                </a:lnTo>
                <a:lnTo>
                  <a:pt x="248539" y="61849"/>
                </a:lnTo>
                <a:lnTo>
                  <a:pt x="249300" y="60452"/>
                </a:lnTo>
                <a:lnTo>
                  <a:pt x="249682" y="58293"/>
                </a:lnTo>
                <a:lnTo>
                  <a:pt x="249555" y="52451"/>
                </a:lnTo>
                <a:lnTo>
                  <a:pt x="249420" y="51308"/>
                </a:lnTo>
                <a:lnTo>
                  <a:pt x="249300" y="50292"/>
                </a:lnTo>
                <a:lnTo>
                  <a:pt x="247269" y="47244"/>
                </a:lnTo>
                <a:lnTo>
                  <a:pt x="246761" y="46863"/>
                </a:lnTo>
                <a:lnTo>
                  <a:pt x="246252" y="46736"/>
                </a:lnTo>
                <a:close/>
              </a:path>
              <a:path w="377825" h="167639">
                <a:moveTo>
                  <a:pt x="208661" y="16129"/>
                </a:moveTo>
                <a:lnTo>
                  <a:pt x="204597" y="16129"/>
                </a:lnTo>
                <a:lnTo>
                  <a:pt x="201549" y="16383"/>
                </a:lnTo>
                <a:lnTo>
                  <a:pt x="196850" y="18542"/>
                </a:lnTo>
                <a:lnTo>
                  <a:pt x="196469" y="19050"/>
                </a:lnTo>
                <a:lnTo>
                  <a:pt x="196342" y="46736"/>
                </a:lnTo>
                <a:lnTo>
                  <a:pt x="216916" y="46736"/>
                </a:lnTo>
                <a:lnTo>
                  <a:pt x="216916" y="19558"/>
                </a:lnTo>
                <a:lnTo>
                  <a:pt x="216408" y="18542"/>
                </a:lnTo>
                <a:lnTo>
                  <a:pt x="211709" y="16383"/>
                </a:lnTo>
                <a:lnTo>
                  <a:pt x="211962" y="16383"/>
                </a:lnTo>
                <a:lnTo>
                  <a:pt x="208661" y="16129"/>
                </a:lnTo>
                <a:close/>
              </a:path>
              <a:path w="377825" h="167639">
                <a:moveTo>
                  <a:pt x="332232" y="44450"/>
                </a:moveTo>
                <a:lnTo>
                  <a:pt x="323088" y="44450"/>
                </a:lnTo>
                <a:lnTo>
                  <a:pt x="316160" y="44735"/>
                </a:lnTo>
                <a:lnTo>
                  <a:pt x="308712" y="45720"/>
                </a:lnTo>
                <a:lnTo>
                  <a:pt x="309137" y="45720"/>
                </a:lnTo>
                <a:lnTo>
                  <a:pt x="303639" y="47021"/>
                </a:lnTo>
                <a:lnTo>
                  <a:pt x="271907" y="74041"/>
                </a:lnTo>
                <a:lnTo>
                  <a:pt x="265938" y="97790"/>
                </a:lnTo>
                <a:lnTo>
                  <a:pt x="265938" y="106934"/>
                </a:lnTo>
                <a:lnTo>
                  <a:pt x="266084" y="111633"/>
                </a:lnTo>
                <a:lnTo>
                  <a:pt x="266152" y="113811"/>
                </a:lnTo>
                <a:lnTo>
                  <a:pt x="284099" y="156464"/>
                </a:lnTo>
                <a:lnTo>
                  <a:pt x="311531" y="167259"/>
                </a:lnTo>
                <a:lnTo>
                  <a:pt x="330073" y="167259"/>
                </a:lnTo>
                <a:lnTo>
                  <a:pt x="363153" y="149987"/>
                </a:lnTo>
                <a:lnTo>
                  <a:pt x="315087" y="149987"/>
                </a:lnTo>
                <a:lnTo>
                  <a:pt x="310232" y="148971"/>
                </a:lnTo>
                <a:lnTo>
                  <a:pt x="309859" y="148971"/>
                </a:lnTo>
                <a:lnTo>
                  <a:pt x="305181" y="146431"/>
                </a:lnTo>
                <a:lnTo>
                  <a:pt x="300736" y="144145"/>
                </a:lnTo>
                <a:lnTo>
                  <a:pt x="287463" y="113811"/>
                </a:lnTo>
                <a:lnTo>
                  <a:pt x="287351" y="112522"/>
                </a:lnTo>
                <a:lnTo>
                  <a:pt x="295561" y="74041"/>
                </a:lnTo>
                <a:lnTo>
                  <a:pt x="298450" y="69977"/>
                </a:lnTo>
                <a:lnTo>
                  <a:pt x="302133" y="66929"/>
                </a:lnTo>
                <a:lnTo>
                  <a:pt x="306450" y="64770"/>
                </a:lnTo>
                <a:lnTo>
                  <a:pt x="310896" y="62611"/>
                </a:lnTo>
                <a:lnTo>
                  <a:pt x="316102" y="61595"/>
                </a:lnTo>
                <a:lnTo>
                  <a:pt x="365112" y="61595"/>
                </a:lnTo>
                <a:lnTo>
                  <a:pt x="364109" y="60452"/>
                </a:lnTo>
                <a:lnTo>
                  <a:pt x="359664" y="55245"/>
                </a:lnTo>
                <a:lnTo>
                  <a:pt x="353949" y="51181"/>
                </a:lnTo>
                <a:lnTo>
                  <a:pt x="347091" y="48514"/>
                </a:lnTo>
                <a:lnTo>
                  <a:pt x="340233" y="45720"/>
                </a:lnTo>
                <a:lnTo>
                  <a:pt x="332232" y="44450"/>
                </a:lnTo>
                <a:close/>
              </a:path>
              <a:path w="377825" h="167639">
                <a:moveTo>
                  <a:pt x="365112" y="61595"/>
                </a:moveTo>
                <a:lnTo>
                  <a:pt x="328802" y="61595"/>
                </a:lnTo>
                <a:lnTo>
                  <a:pt x="334391" y="62738"/>
                </a:lnTo>
                <a:lnTo>
                  <a:pt x="338836" y="65024"/>
                </a:lnTo>
                <a:lnTo>
                  <a:pt x="343153" y="67437"/>
                </a:lnTo>
                <a:lnTo>
                  <a:pt x="346710" y="70612"/>
                </a:lnTo>
                <a:lnTo>
                  <a:pt x="349250" y="74676"/>
                </a:lnTo>
                <a:lnTo>
                  <a:pt x="351917" y="78740"/>
                </a:lnTo>
                <a:lnTo>
                  <a:pt x="353822" y="83439"/>
                </a:lnTo>
                <a:lnTo>
                  <a:pt x="354838" y="88900"/>
                </a:lnTo>
                <a:lnTo>
                  <a:pt x="355981" y="94234"/>
                </a:lnTo>
                <a:lnTo>
                  <a:pt x="356531" y="99187"/>
                </a:lnTo>
                <a:lnTo>
                  <a:pt x="356616" y="112522"/>
                </a:lnTo>
                <a:lnTo>
                  <a:pt x="355969" y="117475"/>
                </a:lnTo>
                <a:lnTo>
                  <a:pt x="355853" y="118364"/>
                </a:lnTo>
                <a:lnTo>
                  <a:pt x="332994" y="148971"/>
                </a:lnTo>
                <a:lnTo>
                  <a:pt x="327787" y="149987"/>
                </a:lnTo>
                <a:lnTo>
                  <a:pt x="363153" y="149987"/>
                </a:lnTo>
                <a:lnTo>
                  <a:pt x="368300" y="144145"/>
                </a:lnTo>
                <a:lnTo>
                  <a:pt x="371787" y="137668"/>
                </a:lnTo>
                <a:lnTo>
                  <a:pt x="371856" y="137541"/>
                </a:lnTo>
                <a:lnTo>
                  <a:pt x="374269" y="129794"/>
                </a:lnTo>
                <a:lnTo>
                  <a:pt x="376682" y="122174"/>
                </a:lnTo>
                <a:lnTo>
                  <a:pt x="377822" y="113811"/>
                </a:lnTo>
                <a:lnTo>
                  <a:pt x="377825" y="104648"/>
                </a:lnTo>
                <a:lnTo>
                  <a:pt x="377678" y="99949"/>
                </a:lnTo>
                <a:lnTo>
                  <a:pt x="377610" y="97790"/>
                </a:lnTo>
                <a:lnTo>
                  <a:pt x="368681" y="65659"/>
                </a:lnTo>
                <a:lnTo>
                  <a:pt x="365112" y="61595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6" name="object 86"/>
          <p:cNvGrpSpPr/>
          <p:nvPr/>
        </p:nvGrpSpPr>
        <p:grpSpPr>
          <a:xfrm>
            <a:off x="8885935" y="4357751"/>
            <a:ext cx="584835" cy="175895"/>
            <a:chOff x="8885935" y="4357751"/>
            <a:chExt cx="584835" cy="175895"/>
          </a:xfrm>
        </p:grpSpPr>
        <p:pic>
          <p:nvPicPr>
            <p:cNvPr id="87" name="object 8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885935" y="4367784"/>
              <a:ext cx="226758" cy="165354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9131934" y="4459605"/>
              <a:ext cx="60960" cy="17145"/>
            </a:xfrm>
            <a:custGeom>
              <a:avLst/>
              <a:gdLst/>
              <a:ahLst/>
              <a:cxnLst/>
              <a:rect l="l" t="t" r="r" b="b"/>
              <a:pathLst>
                <a:path w="60959" h="17145">
                  <a:moveTo>
                    <a:pt x="57023" y="0"/>
                  </a:moveTo>
                  <a:lnTo>
                    <a:pt x="2921" y="0"/>
                  </a:lnTo>
                  <a:lnTo>
                    <a:pt x="1905" y="635"/>
                  </a:lnTo>
                  <a:lnTo>
                    <a:pt x="381" y="3048"/>
                  </a:lnTo>
                  <a:lnTo>
                    <a:pt x="0" y="5334"/>
                  </a:lnTo>
                  <a:lnTo>
                    <a:pt x="0" y="11557"/>
                  </a:lnTo>
                  <a:lnTo>
                    <a:pt x="381" y="13843"/>
                  </a:lnTo>
                  <a:lnTo>
                    <a:pt x="1905" y="16383"/>
                  </a:lnTo>
                  <a:lnTo>
                    <a:pt x="2921" y="17018"/>
                  </a:lnTo>
                  <a:lnTo>
                    <a:pt x="57785" y="17018"/>
                  </a:lnTo>
                  <a:lnTo>
                    <a:pt x="58928" y="16383"/>
                  </a:lnTo>
                  <a:lnTo>
                    <a:pt x="60325" y="13970"/>
                  </a:lnTo>
                  <a:lnTo>
                    <a:pt x="60706" y="11684"/>
                  </a:lnTo>
                  <a:lnTo>
                    <a:pt x="60706" y="8509"/>
                  </a:lnTo>
                  <a:lnTo>
                    <a:pt x="60706" y="5588"/>
                  </a:lnTo>
                  <a:lnTo>
                    <a:pt x="59944" y="2540"/>
                  </a:lnTo>
                  <a:lnTo>
                    <a:pt x="59563" y="1778"/>
                  </a:lnTo>
                  <a:lnTo>
                    <a:pt x="58800" y="635"/>
                  </a:lnTo>
                  <a:lnTo>
                    <a:pt x="57658" y="127"/>
                  </a:lnTo>
                  <a:lnTo>
                    <a:pt x="57023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220199" y="4357751"/>
              <a:ext cx="250063" cy="175387"/>
            </a:xfrm>
            <a:prstGeom prst="rect">
              <a:avLst/>
            </a:prstGeom>
          </p:spPr>
        </p:pic>
      </p:grpSp>
      <p:grpSp>
        <p:nvGrpSpPr>
          <p:cNvPr id="90" name="object 90"/>
          <p:cNvGrpSpPr/>
          <p:nvPr/>
        </p:nvGrpSpPr>
        <p:grpSpPr>
          <a:xfrm>
            <a:off x="9540102" y="4358259"/>
            <a:ext cx="669925" cy="175260"/>
            <a:chOff x="9540102" y="4358259"/>
            <a:chExt cx="669925" cy="175260"/>
          </a:xfrm>
        </p:grpSpPr>
        <p:pic>
          <p:nvPicPr>
            <p:cNvPr id="91" name="object 9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540102" y="4358259"/>
              <a:ext cx="614308" cy="174879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10182986" y="4502912"/>
              <a:ext cx="26670" cy="29209"/>
            </a:xfrm>
            <a:custGeom>
              <a:avLst/>
              <a:gdLst/>
              <a:ahLst/>
              <a:cxnLst/>
              <a:rect l="l" t="t" r="r" b="b"/>
              <a:pathLst>
                <a:path w="26670" h="29210">
                  <a:moveTo>
                    <a:pt x="18542" y="0"/>
                  </a:moveTo>
                  <a:lnTo>
                    <a:pt x="8382" y="0"/>
                  </a:lnTo>
                  <a:lnTo>
                    <a:pt x="4826" y="1015"/>
                  </a:lnTo>
                  <a:lnTo>
                    <a:pt x="2921" y="2920"/>
                  </a:lnTo>
                  <a:lnTo>
                    <a:pt x="1016" y="4952"/>
                  </a:lnTo>
                  <a:lnTo>
                    <a:pt x="0" y="8889"/>
                  </a:lnTo>
                  <a:lnTo>
                    <a:pt x="0" y="20446"/>
                  </a:lnTo>
                  <a:lnTo>
                    <a:pt x="1016" y="24256"/>
                  </a:lnTo>
                  <a:lnTo>
                    <a:pt x="4826" y="28067"/>
                  </a:lnTo>
                  <a:lnTo>
                    <a:pt x="8255" y="28956"/>
                  </a:lnTo>
                  <a:lnTo>
                    <a:pt x="18288" y="28956"/>
                  </a:lnTo>
                  <a:lnTo>
                    <a:pt x="21844" y="28067"/>
                  </a:lnTo>
                  <a:lnTo>
                    <a:pt x="23749" y="26035"/>
                  </a:lnTo>
                  <a:lnTo>
                    <a:pt x="25781" y="24130"/>
                  </a:lnTo>
                  <a:lnTo>
                    <a:pt x="26670" y="20193"/>
                  </a:lnTo>
                  <a:lnTo>
                    <a:pt x="26670" y="14350"/>
                  </a:lnTo>
                  <a:lnTo>
                    <a:pt x="26670" y="8636"/>
                  </a:lnTo>
                  <a:lnTo>
                    <a:pt x="25781" y="4825"/>
                  </a:lnTo>
                  <a:lnTo>
                    <a:pt x="21971" y="101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/>
          <p:nvPr/>
        </p:nvSpPr>
        <p:spPr>
          <a:xfrm>
            <a:off x="3525520" y="4811014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40131" y="0"/>
                </a:moveTo>
                <a:lnTo>
                  <a:pt x="22859" y="0"/>
                </a:lnTo>
                <a:lnTo>
                  <a:pt x="15366" y="3048"/>
                </a:lnTo>
                <a:lnTo>
                  <a:pt x="3047" y="15240"/>
                </a:lnTo>
                <a:lnTo>
                  <a:pt x="0" y="22733"/>
                </a:lnTo>
                <a:lnTo>
                  <a:pt x="0" y="31368"/>
                </a:lnTo>
                <a:lnTo>
                  <a:pt x="0" y="40131"/>
                </a:lnTo>
                <a:lnTo>
                  <a:pt x="3047" y="47498"/>
                </a:lnTo>
                <a:lnTo>
                  <a:pt x="15366" y="59817"/>
                </a:lnTo>
                <a:lnTo>
                  <a:pt x="22859" y="62992"/>
                </a:lnTo>
                <a:lnTo>
                  <a:pt x="40131" y="62992"/>
                </a:lnTo>
                <a:lnTo>
                  <a:pt x="47625" y="59817"/>
                </a:lnTo>
                <a:lnTo>
                  <a:pt x="59943" y="47498"/>
                </a:lnTo>
                <a:lnTo>
                  <a:pt x="62991" y="40131"/>
                </a:lnTo>
                <a:lnTo>
                  <a:pt x="62991" y="22733"/>
                </a:lnTo>
                <a:lnTo>
                  <a:pt x="59943" y="15240"/>
                </a:lnTo>
                <a:lnTo>
                  <a:pt x="47625" y="3048"/>
                </a:lnTo>
                <a:lnTo>
                  <a:pt x="4013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4" name="object 94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3744976" y="4758563"/>
            <a:ext cx="240664" cy="173736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4069016" y="4759071"/>
            <a:ext cx="614235" cy="174879"/>
          </a:xfrm>
          <a:prstGeom prst="rect">
            <a:avLst/>
          </a:prstGeom>
        </p:spPr>
      </p:pic>
      <p:sp>
        <p:nvSpPr>
          <p:cNvPr id="96" name="object 96"/>
          <p:cNvSpPr/>
          <p:nvPr/>
        </p:nvSpPr>
        <p:spPr>
          <a:xfrm>
            <a:off x="4762372" y="4811140"/>
            <a:ext cx="310515" cy="123189"/>
          </a:xfrm>
          <a:custGeom>
            <a:avLst/>
            <a:gdLst/>
            <a:ahLst/>
            <a:cxnLst/>
            <a:rect l="l" t="t" r="r" b="b"/>
            <a:pathLst>
              <a:path w="310514" h="123189">
                <a:moveTo>
                  <a:pt x="86819" y="16636"/>
                </a:moveTo>
                <a:lnTo>
                  <a:pt x="50673" y="16636"/>
                </a:lnTo>
                <a:lnTo>
                  <a:pt x="54610" y="17144"/>
                </a:lnTo>
                <a:lnTo>
                  <a:pt x="57418" y="18160"/>
                </a:lnTo>
                <a:lnTo>
                  <a:pt x="61453" y="19557"/>
                </a:lnTo>
                <a:lnTo>
                  <a:pt x="61292" y="19557"/>
                </a:lnTo>
                <a:lnTo>
                  <a:pt x="63753" y="21081"/>
                </a:lnTo>
                <a:lnTo>
                  <a:pt x="65659" y="23240"/>
                </a:lnTo>
                <a:lnTo>
                  <a:pt x="67451" y="25145"/>
                </a:lnTo>
                <a:lnTo>
                  <a:pt x="67760" y="25526"/>
                </a:lnTo>
                <a:lnTo>
                  <a:pt x="69214" y="28193"/>
                </a:lnTo>
                <a:lnTo>
                  <a:pt x="70992" y="34797"/>
                </a:lnTo>
                <a:lnTo>
                  <a:pt x="71500" y="38607"/>
                </a:lnTo>
                <a:lnTo>
                  <a:pt x="71500" y="51688"/>
                </a:lnTo>
                <a:lnTo>
                  <a:pt x="47371" y="51688"/>
                </a:lnTo>
                <a:lnTo>
                  <a:pt x="39624" y="52450"/>
                </a:lnTo>
                <a:lnTo>
                  <a:pt x="3937" y="72389"/>
                </a:lnTo>
                <a:lnTo>
                  <a:pt x="1269" y="77088"/>
                </a:lnTo>
                <a:lnTo>
                  <a:pt x="0" y="82549"/>
                </a:lnTo>
                <a:lnTo>
                  <a:pt x="0" y="94233"/>
                </a:lnTo>
                <a:lnTo>
                  <a:pt x="27559" y="122046"/>
                </a:lnTo>
                <a:lnTo>
                  <a:pt x="32892" y="122808"/>
                </a:lnTo>
                <a:lnTo>
                  <a:pt x="45465" y="122808"/>
                </a:lnTo>
                <a:lnTo>
                  <a:pt x="51942" y="121411"/>
                </a:lnTo>
                <a:lnTo>
                  <a:pt x="63880" y="115569"/>
                </a:lnTo>
                <a:lnTo>
                  <a:pt x="69341" y="111505"/>
                </a:lnTo>
                <a:lnTo>
                  <a:pt x="73811" y="106806"/>
                </a:lnTo>
                <a:lnTo>
                  <a:pt x="35432" y="106806"/>
                </a:lnTo>
                <a:lnTo>
                  <a:pt x="30225" y="105155"/>
                </a:lnTo>
                <a:lnTo>
                  <a:pt x="26542" y="101599"/>
                </a:lnTo>
                <a:lnTo>
                  <a:pt x="22860" y="98170"/>
                </a:lnTo>
                <a:lnTo>
                  <a:pt x="21081" y="93598"/>
                </a:lnTo>
                <a:lnTo>
                  <a:pt x="21081" y="84454"/>
                </a:lnTo>
                <a:lnTo>
                  <a:pt x="21716" y="81406"/>
                </a:lnTo>
                <a:lnTo>
                  <a:pt x="22987" y="78739"/>
                </a:lnTo>
                <a:lnTo>
                  <a:pt x="24256" y="76199"/>
                </a:lnTo>
                <a:lnTo>
                  <a:pt x="26288" y="73913"/>
                </a:lnTo>
                <a:lnTo>
                  <a:pt x="28955" y="72135"/>
                </a:lnTo>
                <a:lnTo>
                  <a:pt x="31750" y="70230"/>
                </a:lnTo>
                <a:lnTo>
                  <a:pt x="35178" y="68833"/>
                </a:lnTo>
                <a:lnTo>
                  <a:pt x="39369" y="67817"/>
                </a:lnTo>
                <a:lnTo>
                  <a:pt x="43434" y="66928"/>
                </a:lnTo>
                <a:lnTo>
                  <a:pt x="48387" y="66420"/>
                </a:lnTo>
                <a:lnTo>
                  <a:pt x="91821" y="66420"/>
                </a:lnTo>
                <a:lnTo>
                  <a:pt x="91789" y="34797"/>
                </a:lnTo>
                <a:lnTo>
                  <a:pt x="91059" y="28955"/>
                </a:lnTo>
                <a:lnTo>
                  <a:pt x="89535" y="23748"/>
                </a:lnTo>
                <a:lnTo>
                  <a:pt x="87884" y="18541"/>
                </a:lnTo>
                <a:lnTo>
                  <a:pt x="86819" y="16636"/>
                </a:lnTo>
                <a:close/>
              </a:path>
              <a:path w="310514" h="123189">
                <a:moveTo>
                  <a:pt x="91821" y="106298"/>
                </a:moveTo>
                <a:lnTo>
                  <a:pt x="74294" y="106298"/>
                </a:lnTo>
                <a:lnTo>
                  <a:pt x="74294" y="118490"/>
                </a:lnTo>
                <a:lnTo>
                  <a:pt x="74464" y="118998"/>
                </a:lnTo>
                <a:lnTo>
                  <a:pt x="74549" y="119252"/>
                </a:lnTo>
                <a:lnTo>
                  <a:pt x="75056" y="119760"/>
                </a:lnTo>
                <a:lnTo>
                  <a:pt x="75691" y="120268"/>
                </a:lnTo>
                <a:lnTo>
                  <a:pt x="76580" y="120649"/>
                </a:lnTo>
                <a:lnTo>
                  <a:pt x="79248" y="121157"/>
                </a:lnTo>
                <a:lnTo>
                  <a:pt x="86994" y="121157"/>
                </a:lnTo>
                <a:lnTo>
                  <a:pt x="91821" y="118490"/>
                </a:lnTo>
                <a:lnTo>
                  <a:pt x="91821" y="106298"/>
                </a:lnTo>
                <a:close/>
              </a:path>
              <a:path w="310514" h="123189">
                <a:moveTo>
                  <a:pt x="91821" y="66420"/>
                </a:moveTo>
                <a:lnTo>
                  <a:pt x="71500" y="66420"/>
                </a:lnTo>
                <a:lnTo>
                  <a:pt x="71500" y="90169"/>
                </a:lnTo>
                <a:lnTo>
                  <a:pt x="66421" y="95757"/>
                </a:lnTo>
                <a:lnTo>
                  <a:pt x="61594" y="99948"/>
                </a:lnTo>
                <a:lnTo>
                  <a:pt x="57023" y="102742"/>
                </a:lnTo>
                <a:lnTo>
                  <a:pt x="52450" y="105409"/>
                </a:lnTo>
                <a:lnTo>
                  <a:pt x="47371" y="106806"/>
                </a:lnTo>
                <a:lnTo>
                  <a:pt x="73811" y="106806"/>
                </a:lnTo>
                <a:lnTo>
                  <a:pt x="74294" y="106298"/>
                </a:lnTo>
                <a:lnTo>
                  <a:pt x="91821" y="106298"/>
                </a:lnTo>
                <a:lnTo>
                  <a:pt x="91821" y="66420"/>
                </a:lnTo>
                <a:close/>
              </a:path>
              <a:path w="310514" h="123189">
                <a:moveTo>
                  <a:pt x="55752" y="0"/>
                </a:moveTo>
                <a:lnTo>
                  <a:pt x="43434" y="0"/>
                </a:lnTo>
                <a:lnTo>
                  <a:pt x="39242" y="380"/>
                </a:lnTo>
                <a:lnTo>
                  <a:pt x="13842" y="8127"/>
                </a:lnTo>
                <a:lnTo>
                  <a:pt x="11049" y="9524"/>
                </a:lnTo>
                <a:lnTo>
                  <a:pt x="5695" y="16636"/>
                </a:lnTo>
                <a:lnTo>
                  <a:pt x="5746" y="23748"/>
                </a:lnTo>
                <a:lnTo>
                  <a:pt x="8889" y="28193"/>
                </a:lnTo>
                <a:lnTo>
                  <a:pt x="10667" y="28193"/>
                </a:lnTo>
                <a:lnTo>
                  <a:pt x="11785" y="27685"/>
                </a:lnTo>
                <a:lnTo>
                  <a:pt x="12471" y="27304"/>
                </a:lnTo>
                <a:lnTo>
                  <a:pt x="14097" y="26288"/>
                </a:lnTo>
                <a:lnTo>
                  <a:pt x="16128" y="25145"/>
                </a:lnTo>
                <a:lnTo>
                  <a:pt x="21716" y="22351"/>
                </a:lnTo>
                <a:lnTo>
                  <a:pt x="24764" y="20954"/>
                </a:lnTo>
                <a:lnTo>
                  <a:pt x="28321" y="19557"/>
                </a:lnTo>
                <a:lnTo>
                  <a:pt x="31820" y="18541"/>
                </a:lnTo>
                <a:lnTo>
                  <a:pt x="36322" y="17144"/>
                </a:lnTo>
                <a:lnTo>
                  <a:pt x="40893" y="16636"/>
                </a:lnTo>
                <a:lnTo>
                  <a:pt x="86819" y="16636"/>
                </a:lnTo>
                <a:lnTo>
                  <a:pt x="85471" y="14223"/>
                </a:lnTo>
                <a:lnTo>
                  <a:pt x="81914" y="10667"/>
                </a:lnTo>
                <a:lnTo>
                  <a:pt x="78486" y="7111"/>
                </a:lnTo>
                <a:lnTo>
                  <a:pt x="73913" y="4444"/>
                </a:lnTo>
                <a:lnTo>
                  <a:pt x="62611" y="888"/>
                </a:lnTo>
                <a:lnTo>
                  <a:pt x="55752" y="0"/>
                </a:lnTo>
                <a:close/>
              </a:path>
              <a:path w="310514" h="123189">
                <a:moveTo>
                  <a:pt x="143382" y="1904"/>
                </a:moveTo>
                <a:lnTo>
                  <a:pt x="134238" y="1904"/>
                </a:lnTo>
                <a:lnTo>
                  <a:pt x="133096" y="2031"/>
                </a:lnTo>
                <a:lnTo>
                  <a:pt x="132206" y="2285"/>
                </a:lnTo>
                <a:lnTo>
                  <a:pt x="131444" y="2666"/>
                </a:lnTo>
                <a:lnTo>
                  <a:pt x="130682" y="2920"/>
                </a:lnTo>
                <a:lnTo>
                  <a:pt x="130175" y="3428"/>
                </a:lnTo>
                <a:lnTo>
                  <a:pt x="129857" y="3936"/>
                </a:lnTo>
                <a:lnTo>
                  <a:pt x="129666" y="4317"/>
                </a:lnTo>
                <a:lnTo>
                  <a:pt x="129666" y="118617"/>
                </a:lnTo>
                <a:lnTo>
                  <a:pt x="134747" y="121030"/>
                </a:lnTo>
                <a:lnTo>
                  <a:pt x="144779" y="121030"/>
                </a:lnTo>
                <a:lnTo>
                  <a:pt x="149987" y="43814"/>
                </a:lnTo>
                <a:lnTo>
                  <a:pt x="152907" y="39242"/>
                </a:lnTo>
                <a:lnTo>
                  <a:pt x="168240" y="21970"/>
                </a:lnTo>
                <a:lnTo>
                  <a:pt x="148082" y="21970"/>
                </a:lnTo>
                <a:lnTo>
                  <a:pt x="147957" y="4698"/>
                </a:lnTo>
                <a:lnTo>
                  <a:pt x="147954" y="4317"/>
                </a:lnTo>
                <a:lnTo>
                  <a:pt x="147404" y="3555"/>
                </a:lnTo>
                <a:lnTo>
                  <a:pt x="147319" y="3428"/>
                </a:lnTo>
                <a:lnTo>
                  <a:pt x="146812" y="2920"/>
                </a:lnTo>
                <a:lnTo>
                  <a:pt x="146176" y="2666"/>
                </a:lnTo>
                <a:lnTo>
                  <a:pt x="145541" y="2285"/>
                </a:lnTo>
                <a:lnTo>
                  <a:pt x="144652" y="2031"/>
                </a:lnTo>
                <a:lnTo>
                  <a:pt x="143382" y="1904"/>
                </a:lnTo>
                <a:close/>
              </a:path>
              <a:path w="310514" h="123189">
                <a:moveTo>
                  <a:pt x="194611" y="19303"/>
                </a:moveTo>
                <a:lnTo>
                  <a:pt x="178942" y="19303"/>
                </a:lnTo>
                <a:lnTo>
                  <a:pt x="180593" y="19430"/>
                </a:lnTo>
                <a:lnTo>
                  <a:pt x="183641" y="20192"/>
                </a:lnTo>
                <a:lnTo>
                  <a:pt x="185546" y="20573"/>
                </a:lnTo>
                <a:lnTo>
                  <a:pt x="185335" y="20573"/>
                </a:lnTo>
                <a:lnTo>
                  <a:pt x="186181" y="20827"/>
                </a:lnTo>
                <a:lnTo>
                  <a:pt x="188467" y="21589"/>
                </a:lnTo>
                <a:lnTo>
                  <a:pt x="189356" y="21970"/>
                </a:lnTo>
                <a:lnTo>
                  <a:pt x="190373" y="22351"/>
                </a:lnTo>
                <a:lnTo>
                  <a:pt x="191515" y="22732"/>
                </a:lnTo>
                <a:lnTo>
                  <a:pt x="192087" y="22732"/>
                </a:lnTo>
                <a:lnTo>
                  <a:pt x="193039" y="22351"/>
                </a:lnTo>
                <a:lnTo>
                  <a:pt x="193421" y="21970"/>
                </a:lnTo>
                <a:lnTo>
                  <a:pt x="193675" y="21589"/>
                </a:lnTo>
                <a:lnTo>
                  <a:pt x="194055" y="21081"/>
                </a:lnTo>
                <a:lnTo>
                  <a:pt x="194140" y="20827"/>
                </a:lnTo>
                <a:lnTo>
                  <a:pt x="194225" y="20573"/>
                </a:lnTo>
                <a:lnTo>
                  <a:pt x="194352" y="20192"/>
                </a:lnTo>
                <a:lnTo>
                  <a:pt x="194563" y="19684"/>
                </a:lnTo>
                <a:lnTo>
                  <a:pt x="194611" y="19303"/>
                </a:lnTo>
                <a:close/>
              </a:path>
              <a:path w="310514" h="123189">
                <a:moveTo>
                  <a:pt x="183641" y="253"/>
                </a:moveTo>
                <a:lnTo>
                  <a:pt x="173862" y="253"/>
                </a:lnTo>
                <a:lnTo>
                  <a:pt x="171450" y="888"/>
                </a:lnTo>
                <a:lnTo>
                  <a:pt x="156717" y="10921"/>
                </a:lnTo>
                <a:lnTo>
                  <a:pt x="154050" y="13715"/>
                </a:lnTo>
                <a:lnTo>
                  <a:pt x="151129" y="17398"/>
                </a:lnTo>
                <a:lnTo>
                  <a:pt x="147994" y="21970"/>
                </a:lnTo>
                <a:lnTo>
                  <a:pt x="168240" y="21970"/>
                </a:lnTo>
                <a:lnTo>
                  <a:pt x="169163" y="21335"/>
                </a:lnTo>
                <a:lnTo>
                  <a:pt x="171196" y="20573"/>
                </a:lnTo>
                <a:lnTo>
                  <a:pt x="173227" y="19684"/>
                </a:lnTo>
                <a:lnTo>
                  <a:pt x="175132" y="19303"/>
                </a:lnTo>
                <a:lnTo>
                  <a:pt x="194611" y="19303"/>
                </a:lnTo>
                <a:lnTo>
                  <a:pt x="194563" y="5841"/>
                </a:lnTo>
                <a:lnTo>
                  <a:pt x="194437" y="5206"/>
                </a:lnTo>
                <a:lnTo>
                  <a:pt x="194310" y="4698"/>
                </a:lnTo>
                <a:lnTo>
                  <a:pt x="194182" y="4317"/>
                </a:lnTo>
                <a:lnTo>
                  <a:pt x="194055" y="3936"/>
                </a:lnTo>
                <a:lnTo>
                  <a:pt x="186562" y="761"/>
                </a:lnTo>
                <a:lnTo>
                  <a:pt x="183641" y="253"/>
                </a:lnTo>
                <a:close/>
              </a:path>
              <a:path w="310514" h="123189">
                <a:moveTo>
                  <a:pt x="269875" y="0"/>
                </a:moveTo>
                <a:lnTo>
                  <a:pt x="252856" y="0"/>
                </a:lnTo>
                <a:lnTo>
                  <a:pt x="245490" y="1396"/>
                </a:lnTo>
                <a:lnTo>
                  <a:pt x="213613" y="28320"/>
                </a:lnTo>
                <a:lnTo>
                  <a:pt x="209659" y="41528"/>
                </a:lnTo>
                <a:lnTo>
                  <a:pt x="209534" y="41973"/>
                </a:lnTo>
                <a:lnTo>
                  <a:pt x="208343" y="48259"/>
                </a:lnTo>
                <a:lnTo>
                  <a:pt x="207629" y="54927"/>
                </a:lnTo>
                <a:lnTo>
                  <a:pt x="207627" y="69284"/>
                </a:lnTo>
                <a:lnTo>
                  <a:pt x="208327" y="76152"/>
                </a:lnTo>
                <a:lnTo>
                  <a:pt x="209431" y="82295"/>
                </a:lnTo>
                <a:lnTo>
                  <a:pt x="209480" y="82567"/>
                </a:lnTo>
                <a:lnTo>
                  <a:pt x="232282" y="116458"/>
                </a:lnTo>
                <a:lnTo>
                  <a:pt x="254126" y="122808"/>
                </a:lnTo>
                <a:lnTo>
                  <a:pt x="268604" y="122808"/>
                </a:lnTo>
                <a:lnTo>
                  <a:pt x="299338" y="115950"/>
                </a:lnTo>
                <a:lnTo>
                  <a:pt x="301625" y="114934"/>
                </a:lnTo>
                <a:lnTo>
                  <a:pt x="303022" y="114172"/>
                </a:lnTo>
                <a:lnTo>
                  <a:pt x="303402" y="113664"/>
                </a:lnTo>
                <a:lnTo>
                  <a:pt x="303911" y="113283"/>
                </a:lnTo>
                <a:lnTo>
                  <a:pt x="304291" y="112775"/>
                </a:lnTo>
                <a:lnTo>
                  <a:pt x="305053" y="111251"/>
                </a:lnTo>
                <a:lnTo>
                  <a:pt x="305435" y="109219"/>
                </a:lnTo>
                <a:lnTo>
                  <a:pt x="305435" y="106171"/>
                </a:lnTo>
                <a:lnTo>
                  <a:pt x="258572" y="106171"/>
                </a:lnTo>
                <a:lnTo>
                  <a:pt x="252856" y="105282"/>
                </a:lnTo>
                <a:lnTo>
                  <a:pt x="228726" y="71754"/>
                </a:lnTo>
                <a:lnTo>
                  <a:pt x="228726" y="65531"/>
                </a:lnTo>
                <a:lnTo>
                  <a:pt x="304418" y="65531"/>
                </a:lnTo>
                <a:lnTo>
                  <a:pt x="306324" y="64896"/>
                </a:lnTo>
                <a:lnTo>
                  <a:pt x="307848" y="63499"/>
                </a:lnTo>
                <a:lnTo>
                  <a:pt x="309499" y="62102"/>
                </a:lnTo>
                <a:lnTo>
                  <a:pt x="310388" y="59816"/>
                </a:lnTo>
                <a:lnTo>
                  <a:pt x="310388" y="50545"/>
                </a:lnTo>
                <a:lnTo>
                  <a:pt x="228726" y="50545"/>
                </a:lnTo>
                <a:lnTo>
                  <a:pt x="228853" y="45973"/>
                </a:lnTo>
                <a:lnTo>
                  <a:pt x="229539" y="41973"/>
                </a:lnTo>
                <a:lnTo>
                  <a:pt x="229615" y="41528"/>
                </a:lnTo>
                <a:lnTo>
                  <a:pt x="231012" y="37464"/>
                </a:lnTo>
                <a:lnTo>
                  <a:pt x="232537" y="33273"/>
                </a:lnTo>
                <a:lnTo>
                  <a:pt x="234441" y="29590"/>
                </a:lnTo>
                <a:lnTo>
                  <a:pt x="237109" y="26415"/>
                </a:lnTo>
                <a:lnTo>
                  <a:pt x="239649" y="23240"/>
                </a:lnTo>
                <a:lnTo>
                  <a:pt x="242824" y="20700"/>
                </a:lnTo>
                <a:lnTo>
                  <a:pt x="246634" y="18795"/>
                </a:lnTo>
                <a:lnTo>
                  <a:pt x="250571" y="16890"/>
                </a:lnTo>
                <a:lnTo>
                  <a:pt x="255015" y="16001"/>
                </a:lnTo>
                <a:lnTo>
                  <a:pt x="299245" y="16001"/>
                </a:lnTo>
                <a:lnTo>
                  <a:pt x="298830" y="15493"/>
                </a:lnTo>
                <a:lnTo>
                  <a:pt x="294766" y="10794"/>
                </a:lnTo>
                <a:lnTo>
                  <a:pt x="289856" y="7111"/>
                </a:lnTo>
                <a:lnTo>
                  <a:pt x="283590" y="4190"/>
                </a:lnTo>
                <a:lnTo>
                  <a:pt x="277367" y="1396"/>
                </a:lnTo>
                <a:lnTo>
                  <a:pt x="269875" y="0"/>
                </a:lnTo>
                <a:close/>
              </a:path>
              <a:path w="310514" h="123189">
                <a:moveTo>
                  <a:pt x="303275" y="97916"/>
                </a:moveTo>
                <a:lnTo>
                  <a:pt x="300736" y="97916"/>
                </a:lnTo>
                <a:lnTo>
                  <a:pt x="299719" y="98170"/>
                </a:lnTo>
                <a:lnTo>
                  <a:pt x="297814" y="99059"/>
                </a:lnTo>
                <a:lnTo>
                  <a:pt x="295782" y="99948"/>
                </a:lnTo>
                <a:lnTo>
                  <a:pt x="270637" y="106171"/>
                </a:lnTo>
                <a:lnTo>
                  <a:pt x="305435" y="106171"/>
                </a:lnTo>
                <a:lnTo>
                  <a:pt x="304418" y="98678"/>
                </a:lnTo>
                <a:lnTo>
                  <a:pt x="304291" y="98424"/>
                </a:lnTo>
                <a:lnTo>
                  <a:pt x="303275" y="97916"/>
                </a:lnTo>
                <a:close/>
              </a:path>
              <a:path w="310514" h="123189">
                <a:moveTo>
                  <a:pt x="299245" y="16001"/>
                </a:moveTo>
                <a:lnTo>
                  <a:pt x="270001" y="16001"/>
                </a:lnTo>
                <a:lnTo>
                  <a:pt x="277494" y="19049"/>
                </a:lnTo>
                <a:lnTo>
                  <a:pt x="282448" y="25145"/>
                </a:lnTo>
                <a:lnTo>
                  <a:pt x="285757" y="30168"/>
                </a:lnTo>
                <a:lnTo>
                  <a:pt x="288067" y="36083"/>
                </a:lnTo>
                <a:lnTo>
                  <a:pt x="289377" y="42880"/>
                </a:lnTo>
                <a:lnTo>
                  <a:pt x="289486" y="45592"/>
                </a:lnTo>
                <a:lnTo>
                  <a:pt x="289594" y="48259"/>
                </a:lnTo>
                <a:lnTo>
                  <a:pt x="289687" y="50545"/>
                </a:lnTo>
                <a:lnTo>
                  <a:pt x="310388" y="50545"/>
                </a:lnTo>
                <a:lnTo>
                  <a:pt x="310388" y="45592"/>
                </a:lnTo>
                <a:lnTo>
                  <a:pt x="309372" y="38734"/>
                </a:lnTo>
                <a:lnTo>
                  <a:pt x="307593" y="32257"/>
                </a:lnTo>
                <a:lnTo>
                  <a:pt x="305688" y="25907"/>
                </a:lnTo>
                <a:lnTo>
                  <a:pt x="302767" y="20319"/>
                </a:lnTo>
                <a:lnTo>
                  <a:pt x="299245" y="16001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7" name="object 97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5154040" y="4759071"/>
            <a:ext cx="620002" cy="174879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5868260" y="4766690"/>
            <a:ext cx="519204" cy="210311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6461378" y="4757801"/>
            <a:ext cx="521589" cy="176149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7060310" y="4758563"/>
            <a:ext cx="1288288" cy="218059"/>
          </a:xfrm>
          <a:prstGeom prst="rect">
            <a:avLst/>
          </a:prstGeom>
        </p:spPr>
      </p:pic>
      <p:grpSp>
        <p:nvGrpSpPr>
          <p:cNvPr id="101" name="object 101"/>
          <p:cNvGrpSpPr/>
          <p:nvPr/>
        </p:nvGrpSpPr>
        <p:grpSpPr>
          <a:xfrm>
            <a:off x="8426068" y="4759071"/>
            <a:ext cx="894080" cy="175260"/>
            <a:chOff x="8426068" y="4759071"/>
            <a:chExt cx="894080" cy="175260"/>
          </a:xfrm>
        </p:grpSpPr>
        <p:pic>
          <p:nvPicPr>
            <p:cNvPr id="102" name="object 10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426068" y="4759071"/>
              <a:ext cx="829182" cy="174879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9292970" y="4903724"/>
              <a:ext cx="26670" cy="29209"/>
            </a:xfrm>
            <a:custGeom>
              <a:avLst/>
              <a:gdLst/>
              <a:ahLst/>
              <a:cxnLst/>
              <a:rect l="l" t="t" r="r" b="b"/>
              <a:pathLst>
                <a:path w="26670" h="29210">
                  <a:moveTo>
                    <a:pt x="18542" y="0"/>
                  </a:moveTo>
                  <a:lnTo>
                    <a:pt x="8381" y="0"/>
                  </a:lnTo>
                  <a:lnTo>
                    <a:pt x="4825" y="1015"/>
                  </a:lnTo>
                  <a:lnTo>
                    <a:pt x="2921" y="2920"/>
                  </a:lnTo>
                  <a:lnTo>
                    <a:pt x="1015" y="4952"/>
                  </a:lnTo>
                  <a:lnTo>
                    <a:pt x="0" y="8889"/>
                  </a:lnTo>
                  <a:lnTo>
                    <a:pt x="0" y="20446"/>
                  </a:lnTo>
                  <a:lnTo>
                    <a:pt x="1015" y="24256"/>
                  </a:lnTo>
                  <a:lnTo>
                    <a:pt x="4825" y="28067"/>
                  </a:lnTo>
                  <a:lnTo>
                    <a:pt x="8254" y="28956"/>
                  </a:lnTo>
                  <a:lnTo>
                    <a:pt x="18287" y="28956"/>
                  </a:lnTo>
                  <a:lnTo>
                    <a:pt x="21844" y="28067"/>
                  </a:lnTo>
                  <a:lnTo>
                    <a:pt x="23749" y="26034"/>
                  </a:lnTo>
                  <a:lnTo>
                    <a:pt x="25780" y="24130"/>
                  </a:lnTo>
                  <a:lnTo>
                    <a:pt x="26670" y="20193"/>
                  </a:lnTo>
                  <a:lnTo>
                    <a:pt x="26670" y="14350"/>
                  </a:lnTo>
                  <a:lnTo>
                    <a:pt x="26670" y="8636"/>
                  </a:lnTo>
                  <a:lnTo>
                    <a:pt x="25780" y="4825"/>
                  </a:lnTo>
                  <a:lnTo>
                    <a:pt x="21971" y="101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/>
          <p:nvPr/>
        </p:nvSpPr>
        <p:spPr>
          <a:xfrm>
            <a:off x="3525520" y="5211826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40131" y="0"/>
                </a:moveTo>
                <a:lnTo>
                  <a:pt x="22859" y="0"/>
                </a:lnTo>
                <a:lnTo>
                  <a:pt x="15366" y="3048"/>
                </a:lnTo>
                <a:lnTo>
                  <a:pt x="3047" y="15240"/>
                </a:lnTo>
                <a:lnTo>
                  <a:pt x="0" y="22733"/>
                </a:lnTo>
                <a:lnTo>
                  <a:pt x="0" y="31368"/>
                </a:lnTo>
                <a:lnTo>
                  <a:pt x="0" y="40132"/>
                </a:lnTo>
                <a:lnTo>
                  <a:pt x="3047" y="47498"/>
                </a:lnTo>
                <a:lnTo>
                  <a:pt x="15366" y="59817"/>
                </a:lnTo>
                <a:lnTo>
                  <a:pt x="22859" y="62992"/>
                </a:lnTo>
                <a:lnTo>
                  <a:pt x="40131" y="62992"/>
                </a:lnTo>
                <a:lnTo>
                  <a:pt x="47625" y="59817"/>
                </a:lnTo>
                <a:lnTo>
                  <a:pt x="59943" y="47498"/>
                </a:lnTo>
                <a:lnTo>
                  <a:pt x="62991" y="40132"/>
                </a:lnTo>
                <a:lnTo>
                  <a:pt x="62991" y="22733"/>
                </a:lnTo>
                <a:lnTo>
                  <a:pt x="59943" y="15240"/>
                </a:lnTo>
                <a:lnTo>
                  <a:pt x="47625" y="3048"/>
                </a:lnTo>
                <a:lnTo>
                  <a:pt x="4013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3742690" y="5159375"/>
            <a:ext cx="370205" cy="175895"/>
          </a:xfrm>
          <a:custGeom>
            <a:avLst/>
            <a:gdLst/>
            <a:ahLst/>
            <a:cxnLst/>
            <a:rect l="l" t="t" r="r" b="b"/>
            <a:pathLst>
              <a:path w="370204" h="175895">
                <a:moveTo>
                  <a:pt x="70612" y="30352"/>
                </a:moveTo>
                <a:lnTo>
                  <a:pt x="49149" y="30352"/>
                </a:lnTo>
                <a:lnTo>
                  <a:pt x="49149" y="170434"/>
                </a:lnTo>
                <a:lnTo>
                  <a:pt x="51435" y="172719"/>
                </a:lnTo>
                <a:lnTo>
                  <a:pt x="52324" y="173100"/>
                </a:lnTo>
                <a:lnTo>
                  <a:pt x="53339" y="173228"/>
                </a:lnTo>
                <a:lnTo>
                  <a:pt x="56261" y="173736"/>
                </a:lnTo>
                <a:lnTo>
                  <a:pt x="63626" y="173736"/>
                </a:lnTo>
                <a:lnTo>
                  <a:pt x="66421" y="173228"/>
                </a:lnTo>
                <a:lnTo>
                  <a:pt x="67563" y="173100"/>
                </a:lnTo>
                <a:lnTo>
                  <a:pt x="68325" y="172719"/>
                </a:lnTo>
                <a:lnTo>
                  <a:pt x="70612" y="170434"/>
                </a:lnTo>
                <a:lnTo>
                  <a:pt x="70612" y="30352"/>
                </a:lnTo>
                <a:close/>
              </a:path>
              <a:path w="370204" h="175895">
                <a:moveTo>
                  <a:pt x="116459" y="12192"/>
                </a:moveTo>
                <a:lnTo>
                  <a:pt x="3301" y="12192"/>
                </a:lnTo>
                <a:lnTo>
                  <a:pt x="2667" y="12445"/>
                </a:lnTo>
                <a:lnTo>
                  <a:pt x="2159" y="12700"/>
                </a:lnTo>
                <a:lnTo>
                  <a:pt x="1650" y="13081"/>
                </a:lnTo>
                <a:lnTo>
                  <a:pt x="1143" y="13588"/>
                </a:lnTo>
                <a:lnTo>
                  <a:pt x="888" y="14350"/>
                </a:lnTo>
                <a:lnTo>
                  <a:pt x="508" y="15112"/>
                </a:lnTo>
                <a:lnTo>
                  <a:pt x="254" y="16129"/>
                </a:lnTo>
                <a:lnTo>
                  <a:pt x="0" y="17272"/>
                </a:lnTo>
                <a:lnTo>
                  <a:pt x="0" y="25526"/>
                </a:lnTo>
                <a:lnTo>
                  <a:pt x="254" y="26669"/>
                </a:lnTo>
                <a:lnTo>
                  <a:pt x="508" y="27686"/>
                </a:lnTo>
                <a:lnTo>
                  <a:pt x="888" y="28320"/>
                </a:lnTo>
                <a:lnTo>
                  <a:pt x="1143" y="29082"/>
                </a:lnTo>
                <a:lnTo>
                  <a:pt x="1650" y="29591"/>
                </a:lnTo>
                <a:lnTo>
                  <a:pt x="2159" y="29844"/>
                </a:lnTo>
                <a:lnTo>
                  <a:pt x="2836" y="30352"/>
                </a:lnTo>
                <a:lnTo>
                  <a:pt x="116924" y="30352"/>
                </a:lnTo>
                <a:lnTo>
                  <a:pt x="117601" y="29844"/>
                </a:lnTo>
                <a:lnTo>
                  <a:pt x="118110" y="29591"/>
                </a:lnTo>
                <a:lnTo>
                  <a:pt x="118618" y="29082"/>
                </a:lnTo>
                <a:lnTo>
                  <a:pt x="118999" y="28320"/>
                </a:lnTo>
                <a:lnTo>
                  <a:pt x="119380" y="27686"/>
                </a:lnTo>
                <a:lnTo>
                  <a:pt x="119634" y="26669"/>
                </a:lnTo>
                <a:lnTo>
                  <a:pt x="119761" y="25526"/>
                </a:lnTo>
                <a:lnTo>
                  <a:pt x="120014" y="24383"/>
                </a:lnTo>
                <a:lnTo>
                  <a:pt x="120014" y="18542"/>
                </a:lnTo>
                <a:lnTo>
                  <a:pt x="119761" y="17272"/>
                </a:lnTo>
                <a:lnTo>
                  <a:pt x="119634" y="16129"/>
                </a:lnTo>
                <a:lnTo>
                  <a:pt x="117094" y="12445"/>
                </a:lnTo>
                <a:lnTo>
                  <a:pt x="116459" y="12192"/>
                </a:lnTo>
                <a:close/>
              </a:path>
              <a:path w="370204" h="175895">
                <a:moveTo>
                  <a:pt x="156972" y="381"/>
                </a:moveTo>
                <a:lnTo>
                  <a:pt x="144272" y="381"/>
                </a:lnTo>
                <a:lnTo>
                  <a:pt x="143129" y="635"/>
                </a:lnTo>
                <a:lnTo>
                  <a:pt x="140462" y="2667"/>
                </a:lnTo>
                <a:lnTo>
                  <a:pt x="140462" y="171196"/>
                </a:lnTo>
                <a:lnTo>
                  <a:pt x="146938" y="173736"/>
                </a:lnTo>
                <a:lnTo>
                  <a:pt x="154305" y="173736"/>
                </a:lnTo>
                <a:lnTo>
                  <a:pt x="160782" y="91821"/>
                </a:lnTo>
                <a:lnTo>
                  <a:pt x="166497" y="84709"/>
                </a:lnTo>
                <a:lnTo>
                  <a:pt x="171831" y="79375"/>
                </a:lnTo>
                <a:lnTo>
                  <a:pt x="182118" y="72136"/>
                </a:lnTo>
                <a:lnTo>
                  <a:pt x="185242" y="70993"/>
                </a:lnTo>
                <a:lnTo>
                  <a:pt x="160782" y="70993"/>
                </a:lnTo>
                <a:lnTo>
                  <a:pt x="160655" y="2667"/>
                </a:lnTo>
                <a:lnTo>
                  <a:pt x="157987" y="635"/>
                </a:lnTo>
                <a:lnTo>
                  <a:pt x="156972" y="381"/>
                </a:lnTo>
                <a:close/>
              </a:path>
              <a:path w="370204" h="175895">
                <a:moveTo>
                  <a:pt x="230724" y="70231"/>
                </a:moveTo>
                <a:lnTo>
                  <a:pt x="196342" y="70231"/>
                </a:lnTo>
                <a:lnTo>
                  <a:pt x="199898" y="70993"/>
                </a:lnTo>
                <a:lnTo>
                  <a:pt x="205994" y="74040"/>
                </a:lnTo>
                <a:lnTo>
                  <a:pt x="216281" y="171196"/>
                </a:lnTo>
                <a:lnTo>
                  <a:pt x="216662" y="171577"/>
                </a:lnTo>
                <a:lnTo>
                  <a:pt x="222631" y="173736"/>
                </a:lnTo>
                <a:lnTo>
                  <a:pt x="230124" y="173736"/>
                </a:lnTo>
                <a:lnTo>
                  <a:pt x="236093" y="171577"/>
                </a:lnTo>
                <a:lnTo>
                  <a:pt x="236474" y="171196"/>
                </a:lnTo>
                <a:lnTo>
                  <a:pt x="236412" y="91821"/>
                </a:lnTo>
                <a:lnTo>
                  <a:pt x="235965" y="86994"/>
                </a:lnTo>
                <a:lnTo>
                  <a:pt x="233327" y="76200"/>
                </a:lnTo>
                <a:lnTo>
                  <a:pt x="233203" y="75691"/>
                </a:lnTo>
                <a:lnTo>
                  <a:pt x="232507" y="74040"/>
                </a:lnTo>
                <a:lnTo>
                  <a:pt x="231012" y="70612"/>
                </a:lnTo>
                <a:lnTo>
                  <a:pt x="230724" y="70231"/>
                </a:lnTo>
                <a:close/>
              </a:path>
              <a:path w="370204" h="175895">
                <a:moveTo>
                  <a:pt x="204088" y="52577"/>
                </a:moveTo>
                <a:lnTo>
                  <a:pt x="190626" y="52577"/>
                </a:lnTo>
                <a:lnTo>
                  <a:pt x="184531" y="53975"/>
                </a:lnTo>
                <a:lnTo>
                  <a:pt x="172593" y="60070"/>
                </a:lnTo>
                <a:lnTo>
                  <a:pt x="166750" y="64643"/>
                </a:lnTo>
                <a:lnTo>
                  <a:pt x="160660" y="70993"/>
                </a:lnTo>
                <a:lnTo>
                  <a:pt x="185242" y="70993"/>
                </a:lnTo>
                <a:lnTo>
                  <a:pt x="187325" y="70231"/>
                </a:lnTo>
                <a:lnTo>
                  <a:pt x="230724" y="70231"/>
                </a:lnTo>
                <a:lnTo>
                  <a:pt x="224662" y="62230"/>
                </a:lnTo>
                <a:lnTo>
                  <a:pt x="220599" y="58800"/>
                </a:lnTo>
                <a:lnTo>
                  <a:pt x="215519" y="56261"/>
                </a:lnTo>
                <a:lnTo>
                  <a:pt x="210312" y="53720"/>
                </a:lnTo>
                <a:lnTo>
                  <a:pt x="204088" y="52577"/>
                </a:lnTo>
                <a:close/>
              </a:path>
              <a:path w="370204" h="175895">
                <a:moveTo>
                  <a:pt x="154305" y="0"/>
                </a:moveTo>
                <a:lnTo>
                  <a:pt x="146938" y="0"/>
                </a:lnTo>
                <a:lnTo>
                  <a:pt x="144843" y="381"/>
                </a:lnTo>
                <a:lnTo>
                  <a:pt x="156209" y="381"/>
                </a:lnTo>
                <a:lnTo>
                  <a:pt x="154305" y="0"/>
                </a:lnTo>
                <a:close/>
              </a:path>
              <a:path w="370204" h="175895">
                <a:moveTo>
                  <a:pt x="329438" y="52577"/>
                </a:moveTo>
                <a:lnTo>
                  <a:pt x="312420" y="52577"/>
                </a:lnTo>
                <a:lnTo>
                  <a:pt x="305054" y="53975"/>
                </a:lnTo>
                <a:lnTo>
                  <a:pt x="273176" y="80899"/>
                </a:lnTo>
                <a:lnTo>
                  <a:pt x="269222" y="94106"/>
                </a:lnTo>
                <a:lnTo>
                  <a:pt x="269097" y="94551"/>
                </a:lnTo>
                <a:lnTo>
                  <a:pt x="267906" y="100837"/>
                </a:lnTo>
                <a:lnTo>
                  <a:pt x="267192" y="107505"/>
                </a:lnTo>
                <a:lnTo>
                  <a:pt x="267190" y="121862"/>
                </a:lnTo>
                <a:lnTo>
                  <a:pt x="267890" y="128730"/>
                </a:lnTo>
                <a:lnTo>
                  <a:pt x="268994" y="134874"/>
                </a:lnTo>
                <a:lnTo>
                  <a:pt x="269043" y="135145"/>
                </a:lnTo>
                <a:lnTo>
                  <a:pt x="291846" y="169037"/>
                </a:lnTo>
                <a:lnTo>
                  <a:pt x="313689" y="175387"/>
                </a:lnTo>
                <a:lnTo>
                  <a:pt x="328168" y="175387"/>
                </a:lnTo>
                <a:lnTo>
                  <a:pt x="358901" y="168528"/>
                </a:lnTo>
                <a:lnTo>
                  <a:pt x="361188" y="167512"/>
                </a:lnTo>
                <a:lnTo>
                  <a:pt x="362585" y="166750"/>
                </a:lnTo>
                <a:lnTo>
                  <a:pt x="362965" y="166243"/>
                </a:lnTo>
                <a:lnTo>
                  <a:pt x="363474" y="165862"/>
                </a:lnTo>
                <a:lnTo>
                  <a:pt x="363855" y="165353"/>
                </a:lnTo>
                <a:lnTo>
                  <a:pt x="364617" y="163830"/>
                </a:lnTo>
                <a:lnTo>
                  <a:pt x="364617" y="158750"/>
                </a:lnTo>
                <a:lnTo>
                  <a:pt x="318135" y="158750"/>
                </a:lnTo>
                <a:lnTo>
                  <a:pt x="312420" y="157861"/>
                </a:lnTo>
                <a:lnTo>
                  <a:pt x="288289" y="124333"/>
                </a:lnTo>
                <a:lnTo>
                  <a:pt x="288289" y="118109"/>
                </a:lnTo>
                <a:lnTo>
                  <a:pt x="363982" y="118109"/>
                </a:lnTo>
                <a:lnTo>
                  <a:pt x="365887" y="117475"/>
                </a:lnTo>
                <a:lnTo>
                  <a:pt x="367411" y="116078"/>
                </a:lnTo>
                <a:lnTo>
                  <a:pt x="369062" y="114681"/>
                </a:lnTo>
                <a:lnTo>
                  <a:pt x="369950" y="112394"/>
                </a:lnTo>
                <a:lnTo>
                  <a:pt x="369950" y="103124"/>
                </a:lnTo>
                <a:lnTo>
                  <a:pt x="288289" y="103124"/>
                </a:lnTo>
                <a:lnTo>
                  <a:pt x="288353" y="100837"/>
                </a:lnTo>
                <a:lnTo>
                  <a:pt x="288417" y="98552"/>
                </a:lnTo>
                <a:lnTo>
                  <a:pt x="289102" y="94551"/>
                </a:lnTo>
                <a:lnTo>
                  <a:pt x="289179" y="94106"/>
                </a:lnTo>
                <a:lnTo>
                  <a:pt x="290575" y="90043"/>
                </a:lnTo>
                <a:lnTo>
                  <a:pt x="292100" y="85852"/>
                </a:lnTo>
                <a:lnTo>
                  <a:pt x="294005" y="82168"/>
                </a:lnTo>
                <a:lnTo>
                  <a:pt x="296672" y="78993"/>
                </a:lnTo>
                <a:lnTo>
                  <a:pt x="299212" y="75818"/>
                </a:lnTo>
                <a:lnTo>
                  <a:pt x="302387" y="73278"/>
                </a:lnTo>
                <a:lnTo>
                  <a:pt x="306197" y="71374"/>
                </a:lnTo>
                <a:lnTo>
                  <a:pt x="310134" y="69468"/>
                </a:lnTo>
                <a:lnTo>
                  <a:pt x="314579" y="68580"/>
                </a:lnTo>
                <a:lnTo>
                  <a:pt x="358808" y="68580"/>
                </a:lnTo>
                <a:lnTo>
                  <a:pt x="358394" y="68072"/>
                </a:lnTo>
                <a:lnTo>
                  <a:pt x="354330" y="63373"/>
                </a:lnTo>
                <a:lnTo>
                  <a:pt x="349419" y="59689"/>
                </a:lnTo>
                <a:lnTo>
                  <a:pt x="343154" y="56768"/>
                </a:lnTo>
                <a:lnTo>
                  <a:pt x="336931" y="53975"/>
                </a:lnTo>
                <a:lnTo>
                  <a:pt x="329438" y="52577"/>
                </a:lnTo>
                <a:close/>
              </a:path>
              <a:path w="370204" h="175895">
                <a:moveTo>
                  <a:pt x="362838" y="150494"/>
                </a:moveTo>
                <a:lnTo>
                  <a:pt x="360299" y="150494"/>
                </a:lnTo>
                <a:lnTo>
                  <a:pt x="359283" y="150749"/>
                </a:lnTo>
                <a:lnTo>
                  <a:pt x="357377" y="151637"/>
                </a:lnTo>
                <a:lnTo>
                  <a:pt x="355004" y="152653"/>
                </a:lnTo>
                <a:lnTo>
                  <a:pt x="330200" y="158750"/>
                </a:lnTo>
                <a:lnTo>
                  <a:pt x="364617" y="158750"/>
                </a:lnTo>
                <a:lnTo>
                  <a:pt x="364617" y="152653"/>
                </a:lnTo>
                <a:lnTo>
                  <a:pt x="364363" y="152019"/>
                </a:lnTo>
                <a:lnTo>
                  <a:pt x="363982" y="151256"/>
                </a:lnTo>
                <a:lnTo>
                  <a:pt x="363855" y="151003"/>
                </a:lnTo>
                <a:lnTo>
                  <a:pt x="362838" y="150494"/>
                </a:lnTo>
                <a:close/>
              </a:path>
              <a:path w="370204" h="175895">
                <a:moveTo>
                  <a:pt x="358808" y="68580"/>
                </a:moveTo>
                <a:lnTo>
                  <a:pt x="329564" y="68580"/>
                </a:lnTo>
                <a:lnTo>
                  <a:pt x="337058" y="71627"/>
                </a:lnTo>
                <a:lnTo>
                  <a:pt x="342011" y="77724"/>
                </a:lnTo>
                <a:lnTo>
                  <a:pt x="345320" y="82746"/>
                </a:lnTo>
                <a:lnTo>
                  <a:pt x="347630" y="88661"/>
                </a:lnTo>
                <a:lnTo>
                  <a:pt x="348940" y="95458"/>
                </a:lnTo>
                <a:lnTo>
                  <a:pt x="349049" y="98171"/>
                </a:lnTo>
                <a:lnTo>
                  <a:pt x="349157" y="100837"/>
                </a:lnTo>
                <a:lnTo>
                  <a:pt x="349250" y="103124"/>
                </a:lnTo>
                <a:lnTo>
                  <a:pt x="369950" y="103124"/>
                </a:lnTo>
                <a:lnTo>
                  <a:pt x="369950" y="98171"/>
                </a:lnTo>
                <a:lnTo>
                  <a:pt x="368935" y="91312"/>
                </a:lnTo>
                <a:lnTo>
                  <a:pt x="367157" y="84836"/>
                </a:lnTo>
                <a:lnTo>
                  <a:pt x="365251" y="78486"/>
                </a:lnTo>
                <a:lnTo>
                  <a:pt x="362331" y="72898"/>
                </a:lnTo>
                <a:lnTo>
                  <a:pt x="358808" y="6858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6" name="object 106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4192778" y="5211953"/>
            <a:ext cx="407675" cy="122809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4692777" y="5167503"/>
            <a:ext cx="130683" cy="167259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4902327" y="5159375"/>
            <a:ext cx="1534668" cy="218186"/>
          </a:xfrm>
          <a:prstGeom prst="rect">
            <a:avLst/>
          </a:prstGeom>
        </p:spPr>
      </p:pic>
      <p:sp>
        <p:nvSpPr>
          <p:cNvPr id="109" name="object 109"/>
          <p:cNvSpPr/>
          <p:nvPr/>
        </p:nvSpPr>
        <p:spPr>
          <a:xfrm>
            <a:off x="6525641" y="5159883"/>
            <a:ext cx="359410" cy="175260"/>
          </a:xfrm>
          <a:custGeom>
            <a:avLst/>
            <a:gdLst/>
            <a:ahLst/>
            <a:cxnLst/>
            <a:rect l="l" t="t" r="r" b="b"/>
            <a:pathLst>
              <a:path w="359409" h="175260">
                <a:moveTo>
                  <a:pt x="86819" y="68707"/>
                </a:moveTo>
                <a:lnTo>
                  <a:pt x="50673" y="68707"/>
                </a:lnTo>
                <a:lnTo>
                  <a:pt x="54609" y="69215"/>
                </a:lnTo>
                <a:lnTo>
                  <a:pt x="57418" y="70231"/>
                </a:lnTo>
                <a:lnTo>
                  <a:pt x="71500" y="90678"/>
                </a:lnTo>
                <a:lnTo>
                  <a:pt x="71500" y="103759"/>
                </a:lnTo>
                <a:lnTo>
                  <a:pt x="47370" y="103759"/>
                </a:lnTo>
                <a:lnTo>
                  <a:pt x="39624" y="104521"/>
                </a:lnTo>
                <a:lnTo>
                  <a:pt x="3936" y="124460"/>
                </a:lnTo>
                <a:lnTo>
                  <a:pt x="1269" y="129159"/>
                </a:lnTo>
                <a:lnTo>
                  <a:pt x="0" y="134620"/>
                </a:lnTo>
                <a:lnTo>
                  <a:pt x="0" y="146304"/>
                </a:lnTo>
                <a:lnTo>
                  <a:pt x="27558" y="174117"/>
                </a:lnTo>
                <a:lnTo>
                  <a:pt x="32892" y="174879"/>
                </a:lnTo>
                <a:lnTo>
                  <a:pt x="45465" y="174879"/>
                </a:lnTo>
                <a:lnTo>
                  <a:pt x="51942" y="173482"/>
                </a:lnTo>
                <a:lnTo>
                  <a:pt x="63880" y="167640"/>
                </a:lnTo>
                <a:lnTo>
                  <a:pt x="69341" y="163576"/>
                </a:lnTo>
                <a:lnTo>
                  <a:pt x="73811" y="158877"/>
                </a:lnTo>
                <a:lnTo>
                  <a:pt x="35432" y="158877"/>
                </a:lnTo>
                <a:lnTo>
                  <a:pt x="30225" y="157226"/>
                </a:lnTo>
                <a:lnTo>
                  <a:pt x="26542" y="153670"/>
                </a:lnTo>
                <a:lnTo>
                  <a:pt x="22859" y="150241"/>
                </a:lnTo>
                <a:lnTo>
                  <a:pt x="21081" y="145669"/>
                </a:lnTo>
                <a:lnTo>
                  <a:pt x="21081" y="136525"/>
                </a:lnTo>
                <a:lnTo>
                  <a:pt x="21716" y="133477"/>
                </a:lnTo>
                <a:lnTo>
                  <a:pt x="22986" y="130810"/>
                </a:lnTo>
                <a:lnTo>
                  <a:pt x="24256" y="128270"/>
                </a:lnTo>
                <a:lnTo>
                  <a:pt x="26288" y="125984"/>
                </a:lnTo>
                <a:lnTo>
                  <a:pt x="28955" y="124206"/>
                </a:lnTo>
                <a:lnTo>
                  <a:pt x="31750" y="122301"/>
                </a:lnTo>
                <a:lnTo>
                  <a:pt x="35178" y="120904"/>
                </a:lnTo>
                <a:lnTo>
                  <a:pt x="39369" y="119888"/>
                </a:lnTo>
                <a:lnTo>
                  <a:pt x="43433" y="118999"/>
                </a:lnTo>
                <a:lnTo>
                  <a:pt x="48386" y="118491"/>
                </a:lnTo>
                <a:lnTo>
                  <a:pt x="91820" y="118491"/>
                </a:lnTo>
                <a:lnTo>
                  <a:pt x="91789" y="86868"/>
                </a:lnTo>
                <a:lnTo>
                  <a:pt x="91058" y="81026"/>
                </a:lnTo>
                <a:lnTo>
                  <a:pt x="89534" y="75819"/>
                </a:lnTo>
                <a:lnTo>
                  <a:pt x="87883" y="70612"/>
                </a:lnTo>
                <a:lnTo>
                  <a:pt x="86819" y="68707"/>
                </a:lnTo>
                <a:close/>
              </a:path>
              <a:path w="359409" h="175260">
                <a:moveTo>
                  <a:pt x="91820" y="158369"/>
                </a:moveTo>
                <a:lnTo>
                  <a:pt x="74294" y="158369"/>
                </a:lnTo>
                <a:lnTo>
                  <a:pt x="74294" y="170561"/>
                </a:lnTo>
                <a:lnTo>
                  <a:pt x="74464" y="171069"/>
                </a:lnTo>
                <a:lnTo>
                  <a:pt x="74549" y="171323"/>
                </a:lnTo>
                <a:lnTo>
                  <a:pt x="75056" y="171831"/>
                </a:lnTo>
                <a:lnTo>
                  <a:pt x="75691" y="172339"/>
                </a:lnTo>
                <a:lnTo>
                  <a:pt x="76580" y="172720"/>
                </a:lnTo>
                <a:lnTo>
                  <a:pt x="79248" y="173228"/>
                </a:lnTo>
                <a:lnTo>
                  <a:pt x="86994" y="173228"/>
                </a:lnTo>
                <a:lnTo>
                  <a:pt x="91820" y="170561"/>
                </a:lnTo>
                <a:lnTo>
                  <a:pt x="91820" y="158369"/>
                </a:lnTo>
                <a:close/>
              </a:path>
              <a:path w="359409" h="175260">
                <a:moveTo>
                  <a:pt x="91820" y="118491"/>
                </a:moveTo>
                <a:lnTo>
                  <a:pt x="71500" y="118491"/>
                </a:lnTo>
                <a:lnTo>
                  <a:pt x="71500" y="142240"/>
                </a:lnTo>
                <a:lnTo>
                  <a:pt x="66420" y="147828"/>
                </a:lnTo>
                <a:lnTo>
                  <a:pt x="61594" y="152019"/>
                </a:lnTo>
                <a:lnTo>
                  <a:pt x="57023" y="154813"/>
                </a:lnTo>
                <a:lnTo>
                  <a:pt x="52450" y="157480"/>
                </a:lnTo>
                <a:lnTo>
                  <a:pt x="47370" y="158877"/>
                </a:lnTo>
                <a:lnTo>
                  <a:pt x="73811" y="158877"/>
                </a:lnTo>
                <a:lnTo>
                  <a:pt x="74294" y="158369"/>
                </a:lnTo>
                <a:lnTo>
                  <a:pt x="91820" y="158369"/>
                </a:lnTo>
                <a:lnTo>
                  <a:pt x="91820" y="118491"/>
                </a:lnTo>
                <a:close/>
              </a:path>
              <a:path w="359409" h="175260">
                <a:moveTo>
                  <a:pt x="55752" y="52070"/>
                </a:moveTo>
                <a:lnTo>
                  <a:pt x="43433" y="52070"/>
                </a:lnTo>
                <a:lnTo>
                  <a:pt x="39242" y="52451"/>
                </a:lnTo>
                <a:lnTo>
                  <a:pt x="13842" y="60198"/>
                </a:lnTo>
                <a:lnTo>
                  <a:pt x="11049" y="61595"/>
                </a:lnTo>
                <a:lnTo>
                  <a:pt x="5695" y="68707"/>
                </a:lnTo>
                <a:lnTo>
                  <a:pt x="5746" y="75819"/>
                </a:lnTo>
                <a:lnTo>
                  <a:pt x="8889" y="80264"/>
                </a:lnTo>
                <a:lnTo>
                  <a:pt x="10667" y="80264"/>
                </a:lnTo>
                <a:lnTo>
                  <a:pt x="11785" y="79756"/>
                </a:lnTo>
                <a:lnTo>
                  <a:pt x="12471" y="79375"/>
                </a:lnTo>
                <a:lnTo>
                  <a:pt x="14097" y="78359"/>
                </a:lnTo>
                <a:lnTo>
                  <a:pt x="16128" y="77216"/>
                </a:lnTo>
                <a:lnTo>
                  <a:pt x="21716" y="74422"/>
                </a:lnTo>
                <a:lnTo>
                  <a:pt x="24487" y="73152"/>
                </a:lnTo>
                <a:lnTo>
                  <a:pt x="28320" y="71628"/>
                </a:lnTo>
                <a:lnTo>
                  <a:pt x="31820" y="70612"/>
                </a:lnTo>
                <a:lnTo>
                  <a:pt x="36322" y="69215"/>
                </a:lnTo>
                <a:lnTo>
                  <a:pt x="40893" y="68707"/>
                </a:lnTo>
                <a:lnTo>
                  <a:pt x="86819" y="68707"/>
                </a:lnTo>
                <a:lnTo>
                  <a:pt x="85470" y="66294"/>
                </a:lnTo>
                <a:lnTo>
                  <a:pt x="82041" y="62865"/>
                </a:lnTo>
                <a:lnTo>
                  <a:pt x="78485" y="59182"/>
                </a:lnTo>
                <a:lnTo>
                  <a:pt x="73913" y="56515"/>
                </a:lnTo>
                <a:lnTo>
                  <a:pt x="62610" y="52959"/>
                </a:lnTo>
                <a:lnTo>
                  <a:pt x="55752" y="52070"/>
                </a:lnTo>
                <a:close/>
              </a:path>
              <a:path w="359409" h="175260">
                <a:moveTo>
                  <a:pt x="143382" y="53975"/>
                </a:moveTo>
                <a:lnTo>
                  <a:pt x="134238" y="53975"/>
                </a:lnTo>
                <a:lnTo>
                  <a:pt x="133095" y="54102"/>
                </a:lnTo>
                <a:lnTo>
                  <a:pt x="132206" y="54356"/>
                </a:lnTo>
                <a:lnTo>
                  <a:pt x="131444" y="54737"/>
                </a:lnTo>
                <a:lnTo>
                  <a:pt x="130682" y="54991"/>
                </a:lnTo>
                <a:lnTo>
                  <a:pt x="130175" y="55499"/>
                </a:lnTo>
                <a:lnTo>
                  <a:pt x="129920" y="55880"/>
                </a:lnTo>
                <a:lnTo>
                  <a:pt x="129666" y="56388"/>
                </a:lnTo>
                <a:lnTo>
                  <a:pt x="129666" y="170688"/>
                </a:lnTo>
                <a:lnTo>
                  <a:pt x="136143" y="173228"/>
                </a:lnTo>
                <a:lnTo>
                  <a:pt x="143509" y="173228"/>
                </a:lnTo>
                <a:lnTo>
                  <a:pt x="149986" y="91313"/>
                </a:lnTo>
                <a:lnTo>
                  <a:pt x="155701" y="84201"/>
                </a:lnTo>
                <a:lnTo>
                  <a:pt x="161035" y="78867"/>
                </a:lnTo>
                <a:lnTo>
                  <a:pt x="170234" y="72390"/>
                </a:lnTo>
                <a:lnTo>
                  <a:pt x="148081" y="72390"/>
                </a:lnTo>
                <a:lnTo>
                  <a:pt x="147954" y="56388"/>
                </a:lnTo>
                <a:lnTo>
                  <a:pt x="147574" y="55880"/>
                </a:lnTo>
                <a:lnTo>
                  <a:pt x="147319" y="55499"/>
                </a:lnTo>
                <a:lnTo>
                  <a:pt x="146811" y="54991"/>
                </a:lnTo>
                <a:lnTo>
                  <a:pt x="146176" y="54737"/>
                </a:lnTo>
                <a:lnTo>
                  <a:pt x="145541" y="54356"/>
                </a:lnTo>
                <a:lnTo>
                  <a:pt x="144652" y="54102"/>
                </a:lnTo>
                <a:lnTo>
                  <a:pt x="143382" y="53975"/>
                </a:lnTo>
                <a:close/>
              </a:path>
              <a:path w="359409" h="175260">
                <a:moveTo>
                  <a:pt x="219929" y="69723"/>
                </a:moveTo>
                <a:lnTo>
                  <a:pt x="185547" y="69723"/>
                </a:lnTo>
                <a:lnTo>
                  <a:pt x="189102" y="70485"/>
                </a:lnTo>
                <a:lnTo>
                  <a:pt x="195199" y="73533"/>
                </a:lnTo>
                <a:lnTo>
                  <a:pt x="205485" y="170688"/>
                </a:lnTo>
                <a:lnTo>
                  <a:pt x="205866" y="171069"/>
                </a:lnTo>
                <a:lnTo>
                  <a:pt x="211835" y="173228"/>
                </a:lnTo>
                <a:lnTo>
                  <a:pt x="219328" y="173228"/>
                </a:lnTo>
                <a:lnTo>
                  <a:pt x="225298" y="171069"/>
                </a:lnTo>
                <a:lnTo>
                  <a:pt x="225678" y="170688"/>
                </a:lnTo>
                <a:lnTo>
                  <a:pt x="225626" y="91313"/>
                </a:lnTo>
                <a:lnTo>
                  <a:pt x="220217" y="70104"/>
                </a:lnTo>
                <a:lnTo>
                  <a:pt x="219929" y="69723"/>
                </a:lnTo>
                <a:close/>
              </a:path>
              <a:path w="359409" h="175260">
                <a:moveTo>
                  <a:pt x="193293" y="52070"/>
                </a:moveTo>
                <a:lnTo>
                  <a:pt x="179450" y="52070"/>
                </a:lnTo>
                <a:lnTo>
                  <a:pt x="173100" y="53594"/>
                </a:lnTo>
                <a:lnTo>
                  <a:pt x="160654" y="60198"/>
                </a:lnTo>
                <a:lnTo>
                  <a:pt x="154304" y="65405"/>
                </a:lnTo>
                <a:lnTo>
                  <a:pt x="148081" y="72390"/>
                </a:lnTo>
                <a:lnTo>
                  <a:pt x="170234" y="72390"/>
                </a:lnTo>
                <a:lnTo>
                  <a:pt x="171323" y="71628"/>
                </a:lnTo>
                <a:lnTo>
                  <a:pt x="176529" y="69723"/>
                </a:lnTo>
                <a:lnTo>
                  <a:pt x="219929" y="69723"/>
                </a:lnTo>
                <a:lnTo>
                  <a:pt x="213867" y="61722"/>
                </a:lnTo>
                <a:lnTo>
                  <a:pt x="209803" y="58293"/>
                </a:lnTo>
                <a:lnTo>
                  <a:pt x="204203" y="55499"/>
                </a:lnTo>
                <a:lnTo>
                  <a:pt x="199516" y="53213"/>
                </a:lnTo>
                <a:lnTo>
                  <a:pt x="193293" y="52070"/>
                </a:lnTo>
                <a:close/>
              </a:path>
              <a:path w="359409" h="175260">
                <a:moveTo>
                  <a:pt x="311276" y="52070"/>
                </a:moveTo>
                <a:lnTo>
                  <a:pt x="296925" y="52070"/>
                </a:lnTo>
                <a:lnTo>
                  <a:pt x="289940" y="53467"/>
                </a:lnTo>
                <a:lnTo>
                  <a:pt x="261747" y="81153"/>
                </a:lnTo>
                <a:lnTo>
                  <a:pt x="256782" y="107315"/>
                </a:lnTo>
                <a:lnTo>
                  <a:pt x="256732" y="107884"/>
                </a:lnTo>
                <a:lnTo>
                  <a:pt x="263398" y="151765"/>
                </a:lnTo>
                <a:lnTo>
                  <a:pt x="293877" y="174879"/>
                </a:lnTo>
                <a:lnTo>
                  <a:pt x="309625" y="174879"/>
                </a:lnTo>
                <a:lnTo>
                  <a:pt x="316483" y="173101"/>
                </a:lnTo>
                <a:lnTo>
                  <a:pt x="329183" y="165989"/>
                </a:lnTo>
                <a:lnTo>
                  <a:pt x="335279" y="161036"/>
                </a:lnTo>
                <a:lnTo>
                  <a:pt x="338742" y="157353"/>
                </a:lnTo>
                <a:lnTo>
                  <a:pt x="300227" y="157353"/>
                </a:lnTo>
                <a:lnTo>
                  <a:pt x="295782" y="156083"/>
                </a:lnTo>
                <a:lnTo>
                  <a:pt x="292226" y="153543"/>
                </a:lnTo>
                <a:lnTo>
                  <a:pt x="288670" y="151130"/>
                </a:lnTo>
                <a:lnTo>
                  <a:pt x="285876" y="147701"/>
                </a:lnTo>
                <a:lnTo>
                  <a:pt x="281558" y="139319"/>
                </a:lnTo>
                <a:lnTo>
                  <a:pt x="280034" y="134620"/>
                </a:lnTo>
                <a:lnTo>
                  <a:pt x="278256" y="123825"/>
                </a:lnTo>
                <a:lnTo>
                  <a:pt x="277875" y="118237"/>
                </a:lnTo>
                <a:lnTo>
                  <a:pt x="277875" y="107315"/>
                </a:lnTo>
                <a:lnTo>
                  <a:pt x="293242" y="73406"/>
                </a:lnTo>
                <a:lnTo>
                  <a:pt x="296925" y="70866"/>
                </a:lnTo>
                <a:lnTo>
                  <a:pt x="301370" y="69596"/>
                </a:lnTo>
                <a:lnTo>
                  <a:pt x="359333" y="69596"/>
                </a:lnTo>
                <a:lnTo>
                  <a:pt x="359333" y="68961"/>
                </a:lnTo>
                <a:lnTo>
                  <a:pt x="338835" y="68961"/>
                </a:lnTo>
                <a:lnTo>
                  <a:pt x="333501" y="63373"/>
                </a:lnTo>
                <a:lnTo>
                  <a:pt x="328167" y="59182"/>
                </a:lnTo>
                <a:lnTo>
                  <a:pt x="322706" y="56261"/>
                </a:lnTo>
                <a:lnTo>
                  <a:pt x="317373" y="53467"/>
                </a:lnTo>
                <a:lnTo>
                  <a:pt x="311276" y="52070"/>
                </a:lnTo>
                <a:close/>
              </a:path>
              <a:path w="359409" h="175260">
                <a:moveTo>
                  <a:pt x="359398" y="154686"/>
                </a:moveTo>
                <a:lnTo>
                  <a:pt x="341249" y="154686"/>
                </a:lnTo>
                <a:lnTo>
                  <a:pt x="341375" y="170688"/>
                </a:lnTo>
                <a:lnTo>
                  <a:pt x="341756" y="171196"/>
                </a:lnTo>
                <a:lnTo>
                  <a:pt x="342010" y="171704"/>
                </a:lnTo>
                <a:lnTo>
                  <a:pt x="348487" y="173355"/>
                </a:lnTo>
                <a:lnTo>
                  <a:pt x="352425" y="173355"/>
                </a:lnTo>
                <a:lnTo>
                  <a:pt x="354710" y="173101"/>
                </a:lnTo>
                <a:lnTo>
                  <a:pt x="355853" y="172847"/>
                </a:lnTo>
                <a:lnTo>
                  <a:pt x="356869" y="172593"/>
                </a:lnTo>
                <a:lnTo>
                  <a:pt x="357504" y="172339"/>
                </a:lnTo>
                <a:lnTo>
                  <a:pt x="358266" y="172085"/>
                </a:lnTo>
                <a:lnTo>
                  <a:pt x="358775" y="171704"/>
                </a:lnTo>
                <a:lnTo>
                  <a:pt x="359282" y="170688"/>
                </a:lnTo>
                <a:lnTo>
                  <a:pt x="359398" y="154686"/>
                </a:lnTo>
                <a:close/>
              </a:path>
              <a:path w="359409" h="175260">
                <a:moveTo>
                  <a:pt x="359333" y="69596"/>
                </a:moveTo>
                <a:lnTo>
                  <a:pt x="312165" y="69596"/>
                </a:lnTo>
                <a:lnTo>
                  <a:pt x="317626" y="71501"/>
                </a:lnTo>
                <a:lnTo>
                  <a:pt x="322706" y="75057"/>
                </a:lnTo>
                <a:lnTo>
                  <a:pt x="327913" y="78613"/>
                </a:lnTo>
                <a:lnTo>
                  <a:pt x="333248" y="83947"/>
                </a:lnTo>
                <a:lnTo>
                  <a:pt x="338835" y="90805"/>
                </a:lnTo>
                <a:lnTo>
                  <a:pt x="338835" y="135509"/>
                </a:lnTo>
                <a:lnTo>
                  <a:pt x="313562" y="156210"/>
                </a:lnTo>
                <a:lnTo>
                  <a:pt x="311023" y="156972"/>
                </a:lnTo>
                <a:lnTo>
                  <a:pt x="308355" y="157353"/>
                </a:lnTo>
                <a:lnTo>
                  <a:pt x="338742" y="157353"/>
                </a:lnTo>
                <a:lnTo>
                  <a:pt x="341249" y="154686"/>
                </a:lnTo>
                <a:lnTo>
                  <a:pt x="359398" y="154686"/>
                </a:lnTo>
                <a:lnTo>
                  <a:pt x="359333" y="69596"/>
                </a:lnTo>
                <a:close/>
              </a:path>
              <a:path w="359409" h="175260">
                <a:moveTo>
                  <a:pt x="352805" y="0"/>
                </a:moveTo>
                <a:lnTo>
                  <a:pt x="345439" y="0"/>
                </a:lnTo>
                <a:lnTo>
                  <a:pt x="342900" y="508"/>
                </a:lnTo>
                <a:lnTo>
                  <a:pt x="341756" y="762"/>
                </a:lnTo>
                <a:lnTo>
                  <a:pt x="340994" y="1016"/>
                </a:lnTo>
                <a:lnTo>
                  <a:pt x="340105" y="1270"/>
                </a:lnTo>
                <a:lnTo>
                  <a:pt x="339598" y="1651"/>
                </a:lnTo>
                <a:lnTo>
                  <a:pt x="339216" y="2286"/>
                </a:lnTo>
                <a:lnTo>
                  <a:pt x="338962" y="2794"/>
                </a:lnTo>
                <a:lnTo>
                  <a:pt x="338835" y="68961"/>
                </a:lnTo>
                <a:lnTo>
                  <a:pt x="359333" y="68961"/>
                </a:lnTo>
                <a:lnTo>
                  <a:pt x="359282" y="2794"/>
                </a:lnTo>
                <a:lnTo>
                  <a:pt x="358901" y="2286"/>
                </a:lnTo>
                <a:lnTo>
                  <a:pt x="358520" y="1651"/>
                </a:lnTo>
                <a:lnTo>
                  <a:pt x="358012" y="1270"/>
                </a:lnTo>
                <a:lnTo>
                  <a:pt x="356488" y="762"/>
                </a:lnTo>
                <a:lnTo>
                  <a:pt x="355473" y="508"/>
                </a:lnTo>
                <a:lnTo>
                  <a:pt x="352805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0" name="object 110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6979919" y="5159375"/>
            <a:ext cx="900683" cy="175387"/>
          </a:xfrm>
          <a:prstGeom prst="rect">
            <a:avLst/>
          </a:prstGeom>
        </p:spPr>
      </p:pic>
      <p:sp>
        <p:nvSpPr>
          <p:cNvPr id="111" name="object 111"/>
          <p:cNvSpPr/>
          <p:nvPr/>
        </p:nvSpPr>
        <p:spPr>
          <a:xfrm>
            <a:off x="7952485" y="5159375"/>
            <a:ext cx="330200" cy="175895"/>
          </a:xfrm>
          <a:custGeom>
            <a:avLst/>
            <a:gdLst/>
            <a:ahLst/>
            <a:cxnLst/>
            <a:rect l="l" t="t" r="r" b="b"/>
            <a:pathLst>
              <a:path w="330200" h="175895">
                <a:moveTo>
                  <a:pt x="40259" y="71881"/>
                </a:moveTo>
                <a:lnTo>
                  <a:pt x="19685" y="71881"/>
                </a:lnTo>
                <a:lnTo>
                  <a:pt x="19685" y="143763"/>
                </a:lnTo>
                <a:lnTo>
                  <a:pt x="27305" y="165862"/>
                </a:lnTo>
                <a:lnTo>
                  <a:pt x="29865" y="168909"/>
                </a:lnTo>
                <a:lnTo>
                  <a:pt x="46609" y="175133"/>
                </a:lnTo>
                <a:lnTo>
                  <a:pt x="54356" y="175133"/>
                </a:lnTo>
                <a:lnTo>
                  <a:pt x="56261" y="175006"/>
                </a:lnTo>
                <a:lnTo>
                  <a:pt x="61849" y="174244"/>
                </a:lnTo>
                <a:lnTo>
                  <a:pt x="63500" y="173862"/>
                </a:lnTo>
                <a:lnTo>
                  <a:pt x="65278" y="173481"/>
                </a:lnTo>
                <a:lnTo>
                  <a:pt x="68072" y="172465"/>
                </a:lnTo>
                <a:lnTo>
                  <a:pt x="69342" y="171831"/>
                </a:lnTo>
                <a:lnTo>
                  <a:pt x="70154" y="171322"/>
                </a:lnTo>
                <a:lnTo>
                  <a:pt x="70993" y="170561"/>
                </a:lnTo>
                <a:lnTo>
                  <a:pt x="71755" y="169925"/>
                </a:lnTo>
                <a:lnTo>
                  <a:pt x="72088" y="169037"/>
                </a:lnTo>
                <a:lnTo>
                  <a:pt x="72898" y="166115"/>
                </a:lnTo>
                <a:lnTo>
                  <a:pt x="72771" y="157987"/>
                </a:lnTo>
                <a:lnTo>
                  <a:pt x="72723" y="157606"/>
                </a:lnTo>
                <a:lnTo>
                  <a:pt x="50038" y="157606"/>
                </a:lnTo>
                <a:lnTo>
                  <a:pt x="45974" y="155702"/>
                </a:lnTo>
                <a:lnTo>
                  <a:pt x="41402" y="147828"/>
                </a:lnTo>
                <a:lnTo>
                  <a:pt x="40259" y="141986"/>
                </a:lnTo>
                <a:lnTo>
                  <a:pt x="40259" y="71881"/>
                </a:lnTo>
                <a:close/>
              </a:path>
              <a:path w="330200" h="175895">
                <a:moveTo>
                  <a:pt x="69469" y="154178"/>
                </a:moveTo>
                <a:lnTo>
                  <a:pt x="68961" y="154178"/>
                </a:lnTo>
                <a:lnTo>
                  <a:pt x="67945" y="154686"/>
                </a:lnTo>
                <a:lnTo>
                  <a:pt x="66167" y="155447"/>
                </a:lnTo>
                <a:lnTo>
                  <a:pt x="64897" y="155956"/>
                </a:lnTo>
                <a:lnTo>
                  <a:pt x="63754" y="156337"/>
                </a:lnTo>
                <a:lnTo>
                  <a:pt x="62484" y="156718"/>
                </a:lnTo>
                <a:lnTo>
                  <a:pt x="58928" y="157606"/>
                </a:lnTo>
                <a:lnTo>
                  <a:pt x="72723" y="157606"/>
                </a:lnTo>
                <a:lnTo>
                  <a:pt x="72644" y="156972"/>
                </a:lnTo>
                <a:lnTo>
                  <a:pt x="72559" y="156718"/>
                </a:lnTo>
                <a:lnTo>
                  <a:pt x="72432" y="156337"/>
                </a:lnTo>
                <a:lnTo>
                  <a:pt x="72326" y="155956"/>
                </a:lnTo>
                <a:lnTo>
                  <a:pt x="72263" y="155702"/>
                </a:lnTo>
                <a:lnTo>
                  <a:pt x="72009" y="155066"/>
                </a:lnTo>
                <a:lnTo>
                  <a:pt x="71755" y="154686"/>
                </a:lnTo>
                <a:lnTo>
                  <a:pt x="71374" y="154431"/>
                </a:lnTo>
                <a:lnTo>
                  <a:pt x="67945" y="154431"/>
                </a:lnTo>
                <a:lnTo>
                  <a:pt x="69469" y="154178"/>
                </a:lnTo>
                <a:close/>
              </a:path>
              <a:path w="330200" h="175895">
                <a:moveTo>
                  <a:pt x="70612" y="154178"/>
                </a:moveTo>
                <a:lnTo>
                  <a:pt x="69469" y="154178"/>
                </a:lnTo>
                <a:lnTo>
                  <a:pt x="67945" y="154431"/>
                </a:lnTo>
                <a:lnTo>
                  <a:pt x="71374" y="154431"/>
                </a:lnTo>
                <a:lnTo>
                  <a:pt x="70612" y="154178"/>
                </a:lnTo>
                <a:close/>
              </a:path>
              <a:path w="330200" h="175895">
                <a:moveTo>
                  <a:pt x="69596" y="54863"/>
                </a:moveTo>
                <a:lnTo>
                  <a:pt x="3556" y="54863"/>
                </a:lnTo>
                <a:lnTo>
                  <a:pt x="2921" y="54991"/>
                </a:lnTo>
                <a:lnTo>
                  <a:pt x="2413" y="55372"/>
                </a:lnTo>
                <a:lnTo>
                  <a:pt x="1778" y="55625"/>
                </a:lnTo>
                <a:lnTo>
                  <a:pt x="0" y="60579"/>
                </a:lnTo>
                <a:lnTo>
                  <a:pt x="0" y="66420"/>
                </a:lnTo>
                <a:lnTo>
                  <a:pt x="381" y="68580"/>
                </a:lnTo>
                <a:lnTo>
                  <a:pt x="1016" y="69976"/>
                </a:lnTo>
                <a:lnTo>
                  <a:pt x="1778" y="71247"/>
                </a:lnTo>
                <a:lnTo>
                  <a:pt x="2794" y="71881"/>
                </a:lnTo>
                <a:lnTo>
                  <a:pt x="70104" y="71881"/>
                </a:lnTo>
                <a:lnTo>
                  <a:pt x="71120" y="71247"/>
                </a:lnTo>
                <a:lnTo>
                  <a:pt x="71882" y="69976"/>
                </a:lnTo>
                <a:lnTo>
                  <a:pt x="72644" y="68580"/>
                </a:lnTo>
                <a:lnTo>
                  <a:pt x="73025" y="66420"/>
                </a:lnTo>
                <a:lnTo>
                  <a:pt x="72898" y="60579"/>
                </a:lnTo>
                <a:lnTo>
                  <a:pt x="70612" y="55372"/>
                </a:lnTo>
                <a:lnTo>
                  <a:pt x="70104" y="54991"/>
                </a:lnTo>
                <a:lnTo>
                  <a:pt x="69596" y="54863"/>
                </a:lnTo>
                <a:close/>
              </a:path>
              <a:path w="330200" h="175895">
                <a:moveTo>
                  <a:pt x="33655" y="24383"/>
                </a:moveTo>
                <a:lnTo>
                  <a:pt x="26289" y="24383"/>
                </a:lnTo>
                <a:lnTo>
                  <a:pt x="24892" y="24511"/>
                </a:lnTo>
                <a:lnTo>
                  <a:pt x="20193" y="26669"/>
                </a:lnTo>
                <a:lnTo>
                  <a:pt x="19812" y="27177"/>
                </a:lnTo>
                <a:lnTo>
                  <a:pt x="19685" y="54863"/>
                </a:lnTo>
                <a:lnTo>
                  <a:pt x="40259" y="54863"/>
                </a:lnTo>
                <a:lnTo>
                  <a:pt x="40259" y="27686"/>
                </a:lnTo>
                <a:lnTo>
                  <a:pt x="39750" y="26669"/>
                </a:lnTo>
                <a:lnTo>
                  <a:pt x="35052" y="24511"/>
                </a:lnTo>
                <a:lnTo>
                  <a:pt x="33655" y="24383"/>
                </a:lnTo>
                <a:close/>
              </a:path>
              <a:path w="330200" h="175895">
                <a:moveTo>
                  <a:pt x="116840" y="381"/>
                </a:moveTo>
                <a:lnTo>
                  <a:pt x="104140" y="381"/>
                </a:lnTo>
                <a:lnTo>
                  <a:pt x="102997" y="635"/>
                </a:lnTo>
                <a:lnTo>
                  <a:pt x="100330" y="2667"/>
                </a:lnTo>
                <a:lnTo>
                  <a:pt x="100330" y="171196"/>
                </a:lnTo>
                <a:lnTo>
                  <a:pt x="106807" y="173736"/>
                </a:lnTo>
                <a:lnTo>
                  <a:pt x="114173" y="173736"/>
                </a:lnTo>
                <a:lnTo>
                  <a:pt x="120650" y="91821"/>
                </a:lnTo>
                <a:lnTo>
                  <a:pt x="126365" y="84709"/>
                </a:lnTo>
                <a:lnTo>
                  <a:pt x="131699" y="79375"/>
                </a:lnTo>
                <a:lnTo>
                  <a:pt x="141986" y="72136"/>
                </a:lnTo>
                <a:lnTo>
                  <a:pt x="145110" y="70993"/>
                </a:lnTo>
                <a:lnTo>
                  <a:pt x="120650" y="70993"/>
                </a:lnTo>
                <a:lnTo>
                  <a:pt x="120523" y="2667"/>
                </a:lnTo>
                <a:lnTo>
                  <a:pt x="117856" y="635"/>
                </a:lnTo>
                <a:lnTo>
                  <a:pt x="116840" y="381"/>
                </a:lnTo>
                <a:close/>
              </a:path>
              <a:path w="330200" h="175895">
                <a:moveTo>
                  <a:pt x="190592" y="70231"/>
                </a:moveTo>
                <a:lnTo>
                  <a:pt x="156210" y="70231"/>
                </a:lnTo>
                <a:lnTo>
                  <a:pt x="159766" y="70993"/>
                </a:lnTo>
                <a:lnTo>
                  <a:pt x="165862" y="74040"/>
                </a:lnTo>
                <a:lnTo>
                  <a:pt x="176149" y="171196"/>
                </a:lnTo>
                <a:lnTo>
                  <a:pt x="176530" y="171577"/>
                </a:lnTo>
                <a:lnTo>
                  <a:pt x="182499" y="173736"/>
                </a:lnTo>
                <a:lnTo>
                  <a:pt x="189992" y="173736"/>
                </a:lnTo>
                <a:lnTo>
                  <a:pt x="195961" y="171577"/>
                </a:lnTo>
                <a:lnTo>
                  <a:pt x="196342" y="171196"/>
                </a:lnTo>
                <a:lnTo>
                  <a:pt x="196280" y="91821"/>
                </a:lnTo>
                <a:lnTo>
                  <a:pt x="190881" y="70612"/>
                </a:lnTo>
                <a:lnTo>
                  <a:pt x="190592" y="70231"/>
                </a:lnTo>
                <a:close/>
              </a:path>
              <a:path w="330200" h="175895">
                <a:moveTo>
                  <a:pt x="163957" y="52577"/>
                </a:moveTo>
                <a:lnTo>
                  <a:pt x="150495" y="52577"/>
                </a:lnTo>
                <a:lnTo>
                  <a:pt x="144399" y="53975"/>
                </a:lnTo>
                <a:lnTo>
                  <a:pt x="132461" y="60070"/>
                </a:lnTo>
                <a:lnTo>
                  <a:pt x="126619" y="64643"/>
                </a:lnTo>
                <a:lnTo>
                  <a:pt x="120528" y="70993"/>
                </a:lnTo>
                <a:lnTo>
                  <a:pt x="145110" y="70993"/>
                </a:lnTo>
                <a:lnTo>
                  <a:pt x="147193" y="70231"/>
                </a:lnTo>
                <a:lnTo>
                  <a:pt x="190592" y="70231"/>
                </a:lnTo>
                <a:lnTo>
                  <a:pt x="184531" y="62230"/>
                </a:lnTo>
                <a:lnTo>
                  <a:pt x="180467" y="58800"/>
                </a:lnTo>
                <a:lnTo>
                  <a:pt x="175387" y="56261"/>
                </a:lnTo>
                <a:lnTo>
                  <a:pt x="170180" y="53720"/>
                </a:lnTo>
                <a:lnTo>
                  <a:pt x="163957" y="52577"/>
                </a:lnTo>
                <a:close/>
              </a:path>
              <a:path w="330200" h="175895">
                <a:moveTo>
                  <a:pt x="114173" y="0"/>
                </a:moveTo>
                <a:lnTo>
                  <a:pt x="106807" y="0"/>
                </a:lnTo>
                <a:lnTo>
                  <a:pt x="104711" y="381"/>
                </a:lnTo>
                <a:lnTo>
                  <a:pt x="116077" y="381"/>
                </a:lnTo>
                <a:lnTo>
                  <a:pt x="114173" y="0"/>
                </a:lnTo>
                <a:close/>
              </a:path>
              <a:path w="330200" h="175895">
                <a:moveTo>
                  <a:pt x="289306" y="52577"/>
                </a:moveTo>
                <a:lnTo>
                  <a:pt x="272288" y="52577"/>
                </a:lnTo>
                <a:lnTo>
                  <a:pt x="264922" y="53975"/>
                </a:lnTo>
                <a:lnTo>
                  <a:pt x="233045" y="80899"/>
                </a:lnTo>
                <a:lnTo>
                  <a:pt x="227058" y="121862"/>
                </a:lnTo>
                <a:lnTo>
                  <a:pt x="227758" y="128730"/>
                </a:lnTo>
                <a:lnTo>
                  <a:pt x="244579" y="163830"/>
                </a:lnTo>
                <a:lnTo>
                  <a:pt x="273558" y="175387"/>
                </a:lnTo>
                <a:lnTo>
                  <a:pt x="288036" y="175387"/>
                </a:lnTo>
                <a:lnTo>
                  <a:pt x="318770" y="168528"/>
                </a:lnTo>
                <a:lnTo>
                  <a:pt x="321056" y="167512"/>
                </a:lnTo>
                <a:lnTo>
                  <a:pt x="322453" y="166750"/>
                </a:lnTo>
                <a:lnTo>
                  <a:pt x="322834" y="166243"/>
                </a:lnTo>
                <a:lnTo>
                  <a:pt x="323342" y="165862"/>
                </a:lnTo>
                <a:lnTo>
                  <a:pt x="323723" y="165353"/>
                </a:lnTo>
                <a:lnTo>
                  <a:pt x="324485" y="163830"/>
                </a:lnTo>
                <a:lnTo>
                  <a:pt x="324485" y="158750"/>
                </a:lnTo>
                <a:lnTo>
                  <a:pt x="278003" y="158750"/>
                </a:lnTo>
                <a:lnTo>
                  <a:pt x="272288" y="157861"/>
                </a:lnTo>
                <a:lnTo>
                  <a:pt x="248158" y="124333"/>
                </a:lnTo>
                <a:lnTo>
                  <a:pt x="248158" y="118109"/>
                </a:lnTo>
                <a:lnTo>
                  <a:pt x="323850" y="118109"/>
                </a:lnTo>
                <a:lnTo>
                  <a:pt x="325755" y="117475"/>
                </a:lnTo>
                <a:lnTo>
                  <a:pt x="327279" y="116078"/>
                </a:lnTo>
                <a:lnTo>
                  <a:pt x="328930" y="114681"/>
                </a:lnTo>
                <a:lnTo>
                  <a:pt x="329819" y="112394"/>
                </a:lnTo>
                <a:lnTo>
                  <a:pt x="329819" y="103124"/>
                </a:lnTo>
                <a:lnTo>
                  <a:pt x="248158" y="103124"/>
                </a:lnTo>
                <a:lnTo>
                  <a:pt x="248285" y="98552"/>
                </a:lnTo>
                <a:lnTo>
                  <a:pt x="248970" y="94551"/>
                </a:lnTo>
                <a:lnTo>
                  <a:pt x="249047" y="94106"/>
                </a:lnTo>
                <a:lnTo>
                  <a:pt x="250444" y="90043"/>
                </a:lnTo>
                <a:lnTo>
                  <a:pt x="251968" y="85852"/>
                </a:lnTo>
                <a:lnTo>
                  <a:pt x="253873" y="82168"/>
                </a:lnTo>
                <a:lnTo>
                  <a:pt x="256540" y="78993"/>
                </a:lnTo>
                <a:lnTo>
                  <a:pt x="259080" y="75818"/>
                </a:lnTo>
                <a:lnTo>
                  <a:pt x="262255" y="73278"/>
                </a:lnTo>
                <a:lnTo>
                  <a:pt x="266065" y="71374"/>
                </a:lnTo>
                <a:lnTo>
                  <a:pt x="270002" y="69468"/>
                </a:lnTo>
                <a:lnTo>
                  <a:pt x="274447" y="68580"/>
                </a:lnTo>
                <a:lnTo>
                  <a:pt x="318676" y="68580"/>
                </a:lnTo>
                <a:lnTo>
                  <a:pt x="318262" y="68072"/>
                </a:lnTo>
                <a:lnTo>
                  <a:pt x="314198" y="63373"/>
                </a:lnTo>
                <a:lnTo>
                  <a:pt x="309287" y="59689"/>
                </a:lnTo>
                <a:lnTo>
                  <a:pt x="303022" y="56768"/>
                </a:lnTo>
                <a:lnTo>
                  <a:pt x="296799" y="53975"/>
                </a:lnTo>
                <a:lnTo>
                  <a:pt x="289306" y="52577"/>
                </a:lnTo>
                <a:close/>
              </a:path>
              <a:path w="330200" h="175895">
                <a:moveTo>
                  <a:pt x="322707" y="150494"/>
                </a:moveTo>
                <a:lnTo>
                  <a:pt x="320167" y="150494"/>
                </a:lnTo>
                <a:lnTo>
                  <a:pt x="319150" y="150749"/>
                </a:lnTo>
                <a:lnTo>
                  <a:pt x="317246" y="151637"/>
                </a:lnTo>
                <a:lnTo>
                  <a:pt x="314872" y="152653"/>
                </a:lnTo>
                <a:lnTo>
                  <a:pt x="290068" y="158750"/>
                </a:lnTo>
                <a:lnTo>
                  <a:pt x="324485" y="158750"/>
                </a:lnTo>
                <a:lnTo>
                  <a:pt x="324485" y="152653"/>
                </a:lnTo>
                <a:lnTo>
                  <a:pt x="324231" y="152019"/>
                </a:lnTo>
                <a:lnTo>
                  <a:pt x="323850" y="151256"/>
                </a:lnTo>
                <a:lnTo>
                  <a:pt x="323723" y="151003"/>
                </a:lnTo>
                <a:lnTo>
                  <a:pt x="322707" y="150494"/>
                </a:lnTo>
                <a:close/>
              </a:path>
              <a:path w="330200" h="175895">
                <a:moveTo>
                  <a:pt x="318676" y="68580"/>
                </a:moveTo>
                <a:lnTo>
                  <a:pt x="289433" y="68580"/>
                </a:lnTo>
                <a:lnTo>
                  <a:pt x="296925" y="71627"/>
                </a:lnTo>
                <a:lnTo>
                  <a:pt x="301879" y="77724"/>
                </a:lnTo>
                <a:lnTo>
                  <a:pt x="309025" y="100837"/>
                </a:lnTo>
                <a:lnTo>
                  <a:pt x="309118" y="103124"/>
                </a:lnTo>
                <a:lnTo>
                  <a:pt x="329819" y="103124"/>
                </a:lnTo>
                <a:lnTo>
                  <a:pt x="329819" y="98171"/>
                </a:lnTo>
                <a:lnTo>
                  <a:pt x="328803" y="91312"/>
                </a:lnTo>
                <a:lnTo>
                  <a:pt x="327025" y="84836"/>
                </a:lnTo>
                <a:lnTo>
                  <a:pt x="325120" y="78486"/>
                </a:lnTo>
                <a:lnTo>
                  <a:pt x="322199" y="72898"/>
                </a:lnTo>
                <a:lnTo>
                  <a:pt x="318676" y="6858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8369807" y="5211953"/>
            <a:ext cx="415290" cy="123189"/>
          </a:xfrm>
          <a:custGeom>
            <a:avLst/>
            <a:gdLst/>
            <a:ahLst/>
            <a:cxnLst/>
            <a:rect l="l" t="t" r="r" b="b"/>
            <a:pathLst>
              <a:path w="415290" h="123189">
                <a:moveTo>
                  <a:pt x="13716" y="1905"/>
                </a:moveTo>
                <a:lnTo>
                  <a:pt x="4572" y="1905"/>
                </a:lnTo>
                <a:lnTo>
                  <a:pt x="3428" y="2032"/>
                </a:lnTo>
                <a:lnTo>
                  <a:pt x="2540" y="2286"/>
                </a:lnTo>
                <a:lnTo>
                  <a:pt x="1777" y="2667"/>
                </a:lnTo>
                <a:lnTo>
                  <a:pt x="1016" y="2921"/>
                </a:lnTo>
                <a:lnTo>
                  <a:pt x="508" y="3429"/>
                </a:lnTo>
                <a:lnTo>
                  <a:pt x="253" y="3810"/>
                </a:lnTo>
                <a:lnTo>
                  <a:pt x="0" y="4318"/>
                </a:lnTo>
                <a:lnTo>
                  <a:pt x="0" y="118618"/>
                </a:lnTo>
                <a:lnTo>
                  <a:pt x="6476" y="121158"/>
                </a:lnTo>
                <a:lnTo>
                  <a:pt x="13843" y="121158"/>
                </a:lnTo>
                <a:lnTo>
                  <a:pt x="20320" y="39243"/>
                </a:lnTo>
                <a:lnTo>
                  <a:pt x="26035" y="32131"/>
                </a:lnTo>
                <a:lnTo>
                  <a:pt x="31369" y="26797"/>
                </a:lnTo>
                <a:lnTo>
                  <a:pt x="40567" y="20320"/>
                </a:lnTo>
                <a:lnTo>
                  <a:pt x="18415" y="20320"/>
                </a:lnTo>
                <a:lnTo>
                  <a:pt x="18288" y="4318"/>
                </a:lnTo>
                <a:lnTo>
                  <a:pt x="17907" y="3810"/>
                </a:lnTo>
                <a:lnTo>
                  <a:pt x="17652" y="3429"/>
                </a:lnTo>
                <a:lnTo>
                  <a:pt x="17145" y="2921"/>
                </a:lnTo>
                <a:lnTo>
                  <a:pt x="16510" y="2667"/>
                </a:lnTo>
                <a:lnTo>
                  <a:pt x="15875" y="2286"/>
                </a:lnTo>
                <a:lnTo>
                  <a:pt x="14986" y="2032"/>
                </a:lnTo>
                <a:lnTo>
                  <a:pt x="13716" y="1905"/>
                </a:lnTo>
                <a:close/>
              </a:path>
              <a:path w="415290" h="123189">
                <a:moveTo>
                  <a:pt x="90262" y="17653"/>
                </a:moveTo>
                <a:lnTo>
                  <a:pt x="55880" y="17653"/>
                </a:lnTo>
                <a:lnTo>
                  <a:pt x="59436" y="18415"/>
                </a:lnTo>
                <a:lnTo>
                  <a:pt x="65532" y="21463"/>
                </a:lnTo>
                <a:lnTo>
                  <a:pt x="75819" y="118618"/>
                </a:lnTo>
                <a:lnTo>
                  <a:pt x="76200" y="118999"/>
                </a:lnTo>
                <a:lnTo>
                  <a:pt x="82169" y="121158"/>
                </a:lnTo>
                <a:lnTo>
                  <a:pt x="89662" y="121158"/>
                </a:lnTo>
                <a:lnTo>
                  <a:pt x="95631" y="118999"/>
                </a:lnTo>
                <a:lnTo>
                  <a:pt x="96012" y="118618"/>
                </a:lnTo>
                <a:lnTo>
                  <a:pt x="95959" y="39243"/>
                </a:lnTo>
                <a:lnTo>
                  <a:pt x="90550" y="18034"/>
                </a:lnTo>
                <a:lnTo>
                  <a:pt x="90262" y="17653"/>
                </a:lnTo>
                <a:close/>
              </a:path>
              <a:path w="415290" h="123189">
                <a:moveTo>
                  <a:pt x="63626" y="0"/>
                </a:moveTo>
                <a:lnTo>
                  <a:pt x="49784" y="0"/>
                </a:lnTo>
                <a:lnTo>
                  <a:pt x="43434" y="1524"/>
                </a:lnTo>
                <a:lnTo>
                  <a:pt x="30988" y="8128"/>
                </a:lnTo>
                <a:lnTo>
                  <a:pt x="24638" y="13335"/>
                </a:lnTo>
                <a:lnTo>
                  <a:pt x="18415" y="20320"/>
                </a:lnTo>
                <a:lnTo>
                  <a:pt x="40567" y="20320"/>
                </a:lnTo>
                <a:lnTo>
                  <a:pt x="41656" y="19558"/>
                </a:lnTo>
                <a:lnTo>
                  <a:pt x="46863" y="17653"/>
                </a:lnTo>
                <a:lnTo>
                  <a:pt x="90262" y="17653"/>
                </a:lnTo>
                <a:lnTo>
                  <a:pt x="84200" y="9652"/>
                </a:lnTo>
                <a:lnTo>
                  <a:pt x="80137" y="6223"/>
                </a:lnTo>
                <a:lnTo>
                  <a:pt x="74536" y="3429"/>
                </a:lnTo>
                <a:lnTo>
                  <a:pt x="69850" y="1143"/>
                </a:lnTo>
                <a:lnTo>
                  <a:pt x="63626" y="0"/>
                </a:lnTo>
                <a:close/>
              </a:path>
              <a:path w="415290" h="123189">
                <a:moveTo>
                  <a:pt x="188975" y="0"/>
                </a:moveTo>
                <a:lnTo>
                  <a:pt x="171958" y="0"/>
                </a:lnTo>
                <a:lnTo>
                  <a:pt x="164592" y="1397"/>
                </a:lnTo>
                <a:lnTo>
                  <a:pt x="132715" y="28321"/>
                </a:lnTo>
                <a:lnTo>
                  <a:pt x="126728" y="69284"/>
                </a:lnTo>
                <a:lnTo>
                  <a:pt x="127428" y="76152"/>
                </a:lnTo>
                <a:lnTo>
                  <a:pt x="144249" y="111252"/>
                </a:lnTo>
                <a:lnTo>
                  <a:pt x="173227" y="122809"/>
                </a:lnTo>
                <a:lnTo>
                  <a:pt x="187706" y="122809"/>
                </a:lnTo>
                <a:lnTo>
                  <a:pt x="218440" y="115951"/>
                </a:lnTo>
                <a:lnTo>
                  <a:pt x="220725" y="114935"/>
                </a:lnTo>
                <a:lnTo>
                  <a:pt x="222123" y="114173"/>
                </a:lnTo>
                <a:lnTo>
                  <a:pt x="222503" y="113665"/>
                </a:lnTo>
                <a:lnTo>
                  <a:pt x="223012" y="113284"/>
                </a:lnTo>
                <a:lnTo>
                  <a:pt x="223393" y="112776"/>
                </a:lnTo>
                <a:lnTo>
                  <a:pt x="224155" y="111252"/>
                </a:lnTo>
                <a:lnTo>
                  <a:pt x="224155" y="106172"/>
                </a:lnTo>
                <a:lnTo>
                  <a:pt x="177673" y="106172"/>
                </a:lnTo>
                <a:lnTo>
                  <a:pt x="171958" y="105283"/>
                </a:lnTo>
                <a:lnTo>
                  <a:pt x="147827" y="71755"/>
                </a:lnTo>
                <a:lnTo>
                  <a:pt x="147827" y="65532"/>
                </a:lnTo>
                <a:lnTo>
                  <a:pt x="223520" y="65532"/>
                </a:lnTo>
                <a:lnTo>
                  <a:pt x="225425" y="64897"/>
                </a:lnTo>
                <a:lnTo>
                  <a:pt x="226949" y="63500"/>
                </a:lnTo>
                <a:lnTo>
                  <a:pt x="228600" y="62103"/>
                </a:lnTo>
                <a:lnTo>
                  <a:pt x="229489" y="59817"/>
                </a:lnTo>
                <a:lnTo>
                  <a:pt x="229489" y="50546"/>
                </a:lnTo>
                <a:lnTo>
                  <a:pt x="147827" y="50546"/>
                </a:lnTo>
                <a:lnTo>
                  <a:pt x="147891" y="48260"/>
                </a:lnTo>
                <a:lnTo>
                  <a:pt x="147955" y="45974"/>
                </a:lnTo>
                <a:lnTo>
                  <a:pt x="148640" y="41973"/>
                </a:lnTo>
                <a:lnTo>
                  <a:pt x="148717" y="41529"/>
                </a:lnTo>
                <a:lnTo>
                  <a:pt x="150114" y="37465"/>
                </a:lnTo>
                <a:lnTo>
                  <a:pt x="151638" y="33274"/>
                </a:lnTo>
                <a:lnTo>
                  <a:pt x="153543" y="29591"/>
                </a:lnTo>
                <a:lnTo>
                  <a:pt x="156210" y="26416"/>
                </a:lnTo>
                <a:lnTo>
                  <a:pt x="158750" y="23241"/>
                </a:lnTo>
                <a:lnTo>
                  <a:pt x="161925" y="20701"/>
                </a:lnTo>
                <a:lnTo>
                  <a:pt x="165735" y="18796"/>
                </a:lnTo>
                <a:lnTo>
                  <a:pt x="169672" y="16891"/>
                </a:lnTo>
                <a:lnTo>
                  <a:pt x="174117" y="16002"/>
                </a:lnTo>
                <a:lnTo>
                  <a:pt x="218346" y="16002"/>
                </a:lnTo>
                <a:lnTo>
                  <a:pt x="217932" y="15494"/>
                </a:lnTo>
                <a:lnTo>
                  <a:pt x="213868" y="10795"/>
                </a:lnTo>
                <a:lnTo>
                  <a:pt x="208957" y="7112"/>
                </a:lnTo>
                <a:lnTo>
                  <a:pt x="202692" y="4191"/>
                </a:lnTo>
                <a:lnTo>
                  <a:pt x="196469" y="1397"/>
                </a:lnTo>
                <a:lnTo>
                  <a:pt x="188975" y="0"/>
                </a:lnTo>
                <a:close/>
              </a:path>
              <a:path w="415290" h="123189">
                <a:moveTo>
                  <a:pt x="222376" y="97917"/>
                </a:moveTo>
                <a:lnTo>
                  <a:pt x="219837" y="97917"/>
                </a:lnTo>
                <a:lnTo>
                  <a:pt x="218821" y="98171"/>
                </a:lnTo>
                <a:lnTo>
                  <a:pt x="216916" y="99060"/>
                </a:lnTo>
                <a:lnTo>
                  <a:pt x="214542" y="100076"/>
                </a:lnTo>
                <a:lnTo>
                  <a:pt x="189738" y="106172"/>
                </a:lnTo>
                <a:lnTo>
                  <a:pt x="224155" y="106172"/>
                </a:lnTo>
                <a:lnTo>
                  <a:pt x="224155" y="100076"/>
                </a:lnTo>
                <a:lnTo>
                  <a:pt x="223900" y="99441"/>
                </a:lnTo>
                <a:lnTo>
                  <a:pt x="223520" y="98679"/>
                </a:lnTo>
                <a:lnTo>
                  <a:pt x="223393" y="98425"/>
                </a:lnTo>
                <a:lnTo>
                  <a:pt x="222376" y="97917"/>
                </a:lnTo>
                <a:close/>
              </a:path>
              <a:path w="415290" h="123189">
                <a:moveTo>
                  <a:pt x="218346" y="16002"/>
                </a:moveTo>
                <a:lnTo>
                  <a:pt x="189102" y="16002"/>
                </a:lnTo>
                <a:lnTo>
                  <a:pt x="196596" y="19050"/>
                </a:lnTo>
                <a:lnTo>
                  <a:pt x="201549" y="25146"/>
                </a:lnTo>
                <a:lnTo>
                  <a:pt x="208695" y="48260"/>
                </a:lnTo>
                <a:lnTo>
                  <a:pt x="208788" y="50546"/>
                </a:lnTo>
                <a:lnTo>
                  <a:pt x="229489" y="50546"/>
                </a:lnTo>
                <a:lnTo>
                  <a:pt x="229489" y="45593"/>
                </a:lnTo>
                <a:lnTo>
                  <a:pt x="228473" y="38735"/>
                </a:lnTo>
                <a:lnTo>
                  <a:pt x="226695" y="32258"/>
                </a:lnTo>
                <a:lnTo>
                  <a:pt x="224790" y="25908"/>
                </a:lnTo>
                <a:lnTo>
                  <a:pt x="221869" y="20320"/>
                </a:lnTo>
                <a:lnTo>
                  <a:pt x="218346" y="16002"/>
                </a:lnTo>
                <a:close/>
              </a:path>
              <a:path w="415290" h="123189">
                <a:moveTo>
                  <a:pt x="250571" y="1905"/>
                </a:moveTo>
                <a:lnTo>
                  <a:pt x="249851" y="1905"/>
                </a:lnTo>
                <a:lnTo>
                  <a:pt x="248073" y="2667"/>
                </a:lnTo>
                <a:lnTo>
                  <a:pt x="247903" y="2667"/>
                </a:lnTo>
                <a:lnTo>
                  <a:pt x="247269" y="3175"/>
                </a:lnTo>
                <a:lnTo>
                  <a:pt x="246919" y="3556"/>
                </a:lnTo>
                <a:lnTo>
                  <a:pt x="246888" y="8255"/>
                </a:lnTo>
                <a:lnTo>
                  <a:pt x="247269" y="9271"/>
                </a:lnTo>
                <a:lnTo>
                  <a:pt x="280289" y="116713"/>
                </a:lnTo>
                <a:lnTo>
                  <a:pt x="289306" y="121158"/>
                </a:lnTo>
                <a:lnTo>
                  <a:pt x="298576" y="121158"/>
                </a:lnTo>
                <a:lnTo>
                  <a:pt x="312860" y="98933"/>
                </a:lnTo>
                <a:lnTo>
                  <a:pt x="295275" y="98933"/>
                </a:lnTo>
                <a:lnTo>
                  <a:pt x="295021" y="97917"/>
                </a:lnTo>
                <a:lnTo>
                  <a:pt x="267970" y="5715"/>
                </a:lnTo>
                <a:lnTo>
                  <a:pt x="267843" y="4953"/>
                </a:lnTo>
                <a:lnTo>
                  <a:pt x="267462" y="4318"/>
                </a:lnTo>
                <a:lnTo>
                  <a:pt x="265938" y="2667"/>
                </a:lnTo>
                <a:lnTo>
                  <a:pt x="264795" y="2159"/>
                </a:lnTo>
                <a:lnTo>
                  <a:pt x="248539" y="2159"/>
                </a:lnTo>
                <a:lnTo>
                  <a:pt x="250571" y="1905"/>
                </a:lnTo>
                <a:close/>
              </a:path>
              <a:path w="415290" h="123189">
                <a:moveTo>
                  <a:pt x="378459" y="120269"/>
                </a:moveTo>
                <a:lnTo>
                  <a:pt x="378248" y="120269"/>
                </a:lnTo>
                <a:lnTo>
                  <a:pt x="377655" y="120523"/>
                </a:lnTo>
                <a:lnTo>
                  <a:pt x="358267" y="120523"/>
                </a:lnTo>
                <a:lnTo>
                  <a:pt x="361315" y="121031"/>
                </a:lnTo>
                <a:lnTo>
                  <a:pt x="363093" y="121158"/>
                </a:lnTo>
                <a:lnTo>
                  <a:pt x="372364" y="121158"/>
                </a:lnTo>
                <a:lnTo>
                  <a:pt x="375666" y="120904"/>
                </a:lnTo>
                <a:lnTo>
                  <a:pt x="376936" y="120650"/>
                </a:lnTo>
                <a:lnTo>
                  <a:pt x="378459" y="120269"/>
                </a:lnTo>
                <a:close/>
              </a:path>
              <a:path w="415290" h="123189">
                <a:moveTo>
                  <a:pt x="285432" y="120650"/>
                </a:moveTo>
                <a:lnTo>
                  <a:pt x="285305" y="120650"/>
                </a:lnTo>
                <a:lnTo>
                  <a:pt x="286956" y="120904"/>
                </a:lnTo>
                <a:lnTo>
                  <a:pt x="285432" y="120650"/>
                </a:lnTo>
                <a:close/>
              </a:path>
              <a:path w="415290" h="123189">
                <a:moveTo>
                  <a:pt x="358838" y="120650"/>
                </a:moveTo>
                <a:lnTo>
                  <a:pt x="303402" y="120650"/>
                </a:lnTo>
                <a:lnTo>
                  <a:pt x="302006" y="120904"/>
                </a:lnTo>
                <a:lnTo>
                  <a:pt x="360489" y="120904"/>
                </a:lnTo>
                <a:lnTo>
                  <a:pt x="358838" y="120650"/>
                </a:lnTo>
                <a:close/>
              </a:path>
              <a:path w="415290" h="123189">
                <a:moveTo>
                  <a:pt x="358965" y="120650"/>
                </a:moveTo>
                <a:lnTo>
                  <a:pt x="358838" y="120650"/>
                </a:lnTo>
                <a:lnTo>
                  <a:pt x="360489" y="120904"/>
                </a:lnTo>
                <a:lnTo>
                  <a:pt x="358965" y="120650"/>
                </a:lnTo>
                <a:close/>
              </a:path>
              <a:path w="415290" h="123189">
                <a:moveTo>
                  <a:pt x="357250" y="120269"/>
                </a:moveTo>
                <a:lnTo>
                  <a:pt x="304927" y="120269"/>
                </a:lnTo>
                <a:lnTo>
                  <a:pt x="303911" y="120523"/>
                </a:lnTo>
                <a:lnTo>
                  <a:pt x="358267" y="120523"/>
                </a:lnTo>
                <a:lnTo>
                  <a:pt x="357250" y="120269"/>
                </a:lnTo>
                <a:close/>
              </a:path>
              <a:path w="415290" h="123189">
                <a:moveTo>
                  <a:pt x="349511" y="34544"/>
                </a:moveTo>
                <a:lnTo>
                  <a:pt x="330073" y="34544"/>
                </a:lnTo>
                <a:lnTo>
                  <a:pt x="330326" y="35560"/>
                </a:lnTo>
                <a:lnTo>
                  <a:pt x="354075" y="117602"/>
                </a:lnTo>
                <a:lnTo>
                  <a:pt x="357250" y="120269"/>
                </a:lnTo>
                <a:lnTo>
                  <a:pt x="378248" y="120269"/>
                </a:lnTo>
                <a:lnTo>
                  <a:pt x="381381" y="116713"/>
                </a:lnTo>
                <a:lnTo>
                  <a:pt x="386887" y="98933"/>
                </a:lnTo>
                <a:lnTo>
                  <a:pt x="368046" y="98933"/>
                </a:lnTo>
                <a:lnTo>
                  <a:pt x="367792" y="97917"/>
                </a:lnTo>
                <a:lnTo>
                  <a:pt x="349511" y="34544"/>
                </a:lnTo>
                <a:close/>
              </a:path>
              <a:path w="415290" h="123189">
                <a:moveTo>
                  <a:pt x="325755" y="1905"/>
                </a:moveTo>
                <a:lnTo>
                  <a:pt x="325501" y="1905"/>
                </a:lnTo>
                <a:lnTo>
                  <a:pt x="323469" y="2159"/>
                </a:lnTo>
                <a:lnTo>
                  <a:pt x="322326" y="2667"/>
                </a:lnTo>
                <a:lnTo>
                  <a:pt x="321945" y="2794"/>
                </a:lnTo>
                <a:lnTo>
                  <a:pt x="321437" y="3175"/>
                </a:lnTo>
                <a:lnTo>
                  <a:pt x="321151" y="3556"/>
                </a:lnTo>
                <a:lnTo>
                  <a:pt x="321056" y="3683"/>
                </a:lnTo>
                <a:lnTo>
                  <a:pt x="295528" y="97917"/>
                </a:lnTo>
                <a:lnTo>
                  <a:pt x="295275" y="98933"/>
                </a:lnTo>
                <a:lnTo>
                  <a:pt x="312860" y="98933"/>
                </a:lnTo>
                <a:lnTo>
                  <a:pt x="329819" y="35560"/>
                </a:lnTo>
                <a:lnTo>
                  <a:pt x="330073" y="34544"/>
                </a:lnTo>
                <a:lnTo>
                  <a:pt x="349511" y="34544"/>
                </a:lnTo>
                <a:lnTo>
                  <a:pt x="341195" y="5715"/>
                </a:lnTo>
                <a:lnTo>
                  <a:pt x="341122" y="5461"/>
                </a:lnTo>
                <a:lnTo>
                  <a:pt x="340995" y="4699"/>
                </a:lnTo>
                <a:lnTo>
                  <a:pt x="340804" y="4318"/>
                </a:lnTo>
                <a:lnTo>
                  <a:pt x="339978" y="3175"/>
                </a:lnTo>
                <a:lnTo>
                  <a:pt x="339471" y="2794"/>
                </a:lnTo>
                <a:lnTo>
                  <a:pt x="339090" y="2667"/>
                </a:lnTo>
                <a:lnTo>
                  <a:pt x="337947" y="2159"/>
                </a:lnTo>
                <a:lnTo>
                  <a:pt x="323215" y="2159"/>
                </a:lnTo>
                <a:lnTo>
                  <a:pt x="325755" y="1905"/>
                </a:lnTo>
                <a:close/>
              </a:path>
              <a:path w="415290" h="123189">
                <a:moveTo>
                  <a:pt x="400558" y="1905"/>
                </a:moveTo>
                <a:lnTo>
                  <a:pt x="400177" y="1905"/>
                </a:lnTo>
                <a:lnTo>
                  <a:pt x="398145" y="2159"/>
                </a:lnTo>
                <a:lnTo>
                  <a:pt x="397129" y="2667"/>
                </a:lnTo>
                <a:lnTo>
                  <a:pt x="396938" y="2667"/>
                </a:lnTo>
                <a:lnTo>
                  <a:pt x="396494" y="2794"/>
                </a:lnTo>
                <a:lnTo>
                  <a:pt x="395986" y="3175"/>
                </a:lnTo>
                <a:lnTo>
                  <a:pt x="395700" y="3556"/>
                </a:lnTo>
                <a:lnTo>
                  <a:pt x="395605" y="3683"/>
                </a:lnTo>
                <a:lnTo>
                  <a:pt x="395224" y="4318"/>
                </a:lnTo>
                <a:lnTo>
                  <a:pt x="395071" y="4699"/>
                </a:lnTo>
                <a:lnTo>
                  <a:pt x="394970" y="4953"/>
                </a:lnTo>
                <a:lnTo>
                  <a:pt x="394843" y="5715"/>
                </a:lnTo>
                <a:lnTo>
                  <a:pt x="368173" y="97917"/>
                </a:lnTo>
                <a:lnTo>
                  <a:pt x="368046" y="98933"/>
                </a:lnTo>
                <a:lnTo>
                  <a:pt x="386887" y="98933"/>
                </a:lnTo>
                <a:lnTo>
                  <a:pt x="414655" y="9271"/>
                </a:lnTo>
                <a:lnTo>
                  <a:pt x="415036" y="8255"/>
                </a:lnTo>
                <a:lnTo>
                  <a:pt x="415163" y="7366"/>
                </a:lnTo>
                <a:lnTo>
                  <a:pt x="415290" y="3937"/>
                </a:lnTo>
                <a:lnTo>
                  <a:pt x="415120" y="3683"/>
                </a:lnTo>
                <a:lnTo>
                  <a:pt x="415036" y="3556"/>
                </a:lnTo>
                <a:lnTo>
                  <a:pt x="414655" y="3175"/>
                </a:lnTo>
                <a:lnTo>
                  <a:pt x="414147" y="2794"/>
                </a:lnTo>
                <a:lnTo>
                  <a:pt x="413003" y="2159"/>
                </a:lnTo>
                <a:lnTo>
                  <a:pt x="397764" y="2159"/>
                </a:lnTo>
                <a:lnTo>
                  <a:pt x="400558" y="1905"/>
                </a:lnTo>
                <a:close/>
              </a:path>
              <a:path w="415290" h="123189">
                <a:moveTo>
                  <a:pt x="262255" y="1905"/>
                </a:moveTo>
                <a:lnTo>
                  <a:pt x="250571" y="1905"/>
                </a:lnTo>
                <a:lnTo>
                  <a:pt x="248539" y="2159"/>
                </a:lnTo>
                <a:lnTo>
                  <a:pt x="265302" y="2159"/>
                </a:lnTo>
                <a:lnTo>
                  <a:pt x="262255" y="1905"/>
                </a:lnTo>
                <a:close/>
              </a:path>
              <a:path w="415290" h="123189">
                <a:moveTo>
                  <a:pt x="262762" y="1905"/>
                </a:moveTo>
                <a:lnTo>
                  <a:pt x="262255" y="1905"/>
                </a:lnTo>
                <a:lnTo>
                  <a:pt x="265302" y="2159"/>
                </a:lnTo>
                <a:lnTo>
                  <a:pt x="264795" y="2159"/>
                </a:lnTo>
                <a:lnTo>
                  <a:pt x="262762" y="1905"/>
                </a:lnTo>
                <a:close/>
              </a:path>
              <a:path w="415290" h="123189">
                <a:moveTo>
                  <a:pt x="335661" y="1905"/>
                </a:moveTo>
                <a:lnTo>
                  <a:pt x="325755" y="1905"/>
                </a:lnTo>
                <a:lnTo>
                  <a:pt x="323215" y="2159"/>
                </a:lnTo>
                <a:lnTo>
                  <a:pt x="338200" y="2159"/>
                </a:lnTo>
                <a:lnTo>
                  <a:pt x="335661" y="1905"/>
                </a:lnTo>
                <a:close/>
              </a:path>
              <a:path w="415290" h="123189">
                <a:moveTo>
                  <a:pt x="335914" y="1905"/>
                </a:moveTo>
                <a:lnTo>
                  <a:pt x="335661" y="1905"/>
                </a:lnTo>
                <a:lnTo>
                  <a:pt x="338200" y="2159"/>
                </a:lnTo>
                <a:lnTo>
                  <a:pt x="337947" y="2159"/>
                </a:lnTo>
                <a:lnTo>
                  <a:pt x="335914" y="1905"/>
                </a:lnTo>
                <a:close/>
              </a:path>
              <a:path w="415290" h="123189">
                <a:moveTo>
                  <a:pt x="411861" y="1905"/>
                </a:moveTo>
                <a:lnTo>
                  <a:pt x="400558" y="1905"/>
                </a:lnTo>
                <a:lnTo>
                  <a:pt x="397764" y="2159"/>
                </a:lnTo>
                <a:lnTo>
                  <a:pt x="413638" y="2159"/>
                </a:lnTo>
                <a:lnTo>
                  <a:pt x="411861" y="1905"/>
                </a:lnTo>
                <a:close/>
              </a:path>
              <a:path w="415290" h="123189">
                <a:moveTo>
                  <a:pt x="412495" y="1905"/>
                </a:moveTo>
                <a:lnTo>
                  <a:pt x="411861" y="1905"/>
                </a:lnTo>
                <a:lnTo>
                  <a:pt x="413638" y="2159"/>
                </a:lnTo>
                <a:lnTo>
                  <a:pt x="413003" y="2159"/>
                </a:lnTo>
                <a:lnTo>
                  <a:pt x="412495" y="1905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3" name="object 113"/>
          <p:cNvGrpSpPr/>
          <p:nvPr/>
        </p:nvGrpSpPr>
        <p:grpSpPr>
          <a:xfrm>
            <a:off x="8858631" y="5159375"/>
            <a:ext cx="1060450" cy="175895"/>
            <a:chOff x="8858631" y="5159375"/>
            <a:chExt cx="1060450" cy="175895"/>
          </a:xfrm>
        </p:grpSpPr>
        <p:pic>
          <p:nvPicPr>
            <p:cNvPr id="114" name="object 114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8858631" y="5159375"/>
              <a:ext cx="996574" cy="175387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9891903" y="5304536"/>
              <a:ext cx="26670" cy="29209"/>
            </a:xfrm>
            <a:custGeom>
              <a:avLst/>
              <a:gdLst/>
              <a:ahLst/>
              <a:cxnLst/>
              <a:rect l="l" t="t" r="r" b="b"/>
              <a:pathLst>
                <a:path w="26670" h="29210">
                  <a:moveTo>
                    <a:pt x="18542" y="0"/>
                  </a:moveTo>
                  <a:lnTo>
                    <a:pt x="8381" y="0"/>
                  </a:lnTo>
                  <a:lnTo>
                    <a:pt x="4825" y="1015"/>
                  </a:lnTo>
                  <a:lnTo>
                    <a:pt x="2921" y="2920"/>
                  </a:lnTo>
                  <a:lnTo>
                    <a:pt x="1016" y="4952"/>
                  </a:lnTo>
                  <a:lnTo>
                    <a:pt x="0" y="8889"/>
                  </a:lnTo>
                  <a:lnTo>
                    <a:pt x="0" y="20446"/>
                  </a:lnTo>
                  <a:lnTo>
                    <a:pt x="1016" y="24256"/>
                  </a:lnTo>
                  <a:lnTo>
                    <a:pt x="4825" y="28066"/>
                  </a:lnTo>
                  <a:lnTo>
                    <a:pt x="8254" y="28955"/>
                  </a:lnTo>
                  <a:lnTo>
                    <a:pt x="18288" y="28955"/>
                  </a:lnTo>
                  <a:lnTo>
                    <a:pt x="21844" y="28066"/>
                  </a:lnTo>
                  <a:lnTo>
                    <a:pt x="23749" y="26034"/>
                  </a:lnTo>
                  <a:lnTo>
                    <a:pt x="25780" y="24129"/>
                  </a:lnTo>
                  <a:lnTo>
                    <a:pt x="26670" y="20192"/>
                  </a:lnTo>
                  <a:lnTo>
                    <a:pt x="26670" y="14350"/>
                  </a:lnTo>
                  <a:lnTo>
                    <a:pt x="26670" y="8635"/>
                  </a:lnTo>
                  <a:lnTo>
                    <a:pt x="25780" y="4825"/>
                  </a:lnTo>
                  <a:lnTo>
                    <a:pt x="21971" y="101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/>
          <p:nvPr/>
        </p:nvSpPr>
        <p:spPr>
          <a:xfrm>
            <a:off x="3525520" y="5614098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40131" y="0"/>
                </a:moveTo>
                <a:lnTo>
                  <a:pt x="22859" y="0"/>
                </a:lnTo>
                <a:lnTo>
                  <a:pt x="15366" y="3073"/>
                </a:lnTo>
                <a:lnTo>
                  <a:pt x="3047" y="15328"/>
                </a:lnTo>
                <a:lnTo>
                  <a:pt x="0" y="22745"/>
                </a:lnTo>
                <a:lnTo>
                  <a:pt x="0" y="31445"/>
                </a:lnTo>
                <a:lnTo>
                  <a:pt x="0" y="40144"/>
                </a:lnTo>
                <a:lnTo>
                  <a:pt x="3047" y="47574"/>
                </a:lnTo>
                <a:lnTo>
                  <a:pt x="15366" y="59918"/>
                </a:lnTo>
                <a:lnTo>
                  <a:pt x="22859" y="63004"/>
                </a:lnTo>
                <a:lnTo>
                  <a:pt x="40131" y="63004"/>
                </a:lnTo>
                <a:lnTo>
                  <a:pt x="47625" y="59918"/>
                </a:lnTo>
                <a:lnTo>
                  <a:pt x="59943" y="47574"/>
                </a:lnTo>
                <a:lnTo>
                  <a:pt x="62991" y="40144"/>
                </a:lnTo>
                <a:lnTo>
                  <a:pt x="62991" y="22745"/>
                </a:lnTo>
                <a:lnTo>
                  <a:pt x="59943" y="15328"/>
                </a:lnTo>
                <a:lnTo>
                  <a:pt x="47625" y="3073"/>
                </a:lnTo>
                <a:lnTo>
                  <a:pt x="4013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7" name="object 117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3762121" y="5560821"/>
            <a:ext cx="122427" cy="174612"/>
          </a:xfrm>
          <a:prstGeom prst="rect">
            <a:avLst/>
          </a:prstGeom>
        </p:spPr>
      </p:pic>
      <p:sp>
        <p:nvSpPr>
          <p:cNvPr id="118" name="object 118"/>
          <p:cNvSpPr/>
          <p:nvPr/>
        </p:nvSpPr>
        <p:spPr>
          <a:xfrm>
            <a:off x="3971797" y="5561710"/>
            <a:ext cx="330200" cy="175895"/>
          </a:xfrm>
          <a:custGeom>
            <a:avLst/>
            <a:gdLst/>
            <a:ahLst/>
            <a:cxnLst/>
            <a:rect l="l" t="t" r="r" b="b"/>
            <a:pathLst>
              <a:path w="330200" h="175895">
                <a:moveTo>
                  <a:pt x="40259" y="71907"/>
                </a:moveTo>
                <a:lnTo>
                  <a:pt x="19685" y="71907"/>
                </a:lnTo>
                <a:lnTo>
                  <a:pt x="19685" y="143725"/>
                </a:lnTo>
                <a:lnTo>
                  <a:pt x="46609" y="175171"/>
                </a:lnTo>
                <a:lnTo>
                  <a:pt x="54355" y="175171"/>
                </a:lnTo>
                <a:lnTo>
                  <a:pt x="56261" y="175044"/>
                </a:lnTo>
                <a:lnTo>
                  <a:pt x="60071" y="174548"/>
                </a:lnTo>
                <a:lnTo>
                  <a:pt x="61849" y="174244"/>
                </a:lnTo>
                <a:lnTo>
                  <a:pt x="63500" y="173862"/>
                </a:lnTo>
                <a:lnTo>
                  <a:pt x="65277" y="173494"/>
                </a:lnTo>
                <a:lnTo>
                  <a:pt x="70992" y="170573"/>
                </a:lnTo>
                <a:lnTo>
                  <a:pt x="71754" y="169913"/>
                </a:lnTo>
                <a:lnTo>
                  <a:pt x="72080" y="169024"/>
                </a:lnTo>
                <a:lnTo>
                  <a:pt x="72136" y="168871"/>
                </a:lnTo>
                <a:lnTo>
                  <a:pt x="72898" y="166065"/>
                </a:lnTo>
                <a:lnTo>
                  <a:pt x="72771" y="158026"/>
                </a:lnTo>
                <a:lnTo>
                  <a:pt x="72722" y="157645"/>
                </a:lnTo>
                <a:lnTo>
                  <a:pt x="50037" y="157645"/>
                </a:lnTo>
                <a:lnTo>
                  <a:pt x="45974" y="155676"/>
                </a:lnTo>
                <a:lnTo>
                  <a:pt x="41401" y="147815"/>
                </a:lnTo>
                <a:lnTo>
                  <a:pt x="40259" y="141985"/>
                </a:lnTo>
                <a:lnTo>
                  <a:pt x="40259" y="71907"/>
                </a:lnTo>
                <a:close/>
              </a:path>
              <a:path w="330200" h="175895">
                <a:moveTo>
                  <a:pt x="71135" y="154355"/>
                </a:moveTo>
                <a:lnTo>
                  <a:pt x="68706" y="154355"/>
                </a:lnTo>
                <a:lnTo>
                  <a:pt x="67944" y="154724"/>
                </a:lnTo>
                <a:lnTo>
                  <a:pt x="66166" y="155498"/>
                </a:lnTo>
                <a:lnTo>
                  <a:pt x="64897" y="155905"/>
                </a:lnTo>
                <a:lnTo>
                  <a:pt x="63753" y="156324"/>
                </a:lnTo>
                <a:lnTo>
                  <a:pt x="62484" y="156717"/>
                </a:lnTo>
                <a:lnTo>
                  <a:pt x="59436" y="157467"/>
                </a:lnTo>
                <a:lnTo>
                  <a:pt x="57785" y="157645"/>
                </a:lnTo>
                <a:lnTo>
                  <a:pt x="72722" y="157645"/>
                </a:lnTo>
                <a:lnTo>
                  <a:pt x="72643" y="157022"/>
                </a:lnTo>
                <a:lnTo>
                  <a:pt x="72414" y="156324"/>
                </a:lnTo>
                <a:lnTo>
                  <a:pt x="72315" y="155905"/>
                </a:lnTo>
                <a:lnTo>
                  <a:pt x="72191" y="155498"/>
                </a:lnTo>
                <a:lnTo>
                  <a:pt x="72009" y="155079"/>
                </a:lnTo>
                <a:lnTo>
                  <a:pt x="71779" y="154724"/>
                </a:lnTo>
                <a:lnTo>
                  <a:pt x="71135" y="154355"/>
                </a:lnTo>
                <a:close/>
              </a:path>
              <a:path w="330200" h="175895">
                <a:moveTo>
                  <a:pt x="69596" y="54876"/>
                </a:moveTo>
                <a:lnTo>
                  <a:pt x="3555" y="54876"/>
                </a:lnTo>
                <a:lnTo>
                  <a:pt x="2921" y="55016"/>
                </a:lnTo>
                <a:lnTo>
                  <a:pt x="2412" y="55308"/>
                </a:lnTo>
                <a:lnTo>
                  <a:pt x="1777" y="55600"/>
                </a:lnTo>
                <a:lnTo>
                  <a:pt x="0" y="60553"/>
                </a:lnTo>
                <a:lnTo>
                  <a:pt x="0" y="66433"/>
                </a:lnTo>
                <a:lnTo>
                  <a:pt x="380" y="68592"/>
                </a:lnTo>
                <a:lnTo>
                  <a:pt x="1015" y="69913"/>
                </a:lnTo>
                <a:lnTo>
                  <a:pt x="1777" y="71234"/>
                </a:lnTo>
                <a:lnTo>
                  <a:pt x="2793" y="71907"/>
                </a:lnTo>
                <a:lnTo>
                  <a:pt x="70103" y="71907"/>
                </a:lnTo>
                <a:lnTo>
                  <a:pt x="71119" y="71234"/>
                </a:lnTo>
                <a:lnTo>
                  <a:pt x="72643" y="68592"/>
                </a:lnTo>
                <a:lnTo>
                  <a:pt x="73025" y="66433"/>
                </a:lnTo>
                <a:lnTo>
                  <a:pt x="72898" y="60553"/>
                </a:lnTo>
                <a:lnTo>
                  <a:pt x="70103" y="55016"/>
                </a:lnTo>
                <a:lnTo>
                  <a:pt x="69596" y="54876"/>
                </a:lnTo>
                <a:close/>
              </a:path>
              <a:path w="330200" h="175895">
                <a:moveTo>
                  <a:pt x="33654" y="24383"/>
                </a:moveTo>
                <a:lnTo>
                  <a:pt x="26288" y="24383"/>
                </a:lnTo>
                <a:lnTo>
                  <a:pt x="24891" y="24510"/>
                </a:lnTo>
                <a:lnTo>
                  <a:pt x="20192" y="26669"/>
                </a:lnTo>
                <a:lnTo>
                  <a:pt x="19812" y="27165"/>
                </a:lnTo>
                <a:lnTo>
                  <a:pt x="19685" y="54876"/>
                </a:lnTo>
                <a:lnTo>
                  <a:pt x="40259" y="54876"/>
                </a:lnTo>
                <a:lnTo>
                  <a:pt x="40259" y="27698"/>
                </a:lnTo>
                <a:lnTo>
                  <a:pt x="39750" y="26669"/>
                </a:lnTo>
                <a:lnTo>
                  <a:pt x="35051" y="24510"/>
                </a:lnTo>
                <a:lnTo>
                  <a:pt x="33654" y="24383"/>
                </a:lnTo>
                <a:close/>
              </a:path>
              <a:path w="330200" h="175895">
                <a:moveTo>
                  <a:pt x="116839" y="380"/>
                </a:moveTo>
                <a:lnTo>
                  <a:pt x="104139" y="380"/>
                </a:lnTo>
                <a:lnTo>
                  <a:pt x="102997" y="634"/>
                </a:lnTo>
                <a:lnTo>
                  <a:pt x="100329" y="2666"/>
                </a:lnTo>
                <a:lnTo>
                  <a:pt x="100329" y="171170"/>
                </a:lnTo>
                <a:lnTo>
                  <a:pt x="106806" y="173723"/>
                </a:lnTo>
                <a:lnTo>
                  <a:pt x="114173" y="173723"/>
                </a:lnTo>
                <a:lnTo>
                  <a:pt x="120650" y="91782"/>
                </a:lnTo>
                <a:lnTo>
                  <a:pt x="126364" y="84747"/>
                </a:lnTo>
                <a:lnTo>
                  <a:pt x="131699" y="79400"/>
                </a:lnTo>
                <a:lnTo>
                  <a:pt x="136905" y="75755"/>
                </a:lnTo>
                <a:lnTo>
                  <a:pt x="141986" y="72110"/>
                </a:lnTo>
                <a:lnTo>
                  <a:pt x="145059" y="71031"/>
                </a:lnTo>
                <a:lnTo>
                  <a:pt x="120650" y="71031"/>
                </a:lnTo>
                <a:lnTo>
                  <a:pt x="120615" y="52514"/>
                </a:lnTo>
                <a:lnTo>
                  <a:pt x="120523" y="2666"/>
                </a:lnTo>
                <a:lnTo>
                  <a:pt x="117855" y="634"/>
                </a:lnTo>
                <a:lnTo>
                  <a:pt x="116839" y="380"/>
                </a:lnTo>
                <a:close/>
              </a:path>
              <a:path w="330200" h="175895">
                <a:moveTo>
                  <a:pt x="190594" y="70281"/>
                </a:moveTo>
                <a:lnTo>
                  <a:pt x="156210" y="70281"/>
                </a:lnTo>
                <a:lnTo>
                  <a:pt x="159765" y="71031"/>
                </a:lnTo>
                <a:lnTo>
                  <a:pt x="165862" y="74015"/>
                </a:lnTo>
                <a:lnTo>
                  <a:pt x="176149" y="171170"/>
                </a:lnTo>
                <a:lnTo>
                  <a:pt x="176529" y="171627"/>
                </a:lnTo>
                <a:lnTo>
                  <a:pt x="176784" y="172084"/>
                </a:lnTo>
                <a:lnTo>
                  <a:pt x="177418" y="172478"/>
                </a:lnTo>
                <a:lnTo>
                  <a:pt x="178180" y="172808"/>
                </a:lnTo>
                <a:lnTo>
                  <a:pt x="178815" y="173139"/>
                </a:lnTo>
                <a:lnTo>
                  <a:pt x="179959" y="173393"/>
                </a:lnTo>
                <a:lnTo>
                  <a:pt x="182499" y="173723"/>
                </a:lnTo>
                <a:lnTo>
                  <a:pt x="189991" y="173723"/>
                </a:lnTo>
                <a:lnTo>
                  <a:pt x="195961" y="171627"/>
                </a:lnTo>
                <a:lnTo>
                  <a:pt x="196341" y="171170"/>
                </a:lnTo>
                <a:lnTo>
                  <a:pt x="196280" y="91782"/>
                </a:lnTo>
                <a:lnTo>
                  <a:pt x="195834" y="86956"/>
                </a:lnTo>
                <a:lnTo>
                  <a:pt x="193177" y="76174"/>
                </a:lnTo>
                <a:lnTo>
                  <a:pt x="193074" y="75755"/>
                </a:lnTo>
                <a:lnTo>
                  <a:pt x="193039" y="75615"/>
                </a:lnTo>
                <a:lnTo>
                  <a:pt x="190880" y="70662"/>
                </a:lnTo>
                <a:lnTo>
                  <a:pt x="190594" y="70281"/>
                </a:lnTo>
                <a:close/>
              </a:path>
              <a:path w="330200" h="175895">
                <a:moveTo>
                  <a:pt x="163956" y="52514"/>
                </a:moveTo>
                <a:lnTo>
                  <a:pt x="150494" y="52514"/>
                </a:lnTo>
                <a:lnTo>
                  <a:pt x="144399" y="54025"/>
                </a:lnTo>
                <a:lnTo>
                  <a:pt x="132461" y="60070"/>
                </a:lnTo>
                <a:lnTo>
                  <a:pt x="126618" y="64693"/>
                </a:lnTo>
                <a:lnTo>
                  <a:pt x="120527" y="71031"/>
                </a:lnTo>
                <a:lnTo>
                  <a:pt x="145059" y="71031"/>
                </a:lnTo>
                <a:lnTo>
                  <a:pt x="147192" y="70281"/>
                </a:lnTo>
                <a:lnTo>
                  <a:pt x="190594" y="70281"/>
                </a:lnTo>
                <a:lnTo>
                  <a:pt x="184530" y="62204"/>
                </a:lnTo>
                <a:lnTo>
                  <a:pt x="180466" y="58839"/>
                </a:lnTo>
                <a:lnTo>
                  <a:pt x="175387" y="56311"/>
                </a:lnTo>
                <a:lnTo>
                  <a:pt x="170179" y="53784"/>
                </a:lnTo>
                <a:lnTo>
                  <a:pt x="163956" y="52514"/>
                </a:lnTo>
                <a:close/>
              </a:path>
              <a:path w="330200" h="175895">
                <a:moveTo>
                  <a:pt x="114173" y="0"/>
                </a:moveTo>
                <a:lnTo>
                  <a:pt x="106806" y="0"/>
                </a:lnTo>
                <a:lnTo>
                  <a:pt x="104711" y="380"/>
                </a:lnTo>
                <a:lnTo>
                  <a:pt x="116077" y="380"/>
                </a:lnTo>
                <a:lnTo>
                  <a:pt x="114173" y="0"/>
                </a:lnTo>
                <a:close/>
              </a:path>
              <a:path w="330200" h="175895">
                <a:moveTo>
                  <a:pt x="289305" y="52514"/>
                </a:moveTo>
                <a:lnTo>
                  <a:pt x="272288" y="52514"/>
                </a:lnTo>
                <a:lnTo>
                  <a:pt x="264922" y="53949"/>
                </a:lnTo>
                <a:lnTo>
                  <a:pt x="233044" y="80949"/>
                </a:lnTo>
                <a:lnTo>
                  <a:pt x="227058" y="121877"/>
                </a:lnTo>
                <a:lnTo>
                  <a:pt x="227758" y="128758"/>
                </a:lnTo>
                <a:lnTo>
                  <a:pt x="245872" y="165188"/>
                </a:lnTo>
                <a:lnTo>
                  <a:pt x="273557" y="175425"/>
                </a:lnTo>
                <a:lnTo>
                  <a:pt x="288036" y="175425"/>
                </a:lnTo>
                <a:lnTo>
                  <a:pt x="318769" y="168528"/>
                </a:lnTo>
                <a:lnTo>
                  <a:pt x="321055" y="167487"/>
                </a:lnTo>
                <a:lnTo>
                  <a:pt x="322452" y="166738"/>
                </a:lnTo>
                <a:lnTo>
                  <a:pt x="322834" y="166281"/>
                </a:lnTo>
                <a:lnTo>
                  <a:pt x="323341" y="165836"/>
                </a:lnTo>
                <a:lnTo>
                  <a:pt x="323723" y="165353"/>
                </a:lnTo>
                <a:lnTo>
                  <a:pt x="324230" y="164363"/>
                </a:lnTo>
                <a:lnTo>
                  <a:pt x="324485" y="163804"/>
                </a:lnTo>
                <a:lnTo>
                  <a:pt x="324485" y="158762"/>
                </a:lnTo>
                <a:lnTo>
                  <a:pt x="278002" y="158762"/>
                </a:lnTo>
                <a:lnTo>
                  <a:pt x="272288" y="157810"/>
                </a:lnTo>
                <a:lnTo>
                  <a:pt x="248157" y="124345"/>
                </a:lnTo>
                <a:lnTo>
                  <a:pt x="248157" y="118135"/>
                </a:lnTo>
                <a:lnTo>
                  <a:pt x="323850" y="118135"/>
                </a:lnTo>
                <a:lnTo>
                  <a:pt x="325754" y="117449"/>
                </a:lnTo>
                <a:lnTo>
                  <a:pt x="327278" y="116077"/>
                </a:lnTo>
                <a:lnTo>
                  <a:pt x="328929" y="114719"/>
                </a:lnTo>
                <a:lnTo>
                  <a:pt x="329818" y="112420"/>
                </a:lnTo>
                <a:lnTo>
                  <a:pt x="329818" y="103098"/>
                </a:lnTo>
                <a:lnTo>
                  <a:pt x="248157" y="103098"/>
                </a:lnTo>
                <a:lnTo>
                  <a:pt x="248220" y="100841"/>
                </a:lnTo>
                <a:lnTo>
                  <a:pt x="248285" y="98539"/>
                </a:lnTo>
                <a:lnTo>
                  <a:pt x="248981" y="94547"/>
                </a:lnTo>
                <a:lnTo>
                  <a:pt x="249047" y="94170"/>
                </a:lnTo>
                <a:lnTo>
                  <a:pt x="250443" y="89979"/>
                </a:lnTo>
                <a:lnTo>
                  <a:pt x="251967" y="85801"/>
                </a:lnTo>
                <a:lnTo>
                  <a:pt x="253873" y="82130"/>
                </a:lnTo>
                <a:lnTo>
                  <a:pt x="256539" y="78981"/>
                </a:lnTo>
                <a:lnTo>
                  <a:pt x="259079" y="75844"/>
                </a:lnTo>
                <a:lnTo>
                  <a:pt x="262254" y="73317"/>
                </a:lnTo>
                <a:lnTo>
                  <a:pt x="266064" y="71399"/>
                </a:lnTo>
                <a:lnTo>
                  <a:pt x="270001" y="69494"/>
                </a:lnTo>
                <a:lnTo>
                  <a:pt x="274447" y="68541"/>
                </a:lnTo>
                <a:lnTo>
                  <a:pt x="318618" y="68541"/>
                </a:lnTo>
                <a:lnTo>
                  <a:pt x="314198" y="63347"/>
                </a:lnTo>
                <a:lnTo>
                  <a:pt x="309254" y="59664"/>
                </a:lnTo>
                <a:lnTo>
                  <a:pt x="303022" y="56743"/>
                </a:lnTo>
                <a:lnTo>
                  <a:pt x="296855" y="53949"/>
                </a:lnTo>
                <a:lnTo>
                  <a:pt x="289305" y="52514"/>
                </a:lnTo>
                <a:close/>
              </a:path>
              <a:path w="330200" h="175895">
                <a:moveTo>
                  <a:pt x="322199" y="150317"/>
                </a:moveTo>
                <a:lnTo>
                  <a:pt x="320675" y="150317"/>
                </a:lnTo>
                <a:lnTo>
                  <a:pt x="319150" y="150748"/>
                </a:lnTo>
                <a:lnTo>
                  <a:pt x="317246" y="151625"/>
                </a:lnTo>
                <a:lnTo>
                  <a:pt x="315213" y="152488"/>
                </a:lnTo>
                <a:lnTo>
                  <a:pt x="290067" y="158762"/>
                </a:lnTo>
                <a:lnTo>
                  <a:pt x="324485" y="158762"/>
                </a:lnTo>
                <a:lnTo>
                  <a:pt x="323214" y="150748"/>
                </a:lnTo>
                <a:lnTo>
                  <a:pt x="322834" y="150456"/>
                </a:lnTo>
                <a:lnTo>
                  <a:pt x="322199" y="150317"/>
                </a:lnTo>
                <a:close/>
              </a:path>
              <a:path w="330200" h="175895">
                <a:moveTo>
                  <a:pt x="318618" y="68541"/>
                </a:moveTo>
                <a:lnTo>
                  <a:pt x="289432" y="68541"/>
                </a:lnTo>
                <a:lnTo>
                  <a:pt x="296925" y="71615"/>
                </a:lnTo>
                <a:lnTo>
                  <a:pt x="301878" y="77749"/>
                </a:lnTo>
                <a:lnTo>
                  <a:pt x="309026" y="100841"/>
                </a:lnTo>
                <a:lnTo>
                  <a:pt x="309117" y="103098"/>
                </a:lnTo>
                <a:lnTo>
                  <a:pt x="329818" y="103098"/>
                </a:lnTo>
                <a:lnTo>
                  <a:pt x="329818" y="98170"/>
                </a:lnTo>
                <a:lnTo>
                  <a:pt x="328802" y="91312"/>
                </a:lnTo>
                <a:lnTo>
                  <a:pt x="327025" y="84886"/>
                </a:lnTo>
                <a:lnTo>
                  <a:pt x="325119" y="78473"/>
                </a:lnTo>
                <a:lnTo>
                  <a:pt x="322199" y="72872"/>
                </a:lnTo>
                <a:lnTo>
                  <a:pt x="318618" y="68541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400296" y="5561710"/>
            <a:ext cx="535305" cy="175895"/>
          </a:xfrm>
          <a:custGeom>
            <a:avLst/>
            <a:gdLst/>
            <a:ahLst/>
            <a:cxnLst/>
            <a:rect l="l" t="t" r="r" b="b"/>
            <a:pathLst>
              <a:path w="535304" h="175895">
                <a:moveTo>
                  <a:pt x="17652" y="54673"/>
                </a:moveTo>
                <a:lnTo>
                  <a:pt x="2727" y="54673"/>
                </a:lnTo>
                <a:lnTo>
                  <a:pt x="673" y="55460"/>
                </a:lnTo>
                <a:lnTo>
                  <a:pt x="901" y="55460"/>
                </a:lnTo>
                <a:lnTo>
                  <a:pt x="582" y="55727"/>
                </a:lnTo>
                <a:lnTo>
                  <a:pt x="332" y="56184"/>
                </a:lnTo>
                <a:lnTo>
                  <a:pt x="0" y="56641"/>
                </a:lnTo>
                <a:lnTo>
                  <a:pt x="0" y="59728"/>
                </a:lnTo>
                <a:lnTo>
                  <a:pt x="425" y="60972"/>
                </a:lnTo>
                <a:lnTo>
                  <a:pt x="725" y="61963"/>
                </a:lnTo>
                <a:lnTo>
                  <a:pt x="1015" y="63080"/>
                </a:lnTo>
                <a:lnTo>
                  <a:pt x="39433" y="170243"/>
                </a:lnTo>
                <a:lnTo>
                  <a:pt x="39877" y="170865"/>
                </a:lnTo>
                <a:lnTo>
                  <a:pt x="40614" y="171564"/>
                </a:lnTo>
                <a:lnTo>
                  <a:pt x="41020" y="172021"/>
                </a:lnTo>
                <a:lnTo>
                  <a:pt x="41909" y="172478"/>
                </a:lnTo>
                <a:lnTo>
                  <a:pt x="44332" y="173266"/>
                </a:lnTo>
                <a:lnTo>
                  <a:pt x="44576" y="173266"/>
                </a:lnTo>
                <a:lnTo>
                  <a:pt x="45720" y="173494"/>
                </a:lnTo>
                <a:lnTo>
                  <a:pt x="46267" y="173494"/>
                </a:lnTo>
                <a:lnTo>
                  <a:pt x="48904" y="173748"/>
                </a:lnTo>
                <a:lnTo>
                  <a:pt x="57657" y="173748"/>
                </a:lnTo>
                <a:lnTo>
                  <a:pt x="73422" y="151930"/>
                </a:lnTo>
                <a:lnTo>
                  <a:pt x="53848" y="151930"/>
                </a:lnTo>
                <a:lnTo>
                  <a:pt x="21843" y="58229"/>
                </a:lnTo>
                <a:lnTo>
                  <a:pt x="21462" y="57492"/>
                </a:lnTo>
                <a:lnTo>
                  <a:pt x="21081" y="56870"/>
                </a:lnTo>
                <a:lnTo>
                  <a:pt x="20700" y="56362"/>
                </a:lnTo>
                <a:lnTo>
                  <a:pt x="20446" y="55867"/>
                </a:lnTo>
                <a:lnTo>
                  <a:pt x="19812" y="55460"/>
                </a:lnTo>
                <a:lnTo>
                  <a:pt x="18287" y="54800"/>
                </a:lnTo>
                <a:lnTo>
                  <a:pt x="17652" y="54673"/>
                </a:lnTo>
                <a:close/>
              </a:path>
              <a:path w="535304" h="175895">
                <a:moveTo>
                  <a:pt x="103631" y="54673"/>
                </a:moveTo>
                <a:lnTo>
                  <a:pt x="89535" y="54673"/>
                </a:lnTo>
                <a:lnTo>
                  <a:pt x="88900" y="54800"/>
                </a:lnTo>
                <a:lnTo>
                  <a:pt x="87375" y="55460"/>
                </a:lnTo>
                <a:lnTo>
                  <a:pt x="86740" y="55867"/>
                </a:lnTo>
                <a:lnTo>
                  <a:pt x="86359" y="56362"/>
                </a:lnTo>
                <a:lnTo>
                  <a:pt x="85851" y="56870"/>
                </a:lnTo>
                <a:lnTo>
                  <a:pt x="85717" y="57200"/>
                </a:lnTo>
                <a:lnTo>
                  <a:pt x="85598" y="57492"/>
                </a:lnTo>
                <a:lnTo>
                  <a:pt x="85534" y="57861"/>
                </a:lnTo>
                <a:lnTo>
                  <a:pt x="85470" y="58229"/>
                </a:lnTo>
                <a:lnTo>
                  <a:pt x="54228" y="150444"/>
                </a:lnTo>
                <a:lnTo>
                  <a:pt x="53848" y="151930"/>
                </a:lnTo>
                <a:lnTo>
                  <a:pt x="73422" y="151930"/>
                </a:lnTo>
                <a:lnTo>
                  <a:pt x="105282" y="63080"/>
                </a:lnTo>
                <a:lnTo>
                  <a:pt x="105537" y="62496"/>
                </a:lnTo>
                <a:lnTo>
                  <a:pt x="105663" y="61963"/>
                </a:lnTo>
                <a:lnTo>
                  <a:pt x="105790" y="61467"/>
                </a:lnTo>
                <a:lnTo>
                  <a:pt x="105917" y="60972"/>
                </a:lnTo>
                <a:lnTo>
                  <a:pt x="106044" y="60515"/>
                </a:lnTo>
                <a:lnTo>
                  <a:pt x="106171" y="56641"/>
                </a:lnTo>
                <a:lnTo>
                  <a:pt x="106016" y="56362"/>
                </a:lnTo>
                <a:lnTo>
                  <a:pt x="105917" y="56184"/>
                </a:lnTo>
                <a:lnTo>
                  <a:pt x="105278" y="55460"/>
                </a:lnTo>
                <a:lnTo>
                  <a:pt x="105449" y="55460"/>
                </a:lnTo>
                <a:lnTo>
                  <a:pt x="103631" y="54673"/>
                </a:lnTo>
                <a:close/>
              </a:path>
              <a:path w="535304" h="175895">
                <a:moveTo>
                  <a:pt x="205019" y="69164"/>
                </a:moveTo>
                <a:lnTo>
                  <a:pt x="168909" y="69164"/>
                </a:lnTo>
                <a:lnTo>
                  <a:pt x="173204" y="69773"/>
                </a:lnTo>
                <a:lnTo>
                  <a:pt x="172991" y="69773"/>
                </a:lnTo>
                <a:lnTo>
                  <a:pt x="187332" y="80556"/>
                </a:lnTo>
                <a:lnTo>
                  <a:pt x="187451" y="80772"/>
                </a:lnTo>
                <a:lnTo>
                  <a:pt x="189229" y="87401"/>
                </a:lnTo>
                <a:lnTo>
                  <a:pt x="189737" y="91211"/>
                </a:lnTo>
                <a:lnTo>
                  <a:pt x="189737" y="104216"/>
                </a:lnTo>
                <a:lnTo>
                  <a:pt x="165607" y="104216"/>
                </a:lnTo>
                <a:lnTo>
                  <a:pt x="157861" y="104978"/>
                </a:lnTo>
                <a:lnTo>
                  <a:pt x="122174" y="124967"/>
                </a:lnTo>
                <a:lnTo>
                  <a:pt x="119506" y="129603"/>
                </a:lnTo>
                <a:lnTo>
                  <a:pt x="118237" y="135077"/>
                </a:lnTo>
                <a:lnTo>
                  <a:pt x="118237" y="146761"/>
                </a:lnTo>
                <a:lnTo>
                  <a:pt x="145795" y="174650"/>
                </a:lnTo>
                <a:lnTo>
                  <a:pt x="151129" y="175425"/>
                </a:lnTo>
                <a:lnTo>
                  <a:pt x="163702" y="175425"/>
                </a:lnTo>
                <a:lnTo>
                  <a:pt x="170179" y="173977"/>
                </a:lnTo>
                <a:lnTo>
                  <a:pt x="182117" y="168173"/>
                </a:lnTo>
                <a:lnTo>
                  <a:pt x="187578" y="164109"/>
                </a:lnTo>
                <a:lnTo>
                  <a:pt x="192062" y="159384"/>
                </a:lnTo>
                <a:lnTo>
                  <a:pt x="153669" y="159384"/>
                </a:lnTo>
                <a:lnTo>
                  <a:pt x="148462" y="157670"/>
                </a:lnTo>
                <a:lnTo>
                  <a:pt x="141096" y="150799"/>
                </a:lnTo>
                <a:lnTo>
                  <a:pt x="139318" y="146176"/>
                </a:lnTo>
                <a:lnTo>
                  <a:pt x="139318" y="136982"/>
                </a:lnTo>
                <a:lnTo>
                  <a:pt x="166624" y="118998"/>
                </a:lnTo>
                <a:lnTo>
                  <a:pt x="210057" y="118998"/>
                </a:lnTo>
                <a:lnTo>
                  <a:pt x="210023" y="87401"/>
                </a:lnTo>
                <a:lnTo>
                  <a:pt x="209295" y="81597"/>
                </a:lnTo>
                <a:lnTo>
                  <a:pt x="207779" y="76403"/>
                </a:lnTo>
                <a:lnTo>
                  <a:pt x="206120" y="71158"/>
                </a:lnTo>
                <a:lnTo>
                  <a:pt x="205019" y="69164"/>
                </a:lnTo>
                <a:close/>
              </a:path>
              <a:path w="535304" h="175895">
                <a:moveTo>
                  <a:pt x="210057" y="158889"/>
                </a:moveTo>
                <a:lnTo>
                  <a:pt x="192531" y="158889"/>
                </a:lnTo>
                <a:lnTo>
                  <a:pt x="192531" y="171069"/>
                </a:lnTo>
                <a:lnTo>
                  <a:pt x="197484" y="173685"/>
                </a:lnTo>
                <a:lnTo>
                  <a:pt x="205231" y="173685"/>
                </a:lnTo>
                <a:lnTo>
                  <a:pt x="210057" y="171069"/>
                </a:lnTo>
                <a:lnTo>
                  <a:pt x="210057" y="158889"/>
                </a:lnTo>
                <a:close/>
              </a:path>
              <a:path w="535304" h="175895">
                <a:moveTo>
                  <a:pt x="210057" y="118998"/>
                </a:moveTo>
                <a:lnTo>
                  <a:pt x="189737" y="118998"/>
                </a:lnTo>
                <a:lnTo>
                  <a:pt x="189737" y="142735"/>
                </a:lnTo>
                <a:lnTo>
                  <a:pt x="184657" y="148374"/>
                </a:lnTo>
                <a:lnTo>
                  <a:pt x="179831" y="152552"/>
                </a:lnTo>
                <a:lnTo>
                  <a:pt x="170687" y="158026"/>
                </a:lnTo>
                <a:lnTo>
                  <a:pt x="165607" y="159384"/>
                </a:lnTo>
                <a:lnTo>
                  <a:pt x="192062" y="159384"/>
                </a:lnTo>
                <a:lnTo>
                  <a:pt x="192531" y="158889"/>
                </a:lnTo>
                <a:lnTo>
                  <a:pt x="210057" y="158889"/>
                </a:lnTo>
                <a:lnTo>
                  <a:pt x="210057" y="118998"/>
                </a:lnTo>
                <a:close/>
              </a:path>
              <a:path w="535304" h="175895">
                <a:moveTo>
                  <a:pt x="173989" y="52514"/>
                </a:moveTo>
                <a:lnTo>
                  <a:pt x="161670" y="52514"/>
                </a:lnTo>
                <a:lnTo>
                  <a:pt x="157479" y="52908"/>
                </a:lnTo>
                <a:lnTo>
                  <a:pt x="132079" y="60655"/>
                </a:lnTo>
                <a:lnTo>
                  <a:pt x="129286" y="62102"/>
                </a:lnTo>
                <a:lnTo>
                  <a:pt x="123936" y="69164"/>
                </a:lnTo>
                <a:lnTo>
                  <a:pt x="124004" y="76403"/>
                </a:lnTo>
                <a:lnTo>
                  <a:pt x="124205" y="77228"/>
                </a:lnTo>
                <a:lnTo>
                  <a:pt x="124353" y="77723"/>
                </a:lnTo>
                <a:lnTo>
                  <a:pt x="124459" y="78079"/>
                </a:lnTo>
                <a:lnTo>
                  <a:pt x="125221" y="79400"/>
                </a:lnTo>
                <a:lnTo>
                  <a:pt x="125602" y="79895"/>
                </a:lnTo>
                <a:lnTo>
                  <a:pt x="126618" y="80556"/>
                </a:lnTo>
                <a:lnTo>
                  <a:pt x="127283" y="80772"/>
                </a:lnTo>
                <a:lnTo>
                  <a:pt x="128786" y="80772"/>
                </a:lnTo>
                <a:lnTo>
                  <a:pt x="130301" y="80124"/>
                </a:lnTo>
                <a:lnTo>
                  <a:pt x="134365" y="77723"/>
                </a:lnTo>
                <a:lnTo>
                  <a:pt x="136905" y="76403"/>
                </a:lnTo>
                <a:lnTo>
                  <a:pt x="159130" y="69164"/>
                </a:lnTo>
                <a:lnTo>
                  <a:pt x="205019" y="69164"/>
                </a:lnTo>
                <a:lnTo>
                  <a:pt x="203707" y="66789"/>
                </a:lnTo>
                <a:lnTo>
                  <a:pt x="200254" y="63372"/>
                </a:lnTo>
                <a:lnTo>
                  <a:pt x="196723" y="59740"/>
                </a:lnTo>
                <a:lnTo>
                  <a:pt x="192150" y="57073"/>
                </a:lnTo>
                <a:lnTo>
                  <a:pt x="180848" y="53428"/>
                </a:lnTo>
                <a:lnTo>
                  <a:pt x="173989" y="52514"/>
                </a:lnTo>
                <a:close/>
              </a:path>
              <a:path w="535304" h="175895">
                <a:moveTo>
                  <a:pt x="264413" y="380"/>
                </a:moveTo>
                <a:lnTo>
                  <a:pt x="251713" y="380"/>
                </a:lnTo>
                <a:lnTo>
                  <a:pt x="250570" y="634"/>
                </a:lnTo>
                <a:lnTo>
                  <a:pt x="247903" y="2666"/>
                </a:lnTo>
                <a:lnTo>
                  <a:pt x="247903" y="171170"/>
                </a:lnTo>
                <a:lnTo>
                  <a:pt x="254380" y="173723"/>
                </a:lnTo>
                <a:lnTo>
                  <a:pt x="261746" y="173723"/>
                </a:lnTo>
                <a:lnTo>
                  <a:pt x="268224" y="170611"/>
                </a:lnTo>
                <a:lnTo>
                  <a:pt x="268224" y="3301"/>
                </a:lnTo>
                <a:lnTo>
                  <a:pt x="264413" y="380"/>
                </a:lnTo>
                <a:close/>
              </a:path>
              <a:path w="535304" h="175895">
                <a:moveTo>
                  <a:pt x="261746" y="0"/>
                </a:moveTo>
                <a:lnTo>
                  <a:pt x="254380" y="0"/>
                </a:lnTo>
                <a:lnTo>
                  <a:pt x="252285" y="380"/>
                </a:lnTo>
                <a:lnTo>
                  <a:pt x="263651" y="380"/>
                </a:lnTo>
                <a:lnTo>
                  <a:pt x="261746" y="0"/>
                </a:lnTo>
                <a:close/>
              </a:path>
              <a:path w="535304" h="175895">
                <a:moveTo>
                  <a:pt x="319024" y="54317"/>
                </a:moveTo>
                <a:lnTo>
                  <a:pt x="311784" y="54317"/>
                </a:lnTo>
                <a:lnTo>
                  <a:pt x="309117" y="54571"/>
                </a:lnTo>
                <a:lnTo>
                  <a:pt x="307975" y="54813"/>
                </a:lnTo>
                <a:lnTo>
                  <a:pt x="307213" y="55194"/>
                </a:lnTo>
                <a:lnTo>
                  <a:pt x="306324" y="55562"/>
                </a:lnTo>
                <a:lnTo>
                  <a:pt x="305815" y="55981"/>
                </a:lnTo>
                <a:lnTo>
                  <a:pt x="305562" y="56426"/>
                </a:lnTo>
                <a:lnTo>
                  <a:pt x="305180" y="56883"/>
                </a:lnTo>
                <a:lnTo>
                  <a:pt x="305157" y="135013"/>
                </a:lnTo>
                <a:lnTo>
                  <a:pt x="313943" y="161569"/>
                </a:lnTo>
                <a:lnTo>
                  <a:pt x="316991" y="165836"/>
                </a:lnTo>
                <a:lnTo>
                  <a:pt x="321182" y="169202"/>
                </a:lnTo>
                <a:lnTo>
                  <a:pt x="331342" y="174180"/>
                </a:lnTo>
                <a:lnTo>
                  <a:pt x="337692" y="175425"/>
                </a:lnTo>
                <a:lnTo>
                  <a:pt x="351408" y="175425"/>
                </a:lnTo>
                <a:lnTo>
                  <a:pt x="357758" y="173799"/>
                </a:lnTo>
                <a:lnTo>
                  <a:pt x="370204" y="167347"/>
                </a:lnTo>
                <a:lnTo>
                  <a:pt x="376427" y="162204"/>
                </a:lnTo>
                <a:lnTo>
                  <a:pt x="380508" y="157772"/>
                </a:lnTo>
                <a:lnTo>
                  <a:pt x="345313" y="157772"/>
                </a:lnTo>
                <a:lnTo>
                  <a:pt x="341883" y="157010"/>
                </a:lnTo>
                <a:lnTo>
                  <a:pt x="327151" y="138950"/>
                </a:lnTo>
                <a:lnTo>
                  <a:pt x="326136" y="135013"/>
                </a:lnTo>
                <a:lnTo>
                  <a:pt x="325754" y="129768"/>
                </a:lnTo>
                <a:lnTo>
                  <a:pt x="325754" y="57442"/>
                </a:lnTo>
                <a:lnTo>
                  <a:pt x="325500" y="56883"/>
                </a:lnTo>
                <a:lnTo>
                  <a:pt x="325246" y="56426"/>
                </a:lnTo>
                <a:lnTo>
                  <a:pt x="324865" y="55981"/>
                </a:lnTo>
                <a:lnTo>
                  <a:pt x="324357" y="55562"/>
                </a:lnTo>
                <a:lnTo>
                  <a:pt x="323468" y="55194"/>
                </a:lnTo>
                <a:lnTo>
                  <a:pt x="322706" y="54813"/>
                </a:lnTo>
                <a:lnTo>
                  <a:pt x="321690" y="54571"/>
                </a:lnTo>
                <a:lnTo>
                  <a:pt x="319024" y="54317"/>
                </a:lnTo>
                <a:close/>
              </a:path>
              <a:path w="535304" h="175895">
                <a:moveTo>
                  <a:pt x="401430" y="155168"/>
                </a:moveTo>
                <a:lnTo>
                  <a:pt x="382904" y="155168"/>
                </a:lnTo>
                <a:lnTo>
                  <a:pt x="383031" y="171170"/>
                </a:lnTo>
                <a:lnTo>
                  <a:pt x="383539" y="172084"/>
                </a:lnTo>
                <a:lnTo>
                  <a:pt x="383920" y="172478"/>
                </a:lnTo>
                <a:lnTo>
                  <a:pt x="384682" y="172808"/>
                </a:lnTo>
                <a:lnTo>
                  <a:pt x="385317" y="173139"/>
                </a:lnTo>
                <a:lnTo>
                  <a:pt x="386333" y="173393"/>
                </a:lnTo>
                <a:lnTo>
                  <a:pt x="389303" y="173799"/>
                </a:lnTo>
                <a:lnTo>
                  <a:pt x="394794" y="173799"/>
                </a:lnTo>
                <a:lnTo>
                  <a:pt x="401319" y="171170"/>
                </a:lnTo>
                <a:lnTo>
                  <a:pt x="401430" y="155168"/>
                </a:lnTo>
                <a:close/>
              </a:path>
              <a:path w="535304" h="175895">
                <a:moveTo>
                  <a:pt x="394842" y="54317"/>
                </a:moveTo>
                <a:lnTo>
                  <a:pt x="387476" y="54317"/>
                </a:lnTo>
                <a:lnTo>
                  <a:pt x="384937" y="54571"/>
                </a:lnTo>
                <a:lnTo>
                  <a:pt x="383793" y="54813"/>
                </a:lnTo>
                <a:lnTo>
                  <a:pt x="383031" y="55194"/>
                </a:lnTo>
                <a:lnTo>
                  <a:pt x="382142" y="55562"/>
                </a:lnTo>
                <a:lnTo>
                  <a:pt x="381634" y="55981"/>
                </a:lnTo>
                <a:lnTo>
                  <a:pt x="381253" y="56426"/>
                </a:lnTo>
                <a:lnTo>
                  <a:pt x="381000" y="56883"/>
                </a:lnTo>
                <a:lnTo>
                  <a:pt x="380873" y="136270"/>
                </a:lnTo>
                <a:lnTo>
                  <a:pt x="375157" y="143319"/>
                </a:lnTo>
                <a:lnTo>
                  <a:pt x="369696" y="148666"/>
                </a:lnTo>
                <a:lnTo>
                  <a:pt x="359537" y="155955"/>
                </a:lnTo>
                <a:lnTo>
                  <a:pt x="354456" y="157772"/>
                </a:lnTo>
                <a:lnTo>
                  <a:pt x="380508" y="157772"/>
                </a:lnTo>
                <a:lnTo>
                  <a:pt x="382904" y="155168"/>
                </a:lnTo>
                <a:lnTo>
                  <a:pt x="401430" y="155168"/>
                </a:lnTo>
                <a:lnTo>
                  <a:pt x="401319" y="56883"/>
                </a:lnTo>
                <a:lnTo>
                  <a:pt x="400557" y="55981"/>
                </a:lnTo>
                <a:lnTo>
                  <a:pt x="400050" y="55562"/>
                </a:lnTo>
                <a:lnTo>
                  <a:pt x="398525" y="54813"/>
                </a:lnTo>
                <a:lnTo>
                  <a:pt x="397509" y="54571"/>
                </a:lnTo>
                <a:lnTo>
                  <a:pt x="394842" y="54317"/>
                </a:lnTo>
                <a:close/>
              </a:path>
              <a:path w="535304" h="175895">
                <a:moveTo>
                  <a:pt x="494791" y="52514"/>
                </a:moveTo>
                <a:lnTo>
                  <a:pt x="477774" y="52514"/>
                </a:lnTo>
                <a:lnTo>
                  <a:pt x="470407" y="53949"/>
                </a:lnTo>
                <a:lnTo>
                  <a:pt x="438530" y="80949"/>
                </a:lnTo>
                <a:lnTo>
                  <a:pt x="432544" y="121877"/>
                </a:lnTo>
                <a:lnTo>
                  <a:pt x="433244" y="128758"/>
                </a:lnTo>
                <a:lnTo>
                  <a:pt x="451357" y="165188"/>
                </a:lnTo>
                <a:lnTo>
                  <a:pt x="479043" y="175425"/>
                </a:lnTo>
                <a:lnTo>
                  <a:pt x="493521" y="175425"/>
                </a:lnTo>
                <a:lnTo>
                  <a:pt x="524255" y="168528"/>
                </a:lnTo>
                <a:lnTo>
                  <a:pt x="526541" y="167487"/>
                </a:lnTo>
                <a:lnTo>
                  <a:pt x="527938" y="166738"/>
                </a:lnTo>
                <a:lnTo>
                  <a:pt x="528319" y="166281"/>
                </a:lnTo>
                <a:lnTo>
                  <a:pt x="528827" y="165836"/>
                </a:lnTo>
                <a:lnTo>
                  <a:pt x="530155" y="158762"/>
                </a:lnTo>
                <a:lnTo>
                  <a:pt x="483488" y="158762"/>
                </a:lnTo>
                <a:lnTo>
                  <a:pt x="477774" y="157810"/>
                </a:lnTo>
                <a:lnTo>
                  <a:pt x="453643" y="124345"/>
                </a:lnTo>
                <a:lnTo>
                  <a:pt x="453643" y="118135"/>
                </a:lnTo>
                <a:lnTo>
                  <a:pt x="529336" y="118135"/>
                </a:lnTo>
                <a:lnTo>
                  <a:pt x="531240" y="117449"/>
                </a:lnTo>
                <a:lnTo>
                  <a:pt x="532764" y="116077"/>
                </a:lnTo>
                <a:lnTo>
                  <a:pt x="534415" y="114719"/>
                </a:lnTo>
                <a:lnTo>
                  <a:pt x="535304" y="112420"/>
                </a:lnTo>
                <a:lnTo>
                  <a:pt x="535304" y="103098"/>
                </a:lnTo>
                <a:lnTo>
                  <a:pt x="453643" y="103098"/>
                </a:lnTo>
                <a:lnTo>
                  <a:pt x="453770" y="98539"/>
                </a:lnTo>
                <a:lnTo>
                  <a:pt x="454467" y="94547"/>
                </a:lnTo>
                <a:lnTo>
                  <a:pt x="454532" y="94170"/>
                </a:lnTo>
                <a:lnTo>
                  <a:pt x="455929" y="89979"/>
                </a:lnTo>
                <a:lnTo>
                  <a:pt x="457453" y="85801"/>
                </a:lnTo>
                <a:lnTo>
                  <a:pt x="459358" y="82130"/>
                </a:lnTo>
                <a:lnTo>
                  <a:pt x="462025" y="78981"/>
                </a:lnTo>
                <a:lnTo>
                  <a:pt x="464565" y="75844"/>
                </a:lnTo>
                <a:lnTo>
                  <a:pt x="467740" y="73317"/>
                </a:lnTo>
                <a:lnTo>
                  <a:pt x="471550" y="71399"/>
                </a:lnTo>
                <a:lnTo>
                  <a:pt x="475488" y="69494"/>
                </a:lnTo>
                <a:lnTo>
                  <a:pt x="479932" y="68541"/>
                </a:lnTo>
                <a:lnTo>
                  <a:pt x="524104" y="68541"/>
                </a:lnTo>
                <a:lnTo>
                  <a:pt x="519683" y="63347"/>
                </a:lnTo>
                <a:lnTo>
                  <a:pt x="514740" y="59664"/>
                </a:lnTo>
                <a:lnTo>
                  <a:pt x="508507" y="56743"/>
                </a:lnTo>
                <a:lnTo>
                  <a:pt x="502341" y="53949"/>
                </a:lnTo>
                <a:lnTo>
                  <a:pt x="494791" y="52514"/>
                </a:lnTo>
                <a:close/>
              </a:path>
              <a:path w="535304" h="175895">
                <a:moveTo>
                  <a:pt x="527684" y="150317"/>
                </a:moveTo>
                <a:lnTo>
                  <a:pt x="526161" y="150317"/>
                </a:lnTo>
                <a:lnTo>
                  <a:pt x="524637" y="150748"/>
                </a:lnTo>
                <a:lnTo>
                  <a:pt x="522731" y="151625"/>
                </a:lnTo>
                <a:lnTo>
                  <a:pt x="520700" y="152488"/>
                </a:lnTo>
                <a:lnTo>
                  <a:pt x="495553" y="158762"/>
                </a:lnTo>
                <a:lnTo>
                  <a:pt x="530155" y="158762"/>
                </a:lnTo>
                <a:lnTo>
                  <a:pt x="528192" y="150456"/>
                </a:lnTo>
                <a:lnTo>
                  <a:pt x="527684" y="150317"/>
                </a:lnTo>
                <a:close/>
              </a:path>
              <a:path w="535304" h="175895">
                <a:moveTo>
                  <a:pt x="524104" y="68541"/>
                </a:moveTo>
                <a:lnTo>
                  <a:pt x="494918" y="68541"/>
                </a:lnTo>
                <a:lnTo>
                  <a:pt x="502412" y="71615"/>
                </a:lnTo>
                <a:lnTo>
                  <a:pt x="507364" y="77749"/>
                </a:lnTo>
                <a:lnTo>
                  <a:pt x="510674" y="82778"/>
                </a:lnTo>
                <a:lnTo>
                  <a:pt x="512984" y="88680"/>
                </a:lnTo>
                <a:lnTo>
                  <a:pt x="514294" y="95455"/>
                </a:lnTo>
                <a:lnTo>
                  <a:pt x="514404" y="98170"/>
                </a:lnTo>
                <a:lnTo>
                  <a:pt x="514512" y="100841"/>
                </a:lnTo>
                <a:lnTo>
                  <a:pt x="514603" y="103098"/>
                </a:lnTo>
                <a:lnTo>
                  <a:pt x="535304" y="103098"/>
                </a:lnTo>
                <a:lnTo>
                  <a:pt x="535304" y="98170"/>
                </a:lnTo>
                <a:lnTo>
                  <a:pt x="534288" y="91312"/>
                </a:lnTo>
                <a:lnTo>
                  <a:pt x="532511" y="84886"/>
                </a:lnTo>
                <a:lnTo>
                  <a:pt x="530605" y="78473"/>
                </a:lnTo>
                <a:lnTo>
                  <a:pt x="527684" y="72872"/>
                </a:lnTo>
                <a:lnTo>
                  <a:pt x="524104" y="68541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0" name="object 120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5044059" y="5560821"/>
            <a:ext cx="203200" cy="176314"/>
          </a:xfrm>
          <a:prstGeom prst="rect">
            <a:avLst/>
          </a:prstGeom>
        </p:spPr>
      </p:pic>
      <p:pic>
        <p:nvPicPr>
          <p:cNvPr id="121" name="object 121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5339715" y="5561710"/>
            <a:ext cx="995048" cy="175425"/>
          </a:xfrm>
          <a:prstGeom prst="rect">
            <a:avLst/>
          </a:prstGeom>
        </p:spPr>
      </p:pic>
      <p:pic>
        <p:nvPicPr>
          <p:cNvPr id="122" name="object 122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6454521" y="5569839"/>
            <a:ext cx="130682" cy="167297"/>
          </a:xfrm>
          <a:prstGeom prst="rect">
            <a:avLst/>
          </a:prstGeom>
        </p:spPr>
      </p:pic>
      <p:pic>
        <p:nvPicPr>
          <p:cNvPr id="123" name="object 123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6689511" y="5571616"/>
            <a:ext cx="166457" cy="199136"/>
          </a:xfrm>
          <a:prstGeom prst="rect">
            <a:avLst/>
          </a:prstGeom>
        </p:spPr>
      </p:pic>
      <p:sp>
        <p:nvSpPr>
          <p:cNvPr id="124" name="object 124"/>
          <p:cNvSpPr/>
          <p:nvPr/>
        </p:nvSpPr>
        <p:spPr>
          <a:xfrm>
            <a:off x="6961885" y="5561710"/>
            <a:ext cx="330200" cy="175895"/>
          </a:xfrm>
          <a:custGeom>
            <a:avLst/>
            <a:gdLst/>
            <a:ahLst/>
            <a:cxnLst/>
            <a:rect l="l" t="t" r="r" b="b"/>
            <a:pathLst>
              <a:path w="330200" h="175895">
                <a:moveTo>
                  <a:pt x="40259" y="71907"/>
                </a:moveTo>
                <a:lnTo>
                  <a:pt x="19685" y="71907"/>
                </a:lnTo>
                <a:lnTo>
                  <a:pt x="19685" y="143725"/>
                </a:lnTo>
                <a:lnTo>
                  <a:pt x="46609" y="175171"/>
                </a:lnTo>
                <a:lnTo>
                  <a:pt x="54356" y="175171"/>
                </a:lnTo>
                <a:lnTo>
                  <a:pt x="56261" y="175044"/>
                </a:lnTo>
                <a:lnTo>
                  <a:pt x="60071" y="174548"/>
                </a:lnTo>
                <a:lnTo>
                  <a:pt x="61849" y="174244"/>
                </a:lnTo>
                <a:lnTo>
                  <a:pt x="63500" y="173862"/>
                </a:lnTo>
                <a:lnTo>
                  <a:pt x="65278" y="173494"/>
                </a:lnTo>
                <a:lnTo>
                  <a:pt x="70993" y="170573"/>
                </a:lnTo>
                <a:lnTo>
                  <a:pt x="71755" y="169913"/>
                </a:lnTo>
                <a:lnTo>
                  <a:pt x="72080" y="169024"/>
                </a:lnTo>
                <a:lnTo>
                  <a:pt x="72136" y="168871"/>
                </a:lnTo>
                <a:lnTo>
                  <a:pt x="72898" y="166065"/>
                </a:lnTo>
                <a:lnTo>
                  <a:pt x="72771" y="158026"/>
                </a:lnTo>
                <a:lnTo>
                  <a:pt x="72722" y="157645"/>
                </a:lnTo>
                <a:lnTo>
                  <a:pt x="50038" y="157645"/>
                </a:lnTo>
                <a:lnTo>
                  <a:pt x="45974" y="155676"/>
                </a:lnTo>
                <a:lnTo>
                  <a:pt x="41402" y="147815"/>
                </a:lnTo>
                <a:lnTo>
                  <a:pt x="40259" y="141985"/>
                </a:lnTo>
                <a:lnTo>
                  <a:pt x="40259" y="71907"/>
                </a:lnTo>
                <a:close/>
              </a:path>
              <a:path w="330200" h="175895">
                <a:moveTo>
                  <a:pt x="71135" y="154355"/>
                </a:moveTo>
                <a:lnTo>
                  <a:pt x="68707" y="154355"/>
                </a:lnTo>
                <a:lnTo>
                  <a:pt x="67945" y="154724"/>
                </a:lnTo>
                <a:lnTo>
                  <a:pt x="66167" y="155498"/>
                </a:lnTo>
                <a:lnTo>
                  <a:pt x="64897" y="155905"/>
                </a:lnTo>
                <a:lnTo>
                  <a:pt x="63754" y="156324"/>
                </a:lnTo>
                <a:lnTo>
                  <a:pt x="62484" y="156717"/>
                </a:lnTo>
                <a:lnTo>
                  <a:pt x="59436" y="157467"/>
                </a:lnTo>
                <a:lnTo>
                  <a:pt x="57785" y="157645"/>
                </a:lnTo>
                <a:lnTo>
                  <a:pt x="72722" y="157645"/>
                </a:lnTo>
                <a:lnTo>
                  <a:pt x="72644" y="157022"/>
                </a:lnTo>
                <a:lnTo>
                  <a:pt x="72414" y="156324"/>
                </a:lnTo>
                <a:lnTo>
                  <a:pt x="72315" y="155905"/>
                </a:lnTo>
                <a:lnTo>
                  <a:pt x="72191" y="155498"/>
                </a:lnTo>
                <a:lnTo>
                  <a:pt x="72009" y="155079"/>
                </a:lnTo>
                <a:lnTo>
                  <a:pt x="71779" y="154724"/>
                </a:lnTo>
                <a:lnTo>
                  <a:pt x="71135" y="154355"/>
                </a:lnTo>
                <a:close/>
              </a:path>
              <a:path w="330200" h="175895">
                <a:moveTo>
                  <a:pt x="69596" y="54876"/>
                </a:moveTo>
                <a:lnTo>
                  <a:pt x="3556" y="54876"/>
                </a:lnTo>
                <a:lnTo>
                  <a:pt x="2921" y="55016"/>
                </a:lnTo>
                <a:lnTo>
                  <a:pt x="2413" y="55308"/>
                </a:lnTo>
                <a:lnTo>
                  <a:pt x="1778" y="55600"/>
                </a:lnTo>
                <a:lnTo>
                  <a:pt x="0" y="60553"/>
                </a:lnTo>
                <a:lnTo>
                  <a:pt x="0" y="66433"/>
                </a:lnTo>
                <a:lnTo>
                  <a:pt x="381" y="68592"/>
                </a:lnTo>
                <a:lnTo>
                  <a:pt x="1016" y="69913"/>
                </a:lnTo>
                <a:lnTo>
                  <a:pt x="1778" y="71234"/>
                </a:lnTo>
                <a:lnTo>
                  <a:pt x="2794" y="71907"/>
                </a:lnTo>
                <a:lnTo>
                  <a:pt x="70104" y="71907"/>
                </a:lnTo>
                <a:lnTo>
                  <a:pt x="71120" y="71234"/>
                </a:lnTo>
                <a:lnTo>
                  <a:pt x="72644" y="68592"/>
                </a:lnTo>
                <a:lnTo>
                  <a:pt x="73025" y="66433"/>
                </a:lnTo>
                <a:lnTo>
                  <a:pt x="72898" y="60553"/>
                </a:lnTo>
                <a:lnTo>
                  <a:pt x="72771" y="59474"/>
                </a:lnTo>
                <a:lnTo>
                  <a:pt x="72644" y="58394"/>
                </a:lnTo>
                <a:lnTo>
                  <a:pt x="72390" y="57505"/>
                </a:lnTo>
                <a:lnTo>
                  <a:pt x="71628" y="56095"/>
                </a:lnTo>
                <a:lnTo>
                  <a:pt x="71120" y="55600"/>
                </a:lnTo>
                <a:lnTo>
                  <a:pt x="70104" y="55016"/>
                </a:lnTo>
                <a:lnTo>
                  <a:pt x="69596" y="54876"/>
                </a:lnTo>
                <a:close/>
              </a:path>
              <a:path w="330200" h="175895">
                <a:moveTo>
                  <a:pt x="33655" y="24383"/>
                </a:moveTo>
                <a:lnTo>
                  <a:pt x="26289" y="24383"/>
                </a:lnTo>
                <a:lnTo>
                  <a:pt x="24892" y="24510"/>
                </a:lnTo>
                <a:lnTo>
                  <a:pt x="20193" y="26669"/>
                </a:lnTo>
                <a:lnTo>
                  <a:pt x="19812" y="27165"/>
                </a:lnTo>
                <a:lnTo>
                  <a:pt x="19685" y="54876"/>
                </a:lnTo>
                <a:lnTo>
                  <a:pt x="40259" y="54876"/>
                </a:lnTo>
                <a:lnTo>
                  <a:pt x="40259" y="27698"/>
                </a:lnTo>
                <a:lnTo>
                  <a:pt x="39750" y="26669"/>
                </a:lnTo>
                <a:lnTo>
                  <a:pt x="35052" y="24510"/>
                </a:lnTo>
                <a:lnTo>
                  <a:pt x="33655" y="24383"/>
                </a:lnTo>
                <a:close/>
              </a:path>
              <a:path w="330200" h="175895">
                <a:moveTo>
                  <a:pt x="116840" y="380"/>
                </a:moveTo>
                <a:lnTo>
                  <a:pt x="104140" y="380"/>
                </a:lnTo>
                <a:lnTo>
                  <a:pt x="102997" y="634"/>
                </a:lnTo>
                <a:lnTo>
                  <a:pt x="100330" y="2666"/>
                </a:lnTo>
                <a:lnTo>
                  <a:pt x="100330" y="171170"/>
                </a:lnTo>
                <a:lnTo>
                  <a:pt x="106807" y="173723"/>
                </a:lnTo>
                <a:lnTo>
                  <a:pt x="114173" y="173723"/>
                </a:lnTo>
                <a:lnTo>
                  <a:pt x="120650" y="91782"/>
                </a:lnTo>
                <a:lnTo>
                  <a:pt x="126365" y="84747"/>
                </a:lnTo>
                <a:lnTo>
                  <a:pt x="131699" y="79400"/>
                </a:lnTo>
                <a:lnTo>
                  <a:pt x="136906" y="75755"/>
                </a:lnTo>
                <a:lnTo>
                  <a:pt x="141986" y="72110"/>
                </a:lnTo>
                <a:lnTo>
                  <a:pt x="145059" y="71031"/>
                </a:lnTo>
                <a:lnTo>
                  <a:pt x="120650" y="71031"/>
                </a:lnTo>
                <a:lnTo>
                  <a:pt x="120615" y="52514"/>
                </a:lnTo>
                <a:lnTo>
                  <a:pt x="120523" y="2666"/>
                </a:lnTo>
                <a:lnTo>
                  <a:pt x="117856" y="634"/>
                </a:lnTo>
                <a:lnTo>
                  <a:pt x="116840" y="380"/>
                </a:lnTo>
                <a:close/>
              </a:path>
              <a:path w="330200" h="175895">
                <a:moveTo>
                  <a:pt x="190594" y="70281"/>
                </a:moveTo>
                <a:lnTo>
                  <a:pt x="156210" y="70281"/>
                </a:lnTo>
                <a:lnTo>
                  <a:pt x="159766" y="71031"/>
                </a:lnTo>
                <a:lnTo>
                  <a:pt x="165862" y="74015"/>
                </a:lnTo>
                <a:lnTo>
                  <a:pt x="176149" y="171170"/>
                </a:lnTo>
                <a:lnTo>
                  <a:pt x="176530" y="171627"/>
                </a:lnTo>
                <a:lnTo>
                  <a:pt x="176784" y="172084"/>
                </a:lnTo>
                <a:lnTo>
                  <a:pt x="177419" y="172478"/>
                </a:lnTo>
                <a:lnTo>
                  <a:pt x="178181" y="172808"/>
                </a:lnTo>
                <a:lnTo>
                  <a:pt x="178816" y="173139"/>
                </a:lnTo>
                <a:lnTo>
                  <a:pt x="179959" y="173393"/>
                </a:lnTo>
                <a:lnTo>
                  <a:pt x="182499" y="173723"/>
                </a:lnTo>
                <a:lnTo>
                  <a:pt x="189992" y="173723"/>
                </a:lnTo>
                <a:lnTo>
                  <a:pt x="195961" y="171627"/>
                </a:lnTo>
                <a:lnTo>
                  <a:pt x="196342" y="171170"/>
                </a:lnTo>
                <a:lnTo>
                  <a:pt x="196280" y="91782"/>
                </a:lnTo>
                <a:lnTo>
                  <a:pt x="195834" y="86956"/>
                </a:lnTo>
                <a:lnTo>
                  <a:pt x="193177" y="76174"/>
                </a:lnTo>
                <a:lnTo>
                  <a:pt x="193074" y="75755"/>
                </a:lnTo>
                <a:lnTo>
                  <a:pt x="193040" y="75615"/>
                </a:lnTo>
                <a:lnTo>
                  <a:pt x="190881" y="70662"/>
                </a:lnTo>
                <a:lnTo>
                  <a:pt x="190594" y="70281"/>
                </a:lnTo>
                <a:close/>
              </a:path>
              <a:path w="330200" h="175895">
                <a:moveTo>
                  <a:pt x="163957" y="52514"/>
                </a:moveTo>
                <a:lnTo>
                  <a:pt x="150495" y="52514"/>
                </a:lnTo>
                <a:lnTo>
                  <a:pt x="144399" y="54025"/>
                </a:lnTo>
                <a:lnTo>
                  <a:pt x="132461" y="60070"/>
                </a:lnTo>
                <a:lnTo>
                  <a:pt x="126619" y="64693"/>
                </a:lnTo>
                <a:lnTo>
                  <a:pt x="120527" y="71031"/>
                </a:lnTo>
                <a:lnTo>
                  <a:pt x="145059" y="71031"/>
                </a:lnTo>
                <a:lnTo>
                  <a:pt x="147193" y="70281"/>
                </a:lnTo>
                <a:lnTo>
                  <a:pt x="190594" y="70281"/>
                </a:lnTo>
                <a:lnTo>
                  <a:pt x="184531" y="62204"/>
                </a:lnTo>
                <a:lnTo>
                  <a:pt x="180467" y="58839"/>
                </a:lnTo>
                <a:lnTo>
                  <a:pt x="175387" y="56311"/>
                </a:lnTo>
                <a:lnTo>
                  <a:pt x="170180" y="53784"/>
                </a:lnTo>
                <a:lnTo>
                  <a:pt x="163957" y="52514"/>
                </a:lnTo>
                <a:close/>
              </a:path>
              <a:path w="330200" h="175895">
                <a:moveTo>
                  <a:pt x="114173" y="0"/>
                </a:moveTo>
                <a:lnTo>
                  <a:pt x="106807" y="0"/>
                </a:lnTo>
                <a:lnTo>
                  <a:pt x="104711" y="380"/>
                </a:lnTo>
                <a:lnTo>
                  <a:pt x="116077" y="380"/>
                </a:lnTo>
                <a:lnTo>
                  <a:pt x="114173" y="0"/>
                </a:lnTo>
                <a:close/>
              </a:path>
              <a:path w="330200" h="175895">
                <a:moveTo>
                  <a:pt x="289306" y="52514"/>
                </a:moveTo>
                <a:lnTo>
                  <a:pt x="272288" y="52514"/>
                </a:lnTo>
                <a:lnTo>
                  <a:pt x="264922" y="53949"/>
                </a:lnTo>
                <a:lnTo>
                  <a:pt x="233045" y="80949"/>
                </a:lnTo>
                <a:lnTo>
                  <a:pt x="229071" y="94170"/>
                </a:lnTo>
                <a:lnTo>
                  <a:pt x="228965" y="94547"/>
                </a:lnTo>
                <a:lnTo>
                  <a:pt x="227774" y="100841"/>
                </a:lnTo>
                <a:lnTo>
                  <a:pt x="227060" y="107501"/>
                </a:lnTo>
                <a:lnTo>
                  <a:pt x="227058" y="121877"/>
                </a:lnTo>
                <a:lnTo>
                  <a:pt x="227758" y="128758"/>
                </a:lnTo>
                <a:lnTo>
                  <a:pt x="245872" y="165188"/>
                </a:lnTo>
                <a:lnTo>
                  <a:pt x="273558" y="175425"/>
                </a:lnTo>
                <a:lnTo>
                  <a:pt x="288036" y="175425"/>
                </a:lnTo>
                <a:lnTo>
                  <a:pt x="318770" y="168528"/>
                </a:lnTo>
                <a:lnTo>
                  <a:pt x="321056" y="167487"/>
                </a:lnTo>
                <a:lnTo>
                  <a:pt x="322453" y="166738"/>
                </a:lnTo>
                <a:lnTo>
                  <a:pt x="322834" y="166281"/>
                </a:lnTo>
                <a:lnTo>
                  <a:pt x="323342" y="165836"/>
                </a:lnTo>
                <a:lnTo>
                  <a:pt x="323723" y="165353"/>
                </a:lnTo>
                <a:lnTo>
                  <a:pt x="324231" y="164363"/>
                </a:lnTo>
                <a:lnTo>
                  <a:pt x="324485" y="163804"/>
                </a:lnTo>
                <a:lnTo>
                  <a:pt x="324485" y="158762"/>
                </a:lnTo>
                <a:lnTo>
                  <a:pt x="278003" y="158762"/>
                </a:lnTo>
                <a:lnTo>
                  <a:pt x="272288" y="157810"/>
                </a:lnTo>
                <a:lnTo>
                  <a:pt x="248158" y="124345"/>
                </a:lnTo>
                <a:lnTo>
                  <a:pt x="248158" y="118135"/>
                </a:lnTo>
                <a:lnTo>
                  <a:pt x="323850" y="118135"/>
                </a:lnTo>
                <a:lnTo>
                  <a:pt x="325755" y="117449"/>
                </a:lnTo>
                <a:lnTo>
                  <a:pt x="327279" y="116077"/>
                </a:lnTo>
                <a:lnTo>
                  <a:pt x="328930" y="114719"/>
                </a:lnTo>
                <a:lnTo>
                  <a:pt x="329819" y="112420"/>
                </a:lnTo>
                <a:lnTo>
                  <a:pt x="329819" y="103098"/>
                </a:lnTo>
                <a:lnTo>
                  <a:pt x="248158" y="103098"/>
                </a:lnTo>
                <a:lnTo>
                  <a:pt x="248285" y="98539"/>
                </a:lnTo>
                <a:lnTo>
                  <a:pt x="256540" y="78981"/>
                </a:lnTo>
                <a:lnTo>
                  <a:pt x="259080" y="75844"/>
                </a:lnTo>
                <a:lnTo>
                  <a:pt x="262255" y="73317"/>
                </a:lnTo>
                <a:lnTo>
                  <a:pt x="266065" y="71399"/>
                </a:lnTo>
                <a:lnTo>
                  <a:pt x="270002" y="69494"/>
                </a:lnTo>
                <a:lnTo>
                  <a:pt x="274447" y="68541"/>
                </a:lnTo>
                <a:lnTo>
                  <a:pt x="318618" y="68541"/>
                </a:lnTo>
                <a:lnTo>
                  <a:pt x="314198" y="63347"/>
                </a:lnTo>
                <a:lnTo>
                  <a:pt x="309254" y="59664"/>
                </a:lnTo>
                <a:lnTo>
                  <a:pt x="303022" y="56743"/>
                </a:lnTo>
                <a:lnTo>
                  <a:pt x="296855" y="53949"/>
                </a:lnTo>
                <a:lnTo>
                  <a:pt x="289306" y="52514"/>
                </a:lnTo>
                <a:close/>
              </a:path>
              <a:path w="330200" h="175895">
                <a:moveTo>
                  <a:pt x="322199" y="150317"/>
                </a:moveTo>
                <a:lnTo>
                  <a:pt x="320675" y="150317"/>
                </a:lnTo>
                <a:lnTo>
                  <a:pt x="319150" y="150748"/>
                </a:lnTo>
                <a:lnTo>
                  <a:pt x="317246" y="151625"/>
                </a:lnTo>
                <a:lnTo>
                  <a:pt x="315214" y="152488"/>
                </a:lnTo>
                <a:lnTo>
                  <a:pt x="290068" y="158762"/>
                </a:lnTo>
                <a:lnTo>
                  <a:pt x="324485" y="158762"/>
                </a:lnTo>
                <a:lnTo>
                  <a:pt x="324418" y="152488"/>
                </a:lnTo>
                <a:lnTo>
                  <a:pt x="324043" y="151625"/>
                </a:lnTo>
                <a:lnTo>
                  <a:pt x="323977" y="151472"/>
                </a:lnTo>
                <a:lnTo>
                  <a:pt x="323723" y="151041"/>
                </a:lnTo>
                <a:lnTo>
                  <a:pt x="322707" y="150456"/>
                </a:lnTo>
                <a:lnTo>
                  <a:pt x="322199" y="150317"/>
                </a:lnTo>
                <a:close/>
              </a:path>
              <a:path w="330200" h="175895">
                <a:moveTo>
                  <a:pt x="318618" y="68541"/>
                </a:moveTo>
                <a:lnTo>
                  <a:pt x="289433" y="68541"/>
                </a:lnTo>
                <a:lnTo>
                  <a:pt x="296925" y="71615"/>
                </a:lnTo>
                <a:lnTo>
                  <a:pt x="301879" y="77749"/>
                </a:lnTo>
                <a:lnTo>
                  <a:pt x="309026" y="100841"/>
                </a:lnTo>
                <a:lnTo>
                  <a:pt x="309118" y="103098"/>
                </a:lnTo>
                <a:lnTo>
                  <a:pt x="329819" y="103098"/>
                </a:lnTo>
                <a:lnTo>
                  <a:pt x="329819" y="98170"/>
                </a:lnTo>
                <a:lnTo>
                  <a:pt x="328803" y="91312"/>
                </a:lnTo>
                <a:lnTo>
                  <a:pt x="327025" y="84886"/>
                </a:lnTo>
                <a:lnTo>
                  <a:pt x="325120" y="78473"/>
                </a:lnTo>
                <a:lnTo>
                  <a:pt x="322199" y="72872"/>
                </a:lnTo>
                <a:lnTo>
                  <a:pt x="318618" y="68541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5" name="object 125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7406640" y="5614225"/>
            <a:ext cx="863473" cy="165900"/>
          </a:xfrm>
          <a:prstGeom prst="rect">
            <a:avLst/>
          </a:prstGeom>
        </p:spPr>
      </p:pic>
      <p:pic>
        <p:nvPicPr>
          <p:cNvPr id="126" name="object 126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8383905" y="5569839"/>
            <a:ext cx="130683" cy="167297"/>
          </a:xfrm>
          <a:prstGeom prst="rect">
            <a:avLst/>
          </a:prstGeom>
        </p:spPr>
      </p:pic>
      <p:pic>
        <p:nvPicPr>
          <p:cNvPr id="127" name="object 127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8621141" y="5562219"/>
            <a:ext cx="978280" cy="217703"/>
          </a:xfrm>
          <a:prstGeom prst="rect">
            <a:avLst/>
          </a:prstGeom>
        </p:spPr>
      </p:pic>
      <p:pic>
        <p:nvPicPr>
          <p:cNvPr id="128" name="object 128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9713594" y="5561710"/>
            <a:ext cx="1069594" cy="209041"/>
          </a:xfrm>
          <a:prstGeom prst="rect">
            <a:avLst/>
          </a:prstGeom>
        </p:spPr>
      </p:pic>
      <p:grpSp>
        <p:nvGrpSpPr>
          <p:cNvPr id="129" name="object 129"/>
          <p:cNvGrpSpPr/>
          <p:nvPr/>
        </p:nvGrpSpPr>
        <p:grpSpPr>
          <a:xfrm>
            <a:off x="3759580" y="5836577"/>
            <a:ext cx="876935" cy="218440"/>
            <a:chOff x="3759580" y="5836577"/>
            <a:chExt cx="876935" cy="218440"/>
          </a:xfrm>
        </p:grpSpPr>
        <p:pic>
          <p:nvPicPr>
            <p:cNvPr id="130" name="object 130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3759580" y="5836577"/>
              <a:ext cx="812038" cy="217868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4609719" y="5981255"/>
              <a:ext cx="26670" cy="29209"/>
            </a:xfrm>
            <a:custGeom>
              <a:avLst/>
              <a:gdLst/>
              <a:ahLst/>
              <a:cxnLst/>
              <a:rect l="l" t="t" r="r" b="b"/>
              <a:pathLst>
                <a:path w="26670" h="29210">
                  <a:moveTo>
                    <a:pt x="18541" y="0"/>
                  </a:moveTo>
                  <a:lnTo>
                    <a:pt x="8381" y="0"/>
                  </a:lnTo>
                  <a:lnTo>
                    <a:pt x="4825" y="977"/>
                  </a:lnTo>
                  <a:lnTo>
                    <a:pt x="1015" y="4864"/>
                  </a:lnTo>
                  <a:lnTo>
                    <a:pt x="0" y="8775"/>
                  </a:lnTo>
                  <a:lnTo>
                    <a:pt x="0" y="20383"/>
                  </a:lnTo>
                  <a:lnTo>
                    <a:pt x="1015" y="24193"/>
                  </a:lnTo>
                  <a:lnTo>
                    <a:pt x="4825" y="28003"/>
                  </a:lnTo>
                  <a:lnTo>
                    <a:pt x="8254" y="28955"/>
                  </a:lnTo>
                  <a:lnTo>
                    <a:pt x="18287" y="28955"/>
                  </a:lnTo>
                  <a:lnTo>
                    <a:pt x="21843" y="27978"/>
                  </a:lnTo>
                  <a:lnTo>
                    <a:pt x="23748" y="26034"/>
                  </a:lnTo>
                  <a:lnTo>
                    <a:pt x="25780" y="24091"/>
                  </a:lnTo>
                  <a:lnTo>
                    <a:pt x="26669" y="20167"/>
                  </a:lnTo>
                  <a:lnTo>
                    <a:pt x="26669" y="14287"/>
                  </a:lnTo>
                  <a:lnTo>
                    <a:pt x="26669" y="8572"/>
                  </a:lnTo>
                  <a:lnTo>
                    <a:pt x="25780" y="4762"/>
                  </a:lnTo>
                  <a:lnTo>
                    <a:pt x="21970" y="952"/>
                  </a:lnTo>
                  <a:lnTo>
                    <a:pt x="18541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39156" cy="583996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33338" y="2219401"/>
            <a:ext cx="22002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FFFFFF"/>
                </a:solidFill>
                <a:latin typeface="Calibri"/>
                <a:cs typeface="Calibri"/>
              </a:rPr>
              <a:t>Thank</a:t>
            </a:r>
            <a:r>
              <a:rPr sz="4000" b="1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65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2936</Words>
  <Application>Microsoft Office PowerPoint</Application>
  <PresentationFormat>Widescreen</PresentationFormat>
  <Paragraphs>195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 MT</vt:lpstr>
      <vt:lpstr>Calibri</vt:lpstr>
      <vt:lpstr>Calibri Light</vt:lpstr>
      <vt:lpstr>Constantia</vt:lpstr>
      <vt:lpstr>Courier New</vt:lpstr>
      <vt:lpstr>Times New Roman</vt:lpstr>
      <vt:lpstr>Wingdings</vt:lpstr>
      <vt:lpstr>Office Theme</vt:lpstr>
      <vt:lpstr>Reliable Data Delivery: Error Detection and Correction</vt:lpstr>
      <vt:lpstr>Outline</vt:lpstr>
      <vt:lpstr>Types of Error</vt:lpstr>
      <vt:lpstr>Redundancy</vt:lpstr>
      <vt:lpstr>Coding</vt:lpstr>
      <vt:lpstr>Prerequisite: Modulo-2 Arithmetic</vt:lpstr>
      <vt:lpstr>Block Coding</vt:lpstr>
      <vt:lpstr>Error Detection</vt:lpstr>
      <vt:lpstr>PowerPoint Presentation</vt:lpstr>
      <vt:lpstr>PowerPoint Presentation</vt:lpstr>
      <vt:lpstr>Error Correction</vt:lpstr>
      <vt:lpstr> Error Correction Example</vt:lpstr>
      <vt:lpstr>PowerPoint Presentation</vt:lpstr>
      <vt:lpstr>Minimum Hamming Distance Example</vt:lpstr>
      <vt:lpstr>Any coding scheme needs to have at  least  three  parameters:  the codeword size n, the dataword size k,  and  the  minimum  Hamming distance dmin. A coding scheme C is written as C(n, k)  with  a  separate  expression  for dmin.</vt:lpstr>
      <vt:lpstr>Hamming Distance and Error Detection</vt:lpstr>
      <vt:lpstr>Minimum Distance for Error Detection</vt:lpstr>
      <vt:lpstr>Example: Minimum Distance for Error Detection</vt:lpstr>
      <vt:lpstr>Minimum Distance and Correction</vt:lpstr>
      <vt:lpstr>Example</vt:lpstr>
      <vt:lpstr>PowerPoint Presentation</vt:lpstr>
      <vt:lpstr>Cyclic Redundancy Check</vt:lpstr>
      <vt:lpstr>Architecture of CRC</vt:lpstr>
      <vt:lpstr>Division in CRC Encoder</vt:lpstr>
      <vt:lpstr>CRC Decoder</vt:lpstr>
      <vt:lpstr>Division in the CRC decoder for two cases</vt:lpstr>
      <vt:lpstr>PowerPoint Presentation</vt:lpstr>
      <vt:lpstr>PowerPoint Presentation</vt:lpstr>
      <vt:lpstr>CRC Catches</vt:lpstr>
      <vt:lpstr>Capability of CRC</vt:lpstr>
      <vt:lpstr>Checksum</vt:lpstr>
      <vt:lpstr>How can we represent the number 21 in one’s complement arithmetic using only four bits?</vt:lpstr>
      <vt:lpstr>How can we represent the number −6 in one’s complement arithmetic using only four bits?</vt:lpstr>
      <vt:lpstr>Let’s Redo the Example from Slide 35</vt:lpstr>
      <vt:lpstr>Internet Checksum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SUCHI KUMARI</dc:creator>
  <cp:lastModifiedBy>Gulshan Shrivastava</cp:lastModifiedBy>
  <cp:revision>3</cp:revision>
  <dcterms:created xsi:type="dcterms:W3CDTF">2026-01-27T06:05:34Z</dcterms:created>
  <dcterms:modified xsi:type="dcterms:W3CDTF">2026-01-29T10:15:52Z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2022-02-22T00:00:00Z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2026-01-27T00:00:00Z</vt:filetime>
  </property>
  <property fmtid="{D5CDD505-2E9C-101B-9397-08002B2CF9AE}" pid="5" name="Producer">
    <vt:lpwstr>Microsoft® PowerPoint® for Microsoft 365</vt:lpwstr>
  </property>
</Properties>
</file>
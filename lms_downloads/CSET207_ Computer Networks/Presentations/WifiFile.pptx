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B2E422D7-DF7F-418F-B4B6-98A05CEA99D4}"/>
    <pc:docChg chg="undo custSel addSld delSld modSld">
      <pc:chgData name="Abuzar Sayeed" userId="f3c20014-5dab-44db-87de-ec699cb07e88" providerId="ADAL" clId="{B2E422D7-DF7F-418F-B4B6-98A05CEA99D4}" dt="2026-01-22T09:53:52.731" v="18" actId="2696"/>
      <pc:docMkLst>
        <pc:docMk/>
      </pc:docMkLst>
      <pc:sldChg chg="modSp mod">
        <pc:chgData name="Abuzar Sayeed" userId="f3c20014-5dab-44db-87de-ec699cb07e88" providerId="ADAL" clId="{B2E422D7-DF7F-418F-B4B6-98A05CEA99D4}" dt="2026-01-20T06:19:12.459" v="0" actId="207"/>
        <pc:sldMkLst>
          <pc:docMk/>
          <pc:sldMk cId="0" sldId="256"/>
        </pc:sldMkLst>
        <pc:spChg chg="mod">
          <ac:chgData name="Abuzar Sayeed" userId="f3c20014-5dab-44db-87de-ec699cb07e88" providerId="ADAL" clId="{B2E422D7-DF7F-418F-B4B6-98A05CEA99D4}" dt="2026-01-20T06:19:12.459" v="0" actId="207"/>
          <ac:spMkLst>
            <pc:docMk/>
            <pc:sldMk cId="0" sldId="256"/>
            <ac:spMk id="2" creationId="{00000000-0000-0000-0000-000000000000}"/>
          </ac:spMkLst>
        </pc:spChg>
      </pc:sldChg>
      <pc:sldChg chg="modSp add del mod">
        <pc:chgData name="Abuzar Sayeed" userId="f3c20014-5dab-44db-87de-ec699cb07e88" providerId="ADAL" clId="{B2E422D7-DF7F-418F-B4B6-98A05CEA99D4}" dt="2026-01-20T06:21:40.769" v="14" actId="2696"/>
        <pc:sldMkLst>
          <pc:docMk/>
          <pc:sldMk cId="0" sldId="265"/>
        </pc:sldMkLst>
        <pc:spChg chg="mod">
          <ac:chgData name="Abuzar Sayeed" userId="f3c20014-5dab-44db-87de-ec699cb07e88" providerId="ADAL" clId="{B2E422D7-DF7F-418F-B4B6-98A05CEA99D4}" dt="2026-01-20T06:20:11.989" v="9" actId="14100"/>
          <ac:spMkLst>
            <pc:docMk/>
            <pc:sldMk cId="0" sldId="265"/>
            <ac:spMk id="2" creationId="{00000000-0000-0000-0000-000000000000}"/>
          </ac:spMkLst>
        </pc:spChg>
      </pc:sldChg>
      <pc:sldChg chg="modSp add del mod">
        <pc:chgData name="Abuzar Sayeed" userId="f3c20014-5dab-44db-87de-ec699cb07e88" providerId="ADAL" clId="{B2E422D7-DF7F-418F-B4B6-98A05CEA99D4}" dt="2026-01-22T09:53:52.731" v="18" actId="2696"/>
        <pc:sldMkLst>
          <pc:docMk/>
          <pc:sldMk cId="0" sldId="266"/>
        </pc:sldMkLst>
        <pc:spChg chg="mod">
          <ac:chgData name="Abuzar Sayeed" userId="f3c20014-5dab-44db-87de-ec699cb07e88" providerId="ADAL" clId="{B2E422D7-DF7F-418F-B4B6-98A05CEA99D4}" dt="2026-01-20T06:21:56.769" v="17" actId="1076"/>
          <ac:spMkLst>
            <pc:docMk/>
            <pc:sldMk cId="0" sldId="266"/>
            <ac:spMk id="2" creationId="{00000000-0000-0000-0000-000000000000}"/>
          </ac:spMkLst>
        </pc:spChg>
      </pc:sldChg>
      <pc:sldChg chg="add del">
        <pc:chgData name="Abuzar Sayeed" userId="f3c20014-5dab-44db-87de-ec699cb07e88" providerId="ADAL" clId="{B2E422D7-DF7F-418F-B4B6-98A05CEA99D4}" dt="2026-01-22T09:53:52.731" v="18" actId="2696"/>
        <pc:sldMkLst>
          <pc:docMk/>
          <pc:sldMk cId="0" sldId="267"/>
        </pc:sldMkLst>
      </pc:sldChg>
      <pc:sldChg chg="add del">
        <pc:chgData name="Abuzar Sayeed" userId="f3c20014-5dab-44db-87de-ec699cb07e88" providerId="ADAL" clId="{B2E422D7-DF7F-418F-B4B6-98A05CEA99D4}" dt="2026-01-22T09:53:52.731" v="18" actId="2696"/>
        <pc:sldMkLst>
          <pc:docMk/>
          <pc:sldMk cId="0" sldId="268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69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70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71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72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73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74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75"/>
        </pc:sldMkLst>
      </pc:sldChg>
      <pc:sldChg chg="add del">
        <pc:chgData name="Abuzar Sayeed" userId="f3c20014-5dab-44db-87de-ec699cb07e88" providerId="ADAL" clId="{B2E422D7-DF7F-418F-B4B6-98A05CEA99D4}" dt="2026-01-20T06:21:19.600" v="13" actId="2696"/>
        <pc:sldMkLst>
          <pc:docMk/>
          <pc:sldMk cId="0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507" y="175640"/>
            <a:ext cx="9718293" cy="11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650" y="1877009"/>
            <a:ext cx="11788698" cy="3917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c/en/us/products/wireless/what-is-wi-fi-security.html" TargetMode="External"/><Relationship Id="rId2" Type="http://schemas.openxmlformats.org/officeDocument/2006/relationships/hyperlink" Target="https://www.netspotapp.com/blog/wifi-security/wifi-encryption-and-security.html#%3A~%3Atext%3DWiFi%20routers%20support%20a%20variety%2Cneeds%20to%20protect%20your%20networ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-fi.org/discover-wi-fi/secur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20359" y="571322"/>
            <a:ext cx="1351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Wi-</a:t>
            </a:r>
            <a:r>
              <a:rPr spc="-70" dirty="0"/>
              <a:t>Fi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9098" y="5481624"/>
            <a:ext cx="745172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r>
              <a:rPr sz="2400" b="1" dirty="0">
                <a:latin typeface="Times New Roman"/>
                <a:cs typeface="Times New Roman"/>
              </a:rPr>
              <a:t>Bennett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55"/>
              </a:lnSpc>
            </a:pPr>
            <a:r>
              <a:rPr sz="2400" b="1" dirty="0">
                <a:latin typeface="Times New Roman"/>
                <a:cs typeface="Times New Roman"/>
              </a:rPr>
              <a:t>Greater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Noida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371" y="4027932"/>
            <a:ext cx="1280159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5459"/>
          </a:xfrm>
          <a:custGeom>
            <a:avLst/>
            <a:gdLst/>
            <a:ahLst/>
            <a:cxnLst/>
            <a:rect l="l" t="t" r="r" b="b"/>
            <a:pathLst>
              <a:path w="12189460" h="6855459">
                <a:moveTo>
                  <a:pt x="0" y="6854951"/>
                </a:moveTo>
                <a:lnTo>
                  <a:pt x="12188952" y="6854951"/>
                </a:lnTo>
                <a:lnTo>
                  <a:pt x="12188952" y="0"/>
                </a:lnTo>
                <a:lnTo>
                  <a:pt x="0" y="0"/>
                </a:lnTo>
                <a:lnTo>
                  <a:pt x="0" y="685495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12953"/>
            <a:ext cx="0" cy="6844030"/>
          </a:xfrm>
          <a:custGeom>
            <a:avLst/>
            <a:gdLst/>
            <a:ahLst/>
            <a:cxnLst/>
            <a:rect l="l" t="t" r="r" b="b"/>
            <a:pathLst>
              <a:path h="6844030">
                <a:moveTo>
                  <a:pt x="0" y="0"/>
                </a:moveTo>
                <a:lnTo>
                  <a:pt x="1" y="6843984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8763" y="-8762"/>
            <a:ext cx="12058015" cy="6877050"/>
            <a:chOff x="-8763" y="-8762"/>
            <a:chExt cx="12058015" cy="6877050"/>
          </a:xfrm>
        </p:grpSpPr>
        <p:sp>
          <p:nvSpPr>
            <p:cNvPr id="5" name="object 5"/>
            <p:cNvSpPr/>
            <p:nvPr/>
          </p:nvSpPr>
          <p:spPr>
            <a:xfrm>
              <a:off x="761" y="8382"/>
              <a:ext cx="12038965" cy="6844030"/>
            </a:xfrm>
            <a:custGeom>
              <a:avLst/>
              <a:gdLst/>
              <a:ahLst/>
              <a:cxnLst/>
              <a:rect l="l" t="t" r="r" b="b"/>
              <a:pathLst>
                <a:path w="12038965" h="6844030">
                  <a:moveTo>
                    <a:pt x="1719072" y="0"/>
                  </a:moveTo>
                  <a:lnTo>
                    <a:pt x="1719072" y="6843984"/>
                  </a:lnTo>
                </a:path>
                <a:path w="12038965" h="6844030">
                  <a:moveTo>
                    <a:pt x="12038457" y="6731508"/>
                  </a:moveTo>
                  <a:lnTo>
                    <a:pt x="0" y="6731508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3428"/>
              <a:ext cx="12038965" cy="19050"/>
            </a:xfrm>
            <a:custGeom>
              <a:avLst/>
              <a:gdLst/>
              <a:ahLst/>
              <a:cxnLst/>
              <a:rect l="l" t="t" r="r" b="b"/>
              <a:pathLst>
                <a:path w="12038965" h="19050">
                  <a:moveTo>
                    <a:pt x="0" y="19050"/>
                  </a:moveTo>
                  <a:lnTo>
                    <a:pt x="12038457" y="19050"/>
                  </a:lnTo>
                  <a:lnTo>
                    <a:pt x="12038457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1742694"/>
              <a:ext cx="12038965" cy="0"/>
            </a:xfrm>
            <a:custGeom>
              <a:avLst/>
              <a:gdLst/>
              <a:ahLst/>
              <a:cxnLst/>
              <a:rect l="l" t="t" r="r" b="b"/>
              <a:pathLst>
                <a:path w="12038965">
                  <a:moveTo>
                    <a:pt x="12038457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4953"/>
              <a:ext cx="12038965" cy="19050"/>
            </a:xfrm>
            <a:custGeom>
              <a:avLst/>
              <a:gdLst/>
              <a:ahLst/>
              <a:cxnLst/>
              <a:rect l="l" t="t" r="r" b="b"/>
              <a:pathLst>
                <a:path w="12038965" h="19050">
                  <a:moveTo>
                    <a:pt x="0" y="19050"/>
                  </a:moveTo>
                  <a:lnTo>
                    <a:pt x="12038457" y="19050"/>
                  </a:lnTo>
                  <a:lnTo>
                    <a:pt x="12038457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" y="762"/>
              <a:ext cx="12038965" cy="6858000"/>
            </a:xfrm>
            <a:custGeom>
              <a:avLst/>
              <a:gdLst/>
              <a:ahLst/>
              <a:cxnLst/>
              <a:rect l="l" t="t" r="r" b="b"/>
              <a:pathLst>
                <a:path w="12038965" h="6858000">
                  <a:moveTo>
                    <a:pt x="12038457" y="6856475"/>
                  </a:moveTo>
                  <a:lnTo>
                    <a:pt x="0" y="6856476"/>
                  </a:lnTo>
                </a:path>
                <a:path w="12038965" h="6858000">
                  <a:moveTo>
                    <a:pt x="12038457" y="5143500"/>
                  </a:moveTo>
                  <a:lnTo>
                    <a:pt x="0" y="5143500"/>
                  </a:lnTo>
                </a:path>
                <a:path w="12038965" h="6858000">
                  <a:moveTo>
                    <a:pt x="12038457" y="132588"/>
                  </a:moveTo>
                  <a:lnTo>
                    <a:pt x="0" y="132588"/>
                  </a:lnTo>
                </a:path>
                <a:path w="12038965" h="6858000">
                  <a:moveTo>
                    <a:pt x="12038457" y="3435096"/>
                  </a:moveTo>
                  <a:lnTo>
                    <a:pt x="0" y="3435096"/>
                  </a:lnTo>
                </a:path>
                <a:path w="12038965" h="6858000">
                  <a:moveTo>
                    <a:pt x="12038457" y="1844040"/>
                  </a:moveTo>
                  <a:lnTo>
                    <a:pt x="0" y="1844040"/>
                  </a:lnTo>
                </a:path>
                <a:path w="12038965" h="6858000">
                  <a:moveTo>
                    <a:pt x="12038457" y="3550920"/>
                  </a:moveTo>
                  <a:lnTo>
                    <a:pt x="0" y="3550920"/>
                  </a:lnTo>
                </a:path>
                <a:path w="12038965" h="6858000">
                  <a:moveTo>
                    <a:pt x="12038457" y="5251704"/>
                  </a:moveTo>
                  <a:lnTo>
                    <a:pt x="0" y="5251704"/>
                  </a:lnTo>
                </a:path>
                <a:path w="12038965" h="6858000">
                  <a:moveTo>
                    <a:pt x="1828800" y="7620"/>
                  </a:moveTo>
                  <a:lnTo>
                    <a:pt x="1828800" y="6851604"/>
                  </a:lnTo>
                </a:path>
                <a:path w="12038965" h="6858000">
                  <a:moveTo>
                    <a:pt x="3439668" y="12192"/>
                  </a:moveTo>
                  <a:lnTo>
                    <a:pt x="3439668" y="6856176"/>
                  </a:lnTo>
                </a:path>
                <a:path w="12038965" h="6858000">
                  <a:moveTo>
                    <a:pt x="5158740" y="12192"/>
                  </a:moveTo>
                  <a:lnTo>
                    <a:pt x="5158740" y="6856176"/>
                  </a:lnTo>
                </a:path>
                <a:path w="12038965" h="6858000">
                  <a:moveTo>
                    <a:pt x="6879336" y="0"/>
                  </a:moveTo>
                  <a:lnTo>
                    <a:pt x="6879336" y="6843984"/>
                  </a:lnTo>
                </a:path>
                <a:path w="12038965" h="6858000">
                  <a:moveTo>
                    <a:pt x="8598408" y="0"/>
                  </a:moveTo>
                  <a:lnTo>
                    <a:pt x="8598408" y="6843984"/>
                  </a:lnTo>
                </a:path>
                <a:path w="12038965" h="6858000">
                  <a:moveTo>
                    <a:pt x="12038076" y="12192"/>
                  </a:moveTo>
                  <a:lnTo>
                    <a:pt x="12038076" y="6856176"/>
                  </a:lnTo>
                </a:path>
                <a:path w="12038965" h="6858000">
                  <a:moveTo>
                    <a:pt x="10319004" y="12192"/>
                  </a:moveTo>
                  <a:lnTo>
                    <a:pt x="10319004" y="6856176"/>
                  </a:lnTo>
                </a:path>
                <a:path w="12038965" h="6858000">
                  <a:moveTo>
                    <a:pt x="3549396" y="7620"/>
                  </a:moveTo>
                  <a:lnTo>
                    <a:pt x="3549396" y="6851604"/>
                  </a:lnTo>
                </a:path>
                <a:path w="12038965" h="6858000">
                  <a:moveTo>
                    <a:pt x="5271516" y="13716"/>
                  </a:moveTo>
                  <a:lnTo>
                    <a:pt x="5271516" y="6857700"/>
                  </a:lnTo>
                </a:path>
                <a:path w="12038965" h="6858000">
                  <a:moveTo>
                    <a:pt x="6990588" y="0"/>
                  </a:moveTo>
                  <a:lnTo>
                    <a:pt x="6990588" y="6843984"/>
                  </a:lnTo>
                </a:path>
                <a:path w="12038965" h="6858000">
                  <a:moveTo>
                    <a:pt x="8715756" y="0"/>
                  </a:moveTo>
                  <a:lnTo>
                    <a:pt x="8715756" y="6843984"/>
                  </a:lnTo>
                </a:path>
                <a:path w="12038965" h="6858000">
                  <a:moveTo>
                    <a:pt x="10436352" y="0"/>
                  </a:moveTo>
                  <a:lnTo>
                    <a:pt x="10436352" y="6843984"/>
                  </a:lnTo>
                </a:path>
                <a:path w="12038965" h="6858000">
                  <a:moveTo>
                    <a:pt x="11914632" y="7620"/>
                  </a:moveTo>
                  <a:lnTo>
                    <a:pt x="11914632" y="6851604"/>
                  </a:lnTo>
                </a:path>
                <a:path w="12038965" h="6858000">
                  <a:moveTo>
                    <a:pt x="123444" y="0"/>
                  </a:moveTo>
                  <a:lnTo>
                    <a:pt x="123445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4949" y="4398203"/>
            <a:ext cx="701040" cy="19894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340"/>
              </a:lnSpc>
            </a:pPr>
            <a:r>
              <a:rPr sz="4800" b="1" spc="-10" dirty="0">
                <a:latin typeface="Times New Roman"/>
                <a:cs typeface="Times New Roman"/>
              </a:rPr>
              <a:t>Outline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46094" y="135889"/>
            <a:ext cx="8501380" cy="6612255"/>
            <a:chOff x="3546094" y="135889"/>
            <a:chExt cx="8501380" cy="6612255"/>
          </a:xfrm>
        </p:grpSpPr>
        <p:sp>
          <p:nvSpPr>
            <p:cNvPr id="12" name="object 12"/>
            <p:cNvSpPr/>
            <p:nvPr/>
          </p:nvSpPr>
          <p:spPr>
            <a:xfrm>
              <a:off x="3571494" y="163829"/>
              <a:ext cx="0" cy="6543040"/>
            </a:xfrm>
            <a:custGeom>
              <a:avLst/>
              <a:gdLst/>
              <a:ahLst/>
              <a:cxnLst/>
              <a:rect l="l" t="t" r="r" b="b"/>
              <a:pathLst>
                <a:path h="6543040">
                  <a:moveTo>
                    <a:pt x="0" y="6542963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08832" y="160019"/>
              <a:ext cx="6503034" cy="6565900"/>
            </a:xfrm>
            <a:custGeom>
              <a:avLst/>
              <a:gdLst/>
              <a:ahLst/>
              <a:cxnLst/>
              <a:rect l="l" t="t" r="r" b="b"/>
              <a:pathLst>
                <a:path w="6503034" h="6565900">
                  <a:moveTo>
                    <a:pt x="6502908" y="0"/>
                  </a:moveTo>
                  <a:lnTo>
                    <a:pt x="0" y="0"/>
                  </a:lnTo>
                  <a:lnTo>
                    <a:pt x="0" y="6565392"/>
                  </a:lnTo>
                  <a:lnTo>
                    <a:pt x="6502908" y="6565392"/>
                  </a:lnTo>
                  <a:lnTo>
                    <a:pt x="6502908" y="0"/>
                  </a:lnTo>
                  <a:close/>
                </a:path>
              </a:pathLst>
            </a:custGeom>
            <a:solidFill>
              <a:srgbClr val="E7E6E6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348465" y="148589"/>
              <a:ext cx="685800" cy="6586855"/>
            </a:xfrm>
            <a:custGeom>
              <a:avLst/>
              <a:gdLst/>
              <a:ahLst/>
              <a:cxnLst/>
              <a:rect l="l" t="t" r="r" b="b"/>
              <a:pathLst>
                <a:path w="685800" h="6586855">
                  <a:moveTo>
                    <a:pt x="0" y="6586728"/>
                  </a:moveTo>
                  <a:lnTo>
                    <a:pt x="685800" y="658672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586728"/>
                  </a:lnTo>
                  <a:close/>
                </a:path>
              </a:pathLst>
            </a:custGeom>
            <a:ln w="254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04844" y="2784347"/>
              <a:ext cx="6269990" cy="605155"/>
            </a:xfrm>
            <a:custGeom>
              <a:avLst/>
              <a:gdLst/>
              <a:ahLst/>
              <a:cxnLst/>
              <a:rect l="l" t="t" r="r" b="b"/>
              <a:pathLst>
                <a:path w="6269990" h="605154">
                  <a:moveTo>
                    <a:pt x="6269736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269736" y="605027"/>
                  </a:lnTo>
                  <a:lnTo>
                    <a:pt x="62697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4844" y="2784347"/>
              <a:ext cx="6269990" cy="605155"/>
            </a:xfrm>
            <a:custGeom>
              <a:avLst/>
              <a:gdLst/>
              <a:ahLst/>
              <a:cxnLst/>
              <a:rect l="l" t="t" r="r" b="b"/>
              <a:pathLst>
                <a:path w="6269990" h="605154">
                  <a:moveTo>
                    <a:pt x="0" y="605027"/>
                  </a:moveTo>
                  <a:lnTo>
                    <a:pt x="6269736" y="605027"/>
                  </a:lnTo>
                  <a:lnTo>
                    <a:pt x="6269736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18788" y="2430779"/>
              <a:ext cx="4389120" cy="708660"/>
            </a:xfrm>
            <a:custGeom>
              <a:avLst/>
              <a:gdLst/>
              <a:ahLst/>
              <a:cxnLst/>
              <a:rect l="l" t="t" r="r" b="b"/>
              <a:pathLst>
                <a:path w="4389120" h="708660">
                  <a:moveTo>
                    <a:pt x="4271010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4271010" y="708660"/>
                  </a:lnTo>
                  <a:lnTo>
                    <a:pt x="4317003" y="699385"/>
                  </a:lnTo>
                  <a:lnTo>
                    <a:pt x="4354544" y="674084"/>
                  </a:lnTo>
                  <a:lnTo>
                    <a:pt x="4379845" y="636543"/>
                  </a:lnTo>
                  <a:lnTo>
                    <a:pt x="4389120" y="590550"/>
                  </a:lnTo>
                  <a:lnTo>
                    <a:pt x="4389120" y="118110"/>
                  </a:lnTo>
                  <a:lnTo>
                    <a:pt x="4379845" y="72116"/>
                  </a:lnTo>
                  <a:lnTo>
                    <a:pt x="4354544" y="34575"/>
                  </a:lnTo>
                  <a:lnTo>
                    <a:pt x="4317003" y="9274"/>
                  </a:lnTo>
                  <a:lnTo>
                    <a:pt x="427101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18788" y="2430779"/>
              <a:ext cx="4389120" cy="708660"/>
            </a:xfrm>
            <a:custGeom>
              <a:avLst/>
              <a:gdLst/>
              <a:ahLst/>
              <a:cxnLst/>
              <a:rect l="l" t="t" r="r" b="b"/>
              <a:pathLst>
                <a:path w="438912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4271010" y="0"/>
                  </a:lnTo>
                  <a:lnTo>
                    <a:pt x="4317003" y="9274"/>
                  </a:lnTo>
                  <a:lnTo>
                    <a:pt x="4354544" y="34575"/>
                  </a:lnTo>
                  <a:lnTo>
                    <a:pt x="4379845" y="72116"/>
                  </a:lnTo>
                  <a:lnTo>
                    <a:pt x="4389120" y="118110"/>
                  </a:lnTo>
                  <a:lnTo>
                    <a:pt x="4389120" y="590550"/>
                  </a:lnTo>
                  <a:lnTo>
                    <a:pt x="4379845" y="636543"/>
                  </a:lnTo>
                  <a:lnTo>
                    <a:pt x="4354544" y="674084"/>
                  </a:lnTo>
                  <a:lnTo>
                    <a:pt x="4317003" y="699385"/>
                  </a:lnTo>
                  <a:lnTo>
                    <a:pt x="4271010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206621" y="2553157"/>
            <a:ext cx="577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20" dirty="0">
                <a:latin typeface="Calibri"/>
                <a:cs typeface="Calibri"/>
              </a:rPr>
              <a:t>WiFi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98494" y="3512565"/>
            <a:ext cx="6282690" cy="972819"/>
            <a:chOff x="3698494" y="3512565"/>
            <a:chExt cx="6282690" cy="972819"/>
          </a:xfrm>
        </p:grpSpPr>
        <p:sp>
          <p:nvSpPr>
            <p:cNvPr id="21" name="object 21"/>
            <p:cNvSpPr/>
            <p:nvPr/>
          </p:nvSpPr>
          <p:spPr>
            <a:xfrm>
              <a:off x="3704844" y="3874007"/>
              <a:ext cx="6269990" cy="605155"/>
            </a:xfrm>
            <a:custGeom>
              <a:avLst/>
              <a:gdLst/>
              <a:ahLst/>
              <a:cxnLst/>
              <a:rect l="l" t="t" r="r" b="b"/>
              <a:pathLst>
                <a:path w="6269990" h="605154">
                  <a:moveTo>
                    <a:pt x="6269736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269736" y="605027"/>
                  </a:lnTo>
                  <a:lnTo>
                    <a:pt x="62697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04844" y="3874007"/>
              <a:ext cx="6269990" cy="605155"/>
            </a:xfrm>
            <a:custGeom>
              <a:avLst/>
              <a:gdLst/>
              <a:ahLst/>
              <a:cxnLst/>
              <a:rect l="l" t="t" r="r" b="b"/>
              <a:pathLst>
                <a:path w="6269990" h="605154">
                  <a:moveTo>
                    <a:pt x="0" y="605027"/>
                  </a:moveTo>
                  <a:lnTo>
                    <a:pt x="6269736" y="605027"/>
                  </a:lnTo>
                  <a:lnTo>
                    <a:pt x="6269736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18788" y="3518915"/>
              <a:ext cx="4389120" cy="708660"/>
            </a:xfrm>
            <a:custGeom>
              <a:avLst/>
              <a:gdLst/>
              <a:ahLst/>
              <a:cxnLst/>
              <a:rect l="l" t="t" r="r" b="b"/>
              <a:pathLst>
                <a:path w="4389120" h="708660">
                  <a:moveTo>
                    <a:pt x="4271010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4271010" y="708660"/>
                  </a:lnTo>
                  <a:lnTo>
                    <a:pt x="4317003" y="699385"/>
                  </a:lnTo>
                  <a:lnTo>
                    <a:pt x="4354544" y="674084"/>
                  </a:lnTo>
                  <a:lnTo>
                    <a:pt x="4379845" y="636543"/>
                  </a:lnTo>
                  <a:lnTo>
                    <a:pt x="4389120" y="590550"/>
                  </a:lnTo>
                  <a:lnTo>
                    <a:pt x="4389120" y="118110"/>
                  </a:lnTo>
                  <a:lnTo>
                    <a:pt x="4379845" y="72116"/>
                  </a:lnTo>
                  <a:lnTo>
                    <a:pt x="4354544" y="34575"/>
                  </a:lnTo>
                  <a:lnTo>
                    <a:pt x="4317003" y="9274"/>
                  </a:lnTo>
                  <a:lnTo>
                    <a:pt x="427101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18788" y="3518915"/>
              <a:ext cx="4389120" cy="708660"/>
            </a:xfrm>
            <a:custGeom>
              <a:avLst/>
              <a:gdLst/>
              <a:ahLst/>
              <a:cxnLst/>
              <a:rect l="l" t="t" r="r" b="b"/>
              <a:pathLst>
                <a:path w="438912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4271010" y="0"/>
                  </a:lnTo>
                  <a:lnTo>
                    <a:pt x="4317003" y="9274"/>
                  </a:lnTo>
                  <a:lnTo>
                    <a:pt x="4354544" y="34575"/>
                  </a:lnTo>
                  <a:lnTo>
                    <a:pt x="4379845" y="72116"/>
                  </a:lnTo>
                  <a:lnTo>
                    <a:pt x="4389120" y="118110"/>
                  </a:lnTo>
                  <a:lnTo>
                    <a:pt x="4389120" y="590550"/>
                  </a:lnTo>
                  <a:lnTo>
                    <a:pt x="4379845" y="636543"/>
                  </a:lnTo>
                  <a:lnTo>
                    <a:pt x="4354544" y="674084"/>
                  </a:lnTo>
                  <a:lnTo>
                    <a:pt x="4317003" y="699385"/>
                  </a:lnTo>
                  <a:lnTo>
                    <a:pt x="4271010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06621" y="3642486"/>
            <a:ext cx="3921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WiFi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Security: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WEP,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Calibri"/>
                <a:cs typeface="Calibri"/>
              </a:rPr>
              <a:t>WAP,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WAP2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759" y="2966720"/>
            <a:ext cx="27940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Wi-Fi/WLAN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26660" y="1145540"/>
            <a:ext cx="6748780" cy="9639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 algn="just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Wireless</a:t>
            </a:r>
            <a:r>
              <a:rPr sz="2200" spc="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Fidelity</a:t>
            </a:r>
            <a:r>
              <a:rPr sz="2200" spc="25" dirty="0">
                <a:latin typeface="Times New Roman"/>
                <a:cs typeface="Times New Roman"/>
              </a:rPr>
              <a:t>  </a:t>
            </a:r>
            <a:r>
              <a:rPr sz="2200" spc="-40" dirty="0">
                <a:latin typeface="Times New Roman"/>
                <a:cs typeface="Times New Roman"/>
              </a:rPr>
              <a:t>(Wi-</a:t>
            </a:r>
            <a:r>
              <a:rPr sz="2200" dirty="0">
                <a:latin typeface="Times New Roman"/>
                <a:cs typeface="Times New Roman"/>
              </a:rPr>
              <a:t>Fi)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allows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us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connect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Internet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anywhere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(without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wires)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within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range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station.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6660" y="2577744"/>
            <a:ext cx="6749415" cy="13576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Times New Roman"/>
                <a:cs typeface="Times New Roman"/>
              </a:rPr>
              <a:t>Types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Wi-</a:t>
            </a:r>
            <a:r>
              <a:rPr sz="2200" spc="-25" dirty="0">
                <a:latin typeface="Times New Roman"/>
                <a:cs typeface="Times New Roman"/>
              </a:rPr>
              <a:t>Fi:</a:t>
            </a:r>
            <a:endParaRPr sz="22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38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IEEE</a:t>
            </a:r>
            <a:r>
              <a:rPr sz="2200" spc="1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802.11b</a:t>
            </a:r>
            <a:r>
              <a:rPr sz="2200" spc="12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1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Max.</a:t>
            </a:r>
            <a:r>
              <a:rPr sz="2200" spc="1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transfer</a:t>
            </a:r>
            <a:r>
              <a:rPr sz="2200" spc="1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speed</a:t>
            </a:r>
            <a:r>
              <a:rPr sz="2200" spc="12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14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11Mbps, </a:t>
            </a:r>
            <a:r>
              <a:rPr sz="2200" dirty="0">
                <a:latin typeface="Times New Roman"/>
                <a:cs typeface="Times New Roman"/>
              </a:rPr>
              <a:t>operate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within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100-</a:t>
            </a:r>
            <a:r>
              <a:rPr sz="2200" dirty="0">
                <a:latin typeface="Times New Roman"/>
                <a:cs typeface="Times New Roman"/>
              </a:rPr>
              <a:t>150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feet.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cordless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phones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microwave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oven.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3860" y="3940505"/>
            <a:ext cx="6293485" cy="163195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5080" indent="-228600" algn="just">
              <a:lnSpc>
                <a:spcPct val="901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IEEE</a:t>
            </a:r>
            <a:r>
              <a:rPr sz="2200" spc="1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802.11a:</a:t>
            </a:r>
            <a:r>
              <a:rPr sz="2200" spc="1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Max</a:t>
            </a:r>
            <a:r>
              <a:rPr sz="2200" spc="16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transfer</a:t>
            </a:r>
            <a:r>
              <a:rPr sz="2200" spc="1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speed</a:t>
            </a:r>
            <a:r>
              <a:rPr sz="2200" spc="1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54</a:t>
            </a:r>
            <a:r>
              <a:rPr sz="2200" spc="1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Mbps, </a:t>
            </a:r>
            <a:r>
              <a:rPr sz="2200" dirty="0">
                <a:latin typeface="Times New Roman"/>
                <a:cs typeface="Times New Roman"/>
              </a:rPr>
              <a:t>operates</a:t>
            </a:r>
            <a:r>
              <a:rPr sz="2200" spc="1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5GHz</a:t>
            </a:r>
            <a:r>
              <a:rPr sz="2200" spc="1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band,</a:t>
            </a:r>
            <a:r>
              <a:rPr sz="2200" spc="1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1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1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90" dirty="0">
                <a:latin typeface="Times New Roman"/>
                <a:cs typeface="Times New Roman"/>
              </a:rPr>
              <a:t>  </a:t>
            </a:r>
            <a:r>
              <a:rPr sz="2200" spc="-20" dirty="0">
                <a:latin typeface="Times New Roman"/>
                <a:cs typeface="Times New Roman"/>
              </a:rPr>
              <a:t>high </a:t>
            </a:r>
            <a:r>
              <a:rPr sz="2200" dirty="0">
                <a:latin typeface="Times New Roman"/>
                <a:cs typeface="Times New Roman"/>
              </a:rPr>
              <a:t>density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area.</a:t>
            </a:r>
            <a:endParaRPr sz="22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ts val="238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IEEE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802.11g: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100-</a:t>
            </a:r>
            <a:r>
              <a:rPr sz="2200" dirty="0">
                <a:latin typeface="Times New Roman"/>
                <a:cs typeface="Times New Roman"/>
              </a:rPr>
              <a:t>150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feet,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2.4</a:t>
            </a:r>
            <a:r>
              <a:rPr sz="2200" spc="-25" dirty="0">
                <a:latin typeface="Times New Roman"/>
                <a:cs typeface="Times New Roman"/>
              </a:rPr>
              <a:t> GHz </a:t>
            </a:r>
            <a:r>
              <a:rPr sz="2200" dirty="0">
                <a:latin typeface="Times New Roman"/>
                <a:cs typeface="Times New Roman"/>
              </a:rPr>
              <a:t>radio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frequency,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extremely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15-</a:t>
            </a:r>
            <a:r>
              <a:rPr sz="2200" dirty="0">
                <a:latin typeface="Times New Roman"/>
                <a:cs typeface="Times New Roman"/>
              </a:rPr>
              <a:t>20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Mbps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07" y="175640"/>
            <a:ext cx="4726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Introduction:</a:t>
            </a:r>
            <a:r>
              <a:rPr b="0" spc="-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WLAN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822" y="1269238"/>
            <a:ext cx="11540490" cy="445960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wireless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(WLAN)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12800" marR="587375" lvl="1" indent="-34353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812800" algn="l"/>
              </a:tabLst>
            </a:pPr>
            <a:r>
              <a:rPr sz="2400" dirty="0">
                <a:latin typeface="Times New Roman"/>
                <a:cs typeface="Times New Roman"/>
              </a:rPr>
              <a:t>flexible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system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implemented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alternative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LAN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building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campus.</a:t>
            </a:r>
            <a:endParaRPr sz="24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812800" algn="l"/>
                <a:tab pos="8237220" algn="l"/>
              </a:tabLst>
            </a:pPr>
            <a:r>
              <a:rPr sz="2400" dirty="0">
                <a:latin typeface="Times New Roman"/>
                <a:cs typeface="Times New Roman"/>
              </a:rPr>
              <a:t>combine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connectivity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mobility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losing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connectivity.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Flexible:</a:t>
            </a:r>
            <a:endParaRPr sz="2400">
              <a:latin typeface="Times New Roman"/>
              <a:cs typeface="Times New Roman"/>
            </a:endParaRPr>
          </a:p>
          <a:p>
            <a:pPr marL="812800" marR="5080" lvl="1" indent="-34353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81280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reconfigure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/add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effort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re- </a:t>
            </a:r>
            <a:r>
              <a:rPr sz="2400" spc="-10" dirty="0">
                <a:latin typeface="Times New Roman"/>
                <a:cs typeface="Times New Roman"/>
              </a:rPr>
              <a:t>cabling.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7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-114" dirty="0">
                <a:latin typeface="Times New Roman"/>
                <a:cs typeface="Times New Roman"/>
              </a:rPr>
              <a:t>Two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topologies: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05"/>
              </a:spcBef>
              <a:tabLst>
                <a:tab pos="836930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ad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infrastructure.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453" y="1502790"/>
            <a:ext cx="6132830" cy="335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062355" algn="l"/>
              </a:tabLst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adhoc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topology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p2p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connectivity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mobile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each</a:t>
            </a:r>
            <a:r>
              <a:rPr sz="2400" dirty="0">
                <a:latin typeface="Times New Roman"/>
                <a:cs typeface="Times New Roman"/>
              </a:rPr>
              <a:t>	other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wireless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adapters.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marR="34671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Ideal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meetings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setting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temporary workgroups.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3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disadvantage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coverage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area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6352" y="1373124"/>
            <a:ext cx="5416296" cy="47091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WLAN</a:t>
            </a:r>
            <a:r>
              <a:rPr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Topology</a:t>
            </a:r>
            <a:r>
              <a:rPr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b="0" spc="-2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Ad</a:t>
            </a:r>
            <a:r>
              <a:rPr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hoc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287" rIns="0" bIns="0" rtlCol="0">
            <a:spAutoFit/>
          </a:bodyPr>
          <a:lstStyle/>
          <a:p>
            <a:pPr marL="64516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Ad</a:t>
            </a:r>
            <a:r>
              <a:rPr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hoc</a:t>
            </a:r>
            <a:r>
              <a:rPr b="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network</a:t>
            </a:r>
            <a:r>
              <a:rPr b="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785" y="1762759"/>
            <a:ext cx="75628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basic</a:t>
            </a:r>
            <a:r>
              <a:rPr sz="2400" b="1" spc="2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service</a:t>
            </a:r>
            <a:r>
              <a:rPr sz="2400" b="1" spc="2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</a:t>
            </a:r>
            <a:r>
              <a:rPr sz="2400" b="1" spc="2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(BSS)</a:t>
            </a:r>
            <a:r>
              <a:rPr sz="2400" b="1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stations 	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radio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13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building 	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IEEE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802.11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LAN.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3276" y="2872485"/>
            <a:ext cx="1046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5819" algn="l"/>
              </a:tabLst>
            </a:pPr>
            <a:r>
              <a:rPr sz="2400" spc="-20" dirty="0">
                <a:latin typeface="Times New Roman"/>
                <a:cs typeface="Times New Roman"/>
              </a:rPr>
              <a:t>LAN.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785" y="2872485"/>
            <a:ext cx="7536815" cy="2990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126746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Independent</a:t>
            </a:r>
            <a:r>
              <a:rPr sz="2400" b="1" spc="4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BSS</a:t>
            </a:r>
            <a:r>
              <a:rPr sz="2400" b="1" spc="4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(IBSS)</a:t>
            </a:r>
            <a:r>
              <a:rPr sz="2400" b="1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simplest 	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few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stations.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b="1" dirty="0">
                <a:latin typeface="Times New Roman"/>
                <a:cs typeface="Times New Roman"/>
              </a:rPr>
              <a:t>IBSS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WLAN.</a:t>
            </a:r>
            <a:endParaRPr sz="2400">
              <a:latin typeface="Times New Roman"/>
              <a:cs typeface="Times New Roman"/>
            </a:endParaRPr>
          </a:p>
          <a:p>
            <a:pPr marL="352425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ovals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thought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coverage</a:t>
            </a:r>
            <a:r>
              <a:rPr sz="2400" spc="20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within 	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stations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communicate.</a:t>
            </a:r>
            <a:endParaRPr sz="2400">
              <a:latin typeface="Times New Roman"/>
              <a:cs typeface="Times New Roman"/>
            </a:endParaRPr>
          </a:p>
          <a:p>
            <a:pPr marL="352425" marR="5080" indent="-34036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Station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(STA)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terminal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mechanisms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wireless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medium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	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range.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22411" y="3778377"/>
            <a:ext cx="189801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ad-</a:t>
            </a:r>
            <a:r>
              <a:rPr sz="2000" b="1" dirty="0">
                <a:latin typeface="Arial"/>
                <a:cs typeface="Arial"/>
              </a:rPr>
              <a:t>hoc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86800" y="4149852"/>
            <a:ext cx="3048000" cy="2304415"/>
            <a:chOff x="8686800" y="4149852"/>
            <a:chExt cx="3048000" cy="2304415"/>
          </a:xfrm>
        </p:grpSpPr>
        <p:sp>
          <p:nvSpPr>
            <p:cNvPr id="8" name="object 8"/>
            <p:cNvSpPr/>
            <p:nvPr/>
          </p:nvSpPr>
          <p:spPr>
            <a:xfrm>
              <a:off x="8686800" y="4149852"/>
              <a:ext cx="3048000" cy="2304415"/>
            </a:xfrm>
            <a:custGeom>
              <a:avLst/>
              <a:gdLst/>
              <a:ahLst/>
              <a:cxnLst/>
              <a:rect l="l" t="t" r="r" b="b"/>
              <a:pathLst>
                <a:path w="3048000" h="2304415">
                  <a:moveTo>
                    <a:pt x="1524000" y="0"/>
                  </a:moveTo>
                  <a:lnTo>
                    <a:pt x="1469390" y="762"/>
                  </a:lnTo>
                  <a:lnTo>
                    <a:pt x="1415160" y="2921"/>
                  </a:lnTo>
                  <a:lnTo>
                    <a:pt x="1361567" y="6477"/>
                  </a:lnTo>
                  <a:lnTo>
                    <a:pt x="1308353" y="11430"/>
                  </a:lnTo>
                  <a:lnTo>
                    <a:pt x="1255902" y="17780"/>
                  </a:lnTo>
                  <a:lnTo>
                    <a:pt x="1203959" y="25400"/>
                  </a:lnTo>
                  <a:lnTo>
                    <a:pt x="1152652" y="34417"/>
                  </a:lnTo>
                  <a:lnTo>
                    <a:pt x="1102105" y="44704"/>
                  </a:lnTo>
                  <a:lnTo>
                    <a:pt x="1052195" y="56261"/>
                  </a:lnTo>
                  <a:lnTo>
                    <a:pt x="1003046" y="69087"/>
                  </a:lnTo>
                  <a:lnTo>
                    <a:pt x="954658" y="83058"/>
                  </a:lnTo>
                  <a:lnTo>
                    <a:pt x="907160" y="98298"/>
                  </a:lnTo>
                  <a:lnTo>
                    <a:pt x="860425" y="114681"/>
                  </a:lnTo>
                  <a:lnTo>
                    <a:pt x="814577" y="132206"/>
                  </a:lnTo>
                  <a:lnTo>
                    <a:pt x="769620" y="150875"/>
                  </a:lnTo>
                  <a:lnTo>
                    <a:pt x="725551" y="170561"/>
                  </a:lnTo>
                  <a:lnTo>
                    <a:pt x="682498" y="191389"/>
                  </a:lnTo>
                  <a:lnTo>
                    <a:pt x="640460" y="213233"/>
                  </a:lnTo>
                  <a:lnTo>
                    <a:pt x="599440" y="236093"/>
                  </a:lnTo>
                  <a:lnTo>
                    <a:pt x="559561" y="259969"/>
                  </a:lnTo>
                  <a:lnTo>
                    <a:pt x="520700" y="284861"/>
                  </a:lnTo>
                  <a:lnTo>
                    <a:pt x="482980" y="310642"/>
                  </a:lnTo>
                  <a:lnTo>
                    <a:pt x="446404" y="337439"/>
                  </a:lnTo>
                  <a:lnTo>
                    <a:pt x="410972" y="364998"/>
                  </a:lnTo>
                  <a:lnTo>
                    <a:pt x="376808" y="393573"/>
                  </a:lnTo>
                  <a:lnTo>
                    <a:pt x="344043" y="422910"/>
                  </a:lnTo>
                  <a:lnTo>
                    <a:pt x="312420" y="453136"/>
                  </a:lnTo>
                  <a:lnTo>
                    <a:pt x="282067" y="484124"/>
                  </a:lnTo>
                  <a:lnTo>
                    <a:pt x="253238" y="515874"/>
                  </a:lnTo>
                  <a:lnTo>
                    <a:pt x="225678" y="548513"/>
                  </a:lnTo>
                  <a:lnTo>
                    <a:pt x="199517" y="581787"/>
                  </a:lnTo>
                  <a:lnTo>
                    <a:pt x="174878" y="615696"/>
                  </a:lnTo>
                  <a:lnTo>
                    <a:pt x="151638" y="650367"/>
                  </a:lnTo>
                  <a:lnTo>
                    <a:pt x="130048" y="685673"/>
                  </a:lnTo>
                  <a:lnTo>
                    <a:pt x="109854" y="721614"/>
                  </a:lnTo>
                  <a:lnTo>
                    <a:pt x="91313" y="758190"/>
                  </a:lnTo>
                  <a:lnTo>
                    <a:pt x="74422" y="795401"/>
                  </a:lnTo>
                  <a:lnTo>
                    <a:pt x="59181" y="833120"/>
                  </a:lnTo>
                  <a:lnTo>
                    <a:pt x="45593" y="871347"/>
                  </a:lnTo>
                  <a:lnTo>
                    <a:pt x="33654" y="910082"/>
                  </a:lnTo>
                  <a:lnTo>
                    <a:pt x="23495" y="949325"/>
                  </a:lnTo>
                  <a:lnTo>
                    <a:pt x="15113" y="989076"/>
                  </a:lnTo>
                  <a:lnTo>
                    <a:pt x="8508" y="1029208"/>
                  </a:lnTo>
                  <a:lnTo>
                    <a:pt x="3809" y="1069848"/>
                  </a:lnTo>
                  <a:lnTo>
                    <a:pt x="1016" y="1110742"/>
                  </a:lnTo>
                  <a:lnTo>
                    <a:pt x="0" y="1152017"/>
                  </a:lnTo>
                  <a:lnTo>
                    <a:pt x="1016" y="1193419"/>
                  </a:lnTo>
                  <a:lnTo>
                    <a:pt x="3809" y="1234313"/>
                  </a:lnTo>
                  <a:lnTo>
                    <a:pt x="8508" y="1274953"/>
                  </a:lnTo>
                  <a:lnTo>
                    <a:pt x="15113" y="1315085"/>
                  </a:lnTo>
                  <a:lnTo>
                    <a:pt x="23495" y="1354709"/>
                  </a:lnTo>
                  <a:lnTo>
                    <a:pt x="33654" y="1393952"/>
                  </a:lnTo>
                  <a:lnTo>
                    <a:pt x="45593" y="1432814"/>
                  </a:lnTo>
                  <a:lnTo>
                    <a:pt x="59181" y="1471002"/>
                  </a:lnTo>
                  <a:lnTo>
                    <a:pt x="74422" y="1508709"/>
                  </a:lnTo>
                  <a:lnTo>
                    <a:pt x="91313" y="1545856"/>
                  </a:lnTo>
                  <a:lnTo>
                    <a:pt x="109854" y="1582420"/>
                  </a:lnTo>
                  <a:lnTo>
                    <a:pt x="130048" y="1618373"/>
                  </a:lnTo>
                  <a:lnTo>
                    <a:pt x="151638" y="1653692"/>
                  </a:lnTo>
                  <a:lnTo>
                    <a:pt x="174878" y="1688363"/>
                  </a:lnTo>
                  <a:lnTo>
                    <a:pt x="199517" y="1722335"/>
                  </a:lnTo>
                  <a:lnTo>
                    <a:pt x="225678" y="1755609"/>
                  </a:lnTo>
                  <a:lnTo>
                    <a:pt x="253238" y="1788147"/>
                  </a:lnTo>
                  <a:lnTo>
                    <a:pt x="282067" y="1819935"/>
                  </a:lnTo>
                  <a:lnTo>
                    <a:pt x="312420" y="1850936"/>
                  </a:lnTo>
                  <a:lnTo>
                    <a:pt x="344043" y="1881136"/>
                  </a:lnTo>
                  <a:lnTo>
                    <a:pt x="376808" y="1910499"/>
                  </a:lnTo>
                  <a:lnTo>
                    <a:pt x="410972" y="1939023"/>
                  </a:lnTo>
                  <a:lnTo>
                    <a:pt x="446404" y="1966658"/>
                  </a:lnTo>
                  <a:lnTo>
                    <a:pt x="482980" y="1993392"/>
                  </a:lnTo>
                  <a:lnTo>
                    <a:pt x="520700" y="2019211"/>
                  </a:lnTo>
                  <a:lnTo>
                    <a:pt x="559561" y="2044065"/>
                  </a:lnTo>
                  <a:lnTo>
                    <a:pt x="599440" y="2067953"/>
                  </a:lnTo>
                  <a:lnTo>
                    <a:pt x="640460" y="2090839"/>
                  </a:lnTo>
                  <a:lnTo>
                    <a:pt x="682498" y="2112695"/>
                  </a:lnTo>
                  <a:lnTo>
                    <a:pt x="725551" y="2133511"/>
                  </a:lnTo>
                  <a:lnTo>
                    <a:pt x="769620" y="2153259"/>
                  </a:lnTo>
                  <a:lnTo>
                    <a:pt x="814577" y="2171903"/>
                  </a:lnTo>
                  <a:lnTo>
                    <a:pt x="860425" y="2189416"/>
                  </a:lnTo>
                  <a:lnTo>
                    <a:pt x="907160" y="2205799"/>
                  </a:lnTo>
                  <a:lnTo>
                    <a:pt x="954658" y="2221001"/>
                  </a:lnTo>
                  <a:lnTo>
                    <a:pt x="1003046" y="2235022"/>
                  </a:lnTo>
                  <a:lnTo>
                    <a:pt x="1052195" y="2247811"/>
                  </a:lnTo>
                  <a:lnTo>
                    <a:pt x="1102105" y="2259355"/>
                  </a:lnTo>
                  <a:lnTo>
                    <a:pt x="1152652" y="2269642"/>
                  </a:lnTo>
                  <a:lnTo>
                    <a:pt x="1203959" y="2278634"/>
                  </a:lnTo>
                  <a:lnTo>
                    <a:pt x="1255902" y="2286304"/>
                  </a:lnTo>
                  <a:lnTo>
                    <a:pt x="1308353" y="2292642"/>
                  </a:lnTo>
                  <a:lnTo>
                    <a:pt x="1361567" y="2297607"/>
                  </a:lnTo>
                  <a:lnTo>
                    <a:pt x="1415160" y="2301189"/>
                  </a:lnTo>
                  <a:lnTo>
                    <a:pt x="1469390" y="2303360"/>
                  </a:lnTo>
                  <a:lnTo>
                    <a:pt x="1524000" y="2304084"/>
                  </a:lnTo>
                  <a:lnTo>
                    <a:pt x="1578609" y="2303360"/>
                  </a:lnTo>
                  <a:lnTo>
                    <a:pt x="1632839" y="2301189"/>
                  </a:lnTo>
                  <a:lnTo>
                    <a:pt x="1686432" y="2297607"/>
                  </a:lnTo>
                  <a:lnTo>
                    <a:pt x="1739646" y="2292642"/>
                  </a:lnTo>
                  <a:lnTo>
                    <a:pt x="1792097" y="2286304"/>
                  </a:lnTo>
                  <a:lnTo>
                    <a:pt x="1844040" y="2278634"/>
                  </a:lnTo>
                  <a:lnTo>
                    <a:pt x="1895348" y="2269642"/>
                  </a:lnTo>
                  <a:lnTo>
                    <a:pt x="1945894" y="2259355"/>
                  </a:lnTo>
                  <a:lnTo>
                    <a:pt x="1995804" y="2247811"/>
                  </a:lnTo>
                  <a:lnTo>
                    <a:pt x="2044953" y="2235022"/>
                  </a:lnTo>
                  <a:lnTo>
                    <a:pt x="2093341" y="2221001"/>
                  </a:lnTo>
                  <a:lnTo>
                    <a:pt x="2140839" y="2205799"/>
                  </a:lnTo>
                  <a:lnTo>
                    <a:pt x="2187575" y="2189416"/>
                  </a:lnTo>
                  <a:lnTo>
                    <a:pt x="2233422" y="2171903"/>
                  </a:lnTo>
                  <a:lnTo>
                    <a:pt x="2278379" y="2153259"/>
                  </a:lnTo>
                  <a:lnTo>
                    <a:pt x="2322449" y="2133511"/>
                  </a:lnTo>
                  <a:lnTo>
                    <a:pt x="2365502" y="2112695"/>
                  </a:lnTo>
                  <a:lnTo>
                    <a:pt x="2407539" y="2090839"/>
                  </a:lnTo>
                  <a:lnTo>
                    <a:pt x="2448559" y="2067953"/>
                  </a:lnTo>
                  <a:lnTo>
                    <a:pt x="2488438" y="2044065"/>
                  </a:lnTo>
                  <a:lnTo>
                    <a:pt x="2527300" y="2019211"/>
                  </a:lnTo>
                  <a:lnTo>
                    <a:pt x="2565019" y="1993392"/>
                  </a:lnTo>
                  <a:lnTo>
                    <a:pt x="2601595" y="1966658"/>
                  </a:lnTo>
                  <a:lnTo>
                    <a:pt x="2637028" y="1939023"/>
                  </a:lnTo>
                  <a:lnTo>
                    <a:pt x="2671064" y="1910499"/>
                  </a:lnTo>
                  <a:lnTo>
                    <a:pt x="2703956" y="1881136"/>
                  </a:lnTo>
                  <a:lnTo>
                    <a:pt x="2735579" y="1850936"/>
                  </a:lnTo>
                  <a:lnTo>
                    <a:pt x="2765932" y="1819935"/>
                  </a:lnTo>
                  <a:lnTo>
                    <a:pt x="2794761" y="1788147"/>
                  </a:lnTo>
                  <a:lnTo>
                    <a:pt x="2822321" y="1755609"/>
                  </a:lnTo>
                  <a:lnTo>
                    <a:pt x="2848482" y="1722335"/>
                  </a:lnTo>
                  <a:lnTo>
                    <a:pt x="2873121" y="1688363"/>
                  </a:lnTo>
                  <a:lnTo>
                    <a:pt x="2896361" y="1653692"/>
                  </a:lnTo>
                  <a:lnTo>
                    <a:pt x="2917952" y="1618373"/>
                  </a:lnTo>
                  <a:lnTo>
                    <a:pt x="2938145" y="1582420"/>
                  </a:lnTo>
                  <a:lnTo>
                    <a:pt x="2956686" y="1545856"/>
                  </a:lnTo>
                  <a:lnTo>
                    <a:pt x="2973578" y="1508709"/>
                  </a:lnTo>
                  <a:lnTo>
                    <a:pt x="2988818" y="1471002"/>
                  </a:lnTo>
                  <a:lnTo>
                    <a:pt x="3002406" y="1432814"/>
                  </a:lnTo>
                  <a:lnTo>
                    <a:pt x="3014345" y="1393952"/>
                  </a:lnTo>
                  <a:lnTo>
                    <a:pt x="3024504" y="1354709"/>
                  </a:lnTo>
                  <a:lnTo>
                    <a:pt x="3032886" y="1315085"/>
                  </a:lnTo>
                  <a:lnTo>
                    <a:pt x="3039491" y="1274953"/>
                  </a:lnTo>
                  <a:lnTo>
                    <a:pt x="3044190" y="1234313"/>
                  </a:lnTo>
                  <a:lnTo>
                    <a:pt x="3046983" y="1193419"/>
                  </a:lnTo>
                  <a:lnTo>
                    <a:pt x="3048000" y="1152017"/>
                  </a:lnTo>
                  <a:lnTo>
                    <a:pt x="3046983" y="1110742"/>
                  </a:lnTo>
                  <a:lnTo>
                    <a:pt x="3044190" y="1069848"/>
                  </a:lnTo>
                  <a:lnTo>
                    <a:pt x="3039491" y="1029208"/>
                  </a:lnTo>
                  <a:lnTo>
                    <a:pt x="3032886" y="989076"/>
                  </a:lnTo>
                  <a:lnTo>
                    <a:pt x="3024504" y="949325"/>
                  </a:lnTo>
                  <a:lnTo>
                    <a:pt x="3014345" y="910082"/>
                  </a:lnTo>
                  <a:lnTo>
                    <a:pt x="3002406" y="871347"/>
                  </a:lnTo>
                  <a:lnTo>
                    <a:pt x="2988818" y="833120"/>
                  </a:lnTo>
                  <a:lnTo>
                    <a:pt x="2973578" y="795401"/>
                  </a:lnTo>
                  <a:lnTo>
                    <a:pt x="2956686" y="758190"/>
                  </a:lnTo>
                  <a:lnTo>
                    <a:pt x="2938145" y="721614"/>
                  </a:lnTo>
                  <a:lnTo>
                    <a:pt x="2917952" y="685673"/>
                  </a:lnTo>
                  <a:lnTo>
                    <a:pt x="2896361" y="650367"/>
                  </a:lnTo>
                  <a:lnTo>
                    <a:pt x="2873121" y="615696"/>
                  </a:lnTo>
                  <a:lnTo>
                    <a:pt x="2848482" y="581787"/>
                  </a:lnTo>
                  <a:lnTo>
                    <a:pt x="2822321" y="548513"/>
                  </a:lnTo>
                  <a:lnTo>
                    <a:pt x="2794761" y="515874"/>
                  </a:lnTo>
                  <a:lnTo>
                    <a:pt x="2765932" y="484124"/>
                  </a:lnTo>
                  <a:lnTo>
                    <a:pt x="2735579" y="453136"/>
                  </a:lnTo>
                  <a:lnTo>
                    <a:pt x="2703956" y="422910"/>
                  </a:lnTo>
                  <a:lnTo>
                    <a:pt x="2671064" y="393573"/>
                  </a:lnTo>
                  <a:lnTo>
                    <a:pt x="2637028" y="364998"/>
                  </a:lnTo>
                  <a:lnTo>
                    <a:pt x="2601595" y="337439"/>
                  </a:lnTo>
                  <a:lnTo>
                    <a:pt x="2565019" y="310642"/>
                  </a:lnTo>
                  <a:lnTo>
                    <a:pt x="2527300" y="284861"/>
                  </a:lnTo>
                  <a:lnTo>
                    <a:pt x="2488438" y="259969"/>
                  </a:lnTo>
                  <a:lnTo>
                    <a:pt x="2448559" y="236093"/>
                  </a:lnTo>
                  <a:lnTo>
                    <a:pt x="2407539" y="213233"/>
                  </a:lnTo>
                  <a:lnTo>
                    <a:pt x="2365502" y="191389"/>
                  </a:lnTo>
                  <a:lnTo>
                    <a:pt x="2322449" y="170561"/>
                  </a:lnTo>
                  <a:lnTo>
                    <a:pt x="2278379" y="150875"/>
                  </a:lnTo>
                  <a:lnTo>
                    <a:pt x="2233422" y="132206"/>
                  </a:lnTo>
                  <a:lnTo>
                    <a:pt x="2187575" y="114681"/>
                  </a:lnTo>
                  <a:lnTo>
                    <a:pt x="2140839" y="98298"/>
                  </a:lnTo>
                  <a:lnTo>
                    <a:pt x="2093341" y="83058"/>
                  </a:lnTo>
                  <a:lnTo>
                    <a:pt x="2044953" y="69087"/>
                  </a:lnTo>
                  <a:lnTo>
                    <a:pt x="1995804" y="56261"/>
                  </a:lnTo>
                  <a:lnTo>
                    <a:pt x="1945894" y="44704"/>
                  </a:lnTo>
                  <a:lnTo>
                    <a:pt x="1895348" y="34417"/>
                  </a:lnTo>
                  <a:lnTo>
                    <a:pt x="1844040" y="25400"/>
                  </a:lnTo>
                  <a:lnTo>
                    <a:pt x="1792097" y="17780"/>
                  </a:lnTo>
                  <a:lnTo>
                    <a:pt x="1739646" y="11430"/>
                  </a:lnTo>
                  <a:lnTo>
                    <a:pt x="1686432" y="6477"/>
                  </a:lnTo>
                  <a:lnTo>
                    <a:pt x="1632839" y="2921"/>
                  </a:lnTo>
                  <a:lnTo>
                    <a:pt x="1578609" y="762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53600" y="4725924"/>
              <a:ext cx="381000" cy="384175"/>
            </a:xfrm>
            <a:custGeom>
              <a:avLst/>
              <a:gdLst/>
              <a:ahLst/>
              <a:cxnLst/>
              <a:rect l="l" t="t" r="r" b="b"/>
              <a:pathLst>
                <a:path w="381000" h="384175">
                  <a:moveTo>
                    <a:pt x="308229" y="197231"/>
                  </a:moveTo>
                  <a:lnTo>
                    <a:pt x="301371" y="186563"/>
                  </a:lnTo>
                  <a:lnTo>
                    <a:pt x="61087" y="337820"/>
                  </a:lnTo>
                  <a:lnTo>
                    <a:pt x="44196" y="310896"/>
                  </a:lnTo>
                  <a:lnTo>
                    <a:pt x="0" y="383794"/>
                  </a:lnTo>
                  <a:lnTo>
                    <a:pt x="84836" y="375412"/>
                  </a:lnTo>
                  <a:lnTo>
                    <a:pt x="67945" y="348615"/>
                  </a:lnTo>
                  <a:lnTo>
                    <a:pt x="308229" y="197231"/>
                  </a:lnTo>
                  <a:close/>
                </a:path>
                <a:path w="381000" h="384175">
                  <a:moveTo>
                    <a:pt x="381000" y="0"/>
                  </a:moveTo>
                  <a:lnTo>
                    <a:pt x="296164" y="8382"/>
                  </a:lnTo>
                  <a:lnTo>
                    <a:pt x="313182" y="35306"/>
                  </a:lnTo>
                  <a:lnTo>
                    <a:pt x="72771" y="186563"/>
                  </a:lnTo>
                  <a:lnTo>
                    <a:pt x="79629" y="197231"/>
                  </a:lnTo>
                  <a:lnTo>
                    <a:pt x="319913" y="46101"/>
                  </a:lnTo>
                  <a:lnTo>
                    <a:pt x="336804" y="7289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29800" y="4917948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29800" y="5590032"/>
              <a:ext cx="381000" cy="384175"/>
            </a:xfrm>
            <a:custGeom>
              <a:avLst/>
              <a:gdLst/>
              <a:ahLst/>
              <a:cxnLst/>
              <a:rect l="l" t="t" r="r" b="b"/>
              <a:pathLst>
                <a:path w="381000" h="384175">
                  <a:moveTo>
                    <a:pt x="308229" y="186499"/>
                  </a:moveTo>
                  <a:lnTo>
                    <a:pt x="67818" y="35318"/>
                  </a:lnTo>
                  <a:lnTo>
                    <a:pt x="84836" y="8382"/>
                  </a:lnTo>
                  <a:lnTo>
                    <a:pt x="0" y="0"/>
                  </a:lnTo>
                  <a:lnTo>
                    <a:pt x="44196" y="72872"/>
                  </a:lnTo>
                  <a:lnTo>
                    <a:pt x="61087" y="46050"/>
                  </a:lnTo>
                  <a:lnTo>
                    <a:pt x="301371" y="197294"/>
                  </a:lnTo>
                  <a:lnTo>
                    <a:pt x="308229" y="186499"/>
                  </a:lnTo>
                  <a:close/>
                </a:path>
                <a:path w="381000" h="384175">
                  <a:moveTo>
                    <a:pt x="381000" y="383794"/>
                  </a:moveTo>
                  <a:lnTo>
                    <a:pt x="336804" y="310921"/>
                  </a:lnTo>
                  <a:lnTo>
                    <a:pt x="319786" y="337820"/>
                  </a:lnTo>
                  <a:lnTo>
                    <a:pt x="79629" y="186499"/>
                  </a:lnTo>
                  <a:lnTo>
                    <a:pt x="72771" y="197294"/>
                  </a:lnTo>
                  <a:lnTo>
                    <a:pt x="313055" y="348576"/>
                  </a:lnTo>
                  <a:lnTo>
                    <a:pt x="296164" y="375412"/>
                  </a:lnTo>
                  <a:lnTo>
                    <a:pt x="381000" y="383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06000" y="5782056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83624" y="4960620"/>
              <a:ext cx="431165" cy="821690"/>
            </a:xfrm>
            <a:custGeom>
              <a:avLst/>
              <a:gdLst/>
              <a:ahLst/>
              <a:cxnLst/>
              <a:rect l="l" t="t" r="r" b="b"/>
              <a:pathLst>
                <a:path w="431165" h="821689">
                  <a:moveTo>
                    <a:pt x="112903" y="794905"/>
                  </a:moveTo>
                  <a:lnTo>
                    <a:pt x="112522" y="788936"/>
                  </a:lnTo>
                  <a:lnTo>
                    <a:pt x="111506" y="782459"/>
                  </a:lnTo>
                  <a:lnTo>
                    <a:pt x="109982" y="775474"/>
                  </a:lnTo>
                  <a:lnTo>
                    <a:pt x="109601" y="775639"/>
                  </a:lnTo>
                  <a:lnTo>
                    <a:pt x="28194" y="506222"/>
                  </a:lnTo>
                  <a:lnTo>
                    <a:pt x="28575" y="506095"/>
                  </a:lnTo>
                  <a:lnTo>
                    <a:pt x="25781" y="496951"/>
                  </a:lnTo>
                  <a:lnTo>
                    <a:pt x="16256" y="493649"/>
                  </a:lnTo>
                  <a:lnTo>
                    <a:pt x="11049" y="504444"/>
                  </a:lnTo>
                  <a:lnTo>
                    <a:pt x="13716" y="513588"/>
                  </a:lnTo>
                  <a:lnTo>
                    <a:pt x="18161" y="511302"/>
                  </a:lnTo>
                  <a:lnTo>
                    <a:pt x="14224" y="513588"/>
                  </a:lnTo>
                  <a:lnTo>
                    <a:pt x="14605" y="514858"/>
                  </a:lnTo>
                  <a:lnTo>
                    <a:pt x="14224" y="514985"/>
                  </a:lnTo>
                  <a:lnTo>
                    <a:pt x="91440" y="785380"/>
                  </a:lnTo>
                  <a:lnTo>
                    <a:pt x="100965" y="780491"/>
                  </a:lnTo>
                  <a:lnTo>
                    <a:pt x="99949" y="781316"/>
                  </a:lnTo>
                  <a:lnTo>
                    <a:pt x="92202" y="785761"/>
                  </a:lnTo>
                  <a:lnTo>
                    <a:pt x="94234" y="792619"/>
                  </a:lnTo>
                  <a:lnTo>
                    <a:pt x="97917" y="800493"/>
                  </a:lnTo>
                  <a:lnTo>
                    <a:pt x="101727" y="806323"/>
                  </a:lnTo>
                  <a:lnTo>
                    <a:pt x="105283" y="809879"/>
                  </a:lnTo>
                  <a:lnTo>
                    <a:pt x="108204" y="811276"/>
                  </a:lnTo>
                  <a:lnTo>
                    <a:pt x="110490" y="820674"/>
                  </a:lnTo>
                  <a:lnTo>
                    <a:pt x="111506" y="821436"/>
                  </a:lnTo>
                  <a:lnTo>
                    <a:pt x="112014" y="821182"/>
                  </a:lnTo>
                  <a:lnTo>
                    <a:pt x="112776" y="819912"/>
                  </a:lnTo>
                  <a:lnTo>
                    <a:pt x="112776" y="817880"/>
                  </a:lnTo>
                  <a:lnTo>
                    <a:pt x="110744" y="809599"/>
                  </a:lnTo>
                  <a:lnTo>
                    <a:pt x="111633" y="807720"/>
                  </a:lnTo>
                  <a:lnTo>
                    <a:pt x="112395" y="804291"/>
                  </a:lnTo>
                  <a:lnTo>
                    <a:pt x="112776" y="799985"/>
                  </a:lnTo>
                  <a:lnTo>
                    <a:pt x="112903" y="794905"/>
                  </a:lnTo>
                  <a:close/>
                </a:path>
                <a:path w="431165" h="821689">
                  <a:moveTo>
                    <a:pt x="430784" y="589534"/>
                  </a:moveTo>
                  <a:lnTo>
                    <a:pt x="430276" y="587121"/>
                  </a:lnTo>
                  <a:lnTo>
                    <a:pt x="355092" y="340487"/>
                  </a:lnTo>
                  <a:lnTo>
                    <a:pt x="359410" y="337439"/>
                  </a:lnTo>
                  <a:lnTo>
                    <a:pt x="292862" y="115951"/>
                  </a:lnTo>
                  <a:lnTo>
                    <a:pt x="287655" y="119507"/>
                  </a:lnTo>
                  <a:lnTo>
                    <a:pt x="253492" y="7239"/>
                  </a:lnTo>
                  <a:lnTo>
                    <a:pt x="251460" y="3429"/>
                  </a:lnTo>
                  <a:lnTo>
                    <a:pt x="250190" y="2032"/>
                  </a:lnTo>
                  <a:lnTo>
                    <a:pt x="248793" y="1016"/>
                  </a:lnTo>
                  <a:lnTo>
                    <a:pt x="245745" y="0"/>
                  </a:lnTo>
                  <a:lnTo>
                    <a:pt x="242697" y="1016"/>
                  </a:lnTo>
                  <a:lnTo>
                    <a:pt x="4445" y="165354"/>
                  </a:lnTo>
                  <a:lnTo>
                    <a:pt x="0" y="177292"/>
                  </a:lnTo>
                  <a:lnTo>
                    <a:pt x="127" y="179705"/>
                  </a:lnTo>
                  <a:lnTo>
                    <a:pt x="635" y="181991"/>
                  </a:lnTo>
                  <a:lnTo>
                    <a:pt x="32385" y="293624"/>
                  </a:lnTo>
                  <a:lnTo>
                    <a:pt x="28575" y="296164"/>
                  </a:lnTo>
                  <a:lnTo>
                    <a:pt x="91694" y="519684"/>
                  </a:lnTo>
                  <a:lnTo>
                    <a:pt x="95758" y="516890"/>
                  </a:lnTo>
                  <a:lnTo>
                    <a:pt x="169926" y="778014"/>
                  </a:lnTo>
                  <a:lnTo>
                    <a:pt x="177419" y="785380"/>
                  </a:lnTo>
                  <a:lnTo>
                    <a:pt x="179070" y="785126"/>
                  </a:lnTo>
                  <a:lnTo>
                    <a:pt x="426339" y="604012"/>
                  </a:lnTo>
                  <a:lnTo>
                    <a:pt x="430784" y="594487"/>
                  </a:lnTo>
                  <a:lnTo>
                    <a:pt x="430784" y="589534"/>
                  </a:lnTo>
                  <a:close/>
                </a:path>
              </a:pathLst>
            </a:custGeom>
            <a:solidFill>
              <a:srgbClr val="6B68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76231" y="5062728"/>
              <a:ext cx="80770" cy="2407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72955" y="5033772"/>
              <a:ext cx="328930" cy="403860"/>
            </a:xfrm>
            <a:custGeom>
              <a:avLst/>
              <a:gdLst/>
              <a:ahLst/>
              <a:cxnLst/>
              <a:rect l="l" t="t" r="r" b="b"/>
              <a:pathLst>
                <a:path w="328929" h="403860">
                  <a:moveTo>
                    <a:pt x="262763" y="0"/>
                  </a:moveTo>
                  <a:lnTo>
                    <a:pt x="0" y="180212"/>
                  </a:lnTo>
                  <a:lnTo>
                    <a:pt x="62738" y="403732"/>
                  </a:lnTo>
                  <a:lnTo>
                    <a:pt x="328929" y="221360"/>
                  </a:lnTo>
                  <a:lnTo>
                    <a:pt x="262763" y="0"/>
                  </a:lnTo>
                  <a:close/>
                </a:path>
              </a:pathLst>
            </a:custGeom>
            <a:solidFill>
              <a:srgbClr val="52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44000" y="4917948"/>
              <a:ext cx="431165" cy="786765"/>
            </a:xfrm>
            <a:custGeom>
              <a:avLst/>
              <a:gdLst/>
              <a:ahLst/>
              <a:cxnLst/>
              <a:rect l="l" t="t" r="r" b="b"/>
              <a:pathLst>
                <a:path w="431165" h="786764">
                  <a:moveTo>
                    <a:pt x="247142" y="0"/>
                  </a:moveTo>
                  <a:lnTo>
                    <a:pt x="244094" y="0"/>
                  </a:lnTo>
                  <a:lnTo>
                    <a:pt x="242697" y="762"/>
                  </a:lnTo>
                  <a:lnTo>
                    <a:pt x="4572" y="165226"/>
                  </a:lnTo>
                  <a:lnTo>
                    <a:pt x="253" y="174370"/>
                  </a:lnTo>
                  <a:lnTo>
                    <a:pt x="0" y="177291"/>
                  </a:lnTo>
                  <a:lnTo>
                    <a:pt x="126" y="180339"/>
                  </a:lnTo>
                  <a:lnTo>
                    <a:pt x="4952" y="197993"/>
                  </a:lnTo>
                  <a:lnTo>
                    <a:pt x="5079" y="197865"/>
                  </a:lnTo>
                  <a:lnTo>
                    <a:pt x="170052" y="779005"/>
                  </a:lnTo>
                  <a:lnTo>
                    <a:pt x="177546" y="786383"/>
                  </a:lnTo>
                  <a:lnTo>
                    <a:pt x="179197" y="786129"/>
                  </a:lnTo>
                  <a:lnTo>
                    <a:pt x="426466" y="604519"/>
                  </a:lnTo>
                  <a:lnTo>
                    <a:pt x="430529" y="597407"/>
                  </a:lnTo>
                  <a:lnTo>
                    <a:pt x="431038" y="592582"/>
                  </a:lnTo>
                  <a:lnTo>
                    <a:pt x="430275" y="587755"/>
                  </a:lnTo>
                  <a:lnTo>
                    <a:pt x="257428" y="20319"/>
                  </a:lnTo>
                  <a:lnTo>
                    <a:pt x="257682" y="20193"/>
                  </a:lnTo>
                  <a:lnTo>
                    <a:pt x="255650" y="14350"/>
                  </a:lnTo>
                  <a:lnTo>
                    <a:pt x="252729" y="4952"/>
                  </a:lnTo>
                  <a:lnTo>
                    <a:pt x="250317" y="1777"/>
                  </a:lnTo>
                  <a:lnTo>
                    <a:pt x="248920" y="762"/>
                  </a:lnTo>
                  <a:lnTo>
                    <a:pt x="247142" y="0"/>
                  </a:lnTo>
                  <a:close/>
                </a:path>
              </a:pathLst>
            </a:custGeom>
            <a:solidFill>
              <a:srgbClr val="B8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4917948"/>
              <a:ext cx="283464" cy="26060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71431" y="5020056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4" h="182879">
                  <a:moveTo>
                    <a:pt x="254508" y="0"/>
                  </a:moveTo>
                  <a:lnTo>
                    <a:pt x="0" y="178308"/>
                  </a:lnTo>
                  <a:lnTo>
                    <a:pt x="1143" y="182626"/>
                  </a:lnTo>
                  <a:lnTo>
                    <a:pt x="255650" y="4318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54668" y="5198364"/>
              <a:ext cx="80772" cy="2529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36608" y="5018532"/>
              <a:ext cx="82294" cy="24384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249155" y="5158740"/>
              <a:ext cx="260985" cy="455930"/>
            </a:xfrm>
            <a:custGeom>
              <a:avLst/>
              <a:gdLst/>
              <a:ahLst/>
              <a:cxnLst/>
              <a:rect l="l" t="t" r="r" b="b"/>
              <a:pathLst>
                <a:path w="260984" h="455929">
                  <a:moveTo>
                    <a:pt x="159512" y="0"/>
                  </a:moveTo>
                  <a:lnTo>
                    <a:pt x="0" y="109728"/>
                  </a:lnTo>
                  <a:lnTo>
                    <a:pt x="101092" y="455549"/>
                  </a:lnTo>
                  <a:lnTo>
                    <a:pt x="260603" y="335026"/>
                  </a:lnTo>
                  <a:lnTo>
                    <a:pt x="159512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49155" y="5152644"/>
              <a:ext cx="260985" cy="455930"/>
            </a:xfrm>
            <a:custGeom>
              <a:avLst/>
              <a:gdLst/>
              <a:ahLst/>
              <a:cxnLst/>
              <a:rect l="l" t="t" r="r" b="b"/>
              <a:pathLst>
                <a:path w="260984" h="455929">
                  <a:moveTo>
                    <a:pt x="159512" y="0"/>
                  </a:moveTo>
                  <a:lnTo>
                    <a:pt x="0" y="109600"/>
                  </a:lnTo>
                  <a:lnTo>
                    <a:pt x="101092" y="455548"/>
                  </a:lnTo>
                  <a:lnTo>
                    <a:pt x="260603" y="335025"/>
                  </a:lnTo>
                  <a:lnTo>
                    <a:pt x="159512" y="0"/>
                  </a:lnTo>
                  <a:close/>
                </a:path>
              </a:pathLst>
            </a:custGeom>
            <a:solidFill>
              <a:srgbClr val="11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58300" y="5161788"/>
              <a:ext cx="250190" cy="435609"/>
            </a:xfrm>
            <a:custGeom>
              <a:avLst/>
              <a:gdLst/>
              <a:ahLst/>
              <a:cxnLst/>
              <a:rect l="l" t="t" r="r" b="b"/>
              <a:pathLst>
                <a:path w="250190" h="435610">
                  <a:moveTo>
                    <a:pt x="152907" y="0"/>
                  </a:moveTo>
                  <a:lnTo>
                    <a:pt x="0" y="104775"/>
                  </a:lnTo>
                  <a:lnTo>
                    <a:pt x="96647" y="435356"/>
                  </a:lnTo>
                  <a:lnTo>
                    <a:pt x="249681" y="320294"/>
                  </a:lnTo>
                  <a:lnTo>
                    <a:pt x="152907" y="0"/>
                  </a:lnTo>
                  <a:close/>
                </a:path>
              </a:pathLst>
            </a:custGeom>
            <a:solidFill>
              <a:srgbClr val="1A78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268968" y="5088636"/>
              <a:ext cx="30480" cy="38100"/>
            </a:xfrm>
            <a:custGeom>
              <a:avLst/>
              <a:gdLst/>
              <a:ahLst/>
              <a:cxnLst/>
              <a:rect l="l" t="t" r="r" b="b"/>
              <a:pathLst>
                <a:path w="30479" h="38100">
                  <a:moveTo>
                    <a:pt x="24510" y="0"/>
                  </a:moveTo>
                  <a:lnTo>
                    <a:pt x="0" y="17271"/>
                  </a:lnTo>
                  <a:lnTo>
                    <a:pt x="5460" y="37972"/>
                  </a:lnTo>
                  <a:lnTo>
                    <a:pt x="30099" y="20574"/>
                  </a:lnTo>
                  <a:lnTo>
                    <a:pt x="24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273540" y="5094732"/>
              <a:ext cx="26034" cy="30480"/>
            </a:xfrm>
            <a:custGeom>
              <a:avLst/>
              <a:gdLst/>
              <a:ahLst/>
              <a:cxnLst/>
              <a:rect l="l" t="t" r="r" b="b"/>
              <a:pathLst>
                <a:path w="26034" h="30479">
                  <a:moveTo>
                    <a:pt x="21843" y="0"/>
                  </a:moveTo>
                  <a:lnTo>
                    <a:pt x="0" y="15367"/>
                  </a:lnTo>
                  <a:lnTo>
                    <a:pt x="4063" y="29972"/>
                  </a:lnTo>
                  <a:lnTo>
                    <a:pt x="25907" y="14732"/>
                  </a:lnTo>
                  <a:lnTo>
                    <a:pt x="21843" y="0"/>
                  </a:lnTo>
                  <a:close/>
                </a:path>
              </a:pathLst>
            </a:custGeom>
            <a:solidFill>
              <a:srgbClr val="B8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82683" y="5090160"/>
              <a:ext cx="15240" cy="26034"/>
            </a:xfrm>
            <a:custGeom>
              <a:avLst/>
              <a:gdLst/>
              <a:ahLst/>
              <a:cxnLst/>
              <a:rect l="l" t="t" r="r" b="b"/>
              <a:pathLst>
                <a:path w="15240" h="26035">
                  <a:moveTo>
                    <a:pt x="10668" y="0"/>
                  </a:moveTo>
                  <a:lnTo>
                    <a:pt x="254" y="8127"/>
                  </a:lnTo>
                  <a:lnTo>
                    <a:pt x="0" y="8508"/>
                  </a:lnTo>
                  <a:lnTo>
                    <a:pt x="0" y="9525"/>
                  </a:lnTo>
                  <a:lnTo>
                    <a:pt x="3556" y="24510"/>
                  </a:lnTo>
                  <a:lnTo>
                    <a:pt x="4064" y="25653"/>
                  </a:lnTo>
                  <a:lnTo>
                    <a:pt x="4572" y="25907"/>
                  </a:lnTo>
                  <a:lnTo>
                    <a:pt x="14859" y="17906"/>
                  </a:lnTo>
                  <a:lnTo>
                    <a:pt x="15113" y="17525"/>
                  </a:lnTo>
                  <a:lnTo>
                    <a:pt x="15240" y="16256"/>
                  </a:lnTo>
                  <a:lnTo>
                    <a:pt x="11684" y="1523"/>
                  </a:lnTo>
                  <a:lnTo>
                    <a:pt x="11049" y="253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DF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82683" y="5091684"/>
              <a:ext cx="15240" cy="22860"/>
            </a:xfrm>
            <a:custGeom>
              <a:avLst/>
              <a:gdLst/>
              <a:ahLst/>
              <a:cxnLst/>
              <a:rect l="l" t="t" r="r" b="b"/>
              <a:pathLst>
                <a:path w="15240" h="22860">
                  <a:moveTo>
                    <a:pt x="10668" y="0"/>
                  </a:moveTo>
                  <a:lnTo>
                    <a:pt x="254" y="7112"/>
                  </a:lnTo>
                  <a:lnTo>
                    <a:pt x="0" y="8382"/>
                  </a:lnTo>
                  <a:lnTo>
                    <a:pt x="3556" y="21463"/>
                  </a:lnTo>
                  <a:lnTo>
                    <a:pt x="4064" y="22479"/>
                  </a:lnTo>
                  <a:lnTo>
                    <a:pt x="4572" y="22606"/>
                  </a:lnTo>
                  <a:lnTo>
                    <a:pt x="14859" y="15621"/>
                  </a:lnTo>
                  <a:lnTo>
                    <a:pt x="15240" y="14224"/>
                  </a:lnTo>
                  <a:lnTo>
                    <a:pt x="11302" y="508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91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287255" y="5096383"/>
              <a:ext cx="8890" cy="16510"/>
            </a:xfrm>
            <a:custGeom>
              <a:avLst/>
              <a:gdLst/>
              <a:ahLst/>
              <a:cxnLst/>
              <a:rect l="l" t="t" r="r" b="b"/>
              <a:pathLst>
                <a:path w="8890" h="16510">
                  <a:moveTo>
                    <a:pt x="6350" y="0"/>
                  </a:moveTo>
                  <a:lnTo>
                    <a:pt x="0" y="13335"/>
                  </a:lnTo>
                  <a:lnTo>
                    <a:pt x="0" y="15748"/>
                  </a:lnTo>
                  <a:lnTo>
                    <a:pt x="380" y="16129"/>
                  </a:lnTo>
                  <a:lnTo>
                    <a:pt x="1016" y="16002"/>
                  </a:lnTo>
                  <a:lnTo>
                    <a:pt x="8509" y="11303"/>
                  </a:lnTo>
                  <a:lnTo>
                    <a:pt x="8890" y="10795"/>
                  </a:lnTo>
                  <a:lnTo>
                    <a:pt x="8890" y="8001"/>
                  </a:lnTo>
                  <a:lnTo>
                    <a:pt x="6730" y="508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D1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07068" y="5068824"/>
              <a:ext cx="20955" cy="31750"/>
            </a:xfrm>
            <a:custGeom>
              <a:avLst/>
              <a:gdLst/>
              <a:ahLst/>
              <a:cxnLst/>
              <a:rect l="l" t="t" r="r" b="b"/>
              <a:pathLst>
                <a:path w="20954" h="31750">
                  <a:moveTo>
                    <a:pt x="15239" y="0"/>
                  </a:moveTo>
                  <a:lnTo>
                    <a:pt x="0" y="10540"/>
                  </a:lnTo>
                  <a:lnTo>
                    <a:pt x="5714" y="31623"/>
                  </a:lnTo>
                  <a:lnTo>
                    <a:pt x="20954" y="20955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10116" y="507339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4">
                  <a:moveTo>
                    <a:pt x="13842" y="0"/>
                  </a:moveTo>
                  <a:lnTo>
                    <a:pt x="0" y="9397"/>
                  </a:lnTo>
                  <a:lnTo>
                    <a:pt x="4190" y="24256"/>
                  </a:lnTo>
                  <a:lnTo>
                    <a:pt x="17906" y="14985"/>
                  </a:lnTo>
                  <a:lnTo>
                    <a:pt x="13842" y="0"/>
                  </a:lnTo>
                  <a:close/>
                </a:path>
              </a:pathLst>
            </a:custGeom>
            <a:solidFill>
              <a:srgbClr val="B8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310116" y="5070348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5" h="26035">
                  <a:moveTo>
                    <a:pt x="11683" y="0"/>
                  </a:moveTo>
                  <a:lnTo>
                    <a:pt x="253" y="8000"/>
                  </a:lnTo>
                  <a:lnTo>
                    <a:pt x="0" y="8381"/>
                  </a:lnTo>
                  <a:lnTo>
                    <a:pt x="0" y="9525"/>
                  </a:lnTo>
                  <a:lnTo>
                    <a:pt x="3809" y="24383"/>
                  </a:lnTo>
                  <a:lnTo>
                    <a:pt x="4444" y="25653"/>
                  </a:lnTo>
                  <a:lnTo>
                    <a:pt x="5079" y="25781"/>
                  </a:lnTo>
                  <a:lnTo>
                    <a:pt x="16382" y="17906"/>
                  </a:lnTo>
                  <a:lnTo>
                    <a:pt x="16636" y="17525"/>
                  </a:lnTo>
                  <a:lnTo>
                    <a:pt x="16763" y="16128"/>
                  </a:lnTo>
                  <a:lnTo>
                    <a:pt x="12573" y="634"/>
                  </a:lnTo>
                  <a:lnTo>
                    <a:pt x="11683" y="0"/>
                  </a:lnTo>
                  <a:close/>
                </a:path>
              </a:pathLst>
            </a:custGeom>
            <a:solidFill>
              <a:srgbClr val="DF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310116" y="5071872"/>
              <a:ext cx="17145" cy="22860"/>
            </a:xfrm>
            <a:custGeom>
              <a:avLst/>
              <a:gdLst/>
              <a:ahLst/>
              <a:cxnLst/>
              <a:rect l="l" t="t" r="r" b="b"/>
              <a:pathLst>
                <a:path w="17145" h="22860">
                  <a:moveTo>
                    <a:pt x="11556" y="0"/>
                  </a:moveTo>
                  <a:lnTo>
                    <a:pt x="253" y="7111"/>
                  </a:lnTo>
                  <a:lnTo>
                    <a:pt x="0" y="8254"/>
                  </a:lnTo>
                  <a:lnTo>
                    <a:pt x="3936" y="21335"/>
                  </a:lnTo>
                  <a:lnTo>
                    <a:pt x="4444" y="22478"/>
                  </a:lnTo>
                  <a:lnTo>
                    <a:pt x="4952" y="22605"/>
                  </a:lnTo>
                  <a:lnTo>
                    <a:pt x="16382" y="15620"/>
                  </a:lnTo>
                  <a:lnTo>
                    <a:pt x="16763" y="14731"/>
                  </a:lnTo>
                  <a:lnTo>
                    <a:pt x="16763" y="14096"/>
                  </a:lnTo>
                  <a:lnTo>
                    <a:pt x="12700" y="1015"/>
                  </a:lnTo>
                  <a:lnTo>
                    <a:pt x="12191" y="126"/>
                  </a:lnTo>
                  <a:lnTo>
                    <a:pt x="11556" y="0"/>
                  </a:lnTo>
                  <a:close/>
                </a:path>
              </a:pathLst>
            </a:custGeom>
            <a:solidFill>
              <a:srgbClr val="91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316212" y="5076571"/>
              <a:ext cx="8890" cy="16510"/>
            </a:xfrm>
            <a:custGeom>
              <a:avLst/>
              <a:gdLst/>
              <a:ahLst/>
              <a:cxnLst/>
              <a:rect l="l" t="t" r="r" b="b"/>
              <a:pathLst>
                <a:path w="8890" h="16510">
                  <a:moveTo>
                    <a:pt x="6223" y="0"/>
                  </a:moveTo>
                  <a:lnTo>
                    <a:pt x="0" y="13461"/>
                  </a:lnTo>
                  <a:lnTo>
                    <a:pt x="0" y="15747"/>
                  </a:lnTo>
                  <a:lnTo>
                    <a:pt x="381" y="16128"/>
                  </a:lnTo>
                  <a:lnTo>
                    <a:pt x="8509" y="11302"/>
                  </a:lnTo>
                  <a:lnTo>
                    <a:pt x="8890" y="10667"/>
                  </a:lnTo>
                  <a:lnTo>
                    <a:pt x="8890" y="8889"/>
                  </a:lnTo>
                  <a:lnTo>
                    <a:pt x="6604" y="507"/>
                  </a:lnTo>
                  <a:lnTo>
                    <a:pt x="6223" y="0"/>
                  </a:lnTo>
                  <a:close/>
                </a:path>
              </a:pathLst>
            </a:custGeom>
            <a:solidFill>
              <a:srgbClr val="D1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238488" y="5053584"/>
              <a:ext cx="115570" cy="88265"/>
            </a:xfrm>
            <a:custGeom>
              <a:avLst/>
              <a:gdLst/>
              <a:ahLst/>
              <a:cxnLst/>
              <a:rect l="l" t="t" r="r" b="b"/>
              <a:pathLst>
                <a:path w="115570" h="88264">
                  <a:moveTo>
                    <a:pt x="7874" y="83058"/>
                  </a:moveTo>
                  <a:lnTo>
                    <a:pt x="7620" y="81153"/>
                  </a:lnTo>
                  <a:lnTo>
                    <a:pt x="6731" y="79502"/>
                  </a:lnTo>
                  <a:lnTo>
                    <a:pt x="5461" y="78486"/>
                  </a:lnTo>
                  <a:lnTo>
                    <a:pt x="3937" y="78105"/>
                  </a:lnTo>
                  <a:lnTo>
                    <a:pt x="2286" y="78486"/>
                  </a:lnTo>
                  <a:lnTo>
                    <a:pt x="1016" y="79502"/>
                  </a:lnTo>
                  <a:lnTo>
                    <a:pt x="0" y="82042"/>
                  </a:lnTo>
                  <a:lnTo>
                    <a:pt x="0" y="84074"/>
                  </a:lnTo>
                  <a:lnTo>
                    <a:pt x="1016" y="86614"/>
                  </a:lnTo>
                  <a:lnTo>
                    <a:pt x="1651" y="87249"/>
                  </a:lnTo>
                  <a:lnTo>
                    <a:pt x="3048" y="88011"/>
                  </a:lnTo>
                  <a:lnTo>
                    <a:pt x="3937" y="88138"/>
                  </a:lnTo>
                  <a:lnTo>
                    <a:pt x="4699" y="88011"/>
                  </a:lnTo>
                  <a:lnTo>
                    <a:pt x="5461" y="87630"/>
                  </a:lnTo>
                  <a:lnTo>
                    <a:pt x="6731" y="86614"/>
                  </a:lnTo>
                  <a:lnTo>
                    <a:pt x="7620" y="84963"/>
                  </a:lnTo>
                  <a:lnTo>
                    <a:pt x="7874" y="83058"/>
                  </a:lnTo>
                  <a:close/>
                </a:path>
                <a:path w="115570" h="88264">
                  <a:moveTo>
                    <a:pt x="115443" y="5969"/>
                  </a:moveTo>
                  <a:lnTo>
                    <a:pt x="115189" y="3683"/>
                  </a:lnTo>
                  <a:lnTo>
                    <a:pt x="114554" y="1778"/>
                  </a:lnTo>
                  <a:lnTo>
                    <a:pt x="113538" y="508"/>
                  </a:lnTo>
                  <a:lnTo>
                    <a:pt x="112268" y="0"/>
                  </a:lnTo>
                  <a:lnTo>
                    <a:pt x="110998" y="508"/>
                  </a:lnTo>
                  <a:lnTo>
                    <a:pt x="109982" y="1778"/>
                  </a:lnTo>
                  <a:lnTo>
                    <a:pt x="109093" y="4699"/>
                  </a:lnTo>
                  <a:lnTo>
                    <a:pt x="109093" y="7112"/>
                  </a:lnTo>
                  <a:lnTo>
                    <a:pt x="109982" y="10287"/>
                  </a:lnTo>
                  <a:lnTo>
                    <a:pt x="110998" y="11430"/>
                  </a:lnTo>
                  <a:lnTo>
                    <a:pt x="112268" y="11938"/>
                  </a:lnTo>
                  <a:lnTo>
                    <a:pt x="113538" y="11430"/>
                  </a:lnTo>
                  <a:lnTo>
                    <a:pt x="114554" y="10287"/>
                  </a:lnTo>
                  <a:lnTo>
                    <a:pt x="114935" y="9271"/>
                  </a:lnTo>
                  <a:lnTo>
                    <a:pt x="115443" y="5969"/>
                  </a:lnTo>
                  <a:close/>
                </a:path>
              </a:pathLst>
            </a:custGeom>
            <a:solidFill>
              <a:srgbClr val="5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241536" y="5058156"/>
              <a:ext cx="112395" cy="83820"/>
            </a:xfrm>
            <a:custGeom>
              <a:avLst/>
              <a:gdLst/>
              <a:ahLst/>
              <a:cxnLst/>
              <a:rect l="l" t="t" r="r" b="b"/>
              <a:pathLst>
                <a:path w="112395" h="83820">
                  <a:moveTo>
                    <a:pt x="3175" y="80391"/>
                  </a:moveTo>
                  <a:lnTo>
                    <a:pt x="3048" y="79121"/>
                  </a:lnTo>
                  <a:lnTo>
                    <a:pt x="2667" y="78232"/>
                  </a:lnTo>
                  <a:lnTo>
                    <a:pt x="2159" y="77597"/>
                  </a:lnTo>
                  <a:lnTo>
                    <a:pt x="1524" y="77343"/>
                  </a:lnTo>
                  <a:lnTo>
                    <a:pt x="889" y="77597"/>
                  </a:lnTo>
                  <a:lnTo>
                    <a:pt x="0" y="79121"/>
                  </a:lnTo>
                  <a:lnTo>
                    <a:pt x="0" y="81661"/>
                  </a:lnTo>
                  <a:lnTo>
                    <a:pt x="889" y="83185"/>
                  </a:lnTo>
                  <a:lnTo>
                    <a:pt x="1524" y="83439"/>
                  </a:lnTo>
                  <a:lnTo>
                    <a:pt x="2159" y="83185"/>
                  </a:lnTo>
                  <a:lnTo>
                    <a:pt x="2667" y="82550"/>
                  </a:lnTo>
                  <a:lnTo>
                    <a:pt x="3048" y="81661"/>
                  </a:lnTo>
                  <a:lnTo>
                    <a:pt x="3175" y="80391"/>
                  </a:lnTo>
                  <a:close/>
                </a:path>
                <a:path w="112395" h="83820">
                  <a:moveTo>
                    <a:pt x="112395" y="3048"/>
                  </a:moveTo>
                  <a:lnTo>
                    <a:pt x="112268" y="1778"/>
                  </a:lnTo>
                  <a:lnTo>
                    <a:pt x="111506" y="254"/>
                  </a:lnTo>
                  <a:lnTo>
                    <a:pt x="110871" y="0"/>
                  </a:lnTo>
                  <a:lnTo>
                    <a:pt x="110109" y="254"/>
                  </a:lnTo>
                  <a:lnTo>
                    <a:pt x="109347" y="1778"/>
                  </a:lnTo>
                  <a:lnTo>
                    <a:pt x="109220" y="3048"/>
                  </a:lnTo>
                  <a:lnTo>
                    <a:pt x="109347" y="4318"/>
                  </a:lnTo>
                  <a:lnTo>
                    <a:pt x="110109" y="5842"/>
                  </a:lnTo>
                  <a:lnTo>
                    <a:pt x="110871" y="6096"/>
                  </a:lnTo>
                  <a:lnTo>
                    <a:pt x="111506" y="5842"/>
                  </a:lnTo>
                  <a:lnTo>
                    <a:pt x="112268" y="4318"/>
                  </a:lnTo>
                  <a:lnTo>
                    <a:pt x="112395" y="3048"/>
                  </a:lnTo>
                  <a:close/>
                </a:path>
              </a:pathLst>
            </a:custGeom>
            <a:solidFill>
              <a:srgbClr val="D1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259823" y="5021580"/>
              <a:ext cx="46990" cy="59055"/>
            </a:xfrm>
            <a:custGeom>
              <a:avLst/>
              <a:gdLst/>
              <a:ahLst/>
              <a:cxnLst/>
              <a:rect l="l" t="t" r="r" b="b"/>
              <a:pathLst>
                <a:path w="46990" h="59054">
                  <a:moveTo>
                    <a:pt x="37465" y="0"/>
                  </a:moveTo>
                  <a:lnTo>
                    <a:pt x="0" y="25019"/>
                  </a:lnTo>
                  <a:lnTo>
                    <a:pt x="9271" y="59055"/>
                  </a:lnTo>
                  <a:lnTo>
                    <a:pt x="46862" y="34036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rgbClr val="11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261348" y="5024628"/>
              <a:ext cx="42545" cy="53340"/>
            </a:xfrm>
            <a:custGeom>
              <a:avLst/>
              <a:gdLst/>
              <a:ahLst/>
              <a:cxnLst/>
              <a:rect l="l" t="t" r="r" b="b"/>
              <a:pathLst>
                <a:path w="42545" h="53339">
                  <a:moveTo>
                    <a:pt x="34162" y="0"/>
                  </a:moveTo>
                  <a:lnTo>
                    <a:pt x="0" y="23241"/>
                  </a:lnTo>
                  <a:lnTo>
                    <a:pt x="8127" y="53340"/>
                  </a:lnTo>
                  <a:lnTo>
                    <a:pt x="42418" y="30099"/>
                  </a:lnTo>
                  <a:lnTo>
                    <a:pt x="34162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261348" y="5026152"/>
              <a:ext cx="42545" cy="52069"/>
            </a:xfrm>
            <a:custGeom>
              <a:avLst/>
              <a:gdLst/>
              <a:ahLst/>
              <a:cxnLst/>
              <a:rect l="l" t="t" r="r" b="b"/>
              <a:pathLst>
                <a:path w="42545" h="52070">
                  <a:moveTo>
                    <a:pt x="34417" y="0"/>
                  </a:moveTo>
                  <a:lnTo>
                    <a:pt x="0" y="23114"/>
                  </a:lnTo>
                  <a:lnTo>
                    <a:pt x="7874" y="51689"/>
                  </a:lnTo>
                  <a:lnTo>
                    <a:pt x="42418" y="28448"/>
                  </a:lnTo>
                  <a:lnTo>
                    <a:pt x="34417" y="0"/>
                  </a:lnTo>
                  <a:close/>
                </a:path>
              </a:pathLst>
            </a:custGeom>
            <a:solidFill>
              <a:srgbClr val="85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282683" y="5033899"/>
              <a:ext cx="15240" cy="26034"/>
            </a:xfrm>
            <a:custGeom>
              <a:avLst/>
              <a:gdLst/>
              <a:ahLst/>
              <a:cxnLst/>
              <a:rect l="l" t="t" r="r" b="b"/>
              <a:pathLst>
                <a:path w="15240" h="26035">
                  <a:moveTo>
                    <a:pt x="8890" y="0"/>
                  </a:moveTo>
                  <a:lnTo>
                    <a:pt x="0" y="12826"/>
                  </a:lnTo>
                  <a:lnTo>
                    <a:pt x="254" y="15367"/>
                  </a:lnTo>
                  <a:lnTo>
                    <a:pt x="7620" y="25653"/>
                  </a:lnTo>
                  <a:lnTo>
                    <a:pt x="9144" y="25400"/>
                  </a:lnTo>
                  <a:lnTo>
                    <a:pt x="15240" y="12573"/>
                  </a:lnTo>
                  <a:lnTo>
                    <a:pt x="14477" y="7619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E133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282683" y="5033772"/>
              <a:ext cx="15240" cy="24130"/>
            </a:xfrm>
            <a:custGeom>
              <a:avLst/>
              <a:gdLst/>
              <a:ahLst/>
              <a:cxnLst/>
              <a:rect l="l" t="t" r="r" b="b"/>
              <a:pathLst>
                <a:path w="15240" h="24129">
                  <a:moveTo>
                    <a:pt x="8890" y="0"/>
                  </a:moveTo>
                  <a:lnTo>
                    <a:pt x="5969" y="0"/>
                  </a:lnTo>
                  <a:lnTo>
                    <a:pt x="4572" y="761"/>
                  </a:lnTo>
                  <a:lnTo>
                    <a:pt x="0" y="12064"/>
                  </a:lnTo>
                  <a:lnTo>
                    <a:pt x="508" y="16636"/>
                  </a:lnTo>
                  <a:lnTo>
                    <a:pt x="1270" y="18922"/>
                  </a:lnTo>
                  <a:lnTo>
                    <a:pt x="2159" y="20573"/>
                  </a:lnTo>
                  <a:lnTo>
                    <a:pt x="3429" y="22097"/>
                  </a:lnTo>
                  <a:lnTo>
                    <a:pt x="6096" y="23875"/>
                  </a:lnTo>
                  <a:lnTo>
                    <a:pt x="9144" y="23875"/>
                  </a:lnTo>
                  <a:lnTo>
                    <a:pt x="15240" y="11683"/>
                  </a:lnTo>
                  <a:lnTo>
                    <a:pt x="14605" y="6984"/>
                  </a:lnTo>
                  <a:lnTo>
                    <a:pt x="13716" y="4825"/>
                  </a:lnTo>
                  <a:lnTo>
                    <a:pt x="11684" y="1777"/>
                  </a:lnTo>
                  <a:lnTo>
                    <a:pt x="10414" y="634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EB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284208" y="5036820"/>
              <a:ext cx="12700" cy="19685"/>
            </a:xfrm>
            <a:custGeom>
              <a:avLst/>
              <a:gdLst/>
              <a:ahLst/>
              <a:cxnLst/>
              <a:rect l="l" t="t" r="r" b="b"/>
              <a:pathLst>
                <a:path w="12700" h="19685">
                  <a:moveTo>
                    <a:pt x="7239" y="0"/>
                  </a:moveTo>
                  <a:lnTo>
                    <a:pt x="4825" y="0"/>
                  </a:lnTo>
                  <a:lnTo>
                    <a:pt x="2667" y="1650"/>
                  </a:lnTo>
                  <a:lnTo>
                    <a:pt x="1650" y="2920"/>
                  </a:lnTo>
                  <a:lnTo>
                    <a:pt x="1016" y="4444"/>
                  </a:lnTo>
                  <a:lnTo>
                    <a:pt x="126" y="7746"/>
                  </a:lnTo>
                  <a:lnTo>
                    <a:pt x="0" y="9651"/>
                  </a:lnTo>
                  <a:lnTo>
                    <a:pt x="508" y="13461"/>
                  </a:lnTo>
                  <a:lnTo>
                    <a:pt x="1777" y="16763"/>
                  </a:lnTo>
                  <a:lnTo>
                    <a:pt x="3810" y="18668"/>
                  </a:lnTo>
                  <a:lnTo>
                    <a:pt x="4825" y="19176"/>
                  </a:lnTo>
                  <a:lnTo>
                    <a:pt x="6096" y="19430"/>
                  </a:lnTo>
                  <a:lnTo>
                    <a:pt x="7366" y="19303"/>
                  </a:lnTo>
                  <a:lnTo>
                    <a:pt x="12192" y="9524"/>
                  </a:lnTo>
                  <a:lnTo>
                    <a:pt x="11684" y="5714"/>
                  </a:lnTo>
                  <a:lnTo>
                    <a:pt x="10414" y="2539"/>
                  </a:lnTo>
                  <a:lnTo>
                    <a:pt x="9398" y="1396"/>
                  </a:lnTo>
                  <a:lnTo>
                    <a:pt x="7239" y="0"/>
                  </a:lnTo>
                  <a:close/>
                </a:path>
              </a:pathLst>
            </a:custGeom>
            <a:solidFill>
              <a:srgbClr val="EE85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284208" y="5036820"/>
              <a:ext cx="12700" cy="19685"/>
            </a:xfrm>
            <a:custGeom>
              <a:avLst/>
              <a:gdLst/>
              <a:ahLst/>
              <a:cxnLst/>
              <a:rect l="l" t="t" r="r" b="b"/>
              <a:pathLst>
                <a:path w="12700" h="19685">
                  <a:moveTo>
                    <a:pt x="6096" y="0"/>
                  </a:moveTo>
                  <a:lnTo>
                    <a:pt x="0" y="9905"/>
                  </a:lnTo>
                  <a:lnTo>
                    <a:pt x="508" y="13715"/>
                  </a:lnTo>
                  <a:lnTo>
                    <a:pt x="1143" y="15366"/>
                  </a:lnTo>
                  <a:lnTo>
                    <a:pt x="2794" y="17906"/>
                  </a:lnTo>
                  <a:lnTo>
                    <a:pt x="4952" y="19430"/>
                  </a:lnTo>
                  <a:lnTo>
                    <a:pt x="6223" y="19557"/>
                  </a:lnTo>
                  <a:lnTo>
                    <a:pt x="7493" y="19303"/>
                  </a:lnTo>
                  <a:lnTo>
                    <a:pt x="12192" y="9778"/>
                  </a:lnTo>
                  <a:lnTo>
                    <a:pt x="11684" y="5841"/>
                  </a:lnTo>
                  <a:lnTo>
                    <a:pt x="10414" y="2666"/>
                  </a:lnTo>
                  <a:lnTo>
                    <a:pt x="8255" y="761"/>
                  </a:lnTo>
                  <a:lnTo>
                    <a:pt x="7366" y="253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F5AC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285731" y="5036820"/>
              <a:ext cx="10795" cy="17145"/>
            </a:xfrm>
            <a:custGeom>
              <a:avLst/>
              <a:gdLst/>
              <a:ahLst/>
              <a:cxnLst/>
              <a:rect l="l" t="t" r="r" b="b"/>
              <a:pathLst>
                <a:path w="10795" h="17145">
                  <a:moveTo>
                    <a:pt x="6096" y="0"/>
                  </a:moveTo>
                  <a:lnTo>
                    <a:pt x="4064" y="0"/>
                  </a:lnTo>
                  <a:lnTo>
                    <a:pt x="2286" y="1269"/>
                  </a:lnTo>
                  <a:lnTo>
                    <a:pt x="1397" y="2539"/>
                  </a:lnTo>
                  <a:lnTo>
                    <a:pt x="253" y="5206"/>
                  </a:lnTo>
                  <a:lnTo>
                    <a:pt x="0" y="6730"/>
                  </a:lnTo>
                  <a:lnTo>
                    <a:pt x="0" y="8381"/>
                  </a:lnTo>
                  <a:lnTo>
                    <a:pt x="381" y="11556"/>
                  </a:lnTo>
                  <a:lnTo>
                    <a:pt x="1524" y="14350"/>
                  </a:lnTo>
                  <a:lnTo>
                    <a:pt x="2413" y="15493"/>
                  </a:lnTo>
                  <a:lnTo>
                    <a:pt x="4318" y="16763"/>
                  </a:lnTo>
                  <a:lnTo>
                    <a:pt x="6223" y="16763"/>
                  </a:lnTo>
                  <a:lnTo>
                    <a:pt x="10287" y="8254"/>
                  </a:lnTo>
                  <a:lnTo>
                    <a:pt x="9906" y="4952"/>
                  </a:lnTo>
                  <a:lnTo>
                    <a:pt x="9525" y="3301"/>
                  </a:lnTo>
                  <a:lnTo>
                    <a:pt x="8000" y="101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F8D4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285731" y="5036820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39">
                  <a:moveTo>
                    <a:pt x="5334" y="0"/>
                  </a:moveTo>
                  <a:lnTo>
                    <a:pt x="3683" y="0"/>
                  </a:lnTo>
                  <a:lnTo>
                    <a:pt x="2667" y="507"/>
                  </a:lnTo>
                  <a:lnTo>
                    <a:pt x="1777" y="1269"/>
                  </a:lnTo>
                  <a:lnTo>
                    <a:pt x="762" y="3301"/>
                  </a:lnTo>
                  <a:lnTo>
                    <a:pt x="0" y="6222"/>
                  </a:lnTo>
                  <a:lnTo>
                    <a:pt x="253" y="10667"/>
                  </a:lnTo>
                  <a:lnTo>
                    <a:pt x="1397" y="13080"/>
                  </a:lnTo>
                  <a:lnTo>
                    <a:pt x="2794" y="14731"/>
                  </a:lnTo>
                  <a:lnTo>
                    <a:pt x="3683" y="15112"/>
                  </a:lnTo>
                  <a:lnTo>
                    <a:pt x="4572" y="15239"/>
                  </a:lnTo>
                  <a:lnTo>
                    <a:pt x="6350" y="14731"/>
                  </a:lnTo>
                  <a:lnTo>
                    <a:pt x="7747" y="12953"/>
                  </a:lnTo>
                  <a:lnTo>
                    <a:pt x="8763" y="10413"/>
                  </a:lnTo>
                  <a:lnTo>
                    <a:pt x="9144" y="7492"/>
                  </a:lnTo>
                  <a:lnTo>
                    <a:pt x="8763" y="4571"/>
                  </a:lnTo>
                  <a:lnTo>
                    <a:pt x="8254" y="3174"/>
                  </a:lnTo>
                  <a:lnTo>
                    <a:pt x="7112" y="1142"/>
                  </a:lnTo>
                  <a:lnTo>
                    <a:pt x="53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267444" y="5044440"/>
              <a:ext cx="15240" cy="24765"/>
            </a:xfrm>
            <a:custGeom>
              <a:avLst/>
              <a:gdLst/>
              <a:ahLst/>
              <a:cxnLst/>
              <a:rect l="l" t="t" r="r" b="b"/>
              <a:pathLst>
                <a:path w="15240" h="24764">
                  <a:moveTo>
                    <a:pt x="6604" y="16002"/>
                  </a:moveTo>
                  <a:lnTo>
                    <a:pt x="5842" y="12192"/>
                  </a:lnTo>
                  <a:lnTo>
                    <a:pt x="5334" y="12573"/>
                  </a:lnTo>
                  <a:lnTo>
                    <a:pt x="5080" y="13081"/>
                  </a:lnTo>
                  <a:lnTo>
                    <a:pt x="5080" y="14605"/>
                  </a:lnTo>
                  <a:lnTo>
                    <a:pt x="5588" y="15875"/>
                  </a:lnTo>
                  <a:lnTo>
                    <a:pt x="6096" y="16129"/>
                  </a:lnTo>
                  <a:lnTo>
                    <a:pt x="6604" y="16002"/>
                  </a:lnTo>
                  <a:close/>
                </a:path>
                <a:path w="15240" h="24764">
                  <a:moveTo>
                    <a:pt x="14986" y="14351"/>
                  </a:moveTo>
                  <a:lnTo>
                    <a:pt x="12192" y="14097"/>
                  </a:lnTo>
                  <a:lnTo>
                    <a:pt x="12192" y="15113"/>
                  </a:lnTo>
                  <a:lnTo>
                    <a:pt x="11303" y="17780"/>
                  </a:lnTo>
                  <a:lnTo>
                    <a:pt x="10033" y="19558"/>
                  </a:lnTo>
                  <a:lnTo>
                    <a:pt x="8763" y="20447"/>
                  </a:lnTo>
                  <a:lnTo>
                    <a:pt x="8382" y="20320"/>
                  </a:lnTo>
                  <a:lnTo>
                    <a:pt x="6731" y="20828"/>
                  </a:lnTo>
                  <a:lnTo>
                    <a:pt x="5080" y="20701"/>
                  </a:lnTo>
                  <a:lnTo>
                    <a:pt x="3048" y="18669"/>
                  </a:lnTo>
                  <a:lnTo>
                    <a:pt x="2159" y="16510"/>
                  </a:lnTo>
                  <a:lnTo>
                    <a:pt x="2667" y="16002"/>
                  </a:lnTo>
                  <a:lnTo>
                    <a:pt x="2286" y="13970"/>
                  </a:lnTo>
                  <a:lnTo>
                    <a:pt x="6731" y="4064"/>
                  </a:lnTo>
                  <a:lnTo>
                    <a:pt x="7366" y="4064"/>
                  </a:lnTo>
                  <a:lnTo>
                    <a:pt x="8636" y="4826"/>
                  </a:lnTo>
                  <a:lnTo>
                    <a:pt x="9017" y="5334"/>
                  </a:lnTo>
                  <a:lnTo>
                    <a:pt x="9271" y="5969"/>
                  </a:lnTo>
                  <a:lnTo>
                    <a:pt x="9398" y="7620"/>
                  </a:lnTo>
                  <a:lnTo>
                    <a:pt x="9017" y="9398"/>
                  </a:lnTo>
                  <a:lnTo>
                    <a:pt x="8001" y="11176"/>
                  </a:lnTo>
                  <a:lnTo>
                    <a:pt x="6604" y="12192"/>
                  </a:lnTo>
                  <a:lnTo>
                    <a:pt x="7239" y="16129"/>
                  </a:lnTo>
                  <a:lnTo>
                    <a:pt x="8382" y="15367"/>
                  </a:lnTo>
                  <a:lnTo>
                    <a:pt x="10922" y="11938"/>
                  </a:lnTo>
                  <a:lnTo>
                    <a:pt x="11684" y="8255"/>
                  </a:lnTo>
                  <a:lnTo>
                    <a:pt x="11430" y="4699"/>
                  </a:lnTo>
                  <a:lnTo>
                    <a:pt x="11684" y="4572"/>
                  </a:lnTo>
                  <a:lnTo>
                    <a:pt x="10922" y="2667"/>
                  </a:lnTo>
                  <a:lnTo>
                    <a:pt x="9906" y="1397"/>
                  </a:lnTo>
                  <a:lnTo>
                    <a:pt x="9017" y="508"/>
                  </a:lnTo>
                  <a:lnTo>
                    <a:pt x="7874" y="0"/>
                  </a:lnTo>
                  <a:lnTo>
                    <a:pt x="6477" y="0"/>
                  </a:lnTo>
                  <a:lnTo>
                    <a:pt x="0" y="13589"/>
                  </a:lnTo>
                  <a:lnTo>
                    <a:pt x="127" y="16002"/>
                  </a:lnTo>
                  <a:lnTo>
                    <a:pt x="381" y="17653"/>
                  </a:lnTo>
                  <a:lnTo>
                    <a:pt x="0" y="17907"/>
                  </a:lnTo>
                  <a:lnTo>
                    <a:pt x="5715" y="24257"/>
                  </a:lnTo>
                  <a:lnTo>
                    <a:pt x="6858" y="24257"/>
                  </a:lnTo>
                  <a:lnTo>
                    <a:pt x="8382" y="23876"/>
                  </a:lnTo>
                  <a:lnTo>
                    <a:pt x="7874" y="22098"/>
                  </a:lnTo>
                  <a:lnTo>
                    <a:pt x="8636" y="22225"/>
                  </a:lnTo>
                  <a:lnTo>
                    <a:pt x="9144" y="24257"/>
                  </a:lnTo>
                  <a:lnTo>
                    <a:pt x="10287" y="23622"/>
                  </a:lnTo>
                  <a:lnTo>
                    <a:pt x="11684" y="22606"/>
                  </a:lnTo>
                  <a:lnTo>
                    <a:pt x="12573" y="21590"/>
                  </a:lnTo>
                  <a:lnTo>
                    <a:pt x="14097" y="18923"/>
                  </a:lnTo>
                  <a:lnTo>
                    <a:pt x="14859" y="15748"/>
                  </a:lnTo>
                  <a:lnTo>
                    <a:pt x="14986" y="14351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267444" y="5045964"/>
              <a:ext cx="15240" cy="22860"/>
            </a:xfrm>
            <a:custGeom>
              <a:avLst/>
              <a:gdLst/>
              <a:ahLst/>
              <a:cxnLst/>
              <a:rect l="l" t="t" r="r" b="b"/>
              <a:pathLst>
                <a:path w="15240" h="22860">
                  <a:moveTo>
                    <a:pt x="9271" y="0"/>
                  </a:moveTo>
                  <a:lnTo>
                    <a:pt x="8127" y="0"/>
                  </a:lnTo>
                  <a:lnTo>
                    <a:pt x="6857" y="381"/>
                  </a:lnTo>
                  <a:lnTo>
                    <a:pt x="5841" y="1143"/>
                  </a:lnTo>
                  <a:lnTo>
                    <a:pt x="4952" y="2159"/>
                  </a:lnTo>
                  <a:lnTo>
                    <a:pt x="5333" y="3302"/>
                  </a:lnTo>
                  <a:lnTo>
                    <a:pt x="4699" y="2031"/>
                  </a:lnTo>
                  <a:lnTo>
                    <a:pt x="2285" y="4953"/>
                  </a:lnTo>
                  <a:lnTo>
                    <a:pt x="507" y="8509"/>
                  </a:lnTo>
                  <a:lnTo>
                    <a:pt x="0" y="10413"/>
                  </a:lnTo>
                  <a:lnTo>
                    <a:pt x="0" y="14478"/>
                  </a:lnTo>
                  <a:lnTo>
                    <a:pt x="507" y="16510"/>
                  </a:lnTo>
                  <a:lnTo>
                    <a:pt x="3301" y="14731"/>
                  </a:lnTo>
                  <a:lnTo>
                    <a:pt x="1650" y="16256"/>
                  </a:lnTo>
                  <a:lnTo>
                    <a:pt x="2158" y="17780"/>
                  </a:lnTo>
                  <a:lnTo>
                    <a:pt x="3936" y="20447"/>
                  </a:lnTo>
                  <a:lnTo>
                    <a:pt x="6096" y="22225"/>
                  </a:lnTo>
                  <a:lnTo>
                    <a:pt x="7238" y="22606"/>
                  </a:lnTo>
                  <a:lnTo>
                    <a:pt x="8508" y="22606"/>
                  </a:lnTo>
                  <a:lnTo>
                    <a:pt x="9778" y="22225"/>
                  </a:lnTo>
                  <a:lnTo>
                    <a:pt x="9398" y="20319"/>
                  </a:lnTo>
                  <a:lnTo>
                    <a:pt x="10032" y="20319"/>
                  </a:lnTo>
                  <a:lnTo>
                    <a:pt x="10413" y="22606"/>
                  </a:lnTo>
                  <a:lnTo>
                    <a:pt x="12319" y="20955"/>
                  </a:lnTo>
                  <a:lnTo>
                    <a:pt x="13588" y="18668"/>
                  </a:lnTo>
                  <a:lnTo>
                    <a:pt x="14477" y="15493"/>
                  </a:lnTo>
                  <a:lnTo>
                    <a:pt x="14858" y="12827"/>
                  </a:lnTo>
                  <a:lnTo>
                    <a:pt x="12700" y="12318"/>
                  </a:lnTo>
                  <a:lnTo>
                    <a:pt x="12700" y="13208"/>
                  </a:lnTo>
                  <a:lnTo>
                    <a:pt x="12064" y="16256"/>
                  </a:lnTo>
                  <a:lnTo>
                    <a:pt x="10540" y="18542"/>
                  </a:lnTo>
                  <a:lnTo>
                    <a:pt x="9905" y="18542"/>
                  </a:lnTo>
                  <a:lnTo>
                    <a:pt x="9398" y="18542"/>
                  </a:lnTo>
                  <a:lnTo>
                    <a:pt x="8762" y="18796"/>
                  </a:lnTo>
                  <a:lnTo>
                    <a:pt x="7492" y="18923"/>
                  </a:lnTo>
                  <a:lnTo>
                    <a:pt x="3555" y="14350"/>
                  </a:lnTo>
                  <a:lnTo>
                    <a:pt x="3301" y="14605"/>
                  </a:lnTo>
                  <a:lnTo>
                    <a:pt x="3048" y="12573"/>
                  </a:lnTo>
                  <a:lnTo>
                    <a:pt x="3555" y="9906"/>
                  </a:lnTo>
                  <a:lnTo>
                    <a:pt x="5587" y="5968"/>
                  </a:lnTo>
                  <a:lnTo>
                    <a:pt x="6223" y="5206"/>
                  </a:lnTo>
                  <a:lnTo>
                    <a:pt x="6350" y="5461"/>
                  </a:lnTo>
                  <a:lnTo>
                    <a:pt x="6857" y="4825"/>
                  </a:lnTo>
                  <a:lnTo>
                    <a:pt x="7747" y="4318"/>
                  </a:lnTo>
                  <a:lnTo>
                    <a:pt x="9016" y="4191"/>
                  </a:lnTo>
                  <a:lnTo>
                    <a:pt x="10032" y="4825"/>
                  </a:lnTo>
                  <a:lnTo>
                    <a:pt x="10413" y="5206"/>
                  </a:lnTo>
                  <a:lnTo>
                    <a:pt x="9905" y="5461"/>
                  </a:lnTo>
                  <a:lnTo>
                    <a:pt x="10159" y="6350"/>
                  </a:lnTo>
                  <a:lnTo>
                    <a:pt x="10159" y="7238"/>
                  </a:lnTo>
                  <a:lnTo>
                    <a:pt x="9651" y="8636"/>
                  </a:lnTo>
                  <a:lnTo>
                    <a:pt x="8381" y="10160"/>
                  </a:lnTo>
                  <a:lnTo>
                    <a:pt x="7365" y="10541"/>
                  </a:lnTo>
                  <a:lnTo>
                    <a:pt x="6476" y="11175"/>
                  </a:lnTo>
                  <a:lnTo>
                    <a:pt x="6857" y="12700"/>
                  </a:lnTo>
                  <a:lnTo>
                    <a:pt x="6603" y="13335"/>
                  </a:lnTo>
                  <a:lnTo>
                    <a:pt x="6476" y="14097"/>
                  </a:lnTo>
                  <a:lnTo>
                    <a:pt x="6730" y="15621"/>
                  </a:lnTo>
                  <a:lnTo>
                    <a:pt x="7111" y="16256"/>
                  </a:lnTo>
                  <a:lnTo>
                    <a:pt x="7747" y="16510"/>
                  </a:lnTo>
                  <a:lnTo>
                    <a:pt x="8254" y="16383"/>
                  </a:lnTo>
                  <a:lnTo>
                    <a:pt x="7747" y="14224"/>
                  </a:lnTo>
                  <a:lnTo>
                    <a:pt x="8762" y="13843"/>
                  </a:lnTo>
                  <a:lnTo>
                    <a:pt x="11049" y="12065"/>
                  </a:lnTo>
                  <a:lnTo>
                    <a:pt x="12064" y="10668"/>
                  </a:lnTo>
                  <a:lnTo>
                    <a:pt x="12700" y="9525"/>
                  </a:lnTo>
                  <a:lnTo>
                    <a:pt x="13080" y="7874"/>
                  </a:lnTo>
                  <a:lnTo>
                    <a:pt x="13080" y="5968"/>
                  </a:lnTo>
                  <a:lnTo>
                    <a:pt x="12826" y="4699"/>
                  </a:lnTo>
                  <a:lnTo>
                    <a:pt x="13080" y="4572"/>
                  </a:lnTo>
                  <a:lnTo>
                    <a:pt x="12446" y="2793"/>
                  </a:lnTo>
                  <a:lnTo>
                    <a:pt x="11556" y="1397"/>
                  </a:lnTo>
                  <a:lnTo>
                    <a:pt x="10413" y="508"/>
                  </a:lnTo>
                  <a:lnTo>
                    <a:pt x="9271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189720" y="5116195"/>
              <a:ext cx="287655" cy="236220"/>
            </a:xfrm>
            <a:custGeom>
              <a:avLst/>
              <a:gdLst/>
              <a:ahLst/>
              <a:cxnLst/>
              <a:rect l="l" t="t" r="r" b="b"/>
              <a:pathLst>
                <a:path w="287654" h="236220">
                  <a:moveTo>
                    <a:pt x="15875" y="233045"/>
                  </a:moveTo>
                  <a:lnTo>
                    <a:pt x="11734" y="221894"/>
                  </a:lnTo>
                  <a:lnTo>
                    <a:pt x="12827" y="223266"/>
                  </a:lnTo>
                  <a:lnTo>
                    <a:pt x="12700" y="223520"/>
                  </a:lnTo>
                  <a:lnTo>
                    <a:pt x="13081" y="223774"/>
                  </a:lnTo>
                  <a:lnTo>
                    <a:pt x="13208" y="223774"/>
                  </a:lnTo>
                  <a:lnTo>
                    <a:pt x="13462" y="223647"/>
                  </a:lnTo>
                  <a:lnTo>
                    <a:pt x="13843" y="223266"/>
                  </a:lnTo>
                  <a:lnTo>
                    <a:pt x="14097" y="222758"/>
                  </a:lnTo>
                  <a:lnTo>
                    <a:pt x="14224" y="221869"/>
                  </a:lnTo>
                  <a:lnTo>
                    <a:pt x="14224" y="220726"/>
                  </a:lnTo>
                  <a:lnTo>
                    <a:pt x="14097" y="220345"/>
                  </a:lnTo>
                  <a:lnTo>
                    <a:pt x="13716" y="219710"/>
                  </a:lnTo>
                  <a:lnTo>
                    <a:pt x="13716" y="219964"/>
                  </a:lnTo>
                  <a:lnTo>
                    <a:pt x="12319" y="218313"/>
                  </a:lnTo>
                  <a:lnTo>
                    <a:pt x="11811" y="217043"/>
                  </a:lnTo>
                  <a:lnTo>
                    <a:pt x="11176" y="216281"/>
                  </a:lnTo>
                  <a:lnTo>
                    <a:pt x="9144" y="210185"/>
                  </a:lnTo>
                  <a:lnTo>
                    <a:pt x="8255" y="203073"/>
                  </a:lnTo>
                  <a:lnTo>
                    <a:pt x="8255" y="201803"/>
                  </a:lnTo>
                  <a:lnTo>
                    <a:pt x="7620" y="201803"/>
                  </a:lnTo>
                  <a:lnTo>
                    <a:pt x="7620" y="200533"/>
                  </a:lnTo>
                  <a:lnTo>
                    <a:pt x="7747" y="200025"/>
                  </a:lnTo>
                  <a:lnTo>
                    <a:pt x="7747" y="199263"/>
                  </a:lnTo>
                  <a:lnTo>
                    <a:pt x="7874" y="198755"/>
                  </a:lnTo>
                  <a:lnTo>
                    <a:pt x="7874" y="198374"/>
                  </a:lnTo>
                  <a:lnTo>
                    <a:pt x="6477" y="197739"/>
                  </a:lnTo>
                  <a:lnTo>
                    <a:pt x="6477" y="198247"/>
                  </a:lnTo>
                  <a:lnTo>
                    <a:pt x="6350" y="198755"/>
                  </a:lnTo>
                  <a:lnTo>
                    <a:pt x="6350" y="201803"/>
                  </a:lnTo>
                  <a:lnTo>
                    <a:pt x="6477" y="202565"/>
                  </a:lnTo>
                  <a:lnTo>
                    <a:pt x="6350" y="202946"/>
                  </a:lnTo>
                  <a:lnTo>
                    <a:pt x="6858" y="208762"/>
                  </a:lnTo>
                  <a:lnTo>
                    <a:pt x="2032" y="195707"/>
                  </a:lnTo>
                  <a:lnTo>
                    <a:pt x="2286" y="195707"/>
                  </a:lnTo>
                  <a:lnTo>
                    <a:pt x="2921" y="187579"/>
                  </a:lnTo>
                  <a:lnTo>
                    <a:pt x="3175" y="186436"/>
                  </a:lnTo>
                  <a:lnTo>
                    <a:pt x="762" y="185801"/>
                  </a:lnTo>
                  <a:lnTo>
                    <a:pt x="0" y="192024"/>
                  </a:lnTo>
                  <a:lnTo>
                    <a:pt x="0" y="195707"/>
                  </a:lnTo>
                  <a:lnTo>
                    <a:pt x="13081" y="234315"/>
                  </a:lnTo>
                  <a:lnTo>
                    <a:pt x="14351" y="235331"/>
                  </a:lnTo>
                  <a:lnTo>
                    <a:pt x="14224" y="235585"/>
                  </a:lnTo>
                  <a:lnTo>
                    <a:pt x="14732" y="235712"/>
                  </a:lnTo>
                  <a:lnTo>
                    <a:pt x="15113" y="235712"/>
                  </a:lnTo>
                  <a:lnTo>
                    <a:pt x="15494" y="235585"/>
                  </a:lnTo>
                  <a:lnTo>
                    <a:pt x="15621" y="235204"/>
                  </a:lnTo>
                  <a:lnTo>
                    <a:pt x="15875" y="234823"/>
                  </a:lnTo>
                  <a:lnTo>
                    <a:pt x="15875" y="234442"/>
                  </a:lnTo>
                  <a:lnTo>
                    <a:pt x="15494" y="233934"/>
                  </a:lnTo>
                  <a:lnTo>
                    <a:pt x="15875" y="233045"/>
                  </a:lnTo>
                  <a:close/>
                </a:path>
                <a:path w="287654" h="236220">
                  <a:moveTo>
                    <a:pt x="278130" y="9906"/>
                  </a:moveTo>
                  <a:lnTo>
                    <a:pt x="277241" y="9906"/>
                  </a:lnTo>
                  <a:lnTo>
                    <a:pt x="276606" y="10414"/>
                  </a:lnTo>
                  <a:lnTo>
                    <a:pt x="276606" y="11303"/>
                  </a:lnTo>
                  <a:lnTo>
                    <a:pt x="277114" y="11811"/>
                  </a:lnTo>
                  <a:lnTo>
                    <a:pt x="278130" y="9906"/>
                  </a:lnTo>
                  <a:close/>
                </a:path>
                <a:path w="287654" h="236220">
                  <a:moveTo>
                    <a:pt x="287655" y="29845"/>
                  </a:moveTo>
                  <a:lnTo>
                    <a:pt x="277749" y="508"/>
                  </a:lnTo>
                  <a:lnTo>
                    <a:pt x="278130" y="0"/>
                  </a:lnTo>
                  <a:lnTo>
                    <a:pt x="277075" y="0"/>
                  </a:lnTo>
                  <a:lnTo>
                    <a:pt x="276440" y="508"/>
                  </a:lnTo>
                  <a:lnTo>
                    <a:pt x="276606" y="508"/>
                  </a:lnTo>
                  <a:lnTo>
                    <a:pt x="276606" y="1905"/>
                  </a:lnTo>
                  <a:lnTo>
                    <a:pt x="279984" y="11125"/>
                  </a:lnTo>
                  <a:lnTo>
                    <a:pt x="278892" y="9906"/>
                  </a:lnTo>
                  <a:lnTo>
                    <a:pt x="278130" y="12065"/>
                  </a:lnTo>
                  <a:lnTo>
                    <a:pt x="280162" y="14605"/>
                  </a:lnTo>
                  <a:lnTo>
                    <a:pt x="281686" y="17907"/>
                  </a:lnTo>
                  <a:lnTo>
                    <a:pt x="282829" y="23749"/>
                  </a:lnTo>
                  <a:lnTo>
                    <a:pt x="282956" y="25908"/>
                  </a:lnTo>
                  <a:lnTo>
                    <a:pt x="283083" y="25908"/>
                  </a:lnTo>
                  <a:lnTo>
                    <a:pt x="283083" y="28067"/>
                  </a:lnTo>
                  <a:lnTo>
                    <a:pt x="282956" y="28575"/>
                  </a:lnTo>
                  <a:lnTo>
                    <a:pt x="282956" y="29337"/>
                  </a:lnTo>
                  <a:lnTo>
                    <a:pt x="284226" y="29845"/>
                  </a:lnTo>
                  <a:lnTo>
                    <a:pt x="284353" y="29210"/>
                  </a:lnTo>
                  <a:lnTo>
                    <a:pt x="284353" y="27940"/>
                  </a:lnTo>
                  <a:lnTo>
                    <a:pt x="284480" y="27559"/>
                  </a:lnTo>
                  <a:lnTo>
                    <a:pt x="284480" y="25908"/>
                  </a:lnTo>
                  <a:lnTo>
                    <a:pt x="284353" y="24892"/>
                  </a:lnTo>
                  <a:lnTo>
                    <a:pt x="284480" y="24511"/>
                  </a:lnTo>
                  <a:lnTo>
                    <a:pt x="284289" y="22809"/>
                  </a:lnTo>
                  <a:lnTo>
                    <a:pt x="286131" y="27813"/>
                  </a:lnTo>
                  <a:lnTo>
                    <a:pt x="286258" y="31115"/>
                  </a:lnTo>
                  <a:lnTo>
                    <a:pt x="286385" y="33655"/>
                  </a:lnTo>
                  <a:lnTo>
                    <a:pt x="286131" y="37338"/>
                  </a:lnTo>
                  <a:lnTo>
                    <a:pt x="287274" y="37846"/>
                  </a:lnTo>
                  <a:lnTo>
                    <a:pt x="287616" y="31115"/>
                  </a:lnTo>
                  <a:lnTo>
                    <a:pt x="287655" y="29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188195" y="5469636"/>
              <a:ext cx="85090" cy="274320"/>
            </a:xfrm>
            <a:custGeom>
              <a:avLst/>
              <a:gdLst/>
              <a:ahLst/>
              <a:cxnLst/>
              <a:rect l="l" t="t" r="r" b="b"/>
              <a:pathLst>
                <a:path w="85090" h="274320">
                  <a:moveTo>
                    <a:pt x="12064" y="0"/>
                  </a:moveTo>
                  <a:lnTo>
                    <a:pt x="0" y="8000"/>
                  </a:lnTo>
                  <a:lnTo>
                    <a:pt x="69723" y="273811"/>
                  </a:lnTo>
                  <a:lnTo>
                    <a:pt x="85089" y="263778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52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188195" y="5469636"/>
              <a:ext cx="82550" cy="274320"/>
            </a:xfrm>
            <a:custGeom>
              <a:avLst/>
              <a:gdLst/>
              <a:ahLst/>
              <a:cxnLst/>
              <a:rect l="l" t="t" r="r" b="b"/>
              <a:pathLst>
                <a:path w="82550" h="274320">
                  <a:moveTo>
                    <a:pt x="10159" y="0"/>
                  </a:moveTo>
                  <a:lnTo>
                    <a:pt x="7493" y="1523"/>
                  </a:lnTo>
                  <a:lnTo>
                    <a:pt x="6857" y="2158"/>
                  </a:lnTo>
                  <a:lnTo>
                    <a:pt x="0" y="6730"/>
                  </a:lnTo>
                  <a:lnTo>
                    <a:pt x="2158" y="14604"/>
                  </a:lnTo>
                  <a:lnTo>
                    <a:pt x="3936" y="22097"/>
                  </a:lnTo>
                  <a:lnTo>
                    <a:pt x="34162" y="137540"/>
                  </a:lnTo>
                  <a:lnTo>
                    <a:pt x="69469" y="273811"/>
                  </a:lnTo>
                  <a:lnTo>
                    <a:pt x="72389" y="271906"/>
                  </a:lnTo>
                  <a:lnTo>
                    <a:pt x="72771" y="271398"/>
                  </a:lnTo>
                  <a:lnTo>
                    <a:pt x="82296" y="265302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6E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189719" y="5472684"/>
              <a:ext cx="79375" cy="271780"/>
            </a:xfrm>
            <a:custGeom>
              <a:avLst/>
              <a:gdLst/>
              <a:ahLst/>
              <a:cxnLst/>
              <a:rect l="l" t="t" r="r" b="b"/>
              <a:pathLst>
                <a:path w="79375" h="271779">
                  <a:moveTo>
                    <a:pt x="8000" y="0"/>
                  </a:moveTo>
                  <a:lnTo>
                    <a:pt x="7111" y="380"/>
                  </a:lnTo>
                  <a:lnTo>
                    <a:pt x="0" y="5333"/>
                  </a:lnTo>
                  <a:lnTo>
                    <a:pt x="68960" y="271271"/>
                  </a:lnTo>
                  <a:lnTo>
                    <a:pt x="79248" y="264426"/>
                  </a:lnTo>
                  <a:lnTo>
                    <a:pt x="65785" y="214858"/>
                  </a:lnTo>
                  <a:lnTo>
                    <a:pt x="64643" y="210045"/>
                  </a:lnTo>
                  <a:lnTo>
                    <a:pt x="61975" y="200913"/>
                  </a:lnTo>
                  <a:lnTo>
                    <a:pt x="8000" y="0"/>
                  </a:lnTo>
                  <a:close/>
                </a:path>
              </a:pathLst>
            </a:custGeom>
            <a:solidFill>
              <a:srgbClr val="8A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189719" y="5472684"/>
              <a:ext cx="79375" cy="271780"/>
            </a:xfrm>
            <a:custGeom>
              <a:avLst/>
              <a:gdLst/>
              <a:ahLst/>
              <a:cxnLst/>
              <a:rect l="l" t="t" r="r" b="b"/>
              <a:pathLst>
                <a:path w="79375" h="271779">
                  <a:moveTo>
                    <a:pt x="6223" y="0"/>
                  </a:moveTo>
                  <a:lnTo>
                    <a:pt x="3428" y="1523"/>
                  </a:lnTo>
                  <a:lnTo>
                    <a:pt x="0" y="4063"/>
                  </a:lnTo>
                  <a:lnTo>
                    <a:pt x="70865" y="271271"/>
                  </a:lnTo>
                  <a:lnTo>
                    <a:pt x="78866" y="266204"/>
                  </a:lnTo>
                  <a:lnTo>
                    <a:pt x="38100" y="116243"/>
                  </a:lnTo>
                  <a:lnTo>
                    <a:pt x="6223" y="0"/>
                  </a:lnTo>
                  <a:close/>
                </a:path>
              </a:pathLst>
            </a:custGeom>
            <a:solidFill>
              <a:srgbClr val="A8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189719" y="5474208"/>
              <a:ext cx="76200" cy="269875"/>
            </a:xfrm>
            <a:custGeom>
              <a:avLst/>
              <a:gdLst/>
              <a:ahLst/>
              <a:cxnLst/>
              <a:rect l="l" t="t" r="r" b="b"/>
              <a:pathLst>
                <a:path w="76200" h="269875">
                  <a:moveTo>
                    <a:pt x="4190" y="0"/>
                  </a:moveTo>
                  <a:lnTo>
                    <a:pt x="0" y="2793"/>
                  </a:lnTo>
                  <a:lnTo>
                    <a:pt x="70738" y="269747"/>
                  </a:lnTo>
                  <a:lnTo>
                    <a:pt x="72135" y="268858"/>
                  </a:lnTo>
                  <a:lnTo>
                    <a:pt x="73025" y="267969"/>
                  </a:lnTo>
                  <a:lnTo>
                    <a:pt x="76200" y="266191"/>
                  </a:lnTo>
                  <a:lnTo>
                    <a:pt x="29590" y="93725"/>
                  </a:lnTo>
                  <a:lnTo>
                    <a:pt x="18160" y="52323"/>
                  </a:lnTo>
                  <a:lnTo>
                    <a:pt x="4190" y="0"/>
                  </a:lnTo>
                  <a:close/>
                </a:path>
              </a:pathLst>
            </a:custGeom>
            <a:solidFill>
              <a:srgbClr val="C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189719" y="5474208"/>
              <a:ext cx="73660" cy="268605"/>
            </a:xfrm>
            <a:custGeom>
              <a:avLst/>
              <a:gdLst/>
              <a:ahLst/>
              <a:cxnLst/>
              <a:rect l="l" t="t" r="r" b="b"/>
              <a:pathLst>
                <a:path w="73659" h="268604">
                  <a:moveTo>
                    <a:pt x="2285" y="0"/>
                  </a:moveTo>
                  <a:lnTo>
                    <a:pt x="0" y="1523"/>
                  </a:lnTo>
                  <a:lnTo>
                    <a:pt x="70230" y="268223"/>
                  </a:lnTo>
                  <a:lnTo>
                    <a:pt x="73151" y="266191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rgbClr val="DF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188195" y="5466588"/>
              <a:ext cx="13970" cy="12065"/>
            </a:xfrm>
            <a:custGeom>
              <a:avLst/>
              <a:gdLst/>
              <a:ahLst/>
              <a:cxnLst/>
              <a:rect l="l" t="t" r="r" b="b"/>
              <a:pathLst>
                <a:path w="13970" h="12064">
                  <a:moveTo>
                    <a:pt x="13207" y="0"/>
                  </a:moveTo>
                  <a:lnTo>
                    <a:pt x="0" y="9525"/>
                  </a:lnTo>
                  <a:lnTo>
                    <a:pt x="507" y="12065"/>
                  </a:lnTo>
                  <a:lnTo>
                    <a:pt x="13715" y="2412"/>
                  </a:lnTo>
                  <a:lnTo>
                    <a:pt x="13207" y="0"/>
                  </a:lnTo>
                  <a:close/>
                </a:path>
              </a:pathLst>
            </a:custGeom>
            <a:solidFill>
              <a:srgbClr val="11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185148" y="5455920"/>
              <a:ext cx="15240" cy="19685"/>
            </a:xfrm>
            <a:custGeom>
              <a:avLst/>
              <a:gdLst/>
              <a:ahLst/>
              <a:cxnLst/>
              <a:rect l="l" t="t" r="r" b="b"/>
              <a:pathLst>
                <a:path w="15240" h="19685">
                  <a:moveTo>
                    <a:pt x="4318" y="0"/>
                  </a:moveTo>
                  <a:lnTo>
                    <a:pt x="0" y="10921"/>
                  </a:lnTo>
                  <a:lnTo>
                    <a:pt x="2540" y="19430"/>
                  </a:lnTo>
                  <a:lnTo>
                    <a:pt x="14985" y="11556"/>
                  </a:lnTo>
                  <a:lnTo>
                    <a:pt x="12573" y="2793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rgbClr val="52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185148" y="5455920"/>
              <a:ext cx="12700" cy="19685"/>
            </a:xfrm>
            <a:custGeom>
              <a:avLst/>
              <a:gdLst/>
              <a:ahLst/>
              <a:cxnLst/>
              <a:rect l="l" t="t" r="r" b="b"/>
              <a:pathLst>
                <a:path w="12700" h="19685">
                  <a:moveTo>
                    <a:pt x="3682" y="0"/>
                  </a:moveTo>
                  <a:lnTo>
                    <a:pt x="0" y="10667"/>
                  </a:lnTo>
                  <a:lnTo>
                    <a:pt x="2285" y="19430"/>
                  </a:lnTo>
                  <a:lnTo>
                    <a:pt x="12192" y="12699"/>
                  </a:lnTo>
                  <a:lnTo>
                    <a:pt x="9905" y="4063"/>
                  </a:lnTo>
                  <a:lnTo>
                    <a:pt x="6476" y="1650"/>
                  </a:lnTo>
                  <a:lnTo>
                    <a:pt x="3682" y="0"/>
                  </a:lnTo>
                  <a:close/>
                </a:path>
              </a:pathLst>
            </a:custGeom>
            <a:solidFill>
              <a:srgbClr val="6E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186672" y="5455920"/>
              <a:ext cx="9525" cy="17780"/>
            </a:xfrm>
            <a:custGeom>
              <a:avLst/>
              <a:gdLst/>
              <a:ahLst/>
              <a:cxnLst/>
              <a:rect l="l" t="t" r="r" b="b"/>
              <a:pathLst>
                <a:path w="9525" h="17779">
                  <a:moveTo>
                    <a:pt x="2794" y="0"/>
                  </a:moveTo>
                  <a:lnTo>
                    <a:pt x="0" y="9651"/>
                  </a:lnTo>
                  <a:lnTo>
                    <a:pt x="1904" y="17779"/>
                  </a:lnTo>
                  <a:lnTo>
                    <a:pt x="9144" y="12826"/>
                  </a:lnTo>
                  <a:lnTo>
                    <a:pt x="7111" y="4698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8A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186672" y="5455920"/>
              <a:ext cx="8890" cy="17780"/>
            </a:xfrm>
            <a:custGeom>
              <a:avLst/>
              <a:gdLst/>
              <a:ahLst/>
              <a:cxnLst/>
              <a:rect l="l" t="t" r="r" b="b"/>
              <a:pathLst>
                <a:path w="8890" h="17779">
                  <a:moveTo>
                    <a:pt x="2921" y="0"/>
                  </a:moveTo>
                  <a:lnTo>
                    <a:pt x="0" y="9524"/>
                  </a:lnTo>
                  <a:lnTo>
                    <a:pt x="2412" y="17779"/>
                  </a:lnTo>
                  <a:lnTo>
                    <a:pt x="8762" y="14096"/>
                  </a:lnTo>
                  <a:lnTo>
                    <a:pt x="6223" y="5841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A8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186672" y="5455920"/>
              <a:ext cx="6350" cy="17780"/>
            </a:xfrm>
            <a:custGeom>
              <a:avLst/>
              <a:gdLst/>
              <a:ahLst/>
              <a:cxnLst/>
              <a:rect l="l" t="t" r="r" b="b"/>
              <a:pathLst>
                <a:path w="6350" h="17779">
                  <a:moveTo>
                    <a:pt x="2285" y="0"/>
                  </a:moveTo>
                  <a:lnTo>
                    <a:pt x="0" y="9270"/>
                  </a:lnTo>
                  <a:lnTo>
                    <a:pt x="2158" y="17779"/>
                  </a:lnTo>
                  <a:lnTo>
                    <a:pt x="5587" y="15366"/>
                  </a:lnTo>
                  <a:lnTo>
                    <a:pt x="6096" y="15239"/>
                  </a:lnTo>
                  <a:lnTo>
                    <a:pt x="4191" y="8381"/>
                  </a:lnTo>
                  <a:lnTo>
                    <a:pt x="2921" y="2158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rgbClr val="C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188195" y="5455920"/>
              <a:ext cx="3175" cy="17780"/>
            </a:xfrm>
            <a:custGeom>
              <a:avLst/>
              <a:gdLst/>
              <a:ahLst/>
              <a:cxnLst/>
              <a:rect l="l" t="t" r="r" b="b"/>
              <a:pathLst>
                <a:path w="3175" h="17779">
                  <a:moveTo>
                    <a:pt x="1524" y="0"/>
                  </a:moveTo>
                  <a:lnTo>
                    <a:pt x="0" y="9270"/>
                  </a:lnTo>
                  <a:lnTo>
                    <a:pt x="1650" y="17779"/>
                  </a:lnTo>
                  <a:lnTo>
                    <a:pt x="3048" y="16509"/>
                  </a:lnTo>
                  <a:lnTo>
                    <a:pt x="1397" y="8127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DF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185148" y="5457444"/>
              <a:ext cx="12700" cy="8890"/>
            </a:xfrm>
            <a:custGeom>
              <a:avLst/>
              <a:gdLst/>
              <a:ahLst/>
              <a:cxnLst/>
              <a:rect l="l" t="t" r="r" b="b"/>
              <a:pathLst>
                <a:path w="12700" h="8889">
                  <a:moveTo>
                    <a:pt x="11937" y="0"/>
                  </a:moveTo>
                  <a:lnTo>
                    <a:pt x="0" y="7873"/>
                  </a:lnTo>
                  <a:lnTo>
                    <a:pt x="253" y="8889"/>
                  </a:lnTo>
                  <a:lnTo>
                    <a:pt x="12192" y="888"/>
                  </a:lnTo>
                  <a:lnTo>
                    <a:pt x="11937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258300" y="5733288"/>
              <a:ext cx="18415" cy="34925"/>
            </a:xfrm>
            <a:custGeom>
              <a:avLst/>
              <a:gdLst/>
              <a:ahLst/>
              <a:cxnLst/>
              <a:rect l="l" t="t" r="r" b="b"/>
              <a:pathLst>
                <a:path w="18415" h="34925">
                  <a:moveTo>
                    <a:pt x="15875" y="0"/>
                  </a:moveTo>
                  <a:lnTo>
                    <a:pt x="0" y="11036"/>
                  </a:lnTo>
                  <a:lnTo>
                    <a:pt x="253" y="11937"/>
                  </a:lnTo>
                  <a:lnTo>
                    <a:pt x="0" y="12077"/>
                  </a:lnTo>
                  <a:lnTo>
                    <a:pt x="13080" y="34658"/>
                  </a:lnTo>
                  <a:lnTo>
                    <a:pt x="14858" y="34531"/>
                  </a:lnTo>
                  <a:lnTo>
                    <a:pt x="16764" y="31292"/>
                  </a:lnTo>
                  <a:lnTo>
                    <a:pt x="17399" y="28435"/>
                  </a:lnTo>
                  <a:lnTo>
                    <a:pt x="18033" y="20116"/>
                  </a:lnTo>
                  <a:lnTo>
                    <a:pt x="17652" y="14795"/>
                  </a:lnTo>
                  <a:lnTo>
                    <a:pt x="16764" y="8826"/>
                  </a:lnTo>
                  <a:lnTo>
                    <a:pt x="15240" y="2209"/>
                  </a:lnTo>
                  <a:lnTo>
                    <a:pt x="16382" y="1422"/>
                  </a:lnTo>
                  <a:lnTo>
                    <a:pt x="15875" y="0"/>
                  </a:lnTo>
                  <a:close/>
                </a:path>
              </a:pathLst>
            </a:custGeom>
            <a:solidFill>
              <a:srgbClr val="11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258300" y="5736336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1938" y="0"/>
                  </a:moveTo>
                  <a:lnTo>
                    <a:pt x="0" y="8534"/>
                  </a:lnTo>
                  <a:lnTo>
                    <a:pt x="1777" y="14935"/>
                  </a:lnTo>
                  <a:lnTo>
                    <a:pt x="3809" y="20205"/>
                  </a:lnTo>
                  <a:lnTo>
                    <a:pt x="6857" y="25984"/>
                  </a:lnTo>
                  <a:lnTo>
                    <a:pt x="8635" y="28613"/>
                  </a:lnTo>
                  <a:lnTo>
                    <a:pt x="11175" y="31000"/>
                  </a:lnTo>
                  <a:lnTo>
                    <a:pt x="12573" y="31495"/>
                  </a:lnTo>
                  <a:lnTo>
                    <a:pt x="13461" y="31381"/>
                  </a:lnTo>
                  <a:lnTo>
                    <a:pt x="14097" y="30365"/>
                  </a:lnTo>
                  <a:lnTo>
                    <a:pt x="15113" y="25730"/>
                  </a:lnTo>
                  <a:lnTo>
                    <a:pt x="15240" y="22212"/>
                  </a:lnTo>
                  <a:lnTo>
                    <a:pt x="14985" y="17818"/>
                  </a:lnTo>
                  <a:lnTo>
                    <a:pt x="13589" y="6654"/>
                  </a:lnTo>
                  <a:lnTo>
                    <a:pt x="11938" y="0"/>
                  </a:lnTo>
                  <a:close/>
                </a:path>
              </a:pathLst>
            </a:custGeom>
            <a:solidFill>
              <a:srgbClr val="2B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259823" y="5737860"/>
              <a:ext cx="15240" cy="30480"/>
            </a:xfrm>
            <a:custGeom>
              <a:avLst/>
              <a:gdLst/>
              <a:ahLst/>
              <a:cxnLst/>
              <a:rect l="l" t="t" r="r" b="b"/>
              <a:pathLst>
                <a:path w="15240" h="30479">
                  <a:moveTo>
                    <a:pt x="10414" y="0"/>
                  </a:moveTo>
                  <a:lnTo>
                    <a:pt x="7874" y="1523"/>
                  </a:lnTo>
                  <a:lnTo>
                    <a:pt x="0" y="6857"/>
                  </a:lnTo>
                  <a:lnTo>
                    <a:pt x="2921" y="15874"/>
                  </a:lnTo>
                  <a:lnTo>
                    <a:pt x="7111" y="24256"/>
                  </a:lnTo>
                  <a:lnTo>
                    <a:pt x="10032" y="28066"/>
                  </a:lnTo>
                  <a:lnTo>
                    <a:pt x="12446" y="29844"/>
                  </a:lnTo>
                  <a:lnTo>
                    <a:pt x="13970" y="29971"/>
                  </a:lnTo>
                  <a:lnTo>
                    <a:pt x="14477" y="29082"/>
                  </a:lnTo>
                  <a:lnTo>
                    <a:pt x="14858" y="24891"/>
                  </a:lnTo>
                  <a:lnTo>
                    <a:pt x="14731" y="21589"/>
                  </a:lnTo>
                  <a:lnTo>
                    <a:pt x="13334" y="12445"/>
                  </a:lnTo>
                  <a:lnTo>
                    <a:pt x="10414" y="0"/>
                  </a:lnTo>
                  <a:close/>
                </a:path>
              </a:pathLst>
            </a:custGeom>
            <a:solidFill>
              <a:srgbClr val="464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259823" y="5739384"/>
              <a:ext cx="15240" cy="29209"/>
            </a:xfrm>
            <a:custGeom>
              <a:avLst/>
              <a:gdLst/>
              <a:ahLst/>
              <a:cxnLst/>
              <a:rect l="l" t="t" r="r" b="b"/>
              <a:pathLst>
                <a:path w="15240" h="29210">
                  <a:moveTo>
                    <a:pt x="8635" y="0"/>
                  </a:moveTo>
                  <a:lnTo>
                    <a:pt x="2158" y="3949"/>
                  </a:lnTo>
                  <a:lnTo>
                    <a:pt x="889" y="4470"/>
                  </a:lnTo>
                  <a:lnTo>
                    <a:pt x="0" y="5270"/>
                  </a:lnTo>
                  <a:lnTo>
                    <a:pt x="13589" y="28955"/>
                  </a:lnTo>
                  <a:lnTo>
                    <a:pt x="14350" y="28955"/>
                  </a:lnTo>
                  <a:lnTo>
                    <a:pt x="14731" y="28168"/>
                  </a:lnTo>
                  <a:lnTo>
                    <a:pt x="14858" y="26720"/>
                  </a:lnTo>
                  <a:lnTo>
                    <a:pt x="14224" y="21196"/>
                  </a:lnTo>
                  <a:lnTo>
                    <a:pt x="8635" y="0"/>
                  </a:lnTo>
                  <a:close/>
                </a:path>
              </a:pathLst>
            </a:custGeom>
            <a:solidFill>
              <a:srgbClr val="5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259823" y="5739384"/>
              <a:ext cx="12700" cy="29209"/>
            </a:xfrm>
            <a:custGeom>
              <a:avLst/>
              <a:gdLst/>
              <a:ahLst/>
              <a:cxnLst/>
              <a:rect l="l" t="t" r="r" b="b"/>
              <a:pathLst>
                <a:path w="12700" h="29210">
                  <a:moveTo>
                    <a:pt x="4952" y="0"/>
                  </a:moveTo>
                  <a:lnTo>
                    <a:pt x="1777" y="2374"/>
                  </a:lnTo>
                  <a:lnTo>
                    <a:pt x="0" y="3555"/>
                  </a:lnTo>
                  <a:lnTo>
                    <a:pt x="2794" y="13296"/>
                  </a:lnTo>
                  <a:lnTo>
                    <a:pt x="5587" y="20396"/>
                  </a:lnTo>
                  <a:lnTo>
                    <a:pt x="9144" y="26454"/>
                  </a:lnTo>
                  <a:lnTo>
                    <a:pt x="11429" y="28828"/>
                  </a:lnTo>
                  <a:lnTo>
                    <a:pt x="11937" y="28955"/>
                  </a:lnTo>
                  <a:lnTo>
                    <a:pt x="12192" y="28295"/>
                  </a:lnTo>
                  <a:lnTo>
                    <a:pt x="10668" y="21589"/>
                  </a:lnTo>
                  <a:lnTo>
                    <a:pt x="4952" y="0"/>
                  </a:lnTo>
                  <a:close/>
                </a:path>
              </a:pathLst>
            </a:custGeom>
            <a:solidFill>
              <a:srgbClr val="79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261348" y="5742432"/>
              <a:ext cx="12065" cy="26034"/>
            </a:xfrm>
            <a:custGeom>
              <a:avLst/>
              <a:gdLst/>
              <a:ahLst/>
              <a:cxnLst/>
              <a:rect l="l" t="t" r="r" b="b"/>
              <a:pathLst>
                <a:path w="12065" h="26035">
                  <a:moveTo>
                    <a:pt x="2794" y="0"/>
                  </a:moveTo>
                  <a:lnTo>
                    <a:pt x="0" y="1765"/>
                  </a:lnTo>
                  <a:lnTo>
                    <a:pt x="1904" y="8089"/>
                  </a:lnTo>
                  <a:lnTo>
                    <a:pt x="6730" y="19329"/>
                  </a:lnTo>
                  <a:lnTo>
                    <a:pt x="10541" y="24765"/>
                  </a:lnTo>
                  <a:lnTo>
                    <a:pt x="11683" y="25781"/>
                  </a:lnTo>
                  <a:lnTo>
                    <a:pt x="11937" y="25781"/>
                  </a:lnTo>
                  <a:lnTo>
                    <a:pt x="8000" y="16179"/>
                  </a:lnTo>
                  <a:lnTo>
                    <a:pt x="4572" y="6324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91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272016" y="5768340"/>
              <a:ext cx="5080" cy="9525"/>
            </a:xfrm>
            <a:custGeom>
              <a:avLst/>
              <a:gdLst/>
              <a:ahLst/>
              <a:cxnLst/>
              <a:rect l="l" t="t" r="r" b="b"/>
              <a:pathLst>
                <a:path w="5079" h="9525">
                  <a:moveTo>
                    <a:pt x="1142" y="0"/>
                  </a:moveTo>
                  <a:lnTo>
                    <a:pt x="0" y="685"/>
                  </a:lnTo>
                  <a:lnTo>
                    <a:pt x="2920" y="7543"/>
                  </a:lnTo>
                  <a:lnTo>
                    <a:pt x="3682" y="8801"/>
                  </a:lnTo>
                  <a:lnTo>
                    <a:pt x="4190" y="9029"/>
                  </a:lnTo>
                  <a:lnTo>
                    <a:pt x="4572" y="8458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2B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326624" y="4384547"/>
              <a:ext cx="431165" cy="821690"/>
            </a:xfrm>
            <a:custGeom>
              <a:avLst/>
              <a:gdLst/>
              <a:ahLst/>
              <a:cxnLst/>
              <a:rect l="l" t="t" r="r" b="b"/>
              <a:pathLst>
                <a:path w="431165" h="821689">
                  <a:moveTo>
                    <a:pt x="112903" y="794893"/>
                  </a:moveTo>
                  <a:lnTo>
                    <a:pt x="112522" y="788924"/>
                  </a:lnTo>
                  <a:lnTo>
                    <a:pt x="111506" y="782320"/>
                  </a:lnTo>
                  <a:lnTo>
                    <a:pt x="109982" y="775335"/>
                  </a:lnTo>
                  <a:lnTo>
                    <a:pt x="109474" y="775589"/>
                  </a:lnTo>
                  <a:lnTo>
                    <a:pt x="28194" y="506095"/>
                  </a:lnTo>
                  <a:lnTo>
                    <a:pt x="28575" y="505968"/>
                  </a:lnTo>
                  <a:lnTo>
                    <a:pt x="25781" y="496951"/>
                  </a:lnTo>
                  <a:lnTo>
                    <a:pt x="16256" y="493649"/>
                  </a:lnTo>
                  <a:lnTo>
                    <a:pt x="11049" y="504444"/>
                  </a:lnTo>
                  <a:lnTo>
                    <a:pt x="13716" y="513588"/>
                  </a:lnTo>
                  <a:lnTo>
                    <a:pt x="18288" y="511302"/>
                  </a:lnTo>
                  <a:lnTo>
                    <a:pt x="14224" y="513588"/>
                  </a:lnTo>
                  <a:lnTo>
                    <a:pt x="14605" y="514858"/>
                  </a:lnTo>
                  <a:lnTo>
                    <a:pt x="14224" y="514985"/>
                  </a:lnTo>
                  <a:lnTo>
                    <a:pt x="91440" y="785368"/>
                  </a:lnTo>
                  <a:lnTo>
                    <a:pt x="102489" y="779653"/>
                  </a:lnTo>
                  <a:lnTo>
                    <a:pt x="98806" y="781939"/>
                  </a:lnTo>
                  <a:lnTo>
                    <a:pt x="96520" y="783082"/>
                  </a:lnTo>
                  <a:lnTo>
                    <a:pt x="92202" y="785749"/>
                  </a:lnTo>
                  <a:lnTo>
                    <a:pt x="108204" y="811276"/>
                  </a:lnTo>
                  <a:lnTo>
                    <a:pt x="110490" y="820686"/>
                  </a:lnTo>
                  <a:lnTo>
                    <a:pt x="111506" y="821309"/>
                  </a:lnTo>
                  <a:lnTo>
                    <a:pt x="112014" y="821055"/>
                  </a:lnTo>
                  <a:lnTo>
                    <a:pt x="112776" y="819924"/>
                  </a:lnTo>
                  <a:lnTo>
                    <a:pt x="112776" y="817880"/>
                  </a:lnTo>
                  <a:lnTo>
                    <a:pt x="110744" y="809637"/>
                  </a:lnTo>
                  <a:lnTo>
                    <a:pt x="111633" y="807720"/>
                  </a:lnTo>
                  <a:lnTo>
                    <a:pt x="112395" y="804291"/>
                  </a:lnTo>
                  <a:lnTo>
                    <a:pt x="112776" y="799973"/>
                  </a:lnTo>
                  <a:lnTo>
                    <a:pt x="112903" y="794893"/>
                  </a:lnTo>
                  <a:close/>
                </a:path>
                <a:path w="431165" h="821689">
                  <a:moveTo>
                    <a:pt x="430784" y="589407"/>
                  </a:moveTo>
                  <a:lnTo>
                    <a:pt x="430276" y="587121"/>
                  </a:lnTo>
                  <a:lnTo>
                    <a:pt x="355092" y="340487"/>
                  </a:lnTo>
                  <a:lnTo>
                    <a:pt x="359410" y="337439"/>
                  </a:lnTo>
                  <a:lnTo>
                    <a:pt x="292862" y="115951"/>
                  </a:lnTo>
                  <a:lnTo>
                    <a:pt x="287655" y="119507"/>
                  </a:lnTo>
                  <a:lnTo>
                    <a:pt x="253492" y="7239"/>
                  </a:lnTo>
                  <a:lnTo>
                    <a:pt x="245745" y="0"/>
                  </a:lnTo>
                  <a:lnTo>
                    <a:pt x="244221" y="254"/>
                  </a:lnTo>
                  <a:lnTo>
                    <a:pt x="3175" y="166370"/>
                  </a:lnTo>
                  <a:lnTo>
                    <a:pt x="0" y="177165"/>
                  </a:lnTo>
                  <a:lnTo>
                    <a:pt x="127" y="179705"/>
                  </a:lnTo>
                  <a:lnTo>
                    <a:pt x="635" y="181991"/>
                  </a:lnTo>
                  <a:lnTo>
                    <a:pt x="32385" y="293624"/>
                  </a:lnTo>
                  <a:lnTo>
                    <a:pt x="28575" y="296164"/>
                  </a:lnTo>
                  <a:lnTo>
                    <a:pt x="91694" y="519557"/>
                  </a:lnTo>
                  <a:lnTo>
                    <a:pt x="95758" y="516763"/>
                  </a:lnTo>
                  <a:lnTo>
                    <a:pt x="169926" y="778002"/>
                  </a:lnTo>
                  <a:lnTo>
                    <a:pt x="177419" y="785368"/>
                  </a:lnTo>
                  <a:lnTo>
                    <a:pt x="179070" y="785114"/>
                  </a:lnTo>
                  <a:lnTo>
                    <a:pt x="426339" y="603885"/>
                  </a:lnTo>
                  <a:lnTo>
                    <a:pt x="427609" y="602615"/>
                  </a:lnTo>
                  <a:lnTo>
                    <a:pt x="429768" y="599059"/>
                  </a:lnTo>
                  <a:lnTo>
                    <a:pt x="430784" y="594487"/>
                  </a:lnTo>
                  <a:lnTo>
                    <a:pt x="430784" y="589407"/>
                  </a:lnTo>
                  <a:close/>
                </a:path>
              </a:pathLst>
            </a:custGeom>
            <a:solidFill>
              <a:srgbClr val="6B68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19232" y="4486656"/>
              <a:ext cx="80770" cy="24231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0315955" y="4457700"/>
              <a:ext cx="328930" cy="403860"/>
            </a:xfrm>
            <a:custGeom>
              <a:avLst/>
              <a:gdLst/>
              <a:ahLst/>
              <a:cxnLst/>
              <a:rect l="l" t="t" r="r" b="b"/>
              <a:pathLst>
                <a:path w="328929" h="403860">
                  <a:moveTo>
                    <a:pt x="262763" y="0"/>
                  </a:moveTo>
                  <a:lnTo>
                    <a:pt x="0" y="180212"/>
                  </a:lnTo>
                  <a:lnTo>
                    <a:pt x="62738" y="403860"/>
                  </a:lnTo>
                  <a:lnTo>
                    <a:pt x="328929" y="221487"/>
                  </a:lnTo>
                  <a:lnTo>
                    <a:pt x="262763" y="0"/>
                  </a:lnTo>
                  <a:close/>
                </a:path>
              </a:pathLst>
            </a:custGeom>
            <a:solidFill>
              <a:srgbClr val="52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287000" y="4341876"/>
              <a:ext cx="431165" cy="786130"/>
            </a:xfrm>
            <a:custGeom>
              <a:avLst/>
              <a:gdLst/>
              <a:ahLst/>
              <a:cxnLst/>
              <a:rect l="l" t="t" r="r" b="b"/>
              <a:pathLst>
                <a:path w="431165" h="786129">
                  <a:moveTo>
                    <a:pt x="245745" y="0"/>
                  </a:moveTo>
                  <a:lnTo>
                    <a:pt x="244094" y="254"/>
                  </a:lnTo>
                  <a:lnTo>
                    <a:pt x="242697" y="888"/>
                  </a:lnTo>
                  <a:lnTo>
                    <a:pt x="209803" y="23749"/>
                  </a:lnTo>
                  <a:lnTo>
                    <a:pt x="4572" y="165226"/>
                  </a:lnTo>
                  <a:lnTo>
                    <a:pt x="0" y="177292"/>
                  </a:lnTo>
                  <a:lnTo>
                    <a:pt x="126" y="180340"/>
                  </a:lnTo>
                  <a:lnTo>
                    <a:pt x="170052" y="778637"/>
                  </a:lnTo>
                  <a:lnTo>
                    <a:pt x="177546" y="785876"/>
                  </a:lnTo>
                  <a:lnTo>
                    <a:pt x="179197" y="785749"/>
                  </a:lnTo>
                  <a:lnTo>
                    <a:pt x="426466" y="604266"/>
                  </a:lnTo>
                  <a:lnTo>
                    <a:pt x="431038" y="592455"/>
                  </a:lnTo>
                  <a:lnTo>
                    <a:pt x="430275" y="587501"/>
                  </a:lnTo>
                  <a:lnTo>
                    <a:pt x="253492" y="7112"/>
                  </a:lnTo>
                  <a:lnTo>
                    <a:pt x="247396" y="254"/>
                  </a:lnTo>
                  <a:lnTo>
                    <a:pt x="245745" y="0"/>
                  </a:lnTo>
                  <a:close/>
                </a:path>
              </a:pathLst>
            </a:custGeom>
            <a:solidFill>
              <a:srgbClr val="B8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7000" y="4341876"/>
              <a:ext cx="283464" cy="260604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0314432" y="4443984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4" h="182879">
                  <a:moveTo>
                    <a:pt x="254508" y="0"/>
                  </a:moveTo>
                  <a:lnTo>
                    <a:pt x="0" y="178308"/>
                  </a:lnTo>
                  <a:lnTo>
                    <a:pt x="1143" y="182499"/>
                  </a:lnTo>
                  <a:lnTo>
                    <a:pt x="255650" y="4191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7667" y="4622292"/>
              <a:ext cx="80770" cy="25450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79607" y="4442460"/>
              <a:ext cx="82296" cy="24383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28148" y="4447032"/>
              <a:ext cx="324611" cy="755776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0326624" y="5440680"/>
              <a:ext cx="431165" cy="821690"/>
            </a:xfrm>
            <a:custGeom>
              <a:avLst/>
              <a:gdLst/>
              <a:ahLst/>
              <a:cxnLst/>
              <a:rect l="l" t="t" r="r" b="b"/>
              <a:pathLst>
                <a:path w="431165" h="821689">
                  <a:moveTo>
                    <a:pt x="112903" y="794905"/>
                  </a:moveTo>
                  <a:lnTo>
                    <a:pt x="112522" y="788936"/>
                  </a:lnTo>
                  <a:lnTo>
                    <a:pt x="111506" y="782332"/>
                  </a:lnTo>
                  <a:lnTo>
                    <a:pt x="109982" y="775347"/>
                  </a:lnTo>
                  <a:lnTo>
                    <a:pt x="109474" y="775550"/>
                  </a:lnTo>
                  <a:lnTo>
                    <a:pt x="28194" y="506133"/>
                  </a:lnTo>
                  <a:lnTo>
                    <a:pt x="28575" y="505942"/>
                  </a:lnTo>
                  <a:lnTo>
                    <a:pt x="25781" y="496925"/>
                  </a:lnTo>
                  <a:lnTo>
                    <a:pt x="16256" y="493623"/>
                  </a:lnTo>
                  <a:lnTo>
                    <a:pt x="11049" y="504418"/>
                  </a:lnTo>
                  <a:lnTo>
                    <a:pt x="13716" y="513549"/>
                  </a:lnTo>
                  <a:lnTo>
                    <a:pt x="18288" y="511263"/>
                  </a:lnTo>
                  <a:lnTo>
                    <a:pt x="14224" y="513549"/>
                  </a:lnTo>
                  <a:lnTo>
                    <a:pt x="14605" y="514794"/>
                  </a:lnTo>
                  <a:lnTo>
                    <a:pt x="14224" y="514946"/>
                  </a:lnTo>
                  <a:lnTo>
                    <a:pt x="91440" y="785380"/>
                  </a:lnTo>
                  <a:lnTo>
                    <a:pt x="102489" y="779703"/>
                  </a:lnTo>
                  <a:lnTo>
                    <a:pt x="92202" y="785761"/>
                  </a:lnTo>
                  <a:lnTo>
                    <a:pt x="94234" y="792492"/>
                  </a:lnTo>
                  <a:lnTo>
                    <a:pt x="97917" y="800366"/>
                  </a:lnTo>
                  <a:lnTo>
                    <a:pt x="101727" y="806323"/>
                  </a:lnTo>
                  <a:lnTo>
                    <a:pt x="105283" y="809879"/>
                  </a:lnTo>
                  <a:lnTo>
                    <a:pt x="108204" y="811276"/>
                  </a:lnTo>
                  <a:lnTo>
                    <a:pt x="110490" y="820674"/>
                  </a:lnTo>
                  <a:lnTo>
                    <a:pt x="110998" y="821182"/>
                  </a:lnTo>
                  <a:lnTo>
                    <a:pt x="112014" y="821182"/>
                  </a:lnTo>
                  <a:lnTo>
                    <a:pt x="112776" y="819912"/>
                  </a:lnTo>
                  <a:lnTo>
                    <a:pt x="112776" y="817880"/>
                  </a:lnTo>
                  <a:lnTo>
                    <a:pt x="110744" y="809599"/>
                  </a:lnTo>
                  <a:lnTo>
                    <a:pt x="111633" y="807720"/>
                  </a:lnTo>
                  <a:lnTo>
                    <a:pt x="112395" y="804291"/>
                  </a:lnTo>
                  <a:lnTo>
                    <a:pt x="112776" y="799985"/>
                  </a:lnTo>
                  <a:lnTo>
                    <a:pt x="112903" y="794905"/>
                  </a:lnTo>
                  <a:close/>
                </a:path>
                <a:path w="431165" h="821689">
                  <a:moveTo>
                    <a:pt x="430784" y="589483"/>
                  </a:moveTo>
                  <a:lnTo>
                    <a:pt x="430276" y="587082"/>
                  </a:lnTo>
                  <a:lnTo>
                    <a:pt x="355092" y="340436"/>
                  </a:lnTo>
                  <a:lnTo>
                    <a:pt x="359410" y="337464"/>
                  </a:lnTo>
                  <a:lnTo>
                    <a:pt x="292862" y="115951"/>
                  </a:lnTo>
                  <a:lnTo>
                    <a:pt x="287655" y="119507"/>
                  </a:lnTo>
                  <a:lnTo>
                    <a:pt x="253492" y="7239"/>
                  </a:lnTo>
                  <a:lnTo>
                    <a:pt x="251460" y="3429"/>
                  </a:lnTo>
                  <a:lnTo>
                    <a:pt x="250190" y="2032"/>
                  </a:lnTo>
                  <a:lnTo>
                    <a:pt x="248793" y="1016"/>
                  </a:lnTo>
                  <a:lnTo>
                    <a:pt x="245745" y="0"/>
                  </a:lnTo>
                  <a:lnTo>
                    <a:pt x="242697" y="1016"/>
                  </a:lnTo>
                  <a:lnTo>
                    <a:pt x="3175" y="166319"/>
                  </a:lnTo>
                  <a:lnTo>
                    <a:pt x="0" y="177114"/>
                  </a:lnTo>
                  <a:lnTo>
                    <a:pt x="127" y="179654"/>
                  </a:lnTo>
                  <a:lnTo>
                    <a:pt x="635" y="181940"/>
                  </a:lnTo>
                  <a:lnTo>
                    <a:pt x="32385" y="293649"/>
                  </a:lnTo>
                  <a:lnTo>
                    <a:pt x="28575" y="296202"/>
                  </a:lnTo>
                  <a:lnTo>
                    <a:pt x="91694" y="519518"/>
                  </a:lnTo>
                  <a:lnTo>
                    <a:pt x="95758" y="516788"/>
                  </a:lnTo>
                  <a:lnTo>
                    <a:pt x="169926" y="778014"/>
                  </a:lnTo>
                  <a:lnTo>
                    <a:pt x="177419" y="785380"/>
                  </a:lnTo>
                  <a:lnTo>
                    <a:pt x="179070" y="785126"/>
                  </a:lnTo>
                  <a:lnTo>
                    <a:pt x="426339" y="603821"/>
                  </a:lnTo>
                  <a:lnTo>
                    <a:pt x="430784" y="594436"/>
                  </a:lnTo>
                  <a:lnTo>
                    <a:pt x="430784" y="589483"/>
                  </a:lnTo>
                  <a:close/>
                </a:path>
              </a:pathLst>
            </a:custGeom>
            <a:solidFill>
              <a:srgbClr val="6B68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19232" y="5541264"/>
              <a:ext cx="80770" cy="242315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0315955" y="5513832"/>
              <a:ext cx="328930" cy="403860"/>
            </a:xfrm>
            <a:custGeom>
              <a:avLst/>
              <a:gdLst/>
              <a:ahLst/>
              <a:cxnLst/>
              <a:rect l="l" t="t" r="r" b="b"/>
              <a:pathLst>
                <a:path w="328929" h="403860">
                  <a:moveTo>
                    <a:pt x="262763" y="0"/>
                  </a:moveTo>
                  <a:lnTo>
                    <a:pt x="0" y="180213"/>
                  </a:lnTo>
                  <a:lnTo>
                    <a:pt x="62738" y="403860"/>
                  </a:lnTo>
                  <a:lnTo>
                    <a:pt x="328929" y="221488"/>
                  </a:lnTo>
                  <a:lnTo>
                    <a:pt x="262763" y="0"/>
                  </a:lnTo>
                  <a:close/>
                </a:path>
              </a:pathLst>
            </a:custGeom>
            <a:solidFill>
              <a:srgbClr val="52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0287000" y="5398008"/>
              <a:ext cx="431165" cy="784860"/>
            </a:xfrm>
            <a:custGeom>
              <a:avLst/>
              <a:gdLst/>
              <a:ahLst/>
              <a:cxnLst/>
              <a:rect l="l" t="t" r="r" b="b"/>
              <a:pathLst>
                <a:path w="431165" h="784860">
                  <a:moveTo>
                    <a:pt x="245745" y="0"/>
                  </a:moveTo>
                  <a:lnTo>
                    <a:pt x="244094" y="253"/>
                  </a:lnTo>
                  <a:lnTo>
                    <a:pt x="242697" y="888"/>
                  </a:lnTo>
                  <a:lnTo>
                    <a:pt x="4572" y="165099"/>
                  </a:lnTo>
                  <a:lnTo>
                    <a:pt x="0" y="177418"/>
                  </a:lnTo>
                  <a:lnTo>
                    <a:pt x="126" y="180212"/>
                  </a:lnTo>
                  <a:lnTo>
                    <a:pt x="4952" y="197827"/>
                  </a:lnTo>
                  <a:lnTo>
                    <a:pt x="5079" y="197700"/>
                  </a:lnTo>
                  <a:lnTo>
                    <a:pt x="170052" y="777747"/>
                  </a:lnTo>
                  <a:lnTo>
                    <a:pt x="170815" y="779779"/>
                  </a:lnTo>
                  <a:lnTo>
                    <a:pt x="173100" y="783208"/>
                  </a:lnTo>
                  <a:lnTo>
                    <a:pt x="176022" y="784859"/>
                  </a:lnTo>
                  <a:lnTo>
                    <a:pt x="179197" y="784859"/>
                  </a:lnTo>
                  <a:lnTo>
                    <a:pt x="426466" y="603656"/>
                  </a:lnTo>
                  <a:lnTo>
                    <a:pt x="430529" y="596544"/>
                  </a:lnTo>
                  <a:lnTo>
                    <a:pt x="431038" y="591718"/>
                  </a:lnTo>
                  <a:lnTo>
                    <a:pt x="430275" y="586905"/>
                  </a:lnTo>
                  <a:lnTo>
                    <a:pt x="253492" y="7111"/>
                  </a:lnTo>
                  <a:lnTo>
                    <a:pt x="247396" y="253"/>
                  </a:lnTo>
                  <a:lnTo>
                    <a:pt x="245745" y="0"/>
                  </a:lnTo>
                  <a:close/>
                </a:path>
              </a:pathLst>
            </a:custGeom>
            <a:solidFill>
              <a:srgbClr val="B8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7000" y="5398008"/>
              <a:ext cx="283464" cy="260603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10314432" y="5500116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4" h="181610">
                  <a:moveTo>
                    <a:pt x="254508" y="0"/>
                  </a:moveTo>
                  <a:lnTo>
                    <a:pt x="0" y="176809"/>
                  </a:lnTo>
                  <a:lnTo>
                    <a:pt x="1143" y="181102"/>
                  </a:lnTo>
                  <a:lnTo>
                    <a:pt x="255650" y="4191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97667" y="5678424"/>
              <a:ext cx="80770" cy="25298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79607" y="5498592"/>
              <a:ext cx="82296" cy="24384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28148" y="5501640"/>
              <a:ext cx="324611" cy="755764"/>
            </a:xfrm>
            <a:prstGeom prst="rect">
              <a:avLst/>
            </a:prstGeom>
          </p:spPr>
        </p:pic>
      </p:grpSp>
      <p:grpSp>
        <p:nvGrpSpPr>
          <p:cNvPr id="87" name="object 87"/>
          <p:cNvGrpSpPr/>
          <p:nvPr/>
        </p:nvGrpSpPr>
        <p:grpSpPr>
          <a:xfrm>
            <a:off x="8182292" y="1484375"/>
            <a:ext cx="3141345" cy="2304415"/>
            <a:chOff x="8182292" y="1484375"/>
            <a:chExt cx="3141345" cy="2304415"/>
          </a:xfrm>
        </p:grpSpPr>
        <p:sp>
          <p:nvSpPr>
            <p:cNvPr id="88" name="object 88"/>
            <p:cNvSpPr/>
            <p:nvPr/>
          </p:nvSpPr>
          <p:spPr>
            <a:xfrm>
              <a:off x="8275320" y="1484375"/>
              <a:ext cx="3048000" cy="2304415"/>
            </a:xfrm>
            <a:custGeom>
              <a:avLst/>
              <a:gdLst/>
              <a:ahLst/>
              <a:cxnLst/>
              <a:rect l="l" t="t" r="r" b="b"/>
              <a:pathLst>
                <a:path w="3048000" h="2304415">
                  <a:moveTo>
                    <a:pt x="1524000" y="0"/>
                  </a:moveTo>
                  <a:lnTo>
                    <a:pt x="1469389" y="762"/>
                  </a:lnTo>
                  <a:lnTo>
                    <a:pt x="1415160" y="2921"/>
                  </a:lnTo>
                  <a:lnTo>
                    <a:pt x="1361566" y="6476"/>
                  </a:lnTo>
                  <a:lnTo>
                    <a:pt x="1308353" y="11429"/>
                  </a:lnTo>
                  <a:lnTo>
                    <a:pt x="1255902" y="17779"/>
                  </a:lnTo>
                  <a:lnTo>
                    <a:pt x="1203959" y="25400"/>
                  </a:lnTo>
                  <a:lnTo>
                    <a:pt x="1152652" y="34416"/>
                  </a:lnTo>
                  <a:lnTo>
                    <a:pt x="1102105" y="44703"/>
                  </a:lnTo>
                  <a:lnTo>
                    <a:pt x="1052195" y="56261"/>
                  </a:lnTo>
                  <a:lnTo>
                    <a:pt x="1003046" y="69087"/>
                  </a:lnTo>
                  <a:lnTo>
                    <a:pt x="954658" y="83058"/>
                  </a:lnTo>
                  <a:lnTo>
                    <a:pt x="907160" y="98298"/>
                  </a:lnTo>
                  <a:lnTo>
                    <a:pt x="860425" y="114681"/>
                  </a:lnTo>
                  <a:lnTo>
                    <a:pt x="814577" y="132207"/>
                  </a:lnTo>
                  <a:lnTo>
                    <a:pt x="769620" y="150875"/>
                  </a:lnTo>
                  <a:lnTo>
                    <a:pt x="725551" y="170561"/>
                  </a:lnTo>
                  <a:lnTo>
                    <a:pt x="682498" y="191388"/>
                  </a:lnTo>
                  <a:lnTo>
                    <a:pt x="640460" y="213233"/>
                  </a:lnTo>
                  <a:lnTo>
                    <a:pt x="599439" y="236093"/>
                  </a:lnTo>
                  <a:lnTo>
                    <a:pt x="559561" y="259969"/>
                  </a:lnTo>
                  <a:lnTo>
                    <a:pt x="520700" y="284861"/>
                  </a:lnTo>
                  <a:lnTo>
                    <a:pt x="482980" y="310641"/>
                  </a:lnTo>
                  <a:lnTo>
                    <a:pt x="446404" y="337438"/>
                  </a:lnTo>
                  <a:lnTo>
                    <a:pt x="410972" y="364998"/>
                  </a:lnTo>
                  <a:lnTo>
                    <a:pt x="376808" y="393573"/>
                  </a:lnTo>
                  <a:lnTo>
                    <a:pt x="344043" y="422910"/>
                  </a:lnTo>
                  <a:lnTo>
                    <a:pt x="312420" y="453136"/>
                  </a:lnTo>
                  <a:lnTo>
                    <a:pt x="282066" y="484124"/>
                  </a:lnTo>
                  <a:lnTo>
                    <a:pt x="253237" y="515874"/>
                  </a:lnTo>
                  <a:lnTo>
                    <a:pt x="225678" y="548386"/>
                  </a:lnTo>
                  <a:lnTo>
                    <a:pt x="199516" y="581660"/>
                  </a:lnTo>
                  <a:lnTo>
                    <a:pt x="174878" y="615696"/>
                  </a:lnTo>
                  <a:lnTo>
                    <a:pt x="151637" y="650366"/>
                  </a:lnTo>
                  <a:lnTo>
                    <a:pt x="130048" y="685673"/>
                  </a:lnTo>
                  <a:lnTo>
                    <a:pt x="109854" y="721613"/>
                  </a:lnTo>
                  <a:lnTo>
                    <a:pt x="91312" y="758189"/>
                  </a:lnTo>
                  <a:lnTo>
                    <a:pt x="74422" y="795274"/>
                  </a:lnTo>
                  <a:lnTo>
                    <a:pt x="59181" y="832993"/>
                  </a:lnTo>
                  <a:lnTo>
                    <a:pt x="45593" y="871220"/>
                  </a:lnTo>
                  <a:lnTo>
                    <a:pt x="33654" y="910082"/>
                  </a:lnTo>
                  <a:lnTo>
                    <a:pt x="23495" y="949325"/>
                  </a:lnTo>
                  <a:lnTo>
                    <a:pt x="15112" y="988949"/>
                  </a:lnTo>
                  <a:lnTo>
                    <a:pt x="8508" y="1029081"/>
                  </a:lnTo>
                  <a:lnTo>
                    <a:pt x="3809" y="1069721"/>
                  </a:lnTo>
                  <a:lnTo>
                    <a:pt x="1015" y="1110614"/>
                  </a:lnTo>
                  <a:lnTo>
                    <a:pt x="0" y="1151889"/>
                  </a:lnTo>
                  <a:lnTo>
                    <a:pt x="1015" y="1193291"/>
                  </a:lnTo>
                  <a:lnTo>
                    <a:pt x="3809" y="1234186"/>
                  </a:lnTo>
                  <a:lnTo>
                    <a:pt x="8508" y="1274826"/>
                  </a:lnTo>
                  <a:lnTo>
                    <a:pt x="15112" y="1314958"/>
                  </a:lnTo>
                  <a:lnTo>
                    <a:pt x="23495" y="1354709"/>
                  </a:lnTo>
                  <a:lnTo>
                    <a:pt x="33654" y="1393952"/>
                  </a:lnTo>
                  <a:lnTo>
                    <a:pt x="45593" y="1432687"/>
                  </a:lnTo>
                  <a:lnTo>
                    <a:pt x="59181" y="1470914"/>
                  </a:lnTo>
                  <a:lnTo>
                    <a:pt x="74422" y="1508633"/>
                  </a:lnTo>
                  <a:lnTo>
                    <a:pt x="91312" y="1545844"/>
                  </a:lnTo>
                  <a:lnTo>
                    <a:pt x="109854" y="1582420"/>
                  </a:lnTo>
                  <a:lnTo>
                    <a:pt x="130048" y="1618361"/>
                  </a:lnTo>
                  <a:lnTo>
                    <a:pt x="151637" y="1653666"/>
                  </a:lnTo>
                  <a:lnTo>
                    <a:pt x="174878" y="1688338"/>
                  </a:lnTo>
                  <a:lnTo>
                    <a:pt x="199516" y="1722247"/>
                  </a:lnTo>
                  <a:lnTo>
                    <a:pt x="225678" y="1755521"/>
                  </a:lnTo>
                  <a:lnTo>
                    <a:pt x="253237" y="1788160"/>
                  </a:lnTo>
                  <a:lnTo>
                    <a:pt x="282066" y="1819910"/>
                  </a:lnTo>
                  <a:lnTo>
                    <a:pt x="312420" y="1850898"/>
                  </a:lnTo>
                  <a:lnTo>
                    <a:pt x="344043" y="1881124"/>
                  </a:lnTo>
                  <a:lnTo>
                    <a:pt x="376808" y="1910461"/>
                  </a:lnTo>
                  <a:lnTo>
                    <a:pt x="410972" y="1939036"/>
                  </a:lnTo>
                  <a:lnTo>
                    <a:pt x="446404" y="1966595"/>
                  </a:lnTo>
                  <a:lnTo>
                    <a:pt x="482980" y="1993391"/>
                  </a:lnTo>
                  <a:lnTo>
                    <a:pt x="520700" y="2019173"/>
                  </a:lnTo>
                  <a:lnTo>
                    <a:pt x="559561" y="2044064"/>
                  </a:lnTo>
                  <a:lnTo>
                    <a:pt x="599439" y="2067940"/>
                  </a:lnTo>
                  <a:lnTo>
                    <a:pt x="640460" y="2090801"/>
                  </a:lnTo>
                  <a:lnTo>
                    <a:pt x="682498" y="2112645"/>
                  </a:lnTo>
                  <a:lnTo>
                    <a:pt x="725551" y="2133473"/>
                  </a:lnTo>
                  <a:lnTo>
                    <a:pt x="769620" y="2153158"/>
                  </a:lnTo>
                  <a:lnTo>
                    <a:pt x="814577" y="2171827"/>
                  </a:lnTo>
                  <a:lnTo>
                    <a:pt x="860425" y="2189353"/>
                  </a:lnTo>
                  <a:lnTo>
                    <a:pt x="907160" y="2205736"/>
                  </a:lnTo>
                  <a:lnTo>
                    <a:pt x="954658" y="2220976"/>
                  </a:lnTo>
                  <a:lnTo>
                    <a:pt x="1003046" y="2234946"/>
                  </a:lnTo>
                  <a:lnTo>
                    <a:pt x="1052195" y="2247773"/>
                  </a:lnTo>
                  <a:lnTo>
                    <a:pt x="1102105" y="2259330"/>
                  </a:lnTo>
                  <a:lnTo>
                    <a:pt x="1152652" y="2269617"/>
                  </a:lnTo>
                  <a:lnTo>
                    <a:pt x="1203959" y="2278634"/>
                  </a:lnTo>
                  <a:lnTo>
                    <a:pt x="1255902" y="2286254"/>
                  </a:lnTo>
                  <a:lnTo>
                    <a:pt x="1308353" y="2292604"/>
                  </a:lnTo>
                  <a:lnTo>
                    <a:pt x="1361566" y="2297557"/>
                  </a:lnTo>
                  <a:lnTo>
                    <a:pt x="1415160" y="2301113"/>
                  </a:lnTo>
                  <a:lnTo>
                    <a:pt x="1469389" y="2303272"/>
                  </a:lnTo>
                  <a:lnTo>
                    <a:pt x="1524000" y="2304034"/>
                  </a:lnTo>
                  <a:lnTo>
                    <a:pt x="1578609" y="2303272"/>
                  </a:lnTo>
                  <a:lnTo>
                    <a:pt x="1632838" y="2301113"/>
                  </a:lnTo>
                  <a:lnTo>
                    <a:pt x="1686432" y="2297557"/>
                  </a:lnTo>
                  <a:lnTo>
                    <a:pt x="1739646" y="2292604"/>
                  </a:lnTo>
                  <a:lnTo>
                    <a:pt x="1792097" y="2286254"/>
                  </a:lnTo>
                  <a:lnTo>
                    <a:pt x="1844039" y="2278634"/>
                  </a:lnTo>
                  <a:lnTo>
                    <a:pt x="1895348" y="2269617"/>
                  </a:lnTo>
                  <a:lnTo>
                    <a:pt x="1945894" y="2259330"/>
                  </a:lnTo>
                  <a:lnTo>
                    <a:pt x="1995804" y="2247773"/>
                  </a:lnTo>
                  <a:lnTo>
                    <a:pt x="2044953" y="2234946"/>
                  </a:lnTo>
                  <a:lnTo>
                    <a:pt x="2093340" y="2220976"/>
                  </a:lnTo>
                  <a:lnTo>
                    <a:pt x="2140838" y="2205736"/>
                  </a:lnTo>
                  <a:lnTo>
                    <a:pt x="2187575" y="2189353"/>
                  </a:lnTo>
                  <a:lnTo>
                    <a:pt x="2233422" y="2171827"/>
                  </a:lnTo>
                  <a:lnTo>
                    <a:pt x="2278379" y="2153158"/>
                  </a:lnTo>
                  <a:lnTo>
                    <a:pt x="2322449" y="2133473"/>
                  </a:lnTo>
                  <a:lnTo>
                    <a:pt x="2365502" y="2112645"/>
                  </a:lnTo>
                  <a:lnTo>
                    <a:pt x="2407538" y="2090801"/>
                  </a:lnTo>
                  <a:lnTo>
                    <a:pt x="2448559" y="2067940"/>
                  </a:lnTo>
                  <a:lnTo>
                    <a:pt x="2488437" y="2044064"/>
                  </a:lnTo>
                  <a:lnTo>
                    <a:pt x="2527300" y="2019173"/>
                  </a:lnTo>
                  <a:lnTo>
                    <a:pt x="2565019" y="1993391"/>
                  </a:lnTo>
                  <a:lnTo>
                    <a:pt x="2601595" y="1966595"/>
                  </a:lnTo>
                  <a:lnTo>
                    <a:pt x="2637028" y="1939036"/>
                  </a:lnTo>
                  <a:lnTo>
                    <a:pt x="2671063" y="1910461"/>
                  </a:lnTo>
                  <a:lnTo>
                    <a:pt x="2703956" y="1881124"/>
                  </a:lnTo>
                  <a:lnTo>
                    <a:pt x="2735579" y="1850898"/>
                  </a:lnTo>
                  <a:lnTo>
                    <a:pt x="2765932" y="1819910"/>
                  </a:lnTo>
                  <a:lnTo>
                    <a:pt x="2794761" y="1788160"/>
                  </a:lnTo>
                  <a:lnTo>
                    <a:pt x="2822321" y="1755521"/>
                  </a:lnTo>
                  <a:lnTo>
                    <a:pt x="2848482" y="1722247"/>
                  </a:lnTo>
                  <a:lnTo>
                    <a:pt x="2873121" y="1688338"/>
                  </a:lnTo>
                  <a:lnTo>
                    <a:pt x="2896361" y="1653666"/>
                  </a:lnTo>
                  <a:lnTo>
                    <a:pt x="2917952" y="1618361"/>
                  </a:lnTo>
                  <a:lnTo>
                    <a:pt x="2938145" y="1582420"/>
                  </a:lnTo>
                  <a:lnTo>
                    <a:pt x="2956686" y="1545844"/>
                  </a:lnTo>
                  <a:lnTo>
                    <a:pt x="2973578" y="1508633"/>
                  </a:lnTo>
                  <a:lnTo>
                    <a:pt x="2988818" y="1470914"/>
                  </a:lnTo>
                  <a:lnTo>
                    <a:pt x="3002406" y="1432687"/>
                  </a:lnTo>
                  <a:lnTo>
                    <a:pt x="3014345" y="1393952"/>
                  </a:lnTo>
                  <a:lnTo>
                    <a:pt x="3024504" y="1354709"/>
                  </a:lnTo>
                  <a:lnTo>
                    <a:pt x="3032886" y="1314958"/>
                  </a:lnTo>
                  <a:lnTo>
                    <a:pt x="3039490" y="1274826"/>
                  </a:lnTo>
                  <a:lnTo>
                    <a:pt x="3044189" y="1234186"/>
                  </a:lnTo>
                  <a:lnTo>
                    <a:pt x="3046983" y="1193291"/>
                  </a:lnTo>
                  <a:lnTo>
                    <a:pt x="3048000" y="1151889"/>
                  </a:lnTo>
                  <a:lnTo>
                    <a:pt x="3046983" y="1110614"/>
                  </a:lnTo>
                  <a:lnTo>
                    <a:pt x="3044189" y="1069721"/>
                  </a:lnTo>
                  <a:lnTo>
                    <a:pt x="3039490" y="1029081"/>
                  </a:lnTo>
                  <a:lnTo>
                    <a:pt x="3032886" y="988949"/>
                  </a:lnTo>
                  <a:lnTo>
                    <a:pt x="3024504" y="949325"/>
                  </a:lnTo>
                  <a:lnTo>
                    <a:pt x="3014345" y="910082"/>
                  </a:lnTo>
                  <a:lnTo>
                    <a:pt x="3002406" y="871220"/>
                  </a:lnTo>
                  <a:lnTo>
                    <a:pt x="2988818" y="832993"/>
                  </a:lnTo>
                  <a:lnTo>
                    <a:pt x="2973578" y="795274"/>
                  </a:lnTo>
                  <a:lnTo>
                    <a:pt x="2956686" y="758189"/>
                  </a:lnTo>
                  <a:lnTo>
                    <a:pt x="2938145" y="721613"/>
                  </a:lnTo>
                  <a:lnTo>
                    <a:pt x="2917952" y="685673"/>
                  </a:lnTo>
                  <a:lnTo>
                    <a:pt x="2896361" y="650366"/>
                  </a:lnTo>
                  <a:lnTo>
                    <a:pt x="2873121" y="615696"/>
                  </a:lnTo>
                  <a:lnTo>
                    <a:pt x="2848482" y="581660"/>
                  </a:lnTo>
                  <a:lnTo>
                    <a:pt x="2822321" y="548386"/>
                  </a:lnTo>
                  <a:lnTo>
                    <a:pt x="2794761" y="515874"/>
                  </a:lnTo>
                  <a:lnTo>
                    <a:pt x="2765932" y="484124"/>
                  </a:lnTo>
                  <a:lnTo>
                    <a:pt x="2735579" y="453136"/>
                  </a:lnTo>
                  <a:lnTo>
                    <a:pt x="2703956" y="422910"/>
                  </a:lnTo>
                  <a:lnTo>
                    <a:pt x="2671063" y="393573"/>
                  </a:lnTo>
                  <a:lnTo>
                    <a:pt x="2637028" y="364998"/>
                  </a:lnTo>
                  <a:lnTo>
                    <a:pt x="2601595" y="337438"/>
                  </a:lnTo>
                  <a:lnTo>
                    <a:pt x="2565019" y="310641"/>
                  </a:lnTo>
                  <a:lnTo>
                    <a:pt x="2527300" y="284861"/>
                  </a:lnTo>
                  <a:lnTo>
                    <a:pt x="2488437" y="259969"/>
                  </a:lnTo>
                  <a:lnTo>
                    <a:pt x="2448559" y="236093"/>
                  </a:lnTo>
                  <a:lnTo>
                    <a:pt x="2407538" y="213233"/>
                  </a:lnTo>
                  <a:lnTo>
                    <a:pt x="2365502" y="191388"/>
                  </a:lnTo>
                  <a:lnTo>
                    <a:pt x="2322449" y="170561"/>
                  </a:lnTo>
                  <a:lnTo>
                    <a:pt x="2278379" y="150875"/>
                  </a:lnTo>
                  <a:lnTo>
                    <a:pt x="2233422" y="132207"/>
                  </a:lnTo>
                  <a:lnTo>
                    <a:pt x="2187575" y="114681"/>
                  </a:lnTo>
                  <a:lnTo>
                    <a:pt x="2140838" y="98298"/>
                  </a:lnTo>
                  <a:lnTo>
                    <a:pt x="2093340" y="83058"/>
                  </a:lnTo>
                  <a:lnTo>
                    <a:pt x="2044953" y="69087"/>
                  </a:lnTo>
                  <a:lnTo>
                    <a:pt x="1995804" y="56261"/>
                  </a:lnTo>
                  <a:lnTo>
                    <a:pt x="1945894" y="44703"/>
                  </a:lnTo>
                  <a:lnTo>
                    <a:pt x="1895348" y="34416"/>
                  </a:lnTo>
                  <a:lnTo>
                    <a:pt x="1844039" y="25400"/>
                  </a:lnTo>
                  <a:lnTo>
                    <a:pt x="1792097" y="17779"/>
                  </a:lnTo>
                  <a:lnTo>
                    <a:pt x="1739646" y="11429"/>
                  </a:lnTo>
                  <a:lnTo>
                    <a:pt x="1686432" y="6476"/>
                  </a:lnTo>
                  <a:lnTo>
                    <a:pt x="1632838" y="2921"/>
                  </a:lnTo>
                  <a:lnTo>
                    <a:pt x="1578609" y="762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744712" y="2688336"/>
              <a:ext cx="248285" cy="312420"/>
            </a:xfrm>
            <a:custGeom>
              <a:avLst/>
              <a:gdLst/>
              <a:ahLst/>
              <a:cxnLst/>
              <a:rect l="l" t="t" r="r" b="b"/>
              <a:pathLst>
                <a:path w="248284" h="312419">
                  <a:moveTo>
                    <a:pt x="248031" y="0"/>
                  </a:moveTo>
                  <a:lnTo>
                    <a:pt x="210820" y="20447"/>
                  </a:lnTo>
                  <a:lnTo>
                    <a:pt x="102362" y="153797"/>
                  </a:lnTo>
                  <a:lnTo>
                    <a:pt x="0" y="256412"/>
                  </a:lnTo>
                  <a:lnTo>
                    <a:pt x="0" y="312419"/>
                  </a:lnTo>
                  <a:lnTo>
                    <a:pt x="248031" y="81914"/>
                  </a:lnTo>
                  <a:lnTo>
                    <a:pt x="248031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744712" y="2688336"/>
              <a:ext cx="248285" cy="312420"/>
            </a:xfrm>
            <a:custGeom>
              <a:avLst/>
              <a:gdLst/>
              <a:ahLst/>
              <a:cxnLst/>
              <a:rect l="l" t="t" r="r" b="b"/>
              <a:pathLst>
                <a:path w="248284" h="312419">
                  <a:moveTo>
                    <a:pt x="210820" y="20447"/>
                  </a:moveTo>
                  <a:lnTo>
                    <a:pt x="102362" y="153797"/>
                  </a:lnTo>
                  <a:lnTo>
                    <a:pt x="0" y="256412"/>
                  </a:lnTo>
                  <a:lnTo>
                    <a:pt x="0" y="312419"/>
                  </a:lnTo>
                  <a:lnTo>
                    <a:pt x="248031" y="81914"/>
                  </a:lnTo>
                  <a:lnTo>
                    <a:pt x="248031" y="0"/>
                  </a:lnTo>
                  <a:lnTo>
                    <a:pt x="210820" y="204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183880" y="2796539"/>
              <a:ext cx="560705" cy="201295"/>
            </a:xfrm>
            <a:custGeom>
              <a:avLst/>
              <a:gdLst/>
              <a:ahLst/>
              <a:cxnLst/>
              <a:rect l="l" t="t" r="r" b="b"/>
              <a:pathLst>
                <a:path w="560704" h="201294">
                  <a:moveTo>
                    <a:pt x="14731" y="0"/>
                  </a:moveTo>
                  <a:lnTo>
                    <a:pt x="0" y="4190"/>
                  </a:lnTo>
                  <a:lnTo>
                    <a:pt x="0" y="39115"/>
                  </a:lnTo>
                  <a:lnTo>
                    <a:pt x="560577" y="201040"/>
                  </a:lnTo>
                  <a:lnTo>
                    <a:pt x="560577" y="165988"/>
                  </a:lnTo>
                  <a:lnTo>
                    <a:pt x="549910" y="157352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183880" y="2796539"/>
              <a:ext cx="560705" cy="201295"/>
            </a:xfrm>
            <a:custGeom>
              <a:avLst/>
              <a:gdLst/>
              <a:ahLst/>
              <a:cxnLst/>
              <a:rect l="l" t="t" r="r" b="b"/>
              <a:pathLst>
                <a:path w="560704" h="201294">
                  <a:moveTo>
                    <a:pt x="0" y="4190"/>
                  </a:moveTo>
                  <a:lnTo>
                    <a:pt x="0" y="39115"/>
                  </a:lnTo>
                  <a:lnTo>
                    <a:pt x="560577" y="201040"/>
                  </a:lnTo>
                  <a:lnTo>
                    <a:pt x="560577" y="165988"/>
                  </a:lnTo>
                  <a:lnTo>
                    <a:pt x="549910" y="157352"/>
                  </a:lnTo>
                  <a:lnTo>
                    <a:pt x="14731" y="0"/>
                  </a:lnTo>
                  <a:lnTo>
                    <a:pt x="0" y="41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68156" y="2763011"/>
              <a:ext cx="94486" cy="103632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8325612" y="2688336"/>
              <a:ext cx="544195" cy="139700"/>
            </a:xfrm>
            <a:custGeom>
              <a:avLst/>
              <a:gdLst/>
              <a:ahLst/>
              <a:cxnLst/>
              <a:rect l="l" t="t" r="r" b="b"/>
              <a:pathLst>
                <a:path w="544195" h="139700">
                  <a:moveTo>
                    <a:pt x="0" y="0"/>
                  </a:moveTo>
                  <a:lnTo>
                    <a:pt x="543687" y="1397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183880" y="2651759"/>
              <a:ext cx="809625" cy="311150"/>
            </a:xfrm>
            <a:custGeom>
              <a:avLst/>
              <a:gdLst/>
              <a:ahLst/>
              <a:cxnLst/>
              <a:rect l="l" t="t" r="r" b="b"/>
              <a:pathLst>
                <a:path w="809625" h="311150">
                  <a:moveTo>
                    <a:pt x="195199" y="0"/>
                  </a:moveTo>
                  <a:lnTo>
                    <a:pt x="140970" y="37084"/>
                  </a:lnTo>
                  <a:lnTo>
                    <a:pt x="140970" y="47498"/>
                  </a:lnTo>
                  <a:lnTo>
                    <a:pt x="0" y="146176"/>
                  </a:lnTo>
                  <a:lnTo>
                    <a:pt x="560704" y="310895"/>
                  </a:lnTo>
                  <a:lnTo>
                    <a:pt x="684911" y="192659"/>
                  </a:lnTo>
                  <a:lnTo>
                    <a:pt x="684911" y="177037"/>
                  </a:lnTo>
                  <a:lnTo>
                    <a:pt x="739775" y="125856"/>
                  </a:lnTo>
                  <a:lnTo>
                    <a:pt x="752221" y="89535"/>
                  </a:lnTo>
                  <a:lnTo>
                    <a:pt x="809244" y="37084"/>
                  </a:lnTo>
                  <a:lnTo>
                    <a:pt x="763651" y="27177"/>
                  </a:lnTo>
                  <a:lnTo>
                    <a:pt x="262127" y="16890"/>
                  </a:lnTo>
                  <a:lnTo>
                    <a:pt x="19519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183880" y="2651759"/>
              <a:ext cx="809625" cy="311150"/>
            </a:xfrm>
            <a:custGeom>
              <a:avLst/>
              <a:gdLst/>
              <a:ahLst/>
              <a:cxnLst/>
              <a:rect l="l" t="t" r="r" b="b"/>
              <a:pathLst>
                <a:path w="809625" h="311150">
                  <a:moveTo>
                    <a:pt x="195199" y="0"/>
                  </a:moveTo>
                  <a:lnTo>
                    <a:pt x="140970" y="37084"/>
                  </a:lnTo>
                  <a:lnTo>
                    <a:pt x="140970" y="47498"/>
                  </a:lnTo>
                  <a:lnTo>
                    <a:pt x="0" y="146176"/>
                  </a:lnTo>
                  <a:lnTo>
                    <a:pt x="560704" y="310895"/>
                  </a:lnTo>
                  <a:lnTo>
                    <a:pt x="684911" y="192659"/>
                  </a:lnTo>
                  <a:lnTo>
                    <a:pt x="684911" y="177037"/>
                  </a:lnTo>
                  <a:lnTo>
                    <a:pt x="739775" y="125856"/>
                  </a:lnTo>
                  <a:lnTo>
                    <a:pt x="752221" y="89535"/>
                  </a:lnTo>
                  <a:lnTo>
                    <a:pt x="809244" y="37084"/>
                  </a:lnTo>
                  <a:lnTo>
                    <a:pt x="763651" y="27177"/>
                  </a:lnTo>
                  <a:lnTo>
                    <a:pt x="262127" y="16890"/>
                  </a:lnTo>
                  <a:lnTo>
                    <a:pt x="19519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339328" y="2676143"/>
              <a:ext cx="50165" cy="19685"/>
            </a:xfrm>
            <a:custGeom>
              <a:avLst/>
              <a:gdLst/>
              <a:ahLst/>
              <a:cxnLst/>
              <a:rect l="l" t="t" r="r" b="b"/>
              <a:pathLst>
                <a:path w="50165" h="19685">
                  <a:moveTo>
                    <a:pt x="19050" y="0"/>
                  </a:moveTo>
                  <a:lnTo>
                    <a:pt x="0" y="11556"/>
                  </a:lnTo>
                  <a:lnTo>
                    <a:pt x="31242" y="19557"/>
                  </a:lnTo>
                  <a:lnTo>
                    <a:pt x="50038" y="7238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339328" y="2676143"/>
              <a:ext cx="50165" cy="19685"/>
            </a:xfrm>
            <a:custGeom>
              <a:avLst/>
              <a:gdLst/>
              <a:ahLst/>
              <a:cxnLst/>
              <a:rect l="l" t="t" r="r" b="b"/>
              <a:pathLst>
                <a:path w="50165" h="19685">
                  <a:moveTo>
                    <a:pt x="19050" y="0"/>
                  </a:moveTo>
                  <a:lnTo>
                    <a:pt x="0" y="11556"/>
                  </a:lnTo>
                  <a:lnTo>
                    <a:pt x="31242" y="19557"/>
                  </a:lnTo>
                  <a:lnTo>
                    <a:pt x="50038" y="7238"/>
                  </a:lnTo>
                  <a:lnTo>
                    <a:pt x="190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266176" y="2715767"/>
              <a:ext cx="486409" cy="194945"/>
            </a:xfrm>
            <a:custGeom>
              <a:avLst/>
              <a:gdLst/>
              <a:ahLst/>
              <a:cxnLst/>
              <a:rect l="l" t="t" r="r" b="b"/>
              <a:pathLst>
                <a:path w="486409" h="194944">
                  <a:moveTo>
                    <a:pt x="63626" y="0"/>
                  </a:moveTo>
                  <a:lnTo>
                    <a:pt x="35687" y="21462"/>
                  </a:lnTo>
                  <a:lnTo>
                    <a:pt x="29972" y="36322"/>
                  </a:lnTo>
                  <a:lnTo>
                    <a:pt x="0" y="70612"/>
                  </a:lnTo>
                  <a:lnTo>
                    <a:pt x="427100" y="194691"/>
                  </a:lnTo>
                  <a:lnTo>
                    <a:pt x="450088" y="170815"/>
                  </a:lnTo>
                  <a:lnTo>
                    <a:pt x="486155" y="112776"/>
                  </a:lnTo>
                  <a:lnTo>
                    <a:pt x="472313" y="107061"/>
                  </a:lnTo>
                  <a:lnTo>
                    <a:pt x="63626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266176" y="2715767"/>
              <a:ext cx="528955" cy="194945"/>
            </a:xfrm>
            <a:custGeom>
              <a:avLst/>
              <a:gdLst/>
              <a:ahLst/>
              <a:cxnLst/>
              <a:rect l="l" t="t" r="r" b="b"/>
              <a:pathLst>
                <a:path w="528954" h="194944">
                  <a:moveTo>
                    <a:pt x="63626" y="0"/>
                  </a:moveTo>
                  <a:lnTo>
                    <a:pt x="35687" y="21462"/>
                  </a:lnTo>
                  <a:lnTo>
                    <a:pt x="29972" y="36322"/>
                  </a:lnTo>
                  <a:lnTo>
                    <a:pt x="0" y="70612"/>
                  </a:lnTo>
                  <a:lnTo>
                    <a:pt x="426593" y="194691"/>
                  </a:lnTo>
                  <a:lnTo>
                    <a:pt x="449579" y="170815"/>
                  </a:lnTo>
                  <a:lnTo>
                    <a:pt x="485648" y="112776"/>
                  </a:lnTo>
                  <a:lnTo>
                    <a:pt x="471804" y="107061"/>
                  </a:lnTo>
                  <a:lnTo>
                    <a:pt x="63626" y="0"/>
                  </a:lnTo>
                </a:path>
                <a:path w="528954" h="194944">
                  <a:moveTo>
                    <a:pt x="55625" y="22098"/>
                  </a:moveTo>
                  <a:lnTo>
                    <a:pt x="457073" y="126492"/>
                  </a:lnTo>
                </a:path>
                <a:path w="528954" h="194944">
                  <a:moveTo>
                    <a:pt x="41275" y="36068"/>
                  </a:moveTo>
                  <a:lnTo>
                    <a:pt x="438023" y="144399"/>
                  </a:lnTo>
                </a:path>
                <a:path w="528954" h="194944">
                  <a:moveTo>
                    <a:pt x="27050" y="56261"/>
                  </a:moveTo>
                  <a:lnTo>
                    <a:pt x="434848" y="164592"/>
                  </a:lnTo>
                </a:path>
                <a:path w="528954" h="194944">
                  <a:moveTo>
                    <a:pt x="82550" y="30099"/>
                  </a:moveTo>
                  <a:lnTo>
                    <a:pt x="66675" y="42164"/>
                  </a:lnTo>
                </a:path>
                <a:path w="528954" h="194944">
                  <a:moveTo>
                    <a:pt x="119125" y="18161"/>
                  </a:moveTo>
                  <a:lnTo>
                    <a:pt x="103250" y="34162"/>
                  </a:lnTo>
                </a:path>
                <a:path w="528954" h="194944">
                  <a:moveTo>
                    <a:pt x="90550" y="11937"/>
                  </a:moveTo>
                  <a:lnTo>
                    <a:pt x="73025" y="28067"/>
                  </a:lnTo>
                </a:path>
                <a:path w="528954" h="194944">
                  <a:moveTo>
                    <a:pt x="147700" y="28067"/>
                  </a:moveTo>
                  <a:lnTo>
                    <a:pt x="131825" y="40132"/>
                  </a:lnTo>
                </a:path>
                <a:path w="528954" h="194944">
                  <a:moveTo>
                    <a:pt x="179450" y="36068"/>
                  </a:moveTo>
                  <a:lnTo>
                    <a:pt x="161925" y="48133"/>
                  </a:lnTo>
                </a:path>
                <a:path w="528954" h="194944">
                  <a:moveTo>
                    <a:pt x="234950" y="90297"/>
                  </a:moveTo>
                  <a:lnTo>
                    <a:pt x="214375" y="104267"/>
                  </a:lnTo>
                </a:path>
                <a:path w="528954" h="194944">
                  <a:moveTo>
                    <a:pt x="265049" y="98298"/>
                  </a:moveTo>
                  <a:lnTo>
                    <a:pt x="247650" y="114427"/>
                  </a:lnTo>
                </a:path>
                <a:path w="528954" h="194944">
                  <a:moveTo>
                    <a:pt x="296799" y="106299"/>
                  </a:moveTo>
                  <a:lnTo>
                    <a:pt x="277749" y="122428"/>
                  </a:lnTo>
                </a:path>
                <a:path w="528954" h="194944">
                  <a:moveTo>
                    <a:pt x="336423" y="116459"/>
                  </a:moveTo>
                  <a:lnTo>
                    <a:pt x="314198" y="132461"/>
                  </a:lnTo>
                </a:path>
                <a:path w="528954" h="194944">
                  <a:moveTo>
                    <a:pt x="369824" y="126492"/>
                  </a:moveTo>
                  <a:lnTo>
                    <a:pt x="350774" y="140462"/>
                  </a:lnTo>
                </a:path>
                <a:path w="528954" h="194944">
                  <a:moveTo>
                    <a:pt x="404749" y="136398"/>
                  </a:moveTo>
                  <a:lnTo>
                    <a:pt x="385699" y="150622"/>
                  </a:lnTo>
                </a:path>
                <a:path w="528954" h="194944">
                  <a:moveTo>
                    <a:pt x="412623" y="112268"/>
                  </a:moveTo>
                  <a:lnTo>
                    <a:pt x="392049" y="130429"/>
                  </a:lnTo>
                </a:path>
                <a:path w="528954" h="194944">
                  <a:moveTo>
                    <a:pt x="379349" y="104267"/>
                  </a:moveTo>
                  <a:lnTo>
                    <a:pt x="358648" y="122428"/>
                  </a:lnTo>
                </a:path>
                <a:path w="528954" h="194944">
                  <a:moveTo>
                    <a:pt x="342773" y="96393"/>
                  </a:moveTo>
                  <a:lnTo>
                    <a:pt x="323723" y="112268"/>
                  </a:lnTo>
                </a:path>
                <a:path w="528954" h="194944">
                  <a:moveTo>
                    <a:pt x="306324" y="88392"/>
                  </a:moveTo>
                  <a:lnTo>
                    <a:pt x="285623" y="102362"/>
                  </a:lnTo>
                </a:path>
                <a:path w="528954" h="194944">
                  <a:moveTo>
                    <a:pt x="274574" y="78232"/>
                  </a:moveTo>
                  <a:lnTo>
                    <a:pt x="254000" y="94361"/>
                  </a:lnTo>
                </a:path>
                <a:path w="528954" h="194944">
                  <a:moveTo>
                    <a:pt x="242950" y="70231"/>
                  </a:moveTo>
                  <a:lnTo>
                    <a:pt x="225425" y="86360"/>
                  </a:lnTo>
                </a:path>
                <a:path w="528954" h="194944">
                  <a:moveTo>
                    <a:pt x="214375" y="44069"/>
                  </a:moveTo>
                  <a:lnTo>
                    <a:pt x="196850" y="58166"/>
                  </a:lnTo>
                </a:path>
                <a:path w="528954" h="194944">
                  <a:moveTo>
                    <a:pt x="242950" y="52197"/>
                  </a:moveTo>
                  <a:lnTo>
                    <a:pt x="227075" y="66167"/>
                  </a:lnTo>
                </a:path>
                <a:path w="528954" h="194944">
                  <a:moveTo>
                    <a:pt x="277749" y="62230"/>
                  </a:moveTo>
                  <a:lnTo>
                    <a:pt x="261874" y="74168"/>
                  </a:lnTo>
                </a:path>
                <a:path w="528954" h="194944">
                  <a:moveTo>
                    <a:pt x="311023" y="70231"/>
                  </a:moveTo>
                  <a:lnTo>
                    <a:pt x="293624" y="82296"/>
                  </a:lnTo>
                </a:path>
                <a:path w="528954" h="194944">
                  <a:moveTo>
                    <a:pt x="342773" y="76200"/>
                  </a:moveTo>
                  <a:lnTo>
                    <a:pt x="326898" y="90297"/>
                  </a:lnTo>
                </a:path>
                <a:path w="528954" h="194944">
                  <a:moveTo>
                    <a:pt x="376174" y="88392"/>
                  </a:moveTo>
                  <a:lnTo>
                    <a:pt x="358648" y="102362"/>
                  </a:lnTo>
                </a:path>
                <a:path w="528954" h="194944">
                  <a:moveTo>
                    <a:pt x="412623" y="96393"/>
                  </a:moveTo>
                  <a:lnTo>
                    <a:pt x="395224" y="110362"/>
                  </a:lnTo>
                </a:path>
                <a:path w="528954" h="194944">
                  <a:moveTo>
                    <a:pt x="227075" y="110362"/>
                  </a:moveTo>
                  <a:lnTo>
                    <a:pt x="204850" y="128397"/>
                  </a:lnTo>
                </a:path>
                <a:path w="528954" h="194944">
                  <a:moveTo>
                    <a:pt x="260350" y="120396"/>
                  </a:moveTo>
                  <a:lnTo>
                    <a:pt x="238125" y="138430"/>
                  </a:lnTo>
                </a:path>
                <a:path w="528954" h="194944">
                  <a:moveTo>
                    <a:pt x="288798" y="128397"/>
                  </a:moveTo>
                  <a:lnTo>
                    <a:pt x="266573" y="146558"/>
                  </a:lnTo>
                </a:path>
                <a:path w="528954" h="194944">
                  <a:moveTo>
                    <a:pt x="328549" y="138430"/>
                  </a:moveTo>
                  <a:lnTo>
                    <a:pt x="306324" y="156591"/>
                  </a:lnTo>
                </a:path>
                <a:path w="528954" h="194944">
                  <a:moveTo>
                    <a:pt x="361823" y="146558"/>
                  </a:moveTo>
                  <a:lnTo>
                    <a:pt x="338074" y="164592"/>
                  </a:lnTo>
                </a:path>
                <a:path w="528954" h="194944">
                  <a:moveTo>
                    <a:pt x="404749" y="156591"/>
                  </a:moveTo>
                  <a:lnTo>
                    <a:pt x="379349" y="176530"/>
                  </a:lnTo>
                </a:path>
                <a:path w="528954" h="194944">
                  <a:moveTo>
                    <a:pt x="160400" y="90297"/>
                  </a:moveTo>
                  <a:lnTo>
                    <a:pt x="136525" y="110362"/>
                  </a:lnTo>
                </a:path>
                <a:path w="528954" h="194944">
                  <a:moveTo>
                    <a:pt x="192150" y="100330"/>
                  </a:moveTo>
                  <a:lnTo>
                    <a:pt x="169925" y="120396"/>
                  </a:lnTo>
                </a:path>
                <a:path w="528954" h="194944">
                  <a:moveTo>
                    <a:pt x="446024" y="104267"/>
                  </a:moveTo>
                  <a:lnTo>
                    <a:pt x="430149" y="118491"/>
                  </a:lnTo>
                </a:path>
                <a:path w="528954" h="194944">
                  <a:moveTo>
                    <a:pt x="58800" y="64262"/>
                  </a:moveTo>
                  <a:lnTo>
                    <a:pt x="39750" y="82296"/>
                  </a:lnTo>
                </a:path>
                <a:path w="528954" h="194944">
                  <a:moveTo>
                    <a:pt x="92075" y="74168"/>
                  </a:moveTo>
                  <a:lnTo>
                    <a:pt x="73025" y="90297"/>
                  </a:lnTo>
                </a:path>
                <a:path w="528954" h="194944">
                  <a:moveTo>
                    <a:pt x="127000" y="84328"/>
                  </a:moveTo>
                  <a:lnTo>
                    <a:pt x="104775" y="102362"/>
                  </a:lnTo>
                </a:path>
                <a:path w="528954" h="194944">
                  <a:moveTo>
                    <a:pt x="112775" y="36068"/>
                  </a:moveTo>
                  <a:lnTo>
                    <a:pt x="95250" y="52197"/>
                  </a:lnTo>
                </a:path>
                <a:path w="528954" h="194944">
                  <a:moveTo>
                    <a:pt x="136525" y="64262"/>
                  </a:moveTo>
                  <a:lnTo>
                    <a:pt x="115950" y="80264"/>
                  </a:lnTo>
                </a:path>
                <a:path w="528954" h="194944">
                  <a:moveTo>
                    <a:pt x="208025" y="62230"/>
                  </a:moveTo>
                  <a:lnTo>
                    <a:pt x="190500" y="76200"/>
                  </a:lnTo>
                </a:path>
                <a:path w="528954" h="194944">
                  <a:moveTo>
                    <a:pt x="174625" y="52197"/>
                  </a:moveTo>
                  <a:lnTo>
                    <a:pt x="157225" y="68199"/>
                  </a:lnTo>
                </a:path>
                <a:path w="528954" h="194944">
                  <a:moveTo>
                    <a:pt x="144525" y="46101"/>
                  </a:moveTo>
                  <a:lnTo>
                    <a:pt x="127000" y="60198"/>
                  </a:lnTo>
                </a:path>
                <a:path w="528954" h="194944">
                  <a:moveTo>
                    <a:pt x="73025" y="46101"/>
                  </a:moveTo>
                  <a:lnTo>
                    <a:pt x="52450" y="62230"/>
                  </a:lnTo>
                </a:path>
                <a:path w="528954" h="194944">
                  <a:moveTo>
                    <a:pt x="101600" y="52197"/>
                  </a:moveTo>
                  <a:lnTo>
                    <a:pt x="82550" y="70231"/>
                  </a:lnTo>
                </a:path>
                <a:path w="528954" h="194944">
                  <a:moveTo>
                    <a:pt x="168275" y="70231"/>
                  </a:moveTo>
                  <a:lnTo>
                    <a:pt x="147700" y="88392"/>
                  </a:lnTo>
                </a:path>
                <a:path w="528954" h="194944">
                  <a:moveTo>
                    <a:pt x="196850" y="78232"/>
                  </a:moveTo>
                  <a:lnTo>
                    <a:pt x="174625" y="96393"/>
                  </a:lnTo>
                </a:path>
                <a:path w="528954" h="194944">
                  <a:moveTo>
                    <a:pt x="522224" y="168529"/>
                  </a:moveTo>
                  <a:lnTo>
                    <a:pt x="491998" y="160528"/>
                  </a:lnTo>
                </a:path>
                <a:path w="528954" h="194944">
                  <a:moveTo>
                    <a:pt x="522224" y="168529"/>
                  </a:moveTo>
                  <a:lnTo>
                    <a:pt x="528574" y="1807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692896" y="2828543"/>
              <a:ext cx="137160" cy="91440"/>
            </a:xfrm>
            <a:custGeom>
              <a:avLst/>
              <a:gdLst/>
              <a:ahLst/>
              <a:cxnLst/>
              <a:rect l="l" t="t" r="r" b="b"/>
              <a:pathLst>
                <a:path w="137159" h="91439">
                  <a:moveTo>
                    <a:pt x="55879" y="0"/>
                  </a:moveTo>
                  <a:lnTo>
                    <a:pt x="44196" y="15875"/>
                  </a:lnTo>
                  <a:lnTo>
                    <a:pt x="31242" y="13588"/>
                  </a:lnTo>
                  <a:lnTo>
                    <a:pt x="11556" y="33019"/>
                  </a:lnTo>
                  <a:lnTo>
                    <a:pt x="25526" y="36448"/>
                  </a:lnTo>
                  <a:lnTo>
                    <a:pt x="9271" y="52704"/>
                  </a:lnTo>
                  <a:lnTo>
                    <a:pt x="23240" y="58292"/>
                  </a:lnTo>
                  <a:lnTo>
                    <a:pt x="0" y="77850"/>
                  </a:lnTo>
                  <a:lnTo>
                    <a:pt x="41782" y="91439"/>
                  </a:lnTo>
                  <a:lnTo>
                    <a:pt x="54482" y="76326"/>
                  </a:lnTo>
                  <a:lnTo>
                    <a:pt x="87122" y="85725"/>
                  </a:lnTo>
                  <a:lnTo>
                    <a:pt x="137159" y="34416"/>
                  </a:lnTo>
                  <a:lnTo>
                    <a:pt x="133603" y="20446"/>
                  </a:lnTo>
                  <a:lnTo>
                    <a:pt x="5587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692896" y="2828543"/>
              <a:ext cx="137160" cy="91440"/>
            </a:xfrm>
            <a:custGeom>
              <a:avLst/>
              <a:gdLst/>
              <a:ahLst/>
              <a:cxnLst/>
              <a:rect l="l" t="t" r="r" b="b"/>
              <a:pathLst>
                <a:path w="137159" h="91439">
                  <a:moveTo>
                    <a:pt x="55879" y="0"/>
                  </a:moveTo>
                  <a:lnTo>
                    <a:pt x="44196" y="15875"/>
                  </a:lnTo>
                  <a:lnTo>
                    <a:pt x="31242" y="13588"/>
                  </a:lnTo>
                  <a:lnTo>
                    <a:pt x="11556" y="33019"/>
                  </a:lnTo>
                  <a:lnTo>
                    <a:pt x="25526" y="36448"/>
                  </a:lnTo>
                  <a:lnTo>
                    <a:pt x="9271" y="52704"/>
                  </a:lnTo>
                  <a:lnTo>
                    <a:pt x="23240" y="58292"/>
                  </a:lnTo>
                  <a:lnTo>
                    <a:pt x="0" y="77850"/>
                  </a:lnTo>
                  <a:lnTo>
                    <a:pt x="41782" y="91439"/>
                  </a:lnTo>
                  <a:lnTo>
                    <a:pt x="54482" y="76326"/>
                  </a:lnTo>
                  <a:lnTo>
                    <a:pt x="87122" y="85725"/>
                  </a:lnTo>
                  <a:lnTo>
                    <a:pt x="137159" y="34416"/>
                  </a:lnTo>
                  <a:lnTo>
                    <a:pt x="133603" y="20446"/>
                  </a:lnTo>
                  <a:lnTo>
                    <a:pt x="55879" y="0"/>
                  </a:lnTo>
                </a:path>
                <a:path w="137159" h="91439">
                  <a:moveTo>
                    <a:pt x="43052" y="15875"/>
                  </a:moveTo>
                  <a:lnTo>
                    <a:pt x="114807" y="37845"/>
                  </a:lnTo>
                </a:path>
                <a:path w="137159" h="91439">
                  <a:moveTo>
                    <a:pt x="130809" y="21970"/>
                  </a:moveTo>
                  <a:lnTo>
                    <a:pt x="81279" y="71500"/>
                  </a:lnTo>
                </a:path>
                <a:path w="137159" h="91439">
                  <a:moveTo>
                    <a:pt x="78104" y="71500"/>
                  </a:moveTo>
                  <a:lnTo>
                    <a:pt x="20700" y="55625"/>
                  </a:lnTo>
                </a:path>
                <a:path w="137159" h="91439">
                  <a:moveTo>
                    <a:pt x="81279" y="71500"/>
                  </a:moveTo>
                  <a:lnTo>
                    <a:pt x="86105" y="85343"/>
                  </a:lnTo>
                </a:path>
                <a:path w="137159" h="91439">
                  <a:moveTo>
                    <a:pt x="114807" y="37845"/>
                  </a:moveTo>
                  <a:lnTo>
                    <a:pt x="119506" y="49656"/>
                  </a:lnTo>
                </a:path>
                <a:path w="137159" h="91439">
                  <a:moveTo>
                    <a:pt x="100456" y="13969"/>
                  </a:moveTo>
                  <a:lnTo>
                    <a:pt x="28701" y="83438"/>
                  </a:lnTo>
                </a:path>
                <a:path w="137159" h="91439">
                  <a:moveTo>
                    <a:pt x="49402" y="63626"/>
                  </a:moveTo>
                  <a:lnTo>
                    <a:pt x="55752" y="774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324088" y="2702051"/>
              <a:ext cx="525780" cy="152400"/>
            </a:xfrm>
            <a:custGeom>
              <a:avLst/>
              <a:gdLst/>
              <a:ahLst/>
              <a:cxnLst/>
              <a:rect l="l" t="t" r="r" b="b"/>
              <a:pathLst>
                <a:path w="525779" h="152400">
                  <a:moveTo>
                    <a:pt x="11429" y="0"/>
                  </a:moveTo>
                  <a:lnTo>
                    <a:pt x="0" y="9144"/>
                  </a:lnTo>
                  <a:lnTo>
                    <a:pt x="0" y="17145"/>
                  </a:lnTo>
                  <a:lnTo>
                    <a:pt x="514222" y="151892"/>
                  </a:lnTo>
                  <a:lnTo>
                    <a:pt x="525779" y="141859"/>
                  </a:lnTo>
                  <a:lnTo>
                    <a:pt x="521334" y="129286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324088" y="2702051"/>
              <a:ext cx="525780" cy="152400"/>
            </a:xfrm>
            <a:custGeom>
              <a:avLst/>
              <a:gdLst/>
              <a:ahLst/>
              <a:cxnLst/>
              <a:rect l="l" t="t" r="r" b="b"/>
              <a:pathLst>
                <a:path w="525779" h="152400">
                  <a:moveTo>
                    <a:pt x="11429" y="0"/>
                  </a:moveTo>
                  <a:lnTo>
                    <a:pt x="0" y="9144"/>
                  </a:lnTo>
                  <a:lnTo>
                    <a:pt x="0" y="17145"/>
                  </a:lnTo>
                  <a:lnTo>
                    <a:pt x="514222" y="151892"/>
                  </a:lnTo>
                  <a:lnTo>
                    <a:pt x="525779" y="141859"/>
                  </a:lnTo>
                  <a:lnTo>
                    <a:pt x="521334" y="129286"/>
                  </a:lnTo>
                  <a:lnTo>
                    <a:pt x="11429" y="0"/>
                  </a:lnTo>
                </a:path>
                <a:path w="525779" h="152400">
                  <a:moveTo>
                    <a:pt x="250189" y="59944"/>
                  </a:moveTo>
                  <a:lnTo>
                    <a:pt x="240664" y="69976"/>
                  </a:lnTo>
                </a:path>
                <a:path w="525779" h="152400">
                  <a:moveTo>
                    <a:pt x="217042" y="51943"/>
                  </a:moveTo>
                  <a:lnTo>
                    <a:pt x="204342" y="61975"/>
                  </a:lnTo>
                </a:path>
                <a:path w="525779" h="152400">
                  <a:moveTo>
                    <a:pt x="185292" y="43942"/>
                  </a:moveTo>
                  <a:lnTo>
                    <a:pt x="177418" y="53975"/>
                  </a:lnTo>
                </a:path>
                <a:path w="525779" h="152400">
                  <a:moveTo>
                    <a:pt x="152018" y="35940"/>
                  </a:moveTo>
                  <a:lnTo>
                    <a:pt x="140969" y="43942"/>
                  </a:lnTo>
                </a:path>
                <a:path w="525779" h="152400">
                  <a:moveTo>
                    <a:pt x="120395" y="27939"/>
                  </a:moveTo>
                  <a:lnTo>
                    <a:pt x="107695" y="35940"/>
                  </a:lnTo>
                </a:path>
                <a:path w="525779" h="152400">
                  <a:moveTo>
                    <a:pt x="93471" y="19938"/>
                  </a:moveTo>
                  <a:lnTo>
                    <a:pt x="83946" y="29972"/>
                  </a:lnTo>
                </a:path>
                <a:path w="525779" h="152400">
                  <a:moveTo>
                    <a:pt x="61848" y="11937"/>
                  </a:moveTo>
                  <a:lnTo>
                    <a:pt x="52323" y="19938"/>
                  </a:lnTo>
                </a:path>
                <a:path w="525779" h="152400">
                  <a:moveTo>
                    <a:pt x="28447" y="3937"/>
                  </a:moveTo>
                  <a:lnTo>
                    <a:pt x="20700" y="11937"/>
                  </a:lnTo>
                </a:path>
                <a:path w="525779" h="152400">
                  <a:moveTo>
                    <a:pt x="20700" y="13970"/>
                  </a:moveTo>
                  <a:lnTo>
                    <a:pt x="22225" y="21971"/>
                  </a:lnTo>
                </a:path>
                <a:path w="525779" h="152400">
                  <a:moveTo>
                    <a:pt x="52323" y="19938"/>
                  </a:moveTo>
                  <a:lnTo>
                    <a:pt x="53847" y="32003"/>
                  </a:lnTo>
                </a:path>
                <a:path w="525779" h="152400">
                  <a:moveTo>
                    <a:pt x="83946" y="29972"/>
                  </a:moveTo>
                  <a:lnTo>
                    <a:pt x="85470" y="40005"/>
                  </a:lnTo>
                </a:path>
                <a:path w="525779" h="152400">
                  <a:moveTo>
                    <a:pt x="107695" y="35940"/>
                  </a:moveTo>
                  <a:lnTo>
                    <a:pt x="109346" y="43942"/>
                  </a:lnTo>
                </a:path>
                <a:path w="525779" h="152400">
                  <a:moveTo>
                    <a:pt x="140969" y="43942"/>
                  </a:moveTo>
                  <a:lnTo>
                    <a:pt x="142493" y="51943"/>
                  </a:lnTo>
                </a:path>
                <a:path w="525779" h="152400">
                  <a:moveTo>
                    <a:pt x="177418" y="53975"/>
                  </a:moveTo>
                  <a:lnTo>
                    <a:pt x="179069" y="61975"/>
                  </a:lnTo>
                </a:path>
                <a:path w="525779" h="152400">
                  <a:moveTo>
                    <a:pt x="204342" y="61975"/>
                  </a:moveTo>
                  <a:lnTo>
                    <a:pt x="205866" y="71882"/>
                  </a:lnTo>
                </a:path>
                <a:path w="525779" h="152400">
                  <a:moveTo>
                    <a:pt x="509904" y="141859"/>
                  </a:moveTo>
                  <a:lnTo>
                    <a:pt x="519429" y="127888"/>
                  </a:lnTo>
                </a:path>
                <a:path w="525779" h="152400">
                  <a:moveTo>
                    <a:pt x="509904" y="141859"/>
                  </a:moveTo>
                  <a:lnTo>
                    <a:pt x="513079" y="151892"/>
                  </a:lnTo>
                </a:path>
                <a:path w="525779" h="152400">
                  <a:moveTo>
                    <a:pt x="490981" y="123951"/>
                  </a:moveTo>
                  <a:lnTo>
                    <a:pt x="483107" y="133858"/>
                  </a:lnTo>
                </a:path>
                <a:path w="525779" h="152400">
                  <a:moveTo>
                    <a:pt x="421258" y="103886"/>
                  </a:moveTo>
                  <a:lnTo>
                    <a:pt x="410209" y="115950"/>
                  </a:lnTo>
                </a:path>
                <a:path w="525779" h="152400">
                  <a:moveTo>
                    <a:pt x="457707" y="113919"/>
                  </a:moveTo>
                  <a:lnTo>
                    <a:pt x="445134" y="123951"/>
                  </a:lnTo>
                </a:path>
                <a:path w="525779" h="152400">
                  <a:moveTo>
                    <a:pt x="353186" y="85978"/>
                  </a:moveTo>
                  <a:lnTo>
                    <a:pt x="340613" y="97917"/>
                  </a:lnTo>
                </a:path>
                <a:path w="525779" h="152400">
                  <a:moveTo>
                    <a:pt x="388111" y="95885"/>
                  </a:moveTo>
                  <a:lnTo>
                    <a:pt x="376935" y="105918"/>
                  </a:lnTo>
                </a:path>
                <a:path w="525779" h="152400">
                  <a:moveTo>
                    <a:pt x="318388" y="77977"/>
                  </a:moveTo>
                  <a:lnTo>
                    <a:pt x="308863" y="89915"/>
                  </a:lnTo>
                </a:path>
                <a:path w="525779" h="152400">
                  <a:moveTo>
                    <a:pt x="281939" y="67945"/>
                  </a:moveTo>
                  <a:lnTo>
                    <a:pt x="272414" y="79883"/>
                  </a:lnTo>
                </a:path>
                <a:path w="525779" h="152400">
                  <a:moveTo>
                    <a:pt x="239140" y="71882"/>
                  </a:moveTo>
                  <a:lnTo>
                    <a:pt x="240664" y="79883"/>
                  </a:lnTo>
                </a:path>
                <a:path w="525779" h="152400">
                  <a:moveTo>
                    <a:pt x="272414" y="79883"/>
                  </a:moveTo>
                  <a:lnTo>
                    <a:pt x="274065" y="87884"/>
                  </a:lnTo>
                </a:path>
                <a:path w="525779" h="152400">
                  <a:moveTo>
                    <a:pt x="308863" y="89915"/>
                  </a:moveTo>
                  <a:lnTo>
                    <a:pt x="310387" y="97917"/>
                  </a:lnTo>
                </a:path>
                <a:path w="525779" h="152400">
                  <a:moveTo>
                    <a:pt x="340613" y="97917"/>
                  </a:moveTo>
                  <a:lnTo>
                    <a:pt x="342010" y="105918"/>
                  </a:lnTo>
                </a:path>
                <a:path w="525779" h="152400">
                  <a:moveTo>
                    <a:pt x="376935" y="107950"/>
                  </a:moveTo>
                  <a:lnTo>
                    <a:pt x="378586" y="115950"/>
                  </a:lnTo>
                </a:path>
                <a:path w="525779" h="152400">
                  <a:moveTo>
                    <a:pt x="408558" y="115950"/>
                  </a:moveTo>
                  <a:lnTo>
                    <a:pt x="410209" y="123951"/>
                  </a:lnTo>
                </a:path>
                <a:path w="525779" h="152400">
                  <a:moveTo>
                    <a:pt x="445134" y="123951"/>
                  </a:moveTo>
                  <a:lnTo>
                    <a:pt x="446531" y="133858"/>
                  </a:lnTo>
                </a:path>
                <a:path w="525779" h="152400">
                  <a:moveTo>
                    <a:pt x="483107" y="133858"/>
                  </a:moveTo>
                  <a:lnTo>
                    <a:pt x="484631" y="141859"/>
                  </a:lnTo>
                </a:path>
                <a:path w="525779" h="152400">
                  <a:moveTo>
                    <a:pt x="1650" y="8000"/>
                  </a:moveTo>
                  <a:lnTo>
                    <a:pt x="509904" y="1418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235696" y="2729483"/>
              <a:ext cx="86995" cy="62230"/>
            </a:xfrm>
            <a:custGeom>
              <a:avLst/>
              <a:gdLst/>
              <a:ahLst/>
              <a:cxnLst/>
              <a:rect l="l" t="t" r="r" b="b"/>
              <a:pathLst>
                <a:path w="86995" h="62230">
                  <a:moveTo>
                    <a:pt x="61722" y="0"/>
                  </a:moveTo>
                  <a:lnTo>
                    <a:pt x="16382" y="31750"/>
                  </a:lnTo>
                  <a:lnTo>
                    <a:pt x="16382" y="37337"/>
                  </a:lnTo>
                  <a:lnTo>
                    <a:pt x="0" y="49529"/>
                  </a:lnTo>
                  <a:lnTo>
                    <a:pt x="35686" y="62229"/>
                  </a:lnTo>
                  <a:lnTo>
                    <a:pt x="58038" y="41782"/>
                  </a:lnTo>
                  <a:lnTo>
                    <a:pt x="48895" y="38353"/>
                  </a:lnTo>
                  <a:lnTo>
                    <a:pt x="72644" y="22605"/>
                  </a:lnTo>
                  <a:lnTo>
                    <a:pt x="65404" y="21336"/>
                  </a:lnTo>
                  <a:lnTo>
                    <a:pt x="86868" y="7746"/>
                  </a:lnTo>
                  <a:lnTo>
                    <a:pt x="61722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235696" y="2729483"/>
              <a:ext cx="86995" cy="62230"/>
            </a:xfrm>
            <a:custGeom>
              <a:avLst/>
              <a:gdLst/>
              <a:ahLst/>
              <a:cxnLst/>
              <a:rect l="l" t="t" r="r" b="b"/>
              <a:pathLst>
                <a:path w="86995" h="62230">
                  <a:moveTo>
                    <a:pt x="61722" y="0"/>
                  </a:moveTo>
                  <a:lnTo>
                    <a:pt x="16382" y="31750"/>
                  </a:lnTo>
                  <a:lnTo>
                    <a:pt x="16382" y="37337"/>
                  </a:lnTo>
                  <a:lnTo>
                    <a:pt x="0" y="49529"/>
                  </a:lnTo>
                  <a:lnTo>
                    <a:pt x="35686" y="62229"/>
                  </a:lnTo>
                  <a:lnTo>
                    <a:pt x="58038" y="41782"/>
                  </a:lnTo>
                  <a:lnTo>
                    <a:pt x="48895" y="38353"/>
                  </a:lnTo>
                  <a:lnTo>
                    <a:pt x="72644" y="22605"/>
                  </a:lnTo>
                  <a:lnTo>
                    <a:pt x="65404" y="21336"/>
                  </a:lnTo>
                  <a:lnTo>
                    <a:pt x="86868" y="7746"/>
                  </a:lnTo>
                  <a:lnTo>
                    <a:pt x="61722" y="0"/>
                  </a:lnTo>
                </a:path>
                <a:path w="86995" h="62230">
                  <a:moveTo>
                    <a:pt x="65912" y="22098"/>
                  </a:moveTo>
                  <a:lnTo>
                    <a:pt x="43306" y="13969"/>
                  </a:lnTo>
                </a:path>
                <a:path w="86995" h="62230">
                  <a:moveTo>
                    <a:pt x="17652" y="32130"/>
                  </a:moveTo>
                  <a:lnTo>
                    <a:pt x="48259" y="38100"/>
                  </a:lnTo>
                </a:path>
                <a:path w="86995" h="62230">
                  <a:moveTo>
                    <a:pt x="17652" y="38100"/>
                  </a:moveTo>
                  <a:lnTo>
                    <a:pt x="24002" y="321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17408" y="2778251"/>
              <a:ext cx="150495" cy="60960"/>
            </a:xfrm>
            <a:custGeom>
              <a:avLst/>
              <a:gdLst/>
              <a:ahLst/>
              <a:cxnLst/>
              <a:rect l="l" t="t" r="r" b="b"/>
              <a:pathLst>
                <a:path w="150495" h="60960">
                  <a:moveTo>
                    <a:pt x="17272" y="0"/>
                  </a:moveTo>
                  <a:lnTo>
                    <a:pt x="0" y="12319"/>
                  </a:lnTo>
                  <a:lnTo>
                    <a:pt x="0" y="22351"/>
                  </a:lnTo>
                  <a:lnTo>
                    <a:pt x="136271" y="60578"/>
                  </a:lnTo>
                  <a:lnTo>
                    <a:pt x="136271" y="50546"/>
                  </a:lnTo>
                  <a:lnTo>
                    <a:pt x="150495" y="39243"/>
                  </a:lnTo>
                  <a:lnTo>
                    <a:pt x="17272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217408" y="2778251"/>
              <a:ext cx="150495" cy="60960"/>
            </a:xfrm>
            <a:custGeom>
              <a:avLst/>
              <a:gdLst/>
              <a:ahLst/>
              <a:cxnLst/>
              <a:rect l="l" t="t" r="r" b="b"/>
              <a:pathLst>
                <a:path w="150495" h="60960">
                  <a:moveTo>
                    <a:pt x="17272" y="0"/>
                  </a:moveTo>
                  <a:lnTo>
                    <a:pt x="0" y="12319"/>
                  </a:lnTo>
                  <a:lnTo>
                    <a:pt x="0" y="22351"/>
                  </a:lnTo>
                  <a:lnTo>
                    <a:pt x="136271" y="60578"/>
                  </a:lnTo>
                  <a:lnTo>
                    <a:pt x="136271" y="50546"/>
                  </a:lnTo>
                  <a:lnTo>
                    <a:pt x="150495" y="39243"/>
                  </a:lnTo>
                  <a:lnTo>
                    <a:pt x="17272" y="0"/>
                  </a:lnTo>
                </a:path>
                <a:path w="150495" h="60960">
                  <a:moveTo>
                    <a:pt x="26924" y="20193"/>
                  </a:moveTo>
                  <a:lnTo>
                    <a:pt x="28575" y="28194"/>
                  </a:lnTo>
                </a:path>
                <a:path w="150495" h="60960">
                  <a:moveTo>
                    <a:pt x="52197" y="28194"/>
                  </a:moveTo>
                  <a:lnTo>
                    <a:pt x="53848" y="36322"/>
                  </a:lnTo>
                </a:path>
                <a:path w="150495" h="60960">
                  <a:moveTo>
                    <a:pt x="88773" y="40386"/>
                  </a:moveTo>
                  <a:lnTo>
                    <a:pt x="90297" y="48513"/>
                  </a:lnTo>
                </a:path>
                <a:path w="150495" h="60960">
                  <a:moveTo>
                    <a:pt x="26924" y="20193"/>
                  </a:moveTo>
                  <a:lnTo>
                    <a:pt x="42672" y="8127"/>
                  </a:lnTo>
                </a:path>
                <a:path w="150495" h="60960">
                  <a:moveTo>
                    <a:pt x="52197" y="28194"/>
                  </a:moveTo>
                  <a:lnTo>
                    <a:pt x="68072" y="14097"/>
                  </a:lnTo>
                </a:path>
                <a:path w="150495" h="60960">
                  <a:moveTo>
                    <a:pt x="88773" y="38353"/>
                  </a:moveTo>
                  <a:lnTo>
                    <a:pt x="104648" y="26288"/>
                  </a:lnTo>
                </a:path>
                <a:path w="150495" h="60960">
                  <a:moveTo>
                    <a:pt x="1524" y="12064"/>
                  </a:moveTo>
                  <a:lnTo>
                    <a:pt x="136271" y="50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552688" y="2869691"/>
              <a:ext cx="210185" cy="81280"/>
            </a:xfrm>
            <a:custGeom>
              <a:avLst/>
              <a:gdLst/>
              <a:ahLst/>
              <a:cxnLst/>
              <a:rect l="l" t="t" r="r" b="b"/>
              <a:pathLst>
                <a:path w="210184" h="81280">
                  <a:moveTo>
                    <a:pt x="10667" y="0"/>
                  </a:moveTo>
                  <a:lnTo>
                    <a:pt x="0" y="12827"/>
                  </a:lnTo>
                  <a:lnTo>
                    <a:pt x="0" y="23113"/>
                  </a:lnTo>
                  <a:lnTo>
                    <a:pt x="191769" y="80772"/>
                  </a:lnTo>
                  <a:lnTo>
                    <a:pt x="210057" y="63373"/>
                  </a:lnTo>
                  <a:lnTo>
                    <a:pt x="204088" y="52070"/>
                  </a:lnTo>
                  <a:lnTo>
                    <a:pt x="10667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552688" y="2869691"/>
              <a:ext cx="210185" cy="81280"/>
            </a:xfrm>
            <a:custGeom>
              <a:avLst/>
              <a:gdLst/>
              <a:ahLst/>
              <a:cxnLst/>
              <a:rect l="l" t="t" r="r" b="b"/>
              <a:pathLst>
                <a:path w="210184" h="81280">
                  <a:moveTo>
                    <a:pt x="10667" y="0"/>
                  </a:moveTo>
                  <a:lnTo>
                    <a:pt x="0" y="12827"/>
                  </a:lnTo>
                  <a:lnTo>
                    <a:pt x="0" y="23113"/>
                  </a:lnTo>
                  <a:lnTo>
                    <a:pt x="191769" y="80772"/>
                  </a:lnTo>
                  <a:lnTo>
                    <a:pt x="210057" y="63373"/>
                  </a:lnTo>
                  <a:lnTo>
                    <a:pt x="204088" y="52070"/>
                  </a:lnTo>
                  <a:lnTo>
                    <a:pt x="10667" y="0"/>
                  </a:lnTo>
                </a:path>
                <a:path w="210184" h="81280">
                  <a:moveTo>
                    <a:pt x="161035" y="58420"/>
                  </a:moveTo>
                  <a:lnTo>
                    <a:pt x="176783" y="44323"/>
                  </a:lnTo>
                </a:path>
                <a:path w="210184" h="81280">
                  <a:moveTo>
                    <a:pt x="124840" y="48513"/>
                  </a:moveTo>
                  <a:lnTo>
                    <a:pt x="140588" y="34417"/>
                  </a:lnTo>
                </a:path>
                <a:path w="210184" h="81280">
                  <a:moveTo>
                    <a:pt x="90042" y="36322"/>
                  </a:moveTo>
                  <a:lnTo>
                    <a:pt x="101091" y="24257"/>
                  </a:lnTo>
                </a:path>
                <a:path w="210184" h="81280">
                  <a:moveTo>
                    <a:pt x="50545" y="26288"/>
                  </a:moveTo>
                  <a:lnTo>
                    <a:pt x="63118" y="14097"/>
                  </a:lnTo>
                </a:path>
                <a:path w="210184" h="81280">
                  <a:moveTo>
                    <a:pt x="50545" y="28194"/>
                  </a:moveTo>
                  <a:lnTo>
                    <a:pt x="52196" y="40386"/>
                  </a:lnTo>
                </a:path>
                <a:path w="210184" h="81280">
                  <a:moveTo>
                    <a:pt x="88391" y="38354"/>
                  </a:moveTo>
                  <a:lnTo>
                    <a:pt x="90042" y="50546"/>
                  </a:lnTo>
                </a:path>
                <a:path w="210184" h="81280">
                  <a:moveTo>
                    <a:pt x="124840" y="50546"/>
                  </a:moveTo>
                  <a:lnTo>
                    <a:pt x="126364" y="60452"/>
                  </a:lnTo>
                </a:path>
                <a:path w="210184" h="81280">
                  <a:moveTo>
                    <a:pt x="161035" y="58420"/>
                  </a:moveTo>
                  <a:lnTo>
                    <a:pt x="162686" y="70612"/>
                  </a:lnTo>
                </a:path>
                <a:path w="210184" h="81280">
                  <a:moveTo>
                    <a:pt x="0" y="12065"/>
                  </a:moveTo>
                  <a:lnTo>
                    <a:pt x="186308" y="66548"/>
                  </a:lnTo>
                </a:path>
                <a:path w="210184" h="81280">
                  <a:moveTo>
                    <a:pt x="187959" y="66548"/>
                  </a:moveTo>
                  <a:lnTo>
                    <a:pt x="202056" y="52450"/>
                  </a:lnTo>
                </a:path>
                <a:path w="210184" h="81280">
                  <a:moveTo>
                    <a:pt x="186308" y="66548"/>
                  </a:moveTo>
                  <a:lnTo>
                    <a:pt x="191134" y="807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349996" y="2816351"/>
              <a:ext cx="217804" cy="79375"/>
            </a:xfrm>
            <a:custGeom>
              <a:avLst/>
              <a:gdLst/>
              <a:ahLst/>
              <a:cxnLst/>
              <a:rect l="l" t="t" r="r" b="b"/>
              <a:pathLst>
                <a:path w="217804" h="79375">
                  <a:moveTo>
                    <a:pt x="16128" y="0"/>
                  </a:moveTo>
                  <a:lnTo>
                    <a:pt x="0" y="12446"/>
                  </a:lnTo>
                  <a:lnTo>
                    <a:pt x="0" y="21209"/>
                  </a:lnTo>
                  <a:lnTo>
                    <a:pt x="205739" y="79248"/>
                  </a:lnTo>
                  <a:lnTo>
                    <a:pt x="205739" y="66928"/>
                  </a:lnTo>
                  <a:lnTo>
                    <a:pt x="217550" y="54863"/>
                  </a:lnTo>
                  <a:lnTo>
                    <a:pt x="16128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349996" y="2816351"/>
              <a:ext cx="521334" cy="79375"/>
            </a:xfrm>
            <a:custGeom>
              <a:avLst/>
              <a:gdLst/>
              <a:ahLst/>
              <a:cxnLst/>
              <a:rect l="l" t="t" r="r" b="b"/>
              <a:pathLst>
                <a:path w="521334" h="79375">
                  <a:moveTo>
                    <a:pt x="16128" y="0"/>
                  </a:moveTo>
                  <a:lnTo>
                    <a:pt x="0" y="12446"/>
                  </a:lnTo>
                  <a:lnTo>
                    <a:pt x="0" y="21209"/>
                  </a:lnTo>
                  <a:lnTo>
                    <a:pt x="205867" y="79248"/>
                  </a:lnTo>
                  <a:lnTo>
                    <a:pt x="205867" y="66928"/>
                  </a:lnTo>
                  <a:lnTo>
                    <a:pt x="217677" y="54863"/>
                  </a:lnTo>
                  <a:lnTo>
                    <a:pt x="16128" y="0"/>
                  </a:lnTo>
                </a:path>
                <a:path w="521334" h="79375">
                  <a:moveTo>
                    <a:pt x="203453" y="67310"/>
                  </a:moveTo>
                  <a:lnTo>
                    <a:pt x="0" y="11811"/>
                  </a:lnTo>
                </a:path>
                <a:path w="521334" h="79375">
                  <a:moveTo>
                    <a:pt x="519556" y="23749"/>
                  </a:moveTo>
                  <a:lnTo>
                    <a:pt x="521207" y="693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807196" y="2721863"/>
              <a:ext cx="41275" cy="52069"/>
            </a:xfrm>
            <a:custGeom>
              <a:avLst/>
              <a:gdLst/>
              <a:ahLst/>
              <a:cxnLst/>
              <a:rect l="l" t="t" r="r" b="b"/>
              <a:pathLst>
                <a:path w="41275" h="52069">
                  <a:moveTo>
                    <a:pt x="40767" y="0"/>
                  </a:moveTo>
                  <a:lnTo>
                    <a:pt x="19684" y="17907"/>
                  </a:lnTo>
                  <a:lnTo>
                    <a:pt x="0" y="39497"/>
                  </a:lnTo>
                  <a:lnTo>
                    <a:pt x="9398" y="51688"/>
                  </a:lnTo>
                  <a:lnTo>
                    <a:pt x="38480" y="32638"/>
                  </a:lnTo>
                  <a:lnTo>
                    <a:pt x="40767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807196" y="2721863"/>
              <a:ext cx="41275" cy="52069"/>
            </a:xfrm>
            <a:custGeom>
              <a:avLst/>
              <a:gdLst/>
              <a:ahLst/>
              <a:cxnLst/>
              <a:rect l="l" t="t" r="r" b="b"/>
              <a:pathLst>
                <a:path w="41275" h="52069">
                  <a:moveTo>
                    <a:pt x="19684" y="17907"/>
                  </a:moveTo>
                  <a:lnTo>
                    <a:pt x="0" y="39497"/>
                  </a:lnTo>
                  <a:lnTo>
                    <a:pt x="9398" y="51688"/>
                  </a:lnTo>
                  <a:lnTo>
                    <a:pt x="38480" y="32638"/>
                  </a:lnTo>
                  <a:lnTo>
                    <a:pt x="40767" y="0"/>
                  </a:lnTo>
                  <a:lnTo>
                    <a:pt x="19684" y="179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372856" y="2606039"/>
              <a:ext cx="481330" cy="128270"/>
            </a:xfrm>
            <a:custGeom>
              <a:avLst/>
              <a:gdLst/>
              <a:ahLst/>
              <a:cxnLst/>
              <a:rect l="l" t="t" r="r" b="b"/>
              <a:pathLst>
                <a:path w="481329" h="128269">
                  <a:moveTo>
                    <a:pt x="78613" y="0"/>
                  </a:moveTo>
                  <a:lnTo>
                    <a:pt x="60071" y="43687"/>
                  </a:lnTo>
                  <a:lnTo>
                    <a:pt x="0" y="31114"/>
                  </a:lnTo>
                  <a:lnTo>
                    <a:pt x="7112" y="49530"/>
                  </a:lnTo>
                  <a:lnTo>
                    <a:pt x="81025" y="68072"/>
                  </a:lnTo>
                  <a:lnTo>
                    <a:pt x="99695" y="31114"/>
                  </a:lnTo>
                  <a:lnTo>
                    <a:pt x="477774" y="127762"/>
                  </a:lnTo>
                  <a:lnTo>
                    <a:pt x="481202" y="97789"/>
                  </a:lnTo>
                  <a:lnTo>
                    <a:pt x="78613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372856" y="2606039"/>
              <a:ext cx="481330" cy="128270"/>
            </a:xfrm>
            <a:custGeom>
              <a:avLst/>
              <a:gdLst/>
              <a:ahLst/>
              <a:cxnLst/>
              <a:rect l="l" t="t" r="r" b="b"/>
              <a:pathLst>
                <a:path w="481329" h="128269">
                  <a:moveTo>
                    <a:pt x="0" y="31114"/>
                  </a:moveTo>
                  <a:lnTo>
                    <a:pt x="7112" y="49530"/>
                  </a:lnTo>
                  <a:lnTo>
                    <a:pt x="81025" y="68072"/>
                  </a:lnTo>
                  <a:lnTo>
                    <a:pt x="99695" y="31114"/>
                  </a:lnTo>
                  <a:lnTo>
                    <a:pt x="477774" y="127762"/>
                  </a:lnTo>
                  <a:lnTo>
                    <a:pt x="481202" y="97789"/>
                  </a:lnTo>
                  <a:lnTo>
                    <a:pt x="78613" y="0"/>
                  </a:lnTo>
                  <a:lnTo>
                    <a:pt x="60071" y="43687"/>
                  </a:lnTo>
                  <a:lnTo>
                    <a:pt x="0" y="31114"/>
                  </a:lnTo>
                </a:path>
                <a:path w="481329" h="128269">
                  <a:moveTo>
                    <a:pt x="84074" y="12064"/>
                  </a:moveTo>
                  <a:lnTo>
                    <a:pt x="98425" y="280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447532" y="2634995"/>
              <a:ext cx="393700" cy="111125"/>
            </a:xfrm>
            <a:custGeom>
              <a:avLst/>
              <a:gdLst/>
              <a:ahLst/>
              <a:cxnLst/>
              <a:rect l="l" t="t" r="r" b="b"/>
              <a:pathLst>
                <a:path w="393700" h="111125">
                  <a:moveTo>
                    <a:pt x="23241" y="0"/>
                  </a:moveTo>
                  <a:lnTo>
                    <a:pt x="0" y="15620"/>
                  </a:lnTo>
                  <a:lnTo>
                    <a:pt x="54228" y="34798"/>
                  </a:lnTo>
                  <a:lnTo>
                    <a:pt x="373125" y="110743"/>
                  </a:lnTo>
                  <a:lnTo>
                    <a:pt x="393192" y="93471"/>
                  </a:lnTo>
                  <a:lnTo>
                    <a:pt x="23241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447532" y="2634995"/>
              <a:ext cx="393700" cy="111125"/>
            </a:xfrm>
            <a:custGeom>
              <a:avLst/>
              <a:gdLst/>
              <a:ahLst/>
              <a:cxnLst/>
              <a:rect l="l" t="t" r="r" b="b"/>
              <a:pathLst>
                <a:path w="393700" h="111125">
                  <a:moveTo>
                    <a:pt x="23241" y="0"/>
                  </a:moveTo>
                  <a:lnTo>
                    <a:pt x="0" y="15620"/>
                  </a:lnTo>
                  <a:lnTo>
                    <a:pt x="54228" y="34798"/>
                  </a:lnTo>
                  <a:lnTo>
                    <a:pt x="373125" y="110743"/>
                  </a:lnTo>
                  <a:lnTo>
                    <a:pt x="393192" y="93471"/>
                  </a:lnTo>
                  <a:lnTo>
                    <a:pt x="232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444484" y="2650236"/>
              <a:ext cx="379730" cy="123825"/>
            </a:xfrm>
            <a:custGeom>
              <a:avLst/>
              <a:gdLst/>
              <a:ahLst/>
              <a:cxnLst/>
              <a:rect l="l" t="t" r="r" b="b"/>
              <a:pathLst>
                <a:path w="379729" h="123825">
                  <a:moveTo>
                    <a:pt x="3429" y="0"/>
                  </a:moveTo>
                  <a:lnTo>
                    <a:pt x="0" y="31750"/>
                  </a:lnTo>
                  <a:lnTo>
                    <a:pt x="371221" y="123443"/>
                  </a:lnTo>
                  <a:lnTo>
                    <a:pt x="379222" y="90804"/>
                  </a:lnTo>
                  <a:lnTo>
                    <a:pt x="342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444484" y="2650236"/>
              <a:ext cx="379730" cy="123825"/>
            </a:xfrm>
            <a:custGeom>
              <a:avLst/>
              <a:gdLst/>
              <a:ahLst/>
              <a:cxnLst/>
              <a:rect l="l" t="t" r="r" b="b"/>
              <a:pathLst>
                <a:path w="379729" h="123825">
                  <a:moveTo>
                    <a:pt x="3429" y="0"/>
                  </a:moveTo>
                  <a:lnTo>
                    <a:pt x="0" y="31750"/>
                  </a:lnTo>
                  <a:lnTo>
                    <a:pt x="371221" y="123443"/>
                  </a:lnTo>
                  <a:lnTo>
                    <a:pt x="379222" y="90804"/>
                  </a:lnTo>
                  <a:lnTo>
                    <a:pt x="34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625840" y="2686811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5" h="15239">
                  <a:moveTo>
                    <a:pt x="14985" y="0"/>
                  </a:moveTo>
                  <a:lnTo>
                    <a:pt x="8000" y="0"/>
                  </a:lnTo>
                  <a:lnTo>
                    <a:pt x="8000" y="1142"/>
                  </a:lnTo>
                  <a:lnTo>
                    <a:pt x="5714" y="1142"/>
                  </a:lnTo>
                  <a:lnTo>
                    <a:pt x="4699" y="2286"/>
                  </a:lnTo>
                  <a:lnTo>
                    <a:pt x="2158" y="2286"/>
                  </a:lnTo>
                  <a:lnTo>
                    <a:pt x="2158" y="3048"/>
                  </a:lnTo>
                  <a:lnTo>
                    <a:pt x="0" y="6350"/>
                  </a:lnTo>
                  <a:lnTo>
                    <a:pt x="0" y="11557"/>
                  </a:lnTo>
                  <a:lnTo>
                    <a:pt x="2158" y="11557"/>
                  </a:lnTo>
                  <a:lnTo>
                    <a:pt x="4699" y="14732"/>
                  </a:lnTo>
                  <a:lnTo>
                    <a:pt x="22225" y="14732"/>
                  </a:lnTo>
                  <a:lnTo>
                    <a:pt x="22859" y="12826"/>
                  </a:lnTo>
                  <a:lnTo>
                    <a:pt x="22859" y="11557"/>
                  </a:lnTo>
                  <a:lnTo>
                    <a:pt x="24383" y="10287"/>
                  </a:lnTo>
                  <a:lnTo>
                    <a:pt x="24383" y="7492"/>
                  </a:lnTo>
                  <a:lnTo>
                    <a:pt x="22859" y="5079"/>
                  </a:lnTo>
                  <a:lnTo>
                    <a:pt x="22859" y="3048"/>
                  </a:lnTo>
                  <a:lnTo>
                    <a:pt x="22225" y="2286"/>
                  </a:lnTo>
                  <a:lnTo>
                    <a:pt x="18541" y="1142"/>
                  </a:lnTo>
                  <a:lnTo>
                    <a:pt x="17399" y="1142"/>
                  </a:lnTo>
                  <a:lnTo>
                    <a:pt x="14985" y="0"/>
                  </a:lnTo>
                  <a:close/>
                </a:path>
              </a:pathLst>
            </a:custGeom>
            <a:solidFill>
              <a:srgbClr val="4F4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465820" y="2645663"/>
              <a:ext cx="184785" cy="55880"/>
            </a:xfrm>
            <a:custGeom>
              <a:avLst/>
              <a:gdLst/>
              <a:ahLst/>
              <a:cxnLst/>
              <a:rect l="l" t="t" r="r" b="b"/>
              <a:pathLst>
                <a:path w="184784" h="55880">
                  <a:moveTo>
                    <a:pt x="159003" y="50164"/>
                  </a:moveTo>
                  <a:lnTo>
                    <a:pt x="159003" y="52450"/>
                  </a:lnTo>
                  <a:lnTo>
                    <a:pt x="161289" y="52450"/>
                  </a:lnTo>
                  <a:lnTo>
                    <a:pt x="163956" y="55880"/>
                  </a:lnTo>
                  <a:lnTo>
                    <a:pt x="182118" y="55880"/>
                  </a:lnTo>
                  <a:lnTo>
                    <a:pt x="182879" y="53721"/>
                  </a:lnTo>
                  <a:lnTo>
                    <a:pt x="182879" y="52450"/>
                  </a:lnTo>
                  <a:lnTo>
                    <a:pt x="184403" y="51053"/>
                  </a:lnTo>
                  <a:lnTo>
                    <a:pt x="184403" y="48006"/>
                  </a:lnTo>
                  <a:lnTo>
                    <a:pt x="182879" y="45338"/>
                  </a:lnTo>
                  <a:lnTo>
                    <a:pt x="182879" y="43180"/>
                  </a:lnTo>
                  <a:lnTo>
                    <a:pt x="182118" y="42290"/>
                  </a:lnTo>
                  <a:lnTo>
                    <a:pt x="178307" y="41148"/>
                  </a:lnTo>
                  <a:lnTo>
                    <a:pt x="177164" y="41148"/>
                  </a:lnTo>
                  <a:lnTo>
                    <a:pt x="174625" y="39877"/>
                  </a:lnTo>
                  <a:lnTo>
                    <a:pt x="167385" y="39877"/>
                  </a:lnTo>
                  <a:lnTo>
                    <a:pt x="167385" y="41148"/>
                  </a:lnTo>
                  <a:lnTo>
                    <a:pt x="164973" y="41148"/>
                  </a:lnTo>
                  <a:lnTo>
                    <a:pt x="163956" y="42290"/>
                  </a:lnTo>
                  <a:lnTo>
                    <a:pt x="161289" y="42290"/>
                  </a:lnTo>
                  <a:lnTo>
                    <a:pt x="161289" y="43180"/>
                  </a:lnTo>
                  <a:lnTo>
                    <a:pt x="159003" y="46736"/>
                  </a:lnTo>
                  <a:lnTo>
                    <a:pt x="159003" y="50164"/>
                  </a:lnTo>
                </a:path>
                <a:path w="184784" h="55880">
                  <a:moveTo>
                    <a:pt x="28575" y="4063"/>
                  </a:moveTo>
                  <a:lnTo>
                    <a:pt x="17525" y="13588"/>
                  </a:lnTo>
                  <a:lnTo>
                    <a:pt x="17525" y="22987"/>
                  </a:lnTo>
                  <a:lnTo>
                    <a:pt x="21081" y="24002"/>
                  </a:lnTo>
                  <a:lnTo>
                    <a:pt x="21081" y="14605"/>
                  </a:lnTo>
                  <a:lnTo>
                    <a:pt x="22605" y="14605"/>
                  </a:lnTo>
                  <a:lnTo>
                    <a:pt x="33400" y="4063"/>
                  </a:lnTo>
                  <a:lnTo>
                    <a:pt x="28575" y="4063"/>
                  </a:lnTo>
                </a:path>
                <a:path w="184784" h="55880">
                  <a:moveTo>
                    <a:pt x="41275" y="19938"/>
                  </a:moveTo>
                  <a:lnTo>
                    <a:pt x="52577" y="10033"/>
                  </a:lnTo>
                </a:path>
                <a:path w="184784" h="55880">
                  <a:moveTo>
                    <a:pt x="52577" y="10033"/>
                  </a:moveTo>
                  <a:lnTo>
                    <a:pt x="55752" y="11937"/>
                  </a:lnTo>
                </a:path>
                <a:path w="184784" h="55880">
                  <a:moveTo>
                    <a:pt x="58927" y="11937"/>
                  </a:moveTo>
                  <a:lnTo>
                    <a:pt x="49402" y="19938"/>
                  </a:lnTo>
                </a:path>
                <a:path w="184784" h="55880">
                  <a:moveTo>
                    <a:pt x="101726" y="33909"/>
                  </a:moveTo>
                  <a:lnTo>
                    <a:pt x="111251" y="24002"/>
                  </a:lnTo>
                </a:path>
                <a:path w="184784" h="55880">
                  <a:moveTo>
                    <a:pt x="111251" y="24002"/>
                  </a:moveTo>
                  <a:lnTo>
                    <a:pt x="117601" y="26035"/>
                  </a:lnTo>
                </a:path>
                <a:path w="184784" h="55880">
                  <a:moveTo>
                    <a:pt x="117601" y="24002"/>
                  </a:moveTo>
                  <a:lnTo>
                    <a:pt x="108076" y="33909"/>
                  </a:lnTo>
                </a:path>
                <a:path w="184784" h="55880">
                  <a:moveTo>
                    <a:pt x="117601" y="37846"/>
                  </a:moveTo>
                  <a:lnTo>
                    <a:pt x="127126" y="27939"/>
                  </a:lnTo>
                </a:path>
                <a:path w="184784" h="55880">
                  <a:moveTo>
                    <a:pt x="127126" y="27939"/>
                  </a:moveTo>
                  <a:lnTo>
                    <a:pt x="131952" y="29845"/>
                  </a:lnTo>
                </a:path>
                <a:path w="184784" h="55880">
                  <a:moveTo>
                    <a:pt x="131952" y="29845"/>
                  </a:moveTo>
                  <a:lnTo>
                    <a:pt x="122427" y="37846"/>
                  </a:lnTo>
                </a:path>
                <a:path w="184784" h="55880">
                  <a:moveTo>
                    <a:pt x="55752" y="24002"/>
                  </a:moveTo>
                  <a:lnTo>
                    <a:pt x="68452" y="13970"/>
                  </a:lnTo>
                </a:path>
                <a:path w="184784" h="55880">
                  <a:moveTo>
                    <a:pt x="68452" y="13970"/>
                  </a:moveTo>
                  <a:lnTo>
                    <a:pt x="73151" y="16001"/>
                  </a:lnTo>
                </a:path>
                <a:path w="184784" h="55880">
                  <a:moveTo>
                    <a:pt x="73151" y="16001"/>
                  </a:moveTo>
                  <a:lnTo>
                    <a:pt x="63626" y="24002"/>
                  </a:lnTo>
                </a:path>
                <a:path w="184784" h="55880">
                  <a:moveTo>
                    <a:pt x="68452" y="26035"/>
                  </a:moveTo>
                  <a:lnTo>
                    <a:pt x="81152" y="16001"/>
                  </a:lnTo>
                </a:path>
                <a:path w="184784" h="55880">
                  <a:moveTo>
                    <a:pt x="81152" y="16001"/>
                  </a:moveTo>
                  <a:lnTo>
                    <a:pt x="85851" y="19938"/>
                  </a:lnTo>
                </a:path>
                <a:path w="184784" h="55880">
                  <a:moveTo>
                    <a:pt x="85851" y="19938"/>
                  </a:moveTo>
                  <a:lnTo>
                    <a:pt x="77977" y="26035"/>
                  </a:lnTo>
                </a:path>
                <a:path w="184784" h="55880">
                  <a:moveTo>
                    <a:pt x="85851" y="29845"/>
                  </a:moveTo>
                  <a:lnTo>
                    <a:pt x="95376" y="19938"/>
                  </a:lnTo>
                </a:path>
                <a:path w="184784" h="55880">
                  <a:moveTo>
                    <a:pt x="95376" y="19938"/>
                  </a:moveTo>
                  <a:lnTo>
                    <a:pt x="101726" y="21971"/>
                  </a:lnTo>
                </a:path>
                <a:path w="184784" h="55880">
                  <a:moveTo>
                    <a:pt x="101726" y="21971"/>
                  </a:moveTo>
                  <a:lnTo>
                    <a:pt x="90677" y="31876"/>
                  </a:lnTo>
                </a:path>
                <a:path w="184784" h="55880">
                  <a:moveTo>
                    <a:pt x="10032" y="0"/>
                  </a:moveTo>
                  <a:lnTo>
                    <a:pt x="0" y="9144"/>
                  </a:lnTo>
                  <a:lnTo>
                    <a:pt x="0" y="21971"/>
                  </a:lnTo>
                  <a:lnTo>
                    <a:pt x="4318" y="21971"/>
                  </a:lnTo>
                  <a:lnTo>
                    <a:pt x="4318" y="10668"/>
                  </a:lnTo>
                  <a:lnTo>
                    <a:pt x="14350" y="1270"/>
                  </a:lnTo>
                  <a:lnTo>
                    <a:pt x="10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831580" y="2738627"/>
              <a:ext cx="86995" cy="42545"/>
            </a:xfrm>
            <a:custGeom>
              <a:avLst/>
              <a:gdLst/>
              <a:ahLst/>
              <a:cxnLst/>
              <a:rect l="l" t="t" r="r" b="b"/>
              <a:pathLst>
                <a:path w="86995" h="42544">
                  <a:moveTo>
                    <a:pt x="35305" y="0"/>
                  </a:moveTo>
                  <a:lnTo>
                    <a:pt x="13589" y="0"/>
                  </a:lnTo>
                  <a:lnTo>
                    <a:pt x="12319" y="2286"/>
                  </a:lnTo>
                  <a:lnTo>
                    <a:pt x="10033" y="2286"/>
                  </a:lnTo>
                  <a:lnTo>
                    <a:pt x="7747" y="5714"/>
                  </a:lnTo>
                  <a:lnTo>
                    <a:pt x="4445" y="5714"/>
                  </a:lnTo>
                  <a:lnTo>
                    <a:pt x="4445" y="8000"/>
                  </a:lnTo>
                  <a:lnTo>
                    <a:pt x="3428" y="11430"/>
                  </a:lnTo>
                  <a:lnTo>
                    <a:pt x="3428" y="12826"/>
                  </a:lnTo>
                  <a:lnTo>
                    <a:pt x="762" y="12826"/>
                  </a:lnTo>
                  <a:lnTo>
                    <a:pt x="762" y="14859"/>
                  </a:lnTo>
                  <a:lnTo>
                    <a:pt x="0" y="15875"/>
                  </a:lnTo>
                  <a:lnTo>
                    <a:pt x="0" y="21589"/>
                  </a:lnTo>
                  <a:lnTo>
                    <a:pt x="762" y="24257"/>
                  </a:lnTo>
                  <a:lnTo>
                    <a:pt x="3428" y="24257"/>
                  </a:lnTo>
                  <a:lnTo>
                    <a:pt x="3428" y="26543"/>
                  </a:lnTo>
                  <a:lnTo>
                    <a:pt x="4445" y="26543"/>
                  </a:lnTo>
                  <a:lnTo>
                    <a:pt x="4445" y="27432"/>
                  </a:lnTo>
                  <a:lnTo>
                    <a:pt x="10033" y="27432"/>
                  </a:lnTo>
                  <a:lnTo>
                    <a:pt x="13589" y="29972"/>
                  </a:lnTo>
                  <a:lnTo>
                    <a:pt x="15875" y="29972"/>
                  </a:lnTo>
                  <a:lnTo>
                    <a:pt x="18034" y="30861"/>
                  </a:lnTo>
                  <a:lnTo>
                    <a:pt x="30734" y="30861"/>
                  </a:lnTo>
                  <a:lnTo>
                    <a:pt x="34163" y="33020"/>
                  </a:lnTo>
                  <a:lnTo>
                    <a:pt x="37211" y="33020"/>
                  </a:lnTo>
                  <a:lnTo>
                    <a:pt x="39877" y="34417"/>
                  </a:lnTo>
                  <a:lnTo>
                    <a:pt x="43052" y="34417"/>
                  </a:lnTo>
                  <a:lnTo>
                    <a:pt x="47751" y="36575"/>
                  </a:lnTo>
                  <a:lnTo>
                    <a:pt x="55752" y="36575"/>
                  </a:lnTo>
                  <a:lnTo>
                    <a:pt x="57912" y="38735"/>
                  </a:lnTo>
                  <a:lnTo>
                    <a:pt x="64897" y="38735"/>
                  </a:lnTo>
                  <a:lnTo>
                    <a:pt x="67055" y="40132"/>
                  </a:lnTo>
                  <a:lnTo>
                    <a:pt x="71500" y="40132"/>
                  </a:lnTo>
                  <a:lnTo>
                    <a:pt x="72898" y="42163"/>
                  </a:lnTo>
                  <a:lnTo>
                    <a:pt x="75056" y="42163"/>
                  </a:lnTo>
                  <a:lnTo>
                    <a:pt x="86614" y="34417"/>
                  </a:lnTo>
                  <a:lnTo>
                    <a:pt x="64897" y="17145"/>
                  </a:lnTo>
                  <a:lnTo>
                    <a:pt x="62865" y="17145"/>
                  </a:lnTo>
                  <a:lnTo>
                    <a:pt x="62865" y="15875"/>
                  </a:lnTo>
                  <a:lnTo>
                    <a:pt x="61341" y="15875"/>
                  </a:lnTo>
                  <a:lnTo>
                    <a:pt x="57023" y="12826"/>
                  </a:lnTo>
                  <a:lnTo>
                    <a:pt x="55752" y="12826"/>
                  </a:lnTo>
                  <a:lnTo>
                    <a:pt x="53467" y="9144"/>
                  </a:lnTo>
                  <a:lnTo>
                    <a:pt x="52197" y="9144"/>
                  </a:lnTo>
                  <a:lnTo>
                    <a:pt x="50165" y="8000"/>
                  </a:lnTo>
                  <a:lnTo>
                    <a:pt x="47751" y="5714"/>
                  </a:lnTo>
                  <a:lnTo>
                    <a:pt x="44323" y="5714"/>
                  </a:lnTo>
                  <a:lnTo>
                    <a:pt x="40767" y="3556"/>
                  </a:lnTo>
                  <a:lnTo>
                    <a:pt x="39877" y="3556"/>
                  </a:lnTo>
                  <a:lnTo>
                    <a:pt x="38608" y="2286"/>
                  </a:lnTo>
                  <a:lnTo>
                    <a:pt x="36449" y="2286"/>
                  </a:lnTo>
                  <a:lnTo>
                    <a:pt x="35305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831580" y="2738627"/>
              <a:ext cx="86995" cy="42545"/>
            </a:xfrm>
            <a:custGeom>
              <a:avLst/>
              <a:gdLst/>
              <a:ahLst/>
              <a:cxnLst/>
              <a:rect l="l" t="t" r="r" b="b"/>
              <a:pathLst>
                <a:path w="86995" h="42544">
                  <a:moveTo>
                    <a:pt x="3428" y="26543"/>
                  </a:moveTo>
                  <a:lnTo>
                    <a:pt x="4445" y="26543"/>
                  </a:lnTo>
                  <a:lnTo>
                    <a:pt x="4445" y="27432"/>
                  </a:lnTo>
                  <a:lnTo>
                    <a:pt x="10033" y="27432"/>
                  </a:lnTo>
                  <a:lnTo>
                    <a:pt x="13589" y="29972"/>
                  </a:lnTo>
                  <a:lnTo>
                    <a:pt x="15875" y="29972"/>
                  </a:lnTo>
                  <a:lnTo>
                    <a:pt x="18034" y="30861"/>
                  </a:lnTo>
                  <a:lnTo>
                    <a:pt x="30734" y="30861"/>
                  </a:lnTo>
                  <a:lnTo>
                    <a:pt x="34163" y="33020"/>
                  </a:lnTo>
                  <a:lnTo>
                    <a:pt x="37211" y="33020"/>
                  </a:lnTo>
                  <a:lnTo>
                    <a:pt x="39877" y="34417"/>
                  </a:lnTo>
                  <a:lnTo>
                    <a:pt x="43052" y="34417"/>
                  </a:lnTo>
                  <a:lnTo>
                    <a:pt x="47751" y="36575"/>
                  </a:lnTo>
                  <a:lnTo>
                    <a:pt x="55752" y="36575"/>
                  </a:lnTo>
                  <a:lnTo>
                    <a:pt x="57912" y="38735"/>
                  </a:lnTo>
                  <a:lnTo>
                    <a:pt x="64897" y="38735"/>
                  </a:lnTo>
                  <a:lnTo>
                    <a:pt x="67055" y="40132"/>
                  </a:lnTo>
                  <a:lnTo>
                    <a:pt x="71500" y="40132"/>
                  </a:lnTo>
                  <a:lnTo>
                    <a:pt x="72898" y="42163"/>
                  </a:lnTo>
                  <a:lnTo>
                    <a:pt x="75056" y="42163"/>
                  </a:lnTo>
                  <a:lnTo>
                    <a:pt x="86614" y="34417"/>
                  </a:lnTo>
                  <a:lnTo>
                    <a:pt x="64897" y="17145"/>
                  </a:lnTo>
                  <a:lnTo>
                    <a:pt x="62865" y="17145"/>
                  </a:lnTo>
                  <a:lnTo>
                    <a:pt x="62865" y="15875"/>
                  </a:lnTo>
                  <a:lnTo>
                    <a:pt x="61341" y="15875"/>
                  </a:lnTo>
                  <a:lnTo>
                    <a:pt x="57023" y="12826"/>
                  </a:lnTo>
                  <a:lnTo>
                    <a:pt x="55752" y="12826"/>
                  </a:lnTo>
                  <a:lnTo>
                    <a:pt x="53467" y="9144"/>
                  </a:lnTo>
                  <a:lnTo>
                    <a:pt x="52197" y="9144"/>
                  </a:lnTo>
                  <a:lnTo>
                    <a:pt x="50165" y="8000"/>
                  </a:lnTo>
                  <a:lnTo>
                    <a:pt x="47751" y="5714"/>
                  </a:lnTo>
                  <a:lnTo>
                    <a:pt x="44323" y="5714"/>
                  </a:lnTo>
                  <a:lnTo>
                    <a:pt x="40767" y="3556"/>
                  </a:lnTo>
                  <a:lnTo>
                    <a:pt x="39877" y="3556"/>
                  </a:lnTo>
                  <a:lnTo>
                    <a:pt x="38608" y="2286"/>
                  </a:lnTo>
                  <a:lnTo>
                    <a:pt x="36449" y="2286"/>
                  </a:lnTo>
                  <a:lnTo>
                    <a:pt x="35305" y="0"/>
                  </a:lnTo>
                  <a:lnTo>
                    <a:pt x="13589" y="0"/>
                  </a:lnTo>
                  <a:lnTo>
                    <a:pt x="12319" y="2286"/>
                  </a:lnTo>
                  <a:lnTo>
                    <a:pt x="10033" y="2286"/>
                  </a:lnTo>
                  <a:lnTo>
                    <a:pt x="7747" y="5714"/>
                  </a:lnTo>
                  <a:lnTo>
                    <a:pt x="4445" y="5714"/>
                  </a:lnTo>
                  <a:lnTo>
                    <a:pt x="4445" y="8000"/>
                  </a:lnTo>
                  <a:lnTo>
                    <a:pt x="3428" y="11430"/>
                  </a:lnTo>
                  <a:lnTo>
                    <a:pt x="3428" y="12826"/>
                  </a:lnTo>
                  <a:lnTo>
                    <a:pt x="762" y="12826"/>
                  </a:lnTo>
                  <a:lnTo>
                    <a:pt x="762" y="14859"/>
                  </a:lnTo>
                  <a:lnTo>
                    <a:pt x="0" y="15875"/>
                  </a:lnTo>
                  <a:lnTo>
                    <a:pt x="0" y="21589"/>
                  </a:lnTo>
                  <a:lnTo>
                    <a:pt x="762" y="24257"/>
                  </a:lnTo>
                  <a:lnTo>
                    <a:pt x="3428" y="24257"/>
                  </a:lnTo>
                  <a:lnTo>
                    <a:pt x="3428" y="265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901684" y="2456687"/>
              <a:ext cx="120650" cy="323215"/>
            </a:xfrm>
            <a:custGeom>
              <a:avLst/>
              <a:gdLst/>
              <a:ahLst/>
              <a:cxnLst/>
              <a:rect l="l" t="t" r="r" b="b"/>
              <a:pathLst>
                <a:path w="120650" h="323214">
                  <a:moveTo>
                    <a:pt x="111379" y="0"/>
                  </a:moveTo>
                  <a:lnTo>
                    <a:pt x="105791" y="5841"/>
                  </a:lnTo>
                  <a:lnTo>
                    <a:pt x="0" y="308356"/>
                  </a:lnTo>
                  <a:lnTo>
                    <a:pt x="0" y="311785"/>
                  </a:lnTo>
                  <a:lnTo>
                    <a:pt x="2159" y="311785"/>
                  </a:lnTo>
                  <a:lnTo>
                    <a:pt x="2159" y="315340"/>
                  </a:lnTo>
                  <a:lnTo>
                    <a:pt x="3175" y="315340"/>
                  </a:lnTo>
                  <a:lnTo>
                    <a:pt x="3175" y="317500"/>
                  </a:lnTo>
                  <a:lnTo>
                    <a:pt x="4572" y="319659"/>
                  </a:lnTo>
                  <a:lnTo>
                    <a:pt x="4572" y="321056"/>
                  </a:lnTo>
                  <a:lnTo>
                    <a:pt x="5715" y="321056"/>
                  </a:lnTo>
                  <a:lnTo>
                    <a:pt x="5715" y="323088"/>
                  </a:lnTo>
                  <a:lnTo>
                    <a:pt x="6604" y="323088"/>
                  </a:lnTo>
                  <a:lnTo>
                    <a:pt x="8000" y="321056"/>
                  </a:lnTo>
                  <a:lnTo>
                    <a:pt x="12446" y="321056"/>
                  </a:lnTo>
                  <a:lnTo>
                    <a:pt x="14732" y="319659"/>
                  </a:lnTo>
                  <a:lnTo>
                    <a:pt x="18288" y="319659"/>
                  </a:lnTo>
                  <a:lnTo>
                    <a:pt x="20447" y="317500"/>
                  </a:lnTo>
                  <a:lnTo>
                    <a:pt x="120396" y="9144"/>
                  </a:lnTo>
                  <a:lnTo>
                    <a:pt x="11137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901684" y="2456687"/>
              <a:ext cx="120650" cy="323215"/>
            </a:xfrm>
            <a:custGeom>
              <a:avLst/>
              <a:gdLst/>
              <a:ahLst/>
              <a:cxnLst/>
              <a:rect l="l" t="t" r="r" b="b"/>
              <a:pathLst>
                <a:path w="120650" h="323214">
                  <a:moveTo>
                    <a:pt x="111379" y="0"/>
                  </a:moveTo>
                  <a:lnTo>
                    <a:pt x="105791" y="5841"/>
                  </a:lnTo>
                  <a:lnTo>
                    <a:pt x="0" y="308356"/>
                  </a:lnTo>
                  <a:lnTo>
                    <a:pt x="0" y="311785"/>
                  </a:lnTo>
                  <a:lnTo>
                    <a:pt x="2159" y="311785"/>
                  </a:lnTo>
                  <a:lnTo>
                    <a:pt x="2159" y="315340"/>
                  </a:lnTo>
                  <a:lnTo>
                    <a:pt x="3175" y="315340"/>
                  </a:lnTo>
                  <a:lnTo>
                    <a:pt x="3175" y="317500"/>
                  </a:lnTo>
                  <a:lnTo>
                    <a:pt x="4572" y="319659"/>
                  </a:lnTo>
                  <a:lnTo>
                    <a:pt x="4572" y="321056"/>
                  </a:lnTo>
                  <a:lnTo>
                    <a:pt x="5715" y="321056"/>
                  </a:lnTo>
                  <a:lnTo>
                    <a:pt x="5715" y="323088"/>
                  </a:lnTo>
                  <a:lnTo>
                    <a:pt x="6604" y="323088"/>
                  </a:lnTo>
                  <a:lnTo>
                    <a:pt x="8000" y="321056"/>
                  </a:lnTo>
                  <a:lnTo>
                    <a:pt x="12446" y="321056"/>
                  </a:lnTo>
                  <a:lnTo>
                    <a:pt x="14732" y="319659"/>
                  </a:lnTo>
                  <a:lnTo>
                    <a:pt x="18288" y="319659"/>
                  </a:lnTo>
                  <a:lnTo>
                    <a:pt x="20447" y="317500"/>
                  </a:lnTo>
                  <a:lnTo>
                    <a:pt x="120396" y="9144"/>
                  </a:lnTo>
                  <a:lnTo>
                    <a:pt x="111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372856" y="2348483"/>
              <a:ext cx="640080" cy="415925"/>
            </a:xfrm>
            <a:custGeom>
              <a:avLst/>
              <a:gdLst/>
              <a:ahLst/>
              <a:cxnLst/>
              <a:rect l="l" t="t" r="r" b="b"/>
              <a:pathLst>
                <a:path w="640079" h="415925">
                  <a:moveTo>
                    <a:pt x="99568" y="0"/>
                  </a:moveTo>
                  <a:lnTo>
                    <a:pt x="32385" y="173354"/>
                  </a:lnTo>
                  <a:lnTo>
                    <a:pt x="36068" y="195071"/>
                  </a:lnTo>
                  <a:lnTo>
                    <a:pt x="0" y="288925"/>
                  </a:lnTo>
                  <a:lnTo>
                    <a:pt x="63626" y="305942"/>
                  </a:lnTo>
                  <a:lnTo>
                    <a:pt x="82042" y="267588"/>
                  </a:lnTo>
                  <a:lnTo>
                    <a:pt x="476758" y="361695"/>
                  </a:lnTo>
                  <a:lnTo>
                    <a:pt x="459359" y="401446"/>
                  </a:lnTo>
                  <a:lnTo>
                    <a:pt x="530098" y="415925"/>
                  </a:lnTo>
                  <a:lnTo>
                    <a:pt x="639699" y="108965"/>
                  </a:lnTo>
                  <a:lnTo>
                    <a:pt x="579754" y="91693"/>
                  </a:lnTo>
                  <a:lnTo>
                    <a:pt x="184912" y="13715"/>
                  </a:lnTo>
                  <a:lnTo>
                    <a:pt x="99568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372856" y="2348483"/>
              <a:ext cx="640080" cy="415925"/>
            </a:xfrm>
            <a:custGeom>
              <a:avLst/>
              <a:gdLst/>
              <a:ahLst/>
              <a:cxnLst/>
              <a:rect l="l" t="t" r="r" b="b"/>
              <a:pathLst>
                <a:path w="640079" h="415925">
                  <a:moveTo>
                    <a:pt x="99568" y="0"/>
                  </a:moveTo>
                  <a:lnTo>
                    <a:pt x="32385" y="173354"/>
                  </a:lnTo>
                  <a:lnTo>
                    <a:pt x="36068" y="195071"/>
                  </a:lnTo>
                  <a:lnTo>
                    <a:pt x="0" y="288925"/>
                  </a:lnTo>
                  <a:lnTo>
                    <a:pt x="63626" y="305942"/>
                  </a:lnTo>
                  <a:lnTo>
                    <a:pt x="82042" y="267588"/>
                  </a:lnTo>
                  <a:lnTo>
                    <a:pt x="476758" y="361695"/>
                  </a:lnTo>
                  <a:lnTo>
                    <a:pt x="459359" y="401446"/>
                  </a:lnTo>
                  <a:lnTo>
                    <a:pt x="530098" y="415925"/>
                  </a:lnTo>
                  <a:lnTo>
                    <a:pt x="639699" y="108965"/>
                  </a:lnTo>
                  <a:lnTo>
                    <a:pt x="579754" y="91693"/>
                  </a:lnTo>
                  <a:lnTo>
                    <a:pt x="184912" y="13715"/>
                  </a:lnTo>
                  <a:lnTo>
                    <a:pt x="99568" y="0"/>
                  </a:lnTo>
                </a:path>
                <a:path w="640079" h="415925">
                  <a:moveTo>
                    <a:pt x="12700" y="251967"/>
                  </a:moveTo>
                  <a:lnTo>
                    <a:pt x="80899" y="267969"/>
                  </a:lnTo>
                </a:path>
                <a:path w="640079" h="415925">
                  <a:moveTo>
                    <a:pt x="477774" y="361950"/>
                  </a:moveTo>
                  <a:lnTo>
                    <a:pt x="544449" y="3798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03336" y="2356103"/>
              <a:ext cx="149351" cy="18745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35212" y="2436875"/>
              <a:ext cx="79246" cy="220979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8548116" y="2357627"/>
              <a:ext cx="405765" cy="99060"/>
            </a:xfrm>
            <a:custGeom>
              <a:avLst/>
              <a:gdLst/>
              <a:ahLst/>
              <a:cxnLst/>
              <a:rect l="l" t="t" r="r" b="b"/>
              <a:pathLst>
                <a:path w="405765" h="99060">
                  <a:moveTo>
                    <a:pt x="5841" y="0"/>
                  </a:moveTo>
                  <a:lnTo>
                    <a:pt x="0" y="17145"/>
                  </a:lnTo>
                  <a:lnTo>
                    <a:pt x="397382" y="98679"/>
                  </a:lnTo>
                  <a:lnTo>
                    <a:pt x="405383" y="76962"/>
                  </a:lnTo>
                  <a:lnTo>
                    <a:pt x="194817" y="27432"/>
                  </a:lnTo>
                  <a:lnTo>
                    <a:pt x="5841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548116" y="2357627"/>
              <a:ext cx="405765" cy="99060"/>
            </a:xfrm>
            <a:custGeom>
              <a:avLst/>
              <a:gdLst/>
              <a:ahLst/>
              <a:cxnLst/>
              <a:rect l="l" t="t" r="r" b="b"/>
              <a:pathLst>
                <a:path w="405765" h="99060">
                  <a:moveTo>
                    <a:pt x="5841" y="0"/>
                  </a:moveTo>
                  <a:lnTo>
                    <a:pt x="0" y="17145"/>
                  </a:lnTo>
                  <a:lnTo>
                    <a:pt x="397382" y="98679"/>
                  </a:lnTo>
                  <a:lnTo>
                    <a:pt x="405383" y="76962"/>
                  </a:lnTo>
                  <a:lnTo>
                    <a:pt x="194817" y="27432"/>
                  </a:lnTo>
                  <a:lnTo>
                    <a:pt x="58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8677656" y="2382011"/>
              <a:ext cx="115570" cy="34925"/>
            </a:xfrm>
            <a:custGeom>
              <a:avLst/>
              <a:gdLst/>
              <a:ahLst/>
              <a:cxnLst/>
              <a:rect l="l" t="t" r="r" b="b"/>
              <a:pathLst>
                <a:path w="115570" h="34925">
                  <a:moveTo>
                    <a:pt x="0" y="0"/>
                  </a:moveTo>
                  <a:lnTo>
                    <a:pt x="3428" y="12573"/>
                  </a:lnTo>
                  <a:lnTo>
                    <a:pt x="108458" y="34798"/>
                  </a:lnTo>
                  <a:lnTo>
                    <a:pt x="115443" y="21843"/>
                  </a:lnTo>
                  <a:lnTo>
                    <a:pt x="101600" y="12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8677656" y="2382011"/>
              <a:ext cx="115570" cy="34925"/>
            </a:xfrm>
            <a:custGeom>
              <a:avLst/>
              <a:gdLst/>
              <a:ahLst/>
              <a:cxnLst/>
              <a:rect l="l" t="t" r="r" b="b"/>
              <a:pathLst>
                <a:path w="115570" h="34925">
                  <a:moveTo>
                    <a:pt x="0" y="0"/>
                  </a:moveTo>
                  <a:lnTo>
                    <a:pt x="3428" y="12573"/>
                  </a:lnTo>
                  <a:lnTo>
                    <a:pt x="108458" y="34798"/>
                  </a:lnTo>
                  <a:lnTo>
                    <a:pt x="115443" y="21843"/>
                  </a:lnTo>
                  <a:lnTo>
                    <a:pt x="101600" y="12573"/>
                  </a:lnTo>
                  <a:lnTo>
                    <a:pt x="0" y="0"/>
                  </a:lnTo>
                </a:path>
                <a:path w="115570" h="34925">
                  <a:moveTo>
                    <a:pt x="96520" y="20574"/>
                  </a:moveTo>
                  <a:lnTo>
                    <a:pt x="107569" y="347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8677656" y="2369819"/>
              <a:ext cx="102235" cy="33655"/>
            </a:xfrm>
            <a:custGeom>
              <a:avLst/>
              <a:gdLst/>
              <a:ahLst/>
              <a:cxnLst/>
              <a:rect l="l" t="t" r="r" b="b"/>
              <a:pathLst>
                <a:path w="102234" h="33655">
                  <a:moveTo>
                    <a:pt x="2286" y="0"/>
                  </a:moveTo>
                  <a:lnTo>
                    <a:pt x="0" y="12445"/>
                  </a:lnTo>
                  <a:lnTo>
                    <a:pt x="96139" y="33146"/>
                  </a:lnTo>
                  <a:lnTo>
                    <a:pt x="102108" y="23113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677656" y="2369819"/>
              <a:ext cx="102235" cy="33655"/>
            </a:xfrm>
            <a:custGeom>
              <a:avLst/>
              <a:gdLst/>
              <a:ahLst/>
              <a:cxnLst/>
              <a:rect l="l" t="t" r="r" b="b"/>
              <a:pathLst>
                <a:path w="102234" h="33655">
                  <a:moveTo>
                    <a:pt x="2286" y="0"/>
                  </a:moveTo>
                  <a:lnTo>
                    <a:pt x="0" y="12445"/>
                  </a:lnTo>
                  <a:lnTo>
                    <a:pt x="96139" y="33146"/>
                  </a:lnTo>
                  <a:lnTo>
                    <a:pt x="102108" y="23113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459724" y="2394203"/>
              <a:ext cx="477520" cy="294005"/>
            </a:xfrm>
            <a:custGeom>
              <a:avLst/>
              <a:gdLst/>
              <a:ahLst/>
              <a:cxnLst/>
              <a:rect l="l" t="t" r="r" b="b"/>
              <a:pathLst>
                <a:path w="477520" h="294005">
                  <a:moveTo>
                    <a:pt x="83566" y="0"/>
                  </a:moveTo>
                  <a:lnTo>
                    <a:pt x="0" y="203454"/>
                  </a:lnTo>
                  <a:lnTo>
                    <a:pt x="396621" y="294005"/>
                  </a:lnTo>
                  <a:lnTo>
                    <a:pt x="477011" y="84836"/>
                  </a:lnTo>
                  <a:lnTo>
                    <a:pt x="83566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8459724" y="2394203"/>
              <a:ext cx="477520" cy="294005"/>
            </a:xfrm>
            <a:custGeom>
              <a:avLst/>
              <a:gdLst/>
              <a:ahLst/>
              <a:cxnLst/>
              <a:rect l="l" t="t" r="r" b="b"/>
              <a:pathLst>
                <a:path w="477520" h="294005">
                  <a:moveTo>
                    <a:pt x="83566" y="0"/>
                  </a:moveTo>
                  <a:lnTo>
                    <a:pt x="0" y="203454"/>
                  </a:lnTo>
                  <a:lnTo>
                    <a:pt x="396621" y="294005"/>
                  </a:lnTo>
                  <a:lnTo>
                    <a:pt x="477011" y="84836"/>
                  </a:lnTo>
                  <a:lnTo>
                    <a:pt x="835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84108" y="2451100"/>
              <a:ext cx="414505" cy="231139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8540242" y="2449829"/>
              <a:ext cx="255270" cy="1270"/>
            </a:xfrm>
            <a:custGeom>
              <a:avLst/>
              <a:gdLst/>
              <a:ahLst/>
              <a:cxnLst/>
              <a:rect l="l" t="t" r="r" b="b"/>
              <a:pathLst>
                <a:path w="255270" h="1269">
                  <a:moveTo>
                    <a:pt x="0" y="1270"/>
                  </a:moveTo>
                  <a:lnTo>
                    <a:pt x="255015" y="1270"/>
                  </a:lnTo>
                  <a:lnTo>
                    <a:pt x="255015" y="0"/>
                  </a:lnTo>
                  <a:lnTo>
                    <a:pt x="0" y="0"/>
                  </a:lnTo>
                  <a:lnTo>
                    <a:pt x="0" y="127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84108" y="2398775"/>
              <a:ext cx="421640" cy="283463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8540242" y="2449829"/>
              <a:ext cx="255270" cy="1270"/>
            </a:xfrm>
            <a:custGeom>
              <a:avLst/>
              <a:gdLst/>
              <a:ahLst/>
              <a:cxnLst/>
              <a:rect l="l" t="t" r="r" b="b"/>
              <a:pathLst>
                <a:path w="255270" h="1269">
                  <a:moveTo>
                    <a:pt x="0" y="1270"/>
                  </a:moveTo>
                  <a:lnTo>
                    <a:pt x="255015" y="1270"/>
                  </a:lnTo>
                  <a:lnTo>
                    <a:pt x="255015" y="0"/>
                  </a:lnTo>
                  <a:lnTo>
                    <a:pt x="0" y="0"/>
                  </a:lnTo>
                  <a:lnTo>
                    <a:pt x="0" y="1270"/>
                  </a:lnTo>
                  <a:close/>
                </a:path>
              </a:pathLst>
            </a:custGeom>
            <a:solidFill>
              <a:srgbClr val="0000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494776" y="2398775"/>
              <a:ext cx="410972" cy="283463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8540750" y="2449829"/>
              <a:ext cx="255270" cy="1270"/>
            </a:xfrm>
            <a:custGeom>
              <a:avLst/>
              <a:gdLst/>
              <a:ahLst/>
              <a:cxnLst/>
              <a:rect l="l" t="t" r="r" b="b"/>
              <a:pathLst>
                <a:path w="255270" h="1269">
                  <a:moveTo>
                    <a:pt x="0" y="1270"/>
                  </a:moveTo>
                  <a:lnTo>
                    <a:pt x="255143" y="1270"/>
                  </a:lnTo>
                  <a:lnTo>
                    <a:pt x="255143" y="0"/>
                  </a:lnTo>
                  <a:lnTo>
                    <a:pt x="0" y="0"/>
                  </a:lnTo>
                  <a:lnTo>
                    <a:pt x="0" y="1270"/>
                  </a:lnTo>
                  <a:close/>
                </a:path>
              </a:pathLst>
            </a:custGeom>
            <a:solidFill>
              <a:srgbClr val="0000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43290" y="2399029"/>
              <a:ext cx="310768" cy="283210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558784" y="2407919"/>
              <a:ext cx="262127" cy="259079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8484108" y="2398775"/>
              <a:ext cx="420370" cy="283845"/>
            </a:xfrm>
            <a:custGeom>
              <a:avLst/>
              <a:gdLst/>
              <a:ahLst/>
              <a:cxnLst/>
              <a:rect l="l" t="t" r="r" b="b"/>
              <a:pathLst>
                <a:path w="420370" h="283844">
                  <a:moveTo>
                    <a:pt x="75184" y="0"/>
                  </a:moveTo>
                  <a:lnTo>
                    <a:pt x="0" y="204088"/>
                  </a:lnTo>
                  <a:lnTo>
                    <a:pt x="342900" y="283463"/>
                  </a:lnTo>
                  <a:lnTo>
                    <a:pt x="345313" y="280162"/>
                  </a:lnTo>
                  <a:lnTo>
                    <a:pt x="345313" y="278764"/>
                  </a:lnTo>
                  <a:lnTo>
                    <a:pt x="346328" y="274447"/>
                  </a:lnTo>
                  <a:lnTo>
                    <a:pt x="347599" y="270001"/>
                  </a:lnTo>
                  <a:lnTo>
                    <a:pt x="351027" y="264287"/>
                  </a:lnTo>
                  <a:lnTo>
                    <a:pt x="351027" y="258699"/>
                  </a:lnTo>
                  <a:lnTo>
                    <a:pt x="354202" y="252984"/>
                  </a:lnTo>
                  <a:lnTo>
                    <a:pt x="356870" y="244856"/>
                  </a:lnTo>
                  <a:lnTo>
                    <a:pt x="360045" y="238125"/>
                  </a:lnTo>
                  <a:lnTo>
                    <a:pt x="363600" y="230377"/>
                  </a:lnTo>
                  <a:lnTo>
                    <a:pt x="365887" y="221361"/>
                  </a:lnTo>
                  <a:lnTo>
                    <a:pt x="369316" y="213360"/>
                  </a:lnTo>
                  <a:lnTo>
                    <a:pt x="372999" y="204088"/>
                  </a:lnTo>
                  <a:lnTo>
                    <a:pt x="376427" y="195072"/>
                  </a:lnTo>
                  <a:lnTo>
                    <a:pt x="379857" y="185038"/>
                  </a:lnTo>
                  <a:lnTo>
                    <a:pt x="383286" y="176657"/>
                  </a:lnTo>
                  <a:lnTo>
                    <a:pt x="386842" y="166750"/>
                  </a:lnTo>
                  <a:lnTo>
                    <a:pt x="389000" y="157479"/>
                  </a:lnTo>
                  <a:lnTo>
                    <a:pt x="394843" y="148209"/>
                  </a:lnTo>
                  <a:lnTo>
                    <a:pt x="397128" y="139573"/>
                  </a:lnTo>
                  <a:lnTo>
                    <a:pt x="400685" y="130556"/>
                  </a:lnTo>
                  <a:lnTo>
                    <a:pt x="402844" y="121285"/>
                  </a:lnTo>
                  <a:lnTo>
                    <a:pt x="405384" y="115697"/>
                  </a:lnTo>
                  <a:lnTo>
                    <a:pt x="408686" y="106552"/>
                  </a:lnTo>
                  <a:lnTo>
                    <a:pt x="411352" y="100964"/>
                  </a:lnTo>
                  <a:lnTo>
                    <a:pt x="413385" y="94234"/>
                  </a:lnTo>
                  <a:lnTo>
                    <a:pt x="415798" y="88519"/>
                  </a:lnTo>
                  <a:lnTo>
                    <a:pt x="417068" y="83693"/>
                  </a:lnTo>
                  <a:lnTo>
                    <a:pt x="419226" y="80390"/>
                  </a:lnTo>
                  <a:lnTo>
                    <a:pt x="420243" y="78232"/>
                  </a:lnTo>
                  <a:lnTo>
                    <a:pt x="420243" y="74675"/>
                  </a:lnTo>
                  <a:lnTo>
                    <a:pt x="751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874252" y="2583179"/>
              <a:ext cx="71627" cy="120396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8498586" y="2041397"/>
              <a:ext cx="53340" cy="307975"/>
            </a:xfrm>
            <a:custGeom>
              <a:avLst/>
              <a:gdLst/>
              <a:ahLst/>
              <a:cxnLst/>
              <a:rect l="l" t="t" r="r" b="b"/>
              <a:pathLst>
                <a:path w="53340" h="307975">
                  <a:moveTo>
                    <a:pt x="53086" y="0"/>
                  </a:moveTo>
                  <a:lnTo>
                    <a:pt x="0" y="30772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9098280" y="2424683"/>
              <a:ext cx="381000" cy="384175"/>
            </a:xfrm>
            <a:custGeom>
              <a:avLst/>
              <a:gdLst/>
              <a:ahLst/>
              <a:cxnLst/>
              <a:rect l="l" t="t" r="r" b="b"/>
              <a:pathLst>
                <a:path w="381000" h="384175">
                  <a:moveTo>
                    <a:pt x="308229" y="186563"/>
                  </a:moveTo>
                  <a:lnTo>
                    <a:pt x="67945" y="35179"/>
                  </a:lnTo>
                  <a:lnTo>
                    <a:pt x="84836" y="8382"/>
                  </a:lnTo>
                  <a:lnTo>
                    <a:pt x="0" y="0"/>
                  </a:lnTo>
                  <a:lnTo>
                    <a:pt x="44196" y="72771"/>
                  </a:lnTo>
                  <a:lnTo>
                    <a:pt x="61087" y="45974"/>
                  </a:lnTo>
                  <a:lnTo>
                    <a:pt x="301371" y="197104"/>
                  </a:lnTo>
                  <a:lnTo>
                    <a:pt x="308229" y="186563"/>
                  </a:lnTo>
                  <a:close/>
                </a:path>
                <a:path w="381000" h="384175">
                  <a:moveTo>
                    <a:pt x="381000" y="383667"/>
                  </a:moveTo>
                  <a:lnTo>
                    <a:pt x="336804" y="310769"/>
                  </a:lnTo>
                  <a:lnTo>
                    <a:pt x="319913" y="337693"/>
                  </a:lnTo>
                  <a:lnTo>
                    <a:pt x="79629" y="186563"/>
                  </a:lnTo>
                  <a:lnTo>
                    <a:pt x="72771" y="197104"/>
                  </a:lnTo>
                  <a:lnTo>
                    <a:pt x="313055" y="348488"/>
                  </a:lnTo>
                  <a:lnTo>
                    <a:pt x="296164" y="375285"/>
                  </a:lnTo>
                  <a:lnTo>
                    <a:pt x="381000" y="383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9174480" y="2616708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9899904" y="1699259"/>
              <a:ext cx="429895" cy="821690"/>
            </a:xfrm>
            <a:custGeom>
              <a:avLst/>
              <a:gdLst/>
              <a:ahLst/>
              <a:cxnLst/>
              <a:rect l="l" t="t" r="r" b="b"/>
              <a:pathLst>
                <a:path w="429895" h="821689">
                  <a:moveTo>
                    <a:pt x="112776" y="819023"/>
                  </a:moveTo>
                  <a:lnTo>
                    <a:pt x="112649" y="817880"/>
                  </a:lnTo>
                  <a:lnTo>
                    <a:pt x="110109" y="809371"/>
                  </a:lnTo>
                  <a:lnTo>
                    <a:pt x="110871" y="807466"/>
                  </a:lnTo>
                  <a:lnTo>
                    <a:pt x="111633" y="804037"/>
                  </a:lnTo>
                  <a:lnTo>
                    <a:pt x="112141" y="799846"/>
                  </a:lnTo>
                  <a:lnTo>
                    <a:pt x="112268" y="794893"/>
                  </a:lnTo>
                  <a:lnTo>
                    <a:pt x="111887" y="789051"/>
                  </a:lnTo>
                  <a:lnTo>
                    <a:pt x="110871" y="782574"/>
                  </a:lnTo>
                  <a:lnTo>
                    <a:pt x="109093" y="775716"/>
                  </a:lnTo>
                  <a:lnTo>
                    <a:pt x="108839" y="775843"/>
                  </a:lnTo>
                  <a:lnTo>
                    <a:pt x="28194" y="506095"/>
                  </a:lnTo>
                  <a:lnTo>
                    <a:pt x="28067" y="506222"/>
                  </a:lnTo>
                  <a:lnTo>
                    <a:pt x="25654" y="497586"/>
                  </a:lnTo>
                  <a:lnTo>
                    <a:pt x="16383" y="494284"/>
                  </a:lnTo>
                  <a:lnTo>
                    <a:pt x="11303" y="505079"/>
                  </a:lnTo>
                  <a:lnTo>
                    <a:pt x="92075" y="789178"/>
                  </a:lnTo>
                  <a:lnTo>
                    <a:pt x="107188" y="810895"/>
                  </a:lnTo>
                  <a:lnTo>
                    <a:pt x="106807" y="811149"/>
                  </a:lnTo>
                  <a:lnTo>
                    <a:pt x="109728" y="820547"/>
                  </a:lnTo>
                  <a:lnTo>
                    <a:pt x="110998" y="821309"/>
                  </a:lnTo>
                  <a:lnTo>
                    <a:pt x="112268" y="820547"/>
                  </a:lnTo>
                  <a:lnTo>
                    <a:pt x="112649" y="819912"/>
                  </a:lnTo>
                  <a:lnTo>
                    <a:pt x="112776" y="819023"/>
                  </a:lnTo>
                  <a:close/>
                </a:path>
                <a:path w="429895" h="821689">
                  <a:moveTo>
                    <a:pt x="429768" y="591185"/>
                  </a:moveTo>
                  <a:lnTo>
                    <a:pt x="429006" y="586359"/>
                  </a:lnTo>
                  <a:lnTo>
                    <a:pt x="354076" y="339979"/>
                  </a:lnTo>
                  <a:lnTo>
                    <a:pt x="357632" y="337439"/>
                  </a:lnTo>
                  <a:lnTo>
                    <a:pt x="291338" y="115697"/>
                  </a:lnTo>
                  <a:lnTo>
                    <a:pt x="286766" y="118872"/>
                  </a:lnTo>
                  <a:lnTo>
                    <a:pt x="252730" y="7112"/>
                  </a:lnTo>
                  <a:lnTo>
                    <a:pt x="245237" y="0"/>
                  </a:lnTo>
                  <a:lnTo>
                    <a:pt x="243586" y="254"/>
                  </a:lnTo>
                  <a:lnTo>
                    <a:pt x="4572" y="164973"/>
                  </a:lnTo>
                  <a:lnTo>
                    <a:pt x="0" y="176911"/>
                  </a:lnTo>
                  <a:lnTo>
                    <a:pt x="635" y="181610"/>
                  </a:lnTo>
                  <a:lnTo>
                    <a:pt x="32258" y="293243"/>
                  </a:lnTo>
                  <a:lnTo>
                    <a:pt x="28067" y="296164"/>
                  </a:lnTo>
                  <a:lnTo>
                    <a:pt x="91059" y="519938"/>
                  </a:lnTo>
                  <a:lnTo>
                    <a:pt x="95631" y="516763"/>
                  </a:lnTo>
                  <a:lnTo>
                    <a:pt x="169545" y="777113"/>
                  </a:lnTo>
                  <a:lnTo>
                    <a:pt x="177038" y="784479"/>
                  </a:lnTo>
                  <a:lnTo>
                    <a:pt x="178562" y="784225"/>
                  </a:lnTo>
                  <a:lnTo>
                    <a:pt x="425196" y="603123"/>
                  </a:lnTo>
                  <a:lnTo>
                    <a:pt x="429514" y="593598"/>
                  </a:lnTo>
                  <a:lnTo>
                    <a:pt x="429768" y="591185"/>
                  </a:lnTo>
                  <a:close/>
                </a:path>
              </a:pathLst>
            </a:custGeom>
            <a:solidFill>
              <a:srgbClr val="6B68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192512" y="1799843"/>
              <a:ext cx="80772" cy="242315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9887712" y="1772411"/>
              <a:ext cx="330200" cy="403860"/>
            </a:xfrm>
            <a:custGeom>
              <a:avLst/>
              <a:gdLst/>
              <a:ahLst/>
              <a:cxnLst/>
              <a:rect l="l" t="t" r="r" b="b"/>
              <a:pathLst>
                <a:path w="330200" h="403860">
                  <a:moveTo>
                    <a:pt x="263779" y="0"/>
                  </a:moveTo>
                  <a:lnTo>
                    <a:pt x="0" y="180212"/>
                  </a:lnTo>
                  <a:lnTo>
                    <a:pt x="63119" y="403733"/>
                  </a:lnTo>
                  <a:lnTo>
                    <a:pt x="330200" y="221487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2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9860280" y="1656587"/>
              <a:ext cx="429895" cy="784860"/>
            </a:xfrm>
            <a:custGeom>
              <a:avLst/>
              <a:gdLst/>
              <a:ahLst/>
              <a:cxnLst/>
              <a:rect l="l" t="t" r="r" b="b"/>
              <a:pathLst>
                <a:path w="429895" h="784860">
                  <a:moveTo>
                    <a:pt x="245237" y="0"/>
                  </a:moveTo>
                  <a:lnTo>
                    <a:pt x="243586" y="253"/>
                  </a:lnTo>
                  <a:lnTo>
                    <a:pt x="4572" y="165100"/>
                  </a:lnTo>
                  <a:lnTo>
                    <a:pt x="0" y="177037"/>
                  </a:lnTo>
                  <a:lnTo>
                    <a:pt x="253" y="179324"/>
                  </a:lnTo>
                  <a:lnTo>
                    <a:pt x="169672" y="777239"/>
                  </a:lnTo>
                  <a:lnTo>
                    <a:pt x="177165" y="784733"/>
                  </a:lnTo>
                  <a:lnTo>
                    <a:pt x="178689" y="784478"/>
                  </a:lnTo>
                  <a:lnTo>
                    <a:pt x="425196" y="603376"/>
                  </a:lnTo>
                  <a:lnTo>
                    <a:pt x="429641" y="593851"/>
                  </a:lnTo>
                  <a:lnTo>
                    <a:pt x="429768" y="591312"/>
                  </a:lnTo>
                  <a:lnTo>
                    <a:pt x="429641" y="588899"/>
                  </a:lnTo>
                  <a:lnTo>
                    <a:pt x="256794" y="20574"/>
                  </a:lnTo>
                  <a:lnTo>
                    <a:pt x="257048" y="20320"/>
                  </a:lnTo>
                  <a:lnTo>
                    <a:pt x="246761" y="253"/>
                  </a:lnTo>
                  <a:lnTo>
                    <a:pt x="245237" y="0"/>
                  </a:lnTo>
                  <a:close/>
                </a:path>
              </a:pathLst>
            </a:custGeom>
            <a:solidFill>
              <a:srgbClr val="B8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860280" y="1656587"/>
              <a:ext cx="255650" cy="194945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9881743" y="1737359"/>
              <a:ext cx="255904" cy="179705"/>
            </a:xfrm>
            <a:custGeom>
              <a:avLst/>
              <a:gdLst/>
              <a:ahLst/>
              <a:cxnLst/>
              <a:rect l="l" t="t" r="r" b="b"/>
              <a:pathLst>
                <a:path w="255904" h="179705">
                  <a:moveTo>
                    <a:pt x="254380" y="0"/>
                  </a:moveTo>
                  <a:lnTo>
                    <a:pt x="253746" y="253"/>
                  </a:lnTo>
                  <a:lnTo>
                    <a:pt x="761" y="174751"/>
                  </a:lnTo>
                  <a:lnTo>
                    <a:pt x="0" y="176022"/>
                  </a:lnTo>
                  <a:lnTo>
                    <a:pt x="0" y="177673"/>
                  </a:lnTo>
                  <a:lnTo>
                    <a:pt x="253" y="178562"/>
                  </a:lnTo>
                  <a:lnTo>
                    <a:pt x="1270" y="179197"/>
                  </a:lnTo>
                  <a:lnTo>
                    <a:pt x="1904" y="178942"/>
                  </a:lnTo>
                  <a:lnTo>
                    <a:pt x="254888" y="4444"/>
                  </a:lnTo>
                  <a:lnTo>
                    <a:pt x="255777" y="3175"/>
                  </a:lnTo>
                  <a:lnTo>
                    <a:pt x="255777" y="2286"/>
                  </a:lnTo>
                  <a:lnTo>
                    <a:pt x="255397" y="635"/>
                  </a:lnTo>
                  <a:lnTo>
                    <a:pt x="254380" y="0"/>
                  </a:lnTo>
                  <a:close/>
                </a:path>
              </a:pathLst>
            </a:custGeom>
            <a:solidFill>
              <a:srgbClr val="79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9887712" y="1758695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4" h="181610">
                  <a:moveTo>
                    <a:pt x="254254" y="0"/>
                  </a:moveTo>
                  <a:lnTo>
                    <a:pt x="253619" y="253"/>
                  </a:lnTo>
                  <a:lnTo>
                    <a:pt x="0" y="177164"/>
                  </a:lnTo>
                  <a:lnTo>
                    <a:pt x="1143" y="181355"/>
                  </a:lnTo>
                  <a:lnTo>
                    <a:pt x="254762" y="4444"/>
                  </a:lnTo>
                  <a:lnTo>
                    <a:pt x="255651" y="3175"/>
                  </a:lnTo>
                  <a:lnTo>
                    <a:pt x="255651" y="2286"/>
                  </a:lnTo>
                  <a:lnTo>
                    <a:pt x="255270" y="762"/>
                  </a:lnTo>
                  <a:lnTo>
                    <a:pt x="254254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870948" y="1935479"/>
              <a:ext cx="80770" cy="256032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151364" y="1757171"/>
              <a:ext cx="82294" cy="242315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901428" y="1761743"/>
              <a:ext cx="324230" cy="755395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9442704" y="2849879"/>
              <a:ext cx="429895" cy="821690"/>
            </a:xfrm>
            <a:custGeom>
              <a:avLst/>
              <a:gdLst/>
              <a:ahLst/>
              <a:cxnLst/>
              <a:rect l="l" t="t" r="r" b="b"/>
              <a:pathLst>
                <a:path w="429895" h="821689">
                  <a:moveTo>
                    <a:pt x="112776" y="819023"/>
                  </a:moveTo>
                  <a:lnTo>
                    <a:pt x="112649" y="817880"/>
                  </a:lnTo>
                  <a:lnTo>
                    <a:pt x="110109" y="809371"/>
                  </a:lnTo>
                  <a:lnTo>
                    <a:pt x="110871" y="807466"/>
                  </a:lnTo>
                  <a:lnTo>
                    <a:pt x="111633" y="804037"/>
                  </a:lnTo>
                  <a:lnTo>
                    <a:pt x="112141" y="799846"/>
                  </a:lnTo>
                  <a:lnTo>
                    <a:pt x="112268" y="794893"/>
                  </a:lnTo>
                  <a:lnTo>
                    <a:pt x="111887" y="789051"/>
                  </a:lnTo>
                  <a:lnTo>
                    <a:pt x="110871" y="782574"/>
                  </a:lnTo>
                  <a:lnTo>
                    <a:pt x="109093" y="775716"/>
                  </a:lnTo>
                  <a:lnTo>
                    <a:pt x="108839" y="775843"/>
                  </a:lnTo>
                  <a:lnTo>
                    <a:pt x="28067" y="506222"/>
                  </a:lnTo>
                  <a:lnTo>
                    <a:pt x="25654" y="497586"/>
                  </a:lnTo>
                  <a:lnTo>
                    <a:pt x="16383" y="494284"/>
                  </a:lnTo>
                  <a:lnTo>
                    <a:pt x="11303" y="505079"/>
                  </a:lnTo>
                  <a:lnTo>
                    <a:pt x="92075" y="789178"/>
                  </a:lnTo>
                  <a:lnTo>
                    <a:pt x="107188" y="810895"/>
                  </a:lnTo>
                  <a:lnTo>
                    <a:pt x="106807" y="811149"/>
                  </a:lnTo>
                  <a:lnTo>
                    <a:pt x="109728" y="820547"/>
                  </a:lnTo>
                  <a:lnTo>
                    <a:pt x="110998" y="821309"/>
                  </a:lnTo>
                  <a:lnTo>
                    <a:pt x="112268" y="820547"/>
                  </a:lnTo>
                  <a:lnTo>
                    <a:pt x="112649" y="819912"/>
                  </a:lnTo>
                  <a:lnTo>
                    <a:pt x="112776" y="819023"/>
                  </a:lnTo>
                  <a:close/>
                </a:path>
                <a:path w="429895" h="821689">
                  <a:moveTo>
                    <a:pt x="429768" y="591185"/>
                  </a:moveTo>
                  <a:lnTo>
                    <a:pt x="429006" y="586359"/>
                  </a:lnTo>
                  <a:lnTo>
                    <a:pt x="354076" y="339979"/>
                  </a:lnTo>
                  <a:lnTo>
                    <a:pt x="357632" y="337439"/>
                  </a:lnTo>
                  <a:lnTo>
                    <a:pt x="291338" y="115697"/>
                  </a:lnTo>
                  <a:lnTo>
                    <a:pt x="286766" y="118872"/>
                  </a:lnTo>
                  <a:lnTo>
                    <a:pt x="252730" y="7112"/>
                  </a:lnTo>
                  <a:lnTo>
                    <a:pt x="245237" y="0"/>
                  </a:lnTo>
                  <a:lnTo>
                    <a:pt x="243586" y="254"/>
                  </a:lnTo>
                  <a:lnTo>
                    <a:pt x="4572" y="164973"/>
                  </a:lnTo>
                  <a:lnTo>
                    <a:pt x="0" y="176911"/>
                  </a:lnTo>
                  <a:lnTo>
                    <a:pt x="635" y="181610"/>
                  </a:lnTo>
                  <a:lnTo>
                    <a:pt x="32258" y="293243"/>
                  </a:lnTo>
                  <a:lnTo>
                    <a:pt x="28067" y="296164"/>
                  </a:lnTo>
                  <a:lnTo>
                    <a:pt x="91059" y="519938"/>
                  </a:lnTo>
                  <a:lnTo>
                    <a:pt x="95631" y="516763"/>
                  </a:lnTo>
                  <a:lnTo>
                    <a:pt x="169545" y="777113"/>
                  </a:lnTo>
                  <a:lnTo>
                    <a:pt x="177038" y="784479"/>
                  </a:lnTo>
                  <a:lnTo>
                    <a:pt x="178562" y="784225"/>
                  </a:lnTo>
                  <a:lnTo>
                    <a:pt x="425196" y="603123"/>
                  </a:lnTo>
                  <a:lnTo>
                    <a:pt x="429514" y="593598"/>
                  </a:lnTo>
                  <a:lnTo>
                    <a:pt x="429768" y="591185"/>
                  </a:lnTo>
                  <a:close/>
                </a:path>
              </a:pathLst>
            </a:custGeom>
            <a:solidFill>
              <a:srgbClr val="6B68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735312" y="2951987"/>
              <a:ext cx="80770" cy="242315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9430512" y="2924555"/>
              <a:ext cx="330200" cy="403860"/>
            </a:xfrm>
            <a:custGeom>
              <a:avLst/>
              <a:gdLst/>
              <a:ahLst/>
              <a:cxnLst/>
              <a:rect l="l" t="t" r="r" b="b"/>
              <a:pathLst>
                <a:path w="330200" h="403860">
                  <a:moveTo>
                    <a:pt x="263779" y="0"/>
                  </a:moveTo>
                  <a:lnTo>
                    <a:pt x="0" y="180213"/>
                  </a:lnTo>
                  <a:lnTo>
                    <a:pt x="63119" y="403733"/>
                  </a:lnTo>
                  <a:lnTo>
                    <a:pt x="330200" y="221488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2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9403080" y="2808731"/>
              <a:ext cx="429895" cy="784860"/>
            </a:xfrm>
            <a:custGeom>
              <a:avLst/>
              <a:gdLst/>
              <a:ahLst/>
              <a:cxnLst/>
              <a:rect l="l" t="t" r="r" b="b"/>
              <a:pathLst>
                <a:path w="429895" h="784860">
                  <a:moveTo>
                    <a:pt x="245237" y="0"/>
                  </a:moveTo>
                  <a:lnTo>
                    <a:pt x="243586" y="253"/>
                  </a:lnTo>
                  <a:lnTo>
                    <a:pt x="4572" y="165100"/>
                  </a:lnTo>
                  <a:lnTo>
                    <a:pt x="0" y="177037"/>
                  </a:lnTo>
                  <a:lnTo>
                    <a:pt x="253" y="179323"/>
                  </a:lnTo>
                  <a:lnTo>
                    <a:pt x="169672" y="777239"/>
                  </a:lnTo>
                  <a:lnTo>
                    <a:pt x="177165" y="784732"/>
                  </a:lnTo>
                  <a:lnTo>
                    <a:pt x="178689" y="784478"/>
                  </a:lnTo>
                  <a:lnTo>
                    <a:pt x="425196" y="603376"/>
                  </a:lnTo>
                  <a:lnTo>
                    <a:pt x="429641" y="593851"/>
                  </a:lnTo>
                  <a:lnTo>
                    <a:pt x="429768" y="591312"/>
                  </a:lnTo>
                  <a:lnTo>
                    <a:pt x="429641" y="588898"/>
                  </a:lnTo>
                  <a:lnTo>
                    <a:pt x="429133" y="586613"/>
                  </a:lnTo>
                  <a:lnTo>
                    <a:pt x="256794" y="20573"/>
                  </a:lnTo>
                  <a:lnTo>
                    <a:pt x="257048" y="20319"/>
                  </a:lnTo>
                  <a:lnTo>
                    <a:pt x="246761" y="253"/>
                  </a:lnTo>
                  <a:lnTo>
                    <a:pt x="245237" y="0"/>
                  </a:lnTo>
                  <a:close/>
                </a:path>
              </a:pathLst>
            </a:custGeom>
            <a:solidFill>
              <a:srgbClr val="B8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403080" y="2808731"/>
              <a:ext cx="255650" cy="193420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9424543" y="2889503"/>
              <a:ext cx="255904" cy="179705"/>
            </a:xfrm>
            <a:custGeom>
              <a:avLst/>
              <a:gdLst/>
              <a:ahLst/>
              <a:cxnLst/>
              <a:rect l="l" t="t" r="r" b="b"/>
              <a:pathLst>
                <a:path w="255904" h="179705">
                  <a:moveTo>
                    <a:pt x="254380" y="0"/>
                  </a:moveTo>
                  <a:lnTo>
                    <a:pt x="253746" y="254"/>
                  </a:lnTo>
                  <a:lnTo>
                    <a:pt x="761" y="174751"/>
                  </a:lnTo>
                  <a:lnTo>
                    <a:pt x="0" y="176022"/>
                  </a:lnTo>
                  <a:lnTo>
                    <a:pt x="0" y="177673"/>
                  </a:lnTo>
                  <a:lnTo>
                    <a:pt x="253" y="178562"/>
                  </a:lnTo>
                  <a:lnTo>
                    <a:pt x="1270" y="179197"/>
                  </a:lnTo>
                  <a:lnTo>
                    <a:pt x="1904" y="178943"/>
                  </a:lnTo>
                  <a:lnTo>
                    <a:pt x="254888" y="4445"/>
                  </a:lnTo>
                  <a:lnTo>
                    <a:pt x="255777" y="3175"/>
                  </a:lnTo>
                  <a:lnTo>
                    <a:pt x="255777" y="2286"/>
                  </a:lnTo>
                  <a:lnTo>
                    <a:pt x="255397" y="635"/>
                  </a:lnTo>
                  <a:lnTo>
                    <a:pt x="254380" y="0"/>
                  </a:lnTo>
                  <a:close/>
                </a:path>
              </a:pathLst>
            </a:custGeom>
            <a:solidFill>
              <a:srgbClr val="79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9430512" y="2909315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4" h="182880">
                  <a:moveTo>
                    <a:pt x="254254" y="0"/>
                  </a:moveTo>
                  <a:lnTo>
                    <a:pt x="253619" y="254"/>
                  </a:lnTo>
                  <a:lnTo>
                    <a:pt x="0" y="178562"/>
                  </a:lnTo>
                  <a:lnTo>
                    <a:pt x="1143" y="182880"/>
                  </a:lnTo>
                  <a:lnTo>
                    <a:pt x="255270" y="3937"/>
                  </a:lnTo>
                  <a:lnTo>
                    <a:pt x="255651" y="3175"/>
                  </a:lnTo>
                  <a:lnTo>
                    <a:pt x="255651" y="2412"/>
                  </a:lnTo>
                  <a:lnTo>
                    <a:pt x="255270" y="762"/>
                  </a:lnTo>
                  <a:lnTo>
                    <a:pt x="254254" y="0"/>
                  </a:lnTo>
                  <a:close/>
                </a:path>
              </a:pathLst>
            </a:custGeom>
            <a:solidFill>
              <a:srgbClr val="EB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413748" y="3087623"/>
              <a:ext cx="80770" cy="254508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694164" y="2907791"/>
              <a:ext cx="82294" cy="243839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444228" y="2912363"/>
              <a:ext cx="324230" cy="755523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9250680" y="1944623"/>
              <a:ext cx="381000" cy="384175"/>
            </a:xfrm>
            <a:custGeom>
              <a:avLst/>
              <a:gdLst/>
              <a:ahLst/>
              <a:cxnLst/>
              <a:rect l="l" t="t" r="r" b="b"/>
              <a:pathLst>
                <a:path w="381000" h="384175">
                  <a:moveTo>
                    <a:pt x="308229" y="197104"/>
                  </a:moveTo>
                  <a:lnTo>
                    <a:pt x="301371" y="186563"/>
                  </a:lnTo>
                  <a:lnTo>
                    <a:pt x="61087" y="337693"/>
                  </a:lnTo>
                  <a:lnTo>
                    <a:pt x="44196" y="310896"/>
                  </a:lnTo>
                  <a:lnTo>
                    <a:pt x="0" y="383667"/>
                  </a:lnTo>
                  <a:lnTo>
                    <a:pt x="84836" y="375285"/>
                  </a:lnTo>
                  <a:lnTo>
                    <a:pt x="67945" y="348488"/>
                  </a:lnTo>
                  <a:lnTo>
                    <a:pt x="308229" y="197104"/>
                  </a:lnTo>
                  <a:close/>
                </a:path>
                <a:path w="381000" h="384175">
                  <a:moveTo>
                    <a:pt x="381000" y="0"/>
                  </a:moveTo>
                  <a:lnTo>
                    <a:pt x="296164" y="8382"/>
                  </a:lnTo>
                  <a:lnTo>
                    <a:pt x="313055" y="35179"/>
                  </a:lnTo>
                  <a:lnTo>
                    <a:pt x="72771" y="186563"/>
                  </a:lnTo>
                  <a:lnTo>
                    <a:pt x="79629" y="197104"/>
                  </a:lnTo>
                  <a:lnTo>
                    <a:pt x="319913" y="45974"/>
                  </a:lnTo>
                  <a:lnTo>
                    <a:pt x="336804" y="7289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9326880" y="2136647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9860280" y="2520695"/>
              <a:ext cx="381000" cy="384175"/>
            </a:xfrm>
            <a:custGeom>
              <a:avLst/>
              <a:gdLst/>
              <a:ahLst/>
              <a:cxnLst/>
              <a:rect l="l" t="t" r="r" b="b"/>
              <a:pathLst>
                <a:path w="381000" h="384175">
                  <a:moveTo>
                    <a:pt x="308229" y="197231"/>
                  </a:moveTo>
                  <a:lnTo>
                    <a:pt x="301371" y="186563"/>
                  </a:lnTo>
                  <a:lnTo>
                    <a:pt x="61087" y="337820"/>
                  </a:lnTo>
                  <a:lnTo>
                    <a:pt x="44196" y="310896"/>
                  </a:lnTo>
                  <a:lnTo>
                    <a:pt x="0" y="383794"/>
                  </a:lnTo>
                  <a:lnTo>
                    <a:pt x="84836" y="375412"/>
                  </a:lnTo>
                  <a:lnTo>
                    <a:pt x="67818" y="348488"/>
                  </a:lnTo>
                  <a:lnTo>
                    <a:pt x="308229" y="197231"/>
                  </a:lnTo>
                  <a:close/>
                </a:path>
                <a:path w="381000" h="384175">
                  <a:moveTo>
                    <a:pt x="381000" y="0"/>
                  </a:moveTo>
                  <a:lnTo>
                    <a:pt x="296164" y="8382"/>
                  </a:lnTo>
                  <a:lnTo>
                    <a:pt x="313055" y="35179"/>
                  </a:lnTo>
                  <a:lnTo>
                    <a:pt x="72771" y="186563"/>
                  </a:lnTo>
                  <a:lnTo>
                    <a:pt x="79629" y="197231"/>
                  </a:lnTo>
                  <a:lnTo>
                    <a:pt x="319913" y="46101"/>
                  </a:lnTo>
                  <a:lnTo>
                    <a:pt x="336804" y="7289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9936480" y="2712719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11189589" y="3880230"/>
            <a:ext cx="543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imes New Roman"/>
                <a:cs typeface="Times New Roman"/>
              </a:rPr>
              <a:t>BSS2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0066401" y="6461861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1242040" y="1756028"/>
            <a:ext cx="543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imes New Roman"/>
                <a:cs typeface="Times New Roman"/>
              </a:rPr>
              <a:t>BSS1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10487279" y="1794129"/>
            <a:ext cx="5213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 MT"/>
                <a:cs typeface="Arial MT"/>
              </a:rPr>
              <a:t>STA</a:t>
            </a:r>
            <a:r>
              <a:rPr sz="1575" spc="-30" baseline="-15873" dirty="0">
                <a:latin typeface="Arial MT"/>
                <a:cs typeface="Arial MT"/>
              </a:rPr>
              <a:t>1</a:t>
            </a:r>
            <a:endParaRPr sz="1575" baseline="-15873">
              <a:latin typeface="Arial MT"/>
              <a:cs typeface="Arial MT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9071864" y="4551679"/>
            <a:ext cx="398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5" dirty="0">
                <a:latin typeface="Arial MT"/>
                <a:cs typeface="Arial MT"/>
              </a:rPr>
              <a:t>STA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9442195" y="4661408"/>
            <a:ext cx="1003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10831321" y="4478223"/>
            <a:ext cx="5213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 MT"/>
                <a:cs typeface="Arial MT"/>
              </a:rPr>
              <a:t>STA</a:t>
            </a:r>
            <a:r>
              <a:rPr sz="1575" spc="-30" baseline="-18518" dirty="0">
                <a:latin typeface="Arial MT"/>
                <a:cs typeface="Arial MT"/>
              </a:rPr>
              <a:t>4</a:t>
            </a:r>
            <a:endParaRPr sz="1575" baseline="-18518">
              <a:latin typeface="Arial MT"/>
              <a:cs typeface="Arial MT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10860023" y="5675172"/>
            <a:ext cx="521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 MT"/>
                <a:cs typeface="Arial MT"/>
              </a:rPr>
              <a:t>STA</a:t>
            </a:r>
            <a:r>
              <a:rPr sz="1575" spc="-30" baseline="-15873" dirty="0">
                <a:latin typeface="Arial MT"/>
                <a:cs typeface="Arial MT"/>
              </a:rPr>
              <a:t>5</a:t>
            </a:r>
            <a:endParaRPr sz="1575" baseline="-15873">
              <a:latin typeface="Arial MT"/>
              <a:cs typeface="Arial MT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10079990" y="3235198"/>
            <a:ext cx="5213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 MT"/>
                <a:cs typeface="Arial MT"/>
              </a:rPr>
              <a:t>STA</a:t>
            </a:r>
            <a:r>
              <a:rPr sz="1575" spc="-30" baseline="-15873" dirty="0">
                <a:latin typeface="Arial MT"/>
                <a:cs typeface="Arial MT"/>
              </a:rPr>
              <a:t>2</a:t>
            </a:r>
            <a:endParaRPr sz="1575" baseline="-15873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WLAN</a:t>
            </a:r>
            <a:r>
              <a:rPr b="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Topology</a:t>
            </a:r>
            <a:r>
              <a:rPr b="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Infrastructure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4728" y="1418844"/>
            <a:ext cx="6367272" cy="447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392" y="1526679"/>
            <a:ext cx="5186045" cy="37750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20" dirty="0">
                <a:latin typeface="Times New Roman"/>
                <a:cs typeface="Times New Roman"/>
              </a:rPr>
              <a:t>transmission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priority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levels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Times New Roman"/>
                <a:cs typeface="Times New Roman"/>
              </a:rPr>
              <a:t>monitors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755015" marR="81915" lvl="1" indent="-285750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mobile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stations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roam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from 	</a:t>
            </a:r>
            <a:r>
              <a:rPr sz="2400" dirty="0">
                <a:latin typeface="Times New Roman"/>
                <a:cs typeface="Times New Roman"/>
              </a:rPr>
              <a:t>cell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cell.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5600" algn="l"/>
                <a:tab pos="141605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traffic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mobile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another</a:t>
            </a:r>
            <a:r>
              <a:rPr sz="2400" dirty="0">
                <a:latin typeface="Times New Roman"/>
                <a:cs typeface="Times New Roman"/>
              </a:rPr>
              <a:t>	mobile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coverage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backbone.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232" rIns="0" bIns="0" rtlCol="0">
            <a:spAutoFit/>
          </a:bodyPr>
          <a:lstStyle/>
          <a:p>
            <a:pPr marL="2072639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Infrastructure</a:t>
            </a:r>
            <a:r>
              <a:rPr b="0" spc="-2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WLAN</a:t>
            </a:r>
            <a:r>
              <a:rPr b="0" spc="-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619" y="1673098"/>
            <a:ext cx="11572240" cy="34702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marR="326390" indent="-342900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355600" algn="l"/>
                <a:tab pos="8239759" algn="l"/>
              </a:tabLst>
            </a:pPr>
            <a:r>
              <a:rPr sz="2800" spc="-10" dirty="0">
                <a:solidFill>
                  <a:srgbClr val="990033"/>
                </a:solidFill>
                <a:latin typeface="Times New Roman"/>
                <a:cs typeface="Times New Roman"/>
              </a:rPr>
              <a:t>Station</a:t>
            </a:r>
            <a:r>
              <a:rPr sz="2800" spc="-12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2800" spc="-90" dirty="0">
                <a:solidFill>
                  <a:srgbClr val="990033"/>
                </a:solidFill>
                <a:latin typeface="Times New Roman"/>
                <a:cs typeface="Times New Roman"/>
              </a:rPr>
              <a:t>(STA)</a:t>
            </a:r>
            <a:r>
              <a:rPr sz="2800" spc="-90" dirty="0">
                <a:solidFill>
                  <a:srgbClr val="1F477B"/>
                </a:solidFill>
                <a:latin typeface="Times New Roman"/>
                <a:cs typeface="Times New Roman"/>
              </a:rPr>
              <a:t>:</a:t>
            </a:r>
            <a:r>
              <a:rPr sz="2800" spc="-8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terminal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mechanisms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wireless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medium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radio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contact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point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354965" algn="l"/>
                <a:tab pos="7881620" algn="l"/>
              </a:tabLst>
            </a:pPr>
            <a:r>
              <a:rPr sz="2800" dirty="0">
                <a:solidFill>
                  <a:srgbClr val="990033"/>
                </a:solidFill>
                <a:latin typeface="Times New Roman"/>
                <a:cs typeface="Times New Roman"/>
              </a:rPr>
              <a:t>Basic</a:t>
            </a:r>
            <a:r>
              <a:rPr sz="2800" spc="-100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33"/>
                </a:solidFill>
                <a:latin typeface="Times New Roman"/>
                <a:cs typeface="Times New Roman"/>
              </a:rPr>
              <a:t>Service</a:t>
            </a:r>
            <a:r>
              <a:rPr sz="2800" spc="-9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33"/>
                </a:solidFill>
                <a:latin typeface="Times New Roman"/>
                <a:cs typeface="Times New Roman"/>
              </a:rPr>
              <a:t>Set</a:t>
            </a:r>
            <a:r>
              <a:rPr sz="2800" spc="-70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33"/>
                </a:solidFill>
                <a:latin typeface="Times New Roman"/>
                <a:cs typeface="Times New Roman"/>
              </a:rPr>
              <a:t>(BSS)</a:t>
            </a:r>
            <a:r>
              <a:rPr sz="2800" dirty="0">
                <a:solidFill>
                  <a:srgbClr val="1F477B"/>
                </a:solidFill>
                <a:latin typeface="Times New Roman"/>
                <a:cs typeface="Times New Roman"/>
              </a:rPr>
              <a:t>:</a:t>
            </a:r>
            <a:r>
              <a:rPr sz="2800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group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stations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same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radio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frequency</a:t>
            </a:r>
            <a:endParaRPr sz="2800">
              <a:latin typeface="Times New Roman"/>
              <a:cs typeface="Times New Roman"/>
            </a:endParaRPr>
          </a:p>
          <a:p>
            <a:pPr marL="355600" marR="662305" indent="-342900">
              <a:lnSpc>
                <a:spcPts val="3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  <a:tab pos="8152765" algn="l"/>
              </a:tabLst>
            </a:pPr>
            <a:r>
              <a:rPr sz="2800" dirty="0">
                <a:solidFill>
                  <a:srgbClr val="990033"/>
                </a:solidFill>
                <a:latin typeface="Times New Roman"/>
                <a:cs typeface="Times New Roman"/>
              </a:rPr>
              <a:t>Access</a:t>
            </a:r>
            <a:r>
              <a:rPr sz="2800" spc="-10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990033"/>
                </a:solidFill>
                <a:latin typeface="Times New Roman"/>
                <a:cs typeface="Times New Roman"/>
              </a:rPr>
              <a:t>Point</a:t>
            </a:r>
            <a:r>
              <a:rPr sz="2800" spc="-10" dirty="0">
                <a:solidFill>
                  <a:srgbClr val="1F477B"/>
                </a:solidFill>
                <a:latin typeface="Times New Roman"/>
                <a:cs typeface="Times New Roman"/>
              </a:rPr>
              <a:t>:</a:t>
            </a:r>
            <a:r>
              <a:rPr sz="2800" spc="-11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station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integrated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wireless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LAN</a:t>
            </a:r>
            <a:r>
              <a:rPr sz="2800" dirty="0">
                <a:latin typeface="Times New Roman"/>
                <a:cs typeface="Times New Roman"/>
              </a:rPr>
              <a:t>	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distribution system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solidFill>
                  <a:srgbClr val="990033"/>
                </a:solidFill>
                <a:latin typeface="Times New Roman"/>
                <a:cs typeface="Times New Roman"/>
              </a:rPr>
              <a:t>Portal</a:t>
            </a:r>
            <a:r>
              <a:rPr sz="2800" spc="-10" dirty="0">
                <a:solidFill>
                  <a:srgbClr val="1F477B"/>
                </a:solidFill>
                <a:latin typeface="Times New Roman"/>
                <a:cs typeface="Times New Roman"/>
              </a:rPr>
              <a:t>:</a:t>
            </a:r>
            <a:r>
              <a:rPr sz="2800" spc="-11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bridge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(wired)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networks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  <a:tab pos="2219325" algn="l"/>
                <a:tab pos="3505835" algn="l"/>
                <a:tab pos="5468620" algn="l"/>
                <a:tab pos="5849620" algn="l"/>
                <a:tab pos="7166609" algn="l"/>
                <a:tab pos="7604125" algn="l"/>
                <a:tab pos="8609965" algn="l"/>
                <a:tab pos="9282430" algn="l"/>
                <a:tab pos="10401300" algn="l"/>
              </a:tabLst>
            </a:pPr>
            <a:r>
              <a:rPr sz="2800" spc="-10" dirty="0">
                <a:solidFill>
                  <a:srgbClr val="990033"/>
                </a:solidFill>
                <a:latin typeface="Times New Roman"/>
                <a:cs typeface="Times New Roman"/>
              </a:rPr>
              <a:t>Distribution</a:t>
            </a:r>
            <a:r>
              <a:rPr sz="2800" dirty="0">
                <a:solidFill>
                  <a:srgbClr val="990033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990033"/>
                </a:solidFill>
                <a:latin typeface="Times New Roman"/>
                <a:cs typeface="Times New Roman"/>
              </a:rPr>
              <a:t>System</a:t>
            </a:r>
            <a:r>
              <a:rPr sz="2800" spc="-10" dirty="0">
                <a:solidFill>
                  <a:srgbClr val="1F477B"/>
                </a:solidFill>
                <a:latin typeface="Times New Roman"/>
                <a:cs typeface="Times New Roman"/>
              </a:rPr>
              <a:t>:</a:t>
            </a:r>
            <a:r>
              <a:rPr sz="2800" dirty="0">
                <a:solidFill>
                  <a:srgbClr val="1F477B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interconnection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network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form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one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logical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network </a:t>
            </a:r>
            <a:r>
              <a:rPr sz="2800" dirty="0">
                <a:latin typeface="Times New Roman"/>
                <a:cs typeface="Times New Roman"/>
              </a:rPr>
              <a:t>(ESS: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Extended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Set)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based</a:t>
            </a:r>
            <a:r>
              <a:rPr sz="2800" dirty="0">
                <a:latin typeface="Times New Roman"/>
                <a:cs typeface="Times New Roman"/>
              </a:rPr>
              <a:t>	on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several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BSS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78379" y="5487923"/>
            <a:ext cx="3810000" cy="762000"/>
          </a:xfrm>
          <a:custGeom>
            <a:avLst/>
            <a:gdLst/>
            <a:ahLst/>
            <a:cxnLst/>
            <a:rect l="l" t="t" r="r" b="b"/>
            <a:pathLst>
              <a:path w="3810000" h="762000">
                <a:moveTo>
                  <a:pt x="3810000" y="0"/>
                </a:moveTo>
                <a:lnTo>
                  <a:pt x="0" y="0"/>
                </a:lnTo>
                <a:lnTo>
                  <a:pt x="0" y="761999"/>
                </a:lnTo>
                <a:lnTo>
                  <a:pt x="3810000" y="761999"/>
                </a:lnTo>
                <a:lnTo>
                  <a:pt x="3810000" y="0"/>
                </a:lnTo>
                <a:close/>
              </a:path>
            </a:pathLst>
          </a:custGeom>
          <a:solidFill>
            <a:srgbClr val="DAD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524" rIns="0" bIns="0" rtlCol="0">
            <a:spAutoFit/>
          </a:bodyPr>
          <a:lstStyle/>
          <a:p>
            <a:pPr marL="2072639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WLAN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TCP/IP</a:t>
            </a:r>
            <a:r>
              <a:rPr b="0" spc="-2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stack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52992" y="2408110"/>
            <a:ext cx="1221105" cy="1437005"/>
            <a:chOff x="2352992" y="2408110"/>
            <a:chExt cx="1221105" cy="1437005"/>
          </a:xfrm>
        </p:grpSpPr>
        <p:sp>
          <p:nvSpPr>
            <p:cNvPr id="5" name="object 5"/>
            <p:cNvSpPr/>
            <p:nvPr/>
          </p:nvSpPr>
          <p:spPr>
            <a:xfrm>
              <a:off x="3169919" y="3381756"/>
              <a:ext cx="360680" cy="461645"/>
            </a:xfrm>
            <a:custGeom>
              <a:avLst/>
              <a:gdLst/>
              <a:ahLst/>
              <a:cxnLst/>
              <a:rect l="l" t="t" r="r" b="b"/>
              <a:pathLst>
                <a:path w="360679" h="461645">
                  <a:moveTo>
                    <a:pt x="360680" y="0"/>
                  </a:moveTo>
                  <a:lnTo>
                    <a:pt x="306578" y="30226"/>
                  </a:lnTo>
                  <a:lnTo>
                    <a:pt x="148970" y="227203"/>
                  </a:lnTo>
                  <a:lnTo>
                    <a:pt x="0" y="378714"/>
                  </a:lnTo>
                  <a:lnTo>
                    <a:pt x="0" y="461518"/>
                  </a:lnTo>
                  <a:lnTo>
                    <a:pt x="360680" y="121031"/>
                  </a:lnTo>
                  <a:lnTo>
                    <a:pt x="360680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69919" y="3381756"/>
              <a:ext cx="360680" cy="461645"/>
            </a:xfrm>
            <a:custGeom>
              <a:avLst/>
              <a:gdLst/>
              <a:ahLst/>
              <a:cxnLst/>
              <a:rect l="l" t="t" r="r" b="b"/>
              <a:pathLst>
                <a:path w="360679" h="461645">
                  <a:moveTo>
                    <a:pt x="306578" y="30226"/>
                  </a:moveTo>
                  <a:lnTo>
                    <a:pt x="148970" y="227203"/>
                  </a:lnTo>
                  <a:lnTo>
                    <a:pt x="0" y="378714"/>
                  </a:lnTo>
                  <a:lnTo>
                    <a:pt x="0" y="461518"/>
                  </a:lnTo>
                  <a:lnTo>
                    <a:pt x="360680" y="121031"/>
                  </a:lnTo>
                  <a:lnTo>
                    <a:pt x="360680" y="0"/>
                  </a:lnTo>
                  <a:lnTo>
                    <a:pt x="306578" y="302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54579" y="3540252"/>
              <a:ext cx="815340" cy="300355"/>
            </a:xfrm>
            <a:custGeom>
              <a:avLst/>
              <a:gdLst/>
              <a:ahLst/>
              <a:cxnLst/>
              <a:rect l="l" t="t" r="r" b="b"/>
              <a:pathLst>
                <a:path w="815339" h="300354">
                  <a:moveTo>
                    <a:pt x="21589" y="0"/>
                  </a:moveTo>
                  <a:lnTo>
                    <a:pt x="0" y="6476"/>
                  </a:lnTo>
                  <a:lnTo>
                    <a:pt x="0" y="58547"/>
                  </a:lnTo>
                  <a:lnTo>
                    <a:pt x="815086" y="299847"/>
                  </a:lnTo>
                  <a:lnTo>
                    <a:pt x="815086" y="247777"/>
                  </a:lnTo>
                  <a:lnTo>
                    <a:pt x="799592" y="234696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54579" y="3540252"/>
              <a:ext cx="815340" cy="300355"/>
            </a:xfrm>
            <a:custGeom>
              <a:avLst/>
              <a:gdLst/>
              <a:ahLst/>
              <a:cxnLst/>
              <a:rect l="l" t="t" r="r" b="b"/>
              <a:pathLst>
                <a:path w="815339" h="300354">
                  <a:moveTo>
                    <a:pt x="0" y="6476"/>
                  </a:moveTo>
                  <a:lnTo>
                    <a:pt x="0" y="58547"/>
                  </a:lnTo>
                  <a:lnTo>
                    <a:pt x="815086" y="299847"/>
                  </a:lnTo>
                  <a:lnTo>
                    <a:pt x="815086" y="247777"/>
                  </a:lnTo>
                  <a:lnTo>
                    <a:pt x="799592" y="234696"/>
                  </a:lnTo>
                  <a:lnTo>
                    <a:pt x="21589" y="0"/>
                  </a:lnTo>
                  <a:lnTo>
                    <a:pt x="0" y="64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9751" y="3491484"/>
              <a:ext cx="137160" cy="1554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61843" y="3381756"/>
              <a:ext cx="789305" cy="207645"/>
            </a:xfrm>
            <a:custGeom>
              <a:avLst/>
              <a:gdLst/>
              <a:ahLst/>
              <a:cxnLst/>
              <a:rect l="l" t="t" r="r" b="b"/>
              <a:pathLst>
                <a:path w="789304" h="207645">
                  <a:moveTo>
                    <a:pt x="0" y="0"/>
                  </a:moveTo>
                  <a:lnTo>
                    <a:pt x="789178" y="20713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4579" y="3326892"/>
              <a:ext cx="1176655" cy="460375"/>
            </a:xfrm>
            <a:custGeom>
              <a:avLst/>
              <a:gdLst/>
              <a:ahLst/>
              <a:cxnLst/>
              <a:rect l="l" t="t" r="r" b="b"/>
              <a:pathLst>
                <a:path w="1176654" h="460375">
                  <a:moveTo>
                    <a:pt x="283971" y="0"/>
                  </a:moveTo>
                  <a:lnTo>
                    <a:pt x="205105" y="55118"/>
                  </a:lnTo>
                  <a:lnTo>
                    <a:pt x="205105" y="70612"/>
                  </a:lnTo>
                  <a:lnTo>
                    <a:pt x="0" y="216408"/>
                  </a:lnTo>
                  <a:lnTo>
                    <a:pt x="814958" y="460121"/>
                  </a:lnTo>
                  <a:lnTo>
                    <a:pt x="995933" y="285115"/>
                  </a:lnTo>
                  <a:lnTo>
                    <a:pt x="995933" y="261874"/>
                  </a:lnTo>
                  <a:lnTo>
                    <a:pt x="1075562" y="186309"/>
                  </a:lnTo>
                  <a:lnTo>
                    <a:pt x="1093723" y="132587"/>
                  </a:lnTo>
                  <a:lnTo>
                    <a:pt x="1176400" y="55118"/>
                  </a:lnTo>
                  <a:lnTo>
                    <a:pt x="1110360" y="40132"/>
                  </a:lnTo>
                  <a:lnTo>
                    <a:pt x="381000" y="25146"/>
                  </a:lnTo>
                  <a:lnTo>
                    <a:pt x="283971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54579" y="3326892"/>
              <a:ext cx="1176655" cy="460375"/>
            </a:xfrm>
            <a:custGeom>
              <a:avLst/>
              <a:gdLst/>
              <a:ahLst/>
              <a:cxnLst/>
              <a:rect l="l" t="t" r="r" b="b"/>
              <a:pathLst>
                <a:path w="1176654" h="460375">
                  <a:moveTo>
                    <a:pt x="283971" y="0"/>
                  </a:moveTo>
                  <a:lnTo>
                    <a:pt x="205105" y="55118"/>
                  </a:lnTo>
                  <a:lnTo>
                    <a:pt x="205105" y="70612"/>
                  </a:lnTo>
                  <a:lnTo>
                    <a:pt x="0" y="216408"/>
                  </a:lnTo>
                  <a:lnTo>
                    <a:pt x="814958" y="460121"/>
                  </a:lnTo>
                  <a:lnTo>
                    <a:pt x="995933" y="285115"/>
                  </a:lnTo>
                  <a:lnTo>
                    <a:pt x="995933" y="261874"/>
                  </a:lnTo>
                  <a:lnTo>
                    <a:pt x="1075562" y="186309"/>
                  </a:lnTo>
                  <a:lnTo>
                    <a:pt x="1093723" y="132587"/>
                  </a:lnTo>
                  <a:lnTo>
                    <a:pt x="1176400" y="55118"/>
                  </a:lnTo>
                  <a:lnTo>
                    <a:pt x="1110360" y="40132"/>
                  </a:lnTo>
                  <a:lnTo>
                    <a:pt x="381000" y="25146"/>
                  </a:lnTo>
                  <a:lnTo>
                    <a:pt x="2839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81655" y="3361944"/>
              <a:ext cx="69850" cy="32384"/>
            </a:xfrm>
            <a:custGeom>
              <a:avLst/>
              <a:gdLst/>
              <a:ahLst/>
              <a:cxnLst/>
              <a:rect l="l" t="t" r="r" b="b"/>
              <a:pathLst>
                <a:path w="69850" h="32385">
                  <a:moveTo>
                    <a:pt x="26669" y="0"/>
                  </a:moveTo>
                  <a:lnTo>
                    <a:pt x="0" y="18795"/>
                  </a:lnTo>
                  <a:lnTo>
                    <a:pt x="43433" y="31876"/>
                  </a:lnTo>
                  <a:lnTo>
                    <a:pt x="69595" y="11683"/>
                  </a:lnTo>
                  <a:lnTo>
                    <a:pt x="2666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81655" y="3361944"/>
              <a:ext cx="69850" cy="32384"/>
            </a:xfrm>
            <a:custGeom>
              <a:avLst/>
              <a:gdLst/>
              <a:ahLst/>
              <a:cxnLst/>
              <a:rect l="l" t="t" r="r" b="b"/>
              <a:pathLst>
                <a:path w="69850" h="32385">
                  <a:moveTo>
                    <a:pt x="26669" y="0"/>
                  </a:moveTo>
                  <a:lnTo>
                    <a:pt x="0" y="18795"/>
                  </a:lnTo>
                  <a:lnTo>
                    <a:pt x="43433" y="31876"/>
                  </a:lnTo>
                  <a:lnTo>
                    <a:pt x="69595" y="11683"/>
                  </a:lnTo>
                  <a:lnTo>
                    <a:pt x="266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76499" y="3422904"/>
              <a:ext cx="705485" cy="286385"/>
            </a:xfrm>
            <a:custGeom>
              <a:avLst/>
              <a:gdLst/>
              <a:ahLst/>
              <a:cxnLst/>
              <a:rect l="l" t="t" r="r" b="b"/>
              <a:pathLst>
                <a:path w="705485" h="286385">
                  <a:moveTo>
                    <a:pt x="92329" y="0"/>
                  </a:moveTo>
                  <a:lnTo>
                    <a:pt x="51688" y="31496"/>
                  </a:lnTo>
                  <a:lnTo>
                    <a:pt x="43561" y="53467"/>
                  </a:lnTo>
                  <a:lnTo>
                    <a:pt x="0" y="103759"/>
                  </a:lnTo>
                  <a:lnTo>
                    <a:pt x="619379" y="285877"/>
                  </a:lnTo>
                  <a:lnTo>
                    <a:pt x="653033" y="251079"/>
                  </a:lnTo>
                  <a:lnTo>
                    <a:pt x="705231" y="165608"/>
                  </a:lnTo>
                  <a:lnTo>
                    <a:pt x="685164" y="157099"/>
                  </a:lnTo>
                  <a:lnTo>
                    <a:pt x="9232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6499" y="3422904"/>
              <a:ext cx="766445" cy="286385"/>
            </a:xfrm>
            <a:custGeom>
              <a:avLst/>
              <a:gdLst/>
              <a:ahLst/>
              <a:cxnLst/>
              <a:rect l="l" t="t" r="r" b="b"/>
              <a:pathLst>
                <a:path w="766444" h="286385">
                  <a:moveTo>
                    <a:pt x="92329" y="0"/>
                  </a:moveTo>
                  <a:lnTo>
                    <a:pt x="51688" y="31496"/>
                  </a:lnTo>
                  <a:lnTo>
                    <a:pt x="43561" y="53467"/>
                  </a:lnTo>
                  <a:lnTo>
                    <a:pt x="0" y="103759"/>
                  </a:lnTo>
                  <a:lnTo>
                    <a:pt x="619379" y="285877"/>
                  </a:lnTo>
                  <a:lnTo>
                    <a:pt x="653033" y="251079"/>
                  </a:lnTo>
                  <a:lnTo>
                    <a:pt x="705231" y="165608"/>
                  </a:lnTo>
                  <a:lnTo>
                    <a:pt x="685164" y="157099"/>
                  </a:lnTo>
                  <a:lnTo>
                    <a:pt x="92329" y="0"/>
                  </a:lnTo>
                </a:path>
                <a:path w="766444" h="286385">
                  <a:moveTo>
                    <a:pt x="78867" y="31496"/>
                  </a:moveTo>
                  <a:lnTo>
                    <a:pt x="663194" y="185547"/>
                  </a:lnTo>
                </a:path>
                <a:path w="766444" h="286385">
                  <a:moveTo>
                    <a:pt x="58800" y="53467"/>
                  </a:moveTo>
                  <a:lnTo>
                    <a:pt x="636143" y="212471"/>
                  </a:lnTo>
                </a:path>
                <a:path w="766444" h="286385">
                  <a:moveTo>
                    <a:pt x="38226" y="81787"/>
                  </a:moveTo>
                  <a:lnTo>
                    <a:pt x="631570" y="242824"/>
                  </a:lnTo>
                </a:path>
                <a:path w="766444" h="286385">
                  <a:moveTo>
                    <a:pt x="118999" y="43307"/>
                  </a:moveTo>
                  <a:lnTo>
                    <a:pt x="95757" y="61849"/>
                  </a:lnTo>
                </a:path>
                <a:path w="766444" h="286385">
                  <a:moveTo>
                    <a:pt x="172593" y="26416"/>
                  </a:moveTo>
                  <a:lnTo>
                    <a:pt x="149479" y="50292"/>
                  </a:lnTo>
                </a:path>
                <a:path w="766444" h="286385">
                  <a:moveTo>
                    <a:pt x="129286" y="16891"/>
                  </a:moveTo>
                  <a:lnTo>
                    <a:pt x="104139" y="40005"/>
                  </a:lnTo>
                </a:path>
                <a:path w="766444" h="286385">
                  <a:moveTo>
                    <a:pt x="213232" y="40005"/>
                  </a:moveTo>
                  <a:lnTo>
                    <a:pt x="189611" y="58420"/>
                  </a:lnTo>
                </a:path>
                <a:path w="766444" h="286385">
                  <a:moveTo>
                    <a:pt x="258699" y="51562"/>
                  </a:moveTo>
                  <a:lnTo>
                    <a:pt x="233299" y="71755"/>
                  </a:lnTo>
                </a:path>
                <a:path w="766444" h="286385">
                  <a:moveTo>
                    <a:pt x="339217" y="132080"/>
                  </a:moveTo>
                  <a:lnTo>
                    <a:pt x="310514" y="154050"/>
                  </a:lnTo>
                </a:path>
                <a:path w="766444" h="286385">
                  <a:moveTo>
                    <a:pt x="384682" y="143637"/>
                  </a:moveTo>
                  <a:lnTo>
                    <a:pt x="357631" y="168656"/>
                  </a:lnTo>
                </a:path>
                <a:path w="766444" h="286385">
                  <a:moveTo>
                    <a:pt x="429894" y="157099"/>
                  </a:moveTo>
                  <a:lnTo>
                    <a:pt x="401319" y="179070"/>
                  </a:lnTo>
                </a:path>
                <a:path w="766444" h="286385">
                  <a:moveTo>
                    <a:pt x="486663" y="170687"/>
                  </a:moveTo>
                  <a:lnTo>
                    <a:pt x="456438" y="195707"/>
                  </a:lnTo>
                </a:path>
                <a:path w="766444" h="286385">
                  <a:moveTo>
                    <a:pt x="535813" y="185547"/>
                  </a:moveTo>
                  <a:lnTo>
                    <a:pt x="508635" y="207391"/>
                  </a:lnTo>
                </a:path>
                <a:path w="766444" h="286385">
                  <a:moveTo>
                    <a:pt x="586358" y="200914"/>
                  </a:moveTo>
                  <a:lnTo>
                    <a:pt x="559181" y="222377"/>
                  </a:lnTo>
                </a:path>
                <a:path w="766444" h="286385">
                  <a:moveTo>
                    <a:pt x="597916" y="165608"/>
                  </a:moveTo>
                  <a:lnTo>
                    <a:pt x="567436" y="192532"/>
                  </a:lnTo>
                </a:path>
                <a:path w="766444" h="286385">
                  <a:moveTo>
                    <a:pt x="550799" y="154050"/>
                  </a:moveTo>
                  <a:lnTo>
                    <a:pt x="520319" y="179070"/>
                  </a:lnTo>
                </a:path>
                <a:path w="766444" h="286385">
                  <a:moveTo>
                    <a:pt x="497077" y="142240"/>
                  </a:moveTo>
                  <a:lnTo>
                    <a:pt x="470026" y="165608"/>
                  </a:lnTo>
                </a:path>
                <a:path w="766444" h="286385">
                  <a:moveTo>
                    <a:pt x="443483" y="128778"/>
                  </a:moveTo>
                  <a:lnTo>
                    <a:pt x="414400" y="150622"/>
                  </a:lnTo>
                </a:path>
                <a:path w="766444" h="286385">
                  <a:moveTo>
                    <a:pt x="397763" y="115316"/>
                  </a:moveTo>
                  <a:lnTo>
                    <a:pt x="367792" y="138684"/>
                  </a:lnTo>
                </a:path>
                <a:path w="766444" h="286385">
                  <a:moveTo>
                    <a:pt x="352298" y="103759"/>
                  </a:moveTo>
                  <a:lnTo>
                    <a:pt x="325627" y="125603"/>
                  </a:lnTo>
                </a:path>
                <a:path w="766444" h="286385">
                  <a:moveTo>
                    <a:pt x="310514" y="63246"/>
                  </a:moveTo>
                  <a:lnTo>
                    <a:pt x="283844" y="85217"/>
                  </a:lnTo>
                </a:path>
                <a:path w="766444" h="286385">
                  <a:moveTo>
                    <a:pt x="352298" y="76708"/>
                  </a:moveTo>
                  <a:lnTo>
                    <a:pt x="329056" y="96774"/>
                  </a:lnTo>
                </a:path>
                <a:path w="766444" h="286385">
                  <a:moveTo>
                    <a:pt x="402844" y="90297"/>
                  </a:moveTo>
                  <a:lnTo>
                    <a:pt x="379349" y="108838"/>
                  </a:lnTo>
                </a:path>
                <a:path w="766444" h="286385">
                  <a:moveTo>
                    <a:pt x="451866" y="101854"/>
                  </a:moveTo>
                  <a:lnTo>
                    <a:pt x="424814" y="120396"/>
                  </a:lnTo>
                </a:path>
                <a:path w="766444" h="286385">
                  <a:moveTo>
                    <a:pt x="497077" y="112141"/>
                  </a:moveTo>
                  <a:lnTo>
                    <a:pt x="473201" y="133858"/>
                  </a:lnTo>
                </a:path>
                <a:path w="766444" h="286385">
                  <a:moveTo>
                    <a:pt x="545719" y="128778"/>
                  </a:moveTo>
                  <a:lnTo>
                    <a:pt x="520319" y="148717"/>
                  </a:lnTo>
                </a:path>
                <a:path w="766444" h="286385">
                  <a:moveTo>
                    <a:pt x="597916" y="140588"/>
                  </a:moveTo>
                  <a:lnTo>
                    <a:pt x="574039" y="160528"/>
                  </a:lnTo>
                </a:path>
                <a:path w="766444" h="286385">
                  <a:moveTo>
                    <a:pt x="329056" y="162179"/>
                  </a:moveTo>
                  <a:lnTo>
                    <a:pt x="297433" y="188722"/>
                  </a:lnTo>
                </a:path>
                <a:path w="766444" h="286385">
                  <a:moveTo>
                    <a:pt x="377698" y="175641"/>
                  </a:moveTo>
                  <a:lnTo>
                    <a:pt x="344043" y="202184"/>
                  </a:lnTo>
                </a:path>
                <a:path w="766444" h="286385">
                  <a:moveTo>
                    <a:pt x="419481" y="187452"/>
                  </a:moveTo>
                  <a:lnTo>
                    <a:pt x="385825" y="213995"/>
                  </a:lnTo>
                </a:path>
                <a:path w="766444" h="286385">
                  <a:moveTo>
                    <a:pt x="475106" y="202184"/>
                  </a:moveTo>
                  <a:lnTo>
                    <a:pt x="443483" y="229362"/>
                  </a:lnTo>
                </a:path>
                <a:path w="766444" h="286385">
                  <a:moveTo>
                    <a:pt x="523748" y="213995"/>
                  </a:moveTo>
                  <a:lnTo>
                    <a:pt x="490093" y="242824"/>
                  </a:lnTo>
                </a:path>
                <a:path w="766444" h="286385">
                  <a:moveTo>
                    <a:pt x="586358" y="230505"/>
                  </a:moveTo>
                  <a:lnTo>
                    <a:pt x="550799" y="259461"/>
                  </a:lnTo>
                </a:path>
                <a:path w="766444" h="286385">
                  <a:moveTo>
                    <a:pt x="231648" y="133858"/>
                  </a:moveTo>
                  <a:lnTo>
                    <a:pt x="197993" y="160528"/>
                  </a:lnTo>
                </a:path>
                <a:path w="766444" h="286385">
                  <a:moveTo>
                    <a:pt x="276860" y="147066"/>
                  </a:moveTo>
                  <a:lnTo>
                    <a:pt x="245110" y="175641"/>
                  </a:lnTo>
                </a:path>
                <a:path w="766444" h="286385">
                  <a:moveTo>
                    <a:pt x="646557" y="154050"/>
                  </a:moveTo>
                  <a:lnTo>
                    <a:pt x="624458" y="173990"/>
                  </a:lnTo>
                </a:path>
                <a:path w="766444" h="286385">
                  <a:moveTo>
                    <a:pt x="85343" y="95250"/>
                  </a:moveTo>
                  <a:lnTo>
                    <a:pt x="57023" y="120396"/>
                  </a:lnTo>
                </a:path>
                <a:path w="766444" h="286385">
                  <a:moveTo>
                    <a:pt x="132461" y="108838"/>
                  </a:moveTo>
                  <a:lnTo>
                    <a:pt x="104139" y="133858"/>
                  </a:lnTo>
                </a:path>
                <a:path w="766444" h="286385">
                  <a:moveTo>
                    <a:pt x="184531" y="123698"/>
                  </a:moveTo>
                  <a:lnTo>
                    <a:pt x="150875" y="148717"/>
                  </a:lnTo>
                </a:path>
                <a:path w="766444" h="286385">
                  <a:moveTo>
                    <a:pt x="162941" y="53467"/>
                  </a:moveTo>
                  <a:lnTo>
                    <a:pt x="137794" y="76708"/>
                  </a:lnTo>
                </a:path>
                <a:path w="766444" h="286385">
                  <a:moveTo>
                    <a:pt x="197993" y="93345"/>
                  </a:moveTo>
                  <a:lnTo>
                    <a:pt x="166116" y="117221"/>
                  </a:lnTo>
                </a:path>
                <a:path w="766444" h="286385">
                  <a:moveTo>
                    <a:pt x="302006" y="90297"/>
                  </a:moveTo>
                  <a:lnTo>
                    <a:pt x="275336" y="112141"/>
                  </a:lnTo>
                </a:path>
                <a:path w="766444" h="286385">
                  <a:moveTo>
                    <a:pt x="253364" y="76708"/>
                  </a:moveTo>
                  <a:lnTo>
                    <a:pt x="226313" y="98679"/>
                  </a:lnTo>
                </a:path>
                <a:path w="766444" h="286385">
                  <a:moveTo>
                    <a:pt x="209676" y="66929"/>
                  </a:moveTo>
                  <a:lnTo>
                    <a:pt x="184531" y="88265"/>
                  </a:lnTo>
                </a:path>
                <a:path w="766444" h="286385">
                  <a:moveTo>
                    <a:pt x="105410" y="66929"/>
                  </a:moveTo>
                  <a:lnTo>
                    <a:pt x="75692" y="90297"/>
                  </a:lnTo>
                </a:path>
                <a:path w="766444" h="286385">
                  <a:moveTo>
                    <a:pt x="146050" y="76708"/>
                  </a:moveTo>
                  <a:lnTo>
                    <a:pt x="117729" y="103759"/>
                  </a:lnTo>
                </a:path>
                <a:path w="766444" h="286385">
                  <a:moveTo>
                    <a:pt x="243205" y="103759"/>
                  </a:moveTo>
                  <a:lnTo>
                    <a:pt x="213232" y="130175"/>
                  </a:lnTo>
                </a:path>
                <a:path w="766444" h="286385">
                  <a:moveTo>
                    <a:pt x="283844" y="115316"/>
                  </a:moveTo>
                  <a:lnTo>
                    <a:pt x="253364" y="140588"/>
                  </a:lnTo>
                </a:path>
                <a:path w="766444" h="286385">
                  <a:moveTo>
                    <a:pt x="757427" y="247396"/>
                  </a:moveTo>
                  <a:lnTo>
                    <a:pt x="713739" y="234442"/>
                  </a:lnTo>
                </a:path>
                <a:path w="766444" h="286385">
                  <a:moveTo>
                    <a:pt x="757427" y="247396"/>
                  </a:moveTo>
                  <a:lnTo>
                    <a:pt x="765937" y="2640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93719" y="3589020"/>
              <a:ext cx="199390" cy="133985"/>
            </a:xfrm>
            <a:custGeom>
              <a:avLst/>
              <a:gdLst/>
              <a:ahLst/>
              <a:cxnLst/>
              <a:rect l="l" t="t" r="r" b="b"/>
              <a:pathLst>
                <a:path w="199389" h="133985">
                  <a:moveTo>
                    <a:pt x="81153" y="0"/>
                  </a:moveTo>
                  <a:lnTo>
                    <a:pt x="64135" y="23113"/>
                  </a:lnTo>
                  <a:lnTo>
                    <a:pt x="45466" y="19938"/>
                  </a:lnTo>
                  <a:lnTo>
                    <a:pt x="16763" y="48386"/>
                  </a:lnTo>
                  <a:lnTo>
                    <a:pt x="36956" y="53466"/>
                  </a:lnTo>
                  <a:lnTo>
                    <a:pt x="13588" y="77215"/>
                  </a:lnTo>
                  <a:lnTo>
                    <a:pt x="33781" y="85470"/>
                  </a:lnTo>
                  <a:lnTo>
                    <a:pt x="0" y="113918"/>
                  </a:lnTo>
                  <a:lnTo>
                    <a:pt x="60452" y="133857"/>
                  </a:lnTo>
                  <a:lnTo>
                    <a:pt x="79248" y="111886"/>
                  </a:lnTo>
                  <a:lnTo>
                    <a:pt x="126618" y="125602"/>
                  </a:lnTo>
                  <a:lnTo>
                    <a:pt x="199263" y="50291"/>
                  </a:lnTo>
                  <a:lnTo>
                    <a:pt x="194182" y="30098"/>
                  </a:lnTo>
                  <a:lnTo>
                    <a:pt x="81153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93719" y="3589020"/>
              <a:ext cx="199390" cy="133985"/>
            </a:xfrm>
            <a:custGeom>
              <a:avLst/>
              <a:gdLst/>
              <a:ahLst/>
              <a:cxnLst/>
              <a:rect l="l" t="t" r="r" b="b"/>
              <a:pathLst>
                <a:path w="199389" h="133985">
                  <a:moveTo>
                    <a:pt x="81153" y="0"/>
                  </a:moveTo>
                  <a:lnTo>
                    <a:pt x="64135" y="23113"/>
                  </a:lnTo>
                  <a:lnTo>
                    <a:pt x="45466" y="19938"/>
                  </a:lnTo>
                  <a:lnTo>
                    <a:pt x="16763" y="48386"/>
                  </a:lnTo>
                  <a:lnTo>
                    <a:pt x="36956" y="53466"/>
                  </a:lnTo>
                  <a:lnTo>
                    <a:pt x="13588" y="77215"/>
                  </a:lnTo>
                  <a:lnTo>
                    <a:pt x="33781" y="85470"/>
                  </a:lnTo>
                  <a:lnTo>
                    <a:pt x="0" y="113918"/>
                  </a:lnTo>
                  <a:lnTo>
                    <a:pt x="60452" y="133857"/>
                  </a:lnTo>
                  <a:lnTo>
                    <a:pt x="79248" y="111886"/>
                  </a:lnTo>
                  <a:lnTo>
                    <a:pt x="126618" y="125602"/>
                  </a:lnTo>
                  <a:lnTo>
                    <a:pt x="199263" y="50291"/>
                  </a:lnTo>
                  <a:lnTo>
                    <a:pt x="194182" y="30098"/>
                  </a:lnTo>
                  <a:lnTo>
                    <a:pt x="81153" y="0"/>
                  </a:lnTo>
                </a:path>
                <a:path w="199389" h="133985">
                  <a:moveTo>
                    <a:pt x="64135" y="23113"/>
                  </a:moveTo>
                  <a:lnTo>
                    <a:pt x="168909" y="55371"/>
                  </a:lnTo>
                </a:path>
                <a:path w="199389" h="133985">
                  <a:moveTo>
                    <a:pt x="192278" y="31495"/>
                  </a:moveTo>
                  <a:lnTo>
                    <a:pt x="118110" y="106933"/>
                  </a:lnTo>
                </a:path>
                <a:path w="199389" h="133985">
                  <a:moveTo>
                    <a:pt x="114935" y="106933"/>
                  </a:moveTo>
                  <a:lnTo>
                    <a:pt x="31877" y="81787"/>
                  </a:lnTo>
                </a:path>
                <a:path w="199389" h="133985">
                  <a:moveTo>
                    <a:pt x="118110" y="106933"/>
                  </a:moveTo>
                  <a:lnTo>
                    <a:pt x="126618" y="125602"/>
                  </a:lnTo>
                </a:path>
                <a:path w="199389" h="133985">
                  <a:moveTo>
                    <a:pt x="168909" y="55371"/>
                  </a:moveTo>
                  <a:lnTo>
                    <a:pt x="175514" y="72008"/>
                  </a:lnTo>
                </a:path>
                <a:path w="199389" h="133985">
                  <a:moveTo>
                    <a:pt x="146812" y="19938"/>
                  </a:moveTo>
                  <a:lnTo>
                    <a:pt x="42291" y="122300"/>
                  </a:lnTo>
                </a:path>
                <a:path w="199389" h="133985">
                  <a:moveTo>
                    <a:pt x="72643" y="93852"/>
                  </a:moveTo>
                  <a:lnTo>
                    <a:pt x="81153" y="1139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58795" y="3400044"/>
              <a:ext cx="763905" cy="225425"/>
            </a:xfrm>
            <a:custGeom>
              <a:avLst/>
              <a:gdLst/>
              <a:ahLst/>
              <a:cxnLst/>
              <a:rect l="l" t="t" r="r" b="b"/>
              <a:pathLst>
                <a:path w="763904" h="225425">
                  <a:moveTo>
                    <a:pt x="16637" y="0"/>
                  </a:moveTo>
                  <a:lnTo>
                    <a:pt x="0" y="13588"/>
                  </a:lnTo>
                  <a:lnTo>
                    <a:pt x="0" y="25400"/>
                  </a:lnTo>
                  <a:lnTo>
                    <a:pt x="746632" y="225043"/>
                  </a:lnTo>
                  <a:lnTo>
                    <a:pt x="763524" y="210311"/>
                  </a:lnTo>
                  <a:lnTo>
                    <a:pt x="757046" y="191515"/>
                  </a:lnTo>
                  <a:lnTo>
                    <a:pt x="16637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8795" y="3400044"/>
              <a:ext cx="763905" cy="225425"/>
            </a:xfrm>
            <a:custGeom>
              <a:avLst/>
              <a:gdLst/>
              <a:ahLst/>
              <a:cxnLst/>
              <a:rect l="l" t="t" r="r" b="b"/>
              <a:pathLst>
                <a:path w="763904" h="225425">
                  <a:moveTo>
                    <a:pt x="16637" y="0"/>
                  </a:moveTo>
                  <a:lnTo>
                    <a:pt x="0" y="13588"/>
                  </a:lnTo>
                  <a:lnTo>
                    <a:pt x="0" y="25400"/>
                  </a:lnTo>
                  <a:lnTo>
                    <a:pt x="746632" y="225043"/>
                  </a:lnTo>
                  <a:lnTo>
                    <a:pt x="763524" y="210311"/>
                  </a:lnTo>
                  <a:lnTo>
                    <a:pt x="757046" y="191515"/>
                  </a:lnTo>
                  <a:lnTo>
                    <a:pt x="16637" y="0"/>
                  </a:lnTo>
                </a:path>
                <a:path w="763904" h="225425">
                  <a:moveTo>
                    <a:pt x="364109" y="89280"/>
                  </a:moveTo>
                  <a:lnTo>
                    <a:pt x="348869" y="104139"/>
                  </a:lnTo>
                </a:path>
                <a:path w="763904" h="225425">
                  <a:moveTo>
                    <a:pt x="315341" y="77088"/>
                  </a:moveTo>
                  <a:lnTo>
                    <a:pt x="296926" y="92582"/>
                  </a:lnTo>
                </a:path>
                <a:path w="763904" h="225425">
                  <a:moveTo>
                    <a:pt x="269875" y="65531"/>
                  </a:moveTo>
                  <a:lnTo>
                    <a:pt x="256794" y="80771"/>
                  </a:lnTo>
                </a:path>
                <a:path w="763904" h="225425">
                  <a:moveTo>
                    <a:pt x="221487" y="53720"/>
                  </a:moveTo>
                  <a:lnTo>
                    <a:pt x="204597" y="67182"/>
                  </a:lnTo>
                </a:path>
                <a:path w="763904" h="225425">
                  <a:moveTo>
                    <a:pt x="174498" y="42036"/>
                  </a:moveTo>
                  <a:lnTo>
                    <a:pt x="157480" y="53720"/>
                  </a:lnTo>
                </a:path>
                <a:path w="763904" h="225425">
                  <a:moveTo>
                    <a:pt x="135762" y="30479"/>
                  </a:moveTo>
                  <a:lnTo>
                    <a:pt x="120777" y="45465"/>
                  </a:lnTo>
                </a:path>
                <a:path w="763904" h="225425">
                  <a:moveTo>
                    <a:pt x="90424" y="20065"/>
                  </a:moveTo>
                  <a:lnTo>
                    <a:pt x="76835" y="31876"/>
                  </a:lnTo>
                </a:path>
                <a:path w="763904" h="225425">
                  <a:moveTo>
                    <a:pt x="42037" y="8508"/>
                  </a:moveTo>
                  <a:lnTo>
                    <a:pt x="30226" y="20065"/>
                  </a:lnTo>
                </a:path>
                <a:path w="763904" h="225425">
                  <a:moveTo>
                    <a:pt x="30226" y="21970"/>
                  </a:moveTo>
                  <a:lnTo>
                    <a:pt x="30226" y="33654"/>
                  </a:lnTo>
                </a:path>
                <a:path w="763904" h="225425">
                  <a:moveTo>
                    <a:pt x="76835" y="31876"/>
                  </a:moveTo>
                  <a:lnTo>
                    <a:pt x="76835" y="47116"/>
                  </a:lnTo>
                </a:path>
                <a:path w="763904" h="225425">
                  <a:moveTo>
                    <a:pt x="120777" y="45465"/>
                  </a:moveTo>
                  <a:lnTo>
                    <a:pt x="120777" y="58927"/>
                  </a:lnTo>
                </a:path>
                <a:path w="763904" h="225425">
                  <a:moveTo>
                    <a:pt x="157480" y="53720"/>
                  </a:moveTo>
                  <a:lnTo>
                    <a:pt x="157480" y="67182"/>
                  </a:lnTo>
                </a:path>
                <a:path w="763904" h="225425">
                  <a:moveTo>
                    <a:pt x="204597" y="67182"/>
                  </a:moveTo>
                  <a:lnTo>
                    <a:pt x="204597" y="79120"/>
                  </a:lnTo>
                </a:path>
                <a:path w="763904" h="225425">
                  <a:moveTo>
                    <a:pt x="256794" y="80771"/>
                  </a:moveTo>
                  <a:lnTo>
                    <a:pt x="256794" y="93979"/>
                  </a:lnTo>
                </a:path>
                <a:path w="763904" h="225425">
                  <a:moveTo>
                    <a:pt x="296926" y="92582"/>
                  </a:moveTo>
                  <a:lnTo>
                    <a:pt x="296926" y="107568"/>
                  </a:lnTo>
                </a:path>
                <a:path w="763904" h="225425">
                  <a:moveTo>
                    <a:pt x="742061" y="210311"/>
                  </a:moveTo>
                  <a:lnTo>
                    <a:pt x="755015" y="191515"/>
                  </a:lnTo>
                </a:path>
                <a:path w="763904" h="225425">
                  <a:moveTo>
                    <a:pt x="742061" y="211581"/>
                  </a:moveTo>
                  <a:lnTo>
                    <a:pt x="746632" y="225043"/>
                  </a:lnTo>
                </a:path>
                <a:path w="763904" h="225425">
                  <a:moveTo>
                    <a:pt x="715009" y="183260"/>
                  </a:moveTo>
                  <a:lnTo>
                    <a:pt x="701420" y="199897"/>
                  </a:lnTo>
                </a:path>
                <a:path w="763904" h="225425">
                  <a:moveTo>
                    <a:pt x="612267" y="154685"/>
                  </a:moveTo>
                  <a:lnTo>
                    <a:pt x="595630" y="173354"/>
                  </a:lnTo>
                </a:path>
                <a:path w="763904" h="225425">
                  <a:moveTo>
                    <a:pt x="664464" y="169671"/>
                  </a:moveTo>
                  <a:lnTo>
                    <a:pt x="647700" y="184911"/>
                  </a:lnTo>
                </a:path>
                <a:path w="763904" h="225425">
                  <a:moveTo>
                    <a:pt x="513461" y="129285"/>
                  </a:moveTo>
                  <a:lnTo>
                    <a:pt x="495300" y="146303"/>
                  </a:lnTo>
                </a:path>
                <a:path w="763904" h="225425">
                  <a:moveTo>
                    <a:pt x="563880" y="142875"/>
                  </a:moveTo>
                  <a:lnTo>
                    <a:pt x="548894" y="157860"/>
                  </a:lnTo>
                </a:path>
                <a:path w="763904" h="225425">
                  <a:moveTo>
                    <a:pt x="463169" y="117728"/>
                  </a:moveTo>
                  <a:lnTo>
                    <a:pt x="449706" y="134619"/>
                  </a:lnTo>
                </a:path>
                <a:path w="763904" h="225425">
                  <a:moveTo>
                    <a:pt x="409575" y="102234"/>
                  </a:moveTo>
                  <a:lnTo>
                    <a:pt x="395986" y="119252"/>
                  </a:lnTo>
                </a:path>
                <a:path w="763904" h="225425">
                  <a:moveTo>
                    <a:pt x="347472" y="107568"/>
                  </a:moveTo>
                  <a:lnTo>
                    <a:pt x="347472" y="119252"/>
                  </a:lnTo>
                </a:path>
                <a:path w="763904" h="225425">
                  <a:moveTo>
                    <a:pt x="395986" y="119252"/>
                  </a:moveTo>
                  <a:lnTo>
                    <a:pt x="395986" y="131317"/>
                  </a:lnTo>
                </a:path>
                <a:path w="763904" h="225425">
                  <a:moveTo>
                    <a:pt x="449706" y="134619"/>
                  </a:moveTo>
                  <a:lnTo>
                    <a:pt x="449706" y="146303"/>
                  </a:lnTo>
                </a:path>
                <a:path w="763904" h="225425">
                  <a:moveTo>
                    <a:pt x="495300" y="146303"/>
                  </a:moveTo>
                  <a:lnTo>
                    <a:pt x="495300" y="157860"/>
                  </a:lnTo>
                </a:path>
                <a:path w="763904" h="225425">
                  <a:moveTo>
                    <a:pt x="548894" y="161289"/>
                  </a:moveTo>
                  <a:lnTo>
                    <a:pt x="548894" y="173354"/>
                  </a:lnTo>
                </a:path>
                <a:path w="763904" h="225425">
                  <a:moveTo>
                    <a:pt x="594106" y="173354"/>
                  </a:moveTo>
                  <a:lnTo>
                    <a:pt x="594106" y="184911"/>
                  </a:lnTo>
                </a:path>
                <a:path w="763904" h="225425">
                  <a:moveTo>
                    <a:pt x="647700" y="184911"/>
                  </a:moveTo>
                  <a:lnTo>
                    <a:pt x="647700" y="199897"/>
                  </a:lnTo>
                </a:path>
                <a:path w="763904" h="225425">
                  <a:moveTo>
                    <a:pt x="701420" y="199897"/>
                  </a:moveTo>
                  <a:lnTo>
                    <a:pt x="701420" y="211581"/>
                  </a:lnTo>
                </a:path>
                <a:path w="763904" h="225425">
                  <a:moveTo>
                    <a:pt x="1905" y="13588"/>
                  </a:moveTo>
                  <a:lnTo>
                    <a:pt x="742061" y="2103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1823" y="3441192"/>
              <a:ext cx="220980" cy="1630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891027" y="3651504"/>
              <a:ext cx="304800" cy="117475"/>
            </a:xfrm>
            <a:custGeom>
              <a:avLst/>
              <a:gdLst/>
              <a:ahLst/>
              <a:cxnLst/>
              <a:rect l="l" t="t" r="r" b="b"/>
              <a:pathLst>
                <a:path w="304800" h="117475">
                  <a:moveTo>
                    <a:pt x="15367" y="0"/>
                  </a:moveTo>
                  <a:lnTo>
                    <a:pt x="0" y="18542"/>
                  </a:lnTo>
                  <a:lnTo>
                    <a:pt x="0" y="33401"/>
                  </a:lnTo>
                  <a:lnTo>
                    <a:pt x="278257" y="116967"/>
                  </a:lnTo>
                  <a:lnTo>
                    <a:pt x="304800" y="91694"/>
                  </a:lnTo>
                  <a:lnTo>
                    <a:pt x="296291" y="75184"/>
                  </a:lnTo>
                  <a:lnTo>
                    <a:pt x="15367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91027" y="3651504"/>
              <a:ext cx="304800" cy="117475"/>
            </a:xfrm>
            <a:custGeom>
              <a:avLst/>
              <a:gdLst/>
              <a:ahLst/>
              <a:cxnLst/>
              <a:rect l="l" t="t" r="r" b="b"/>
              <a:pathLst>
                <a:path w="304800" h="117475">
                  <a:moveTo>
                    <a:pt x="15367" y="0"/>
                  </a:moveTo>
                  <a:lnTo>
                    <a:pt x="0" y="18542"/>
                  </a:lnTo>
                  <a:lnTo>
                    <a:pt x="0" y="33401"/>
                  </a:lnTo>
                  <a:lnTo>
                    <a:pt x="278257" y="116967"/>
                  </a:lnTo>
                  <a:lnTo>
                    <a:pt x="304800" y="91694"/>
                  </a:lnTo>
                  <a:lnTo>
                    <a:pt x="296291" y="75184"/>
                  </a:lnTo>
                  <a:lnTo>
                    <a:pt x="15367" y="0"/>
                  </a:lnTo>
                </a:path>
                <a:path w="304800" h="117475">
                  <a:moveTo>
                    <a:pt x="234442" y="85217"/>
                  </a:moveTo>
                  <a:lnTo>
                    <a:pt x="256286" y="65278"/>
                  </a:lnTo>
                </a:path>
                <a:path w="304800" h="117475">
                  <a:moveTo>
                    <a:pt x="180975" y="68707"/>
                  </a:moveTo>
                  <a:lnTo>
                    <a:pt x="202819" y="49911"/>
                  </a:lnTo>
                </a:path>
                <a:path w="304800" h="117475">
                  <a:moveTo>
                    <a:pt x="129413" y="51816"/>
                  </a:moveTo>
                  <a:lnTo>
                    <a:pt x="147447" y="33401"/>
                  </a:lnTo>
                </a:path>
                <a:path w="304800" h="117475">
                  <a:moveTo>
                    <a:pt x="72009" y="38354"/>
                  </a:moveTo>
                  <a:lnTo>
                    <a:pt x="90805" y="19939"/>
                  </a:lnTo>
                </a:path>
                <a:path w="304800" h="117475">
                  <a:moveTo>
                    <a:pt x="72009" y="40386"/>
                  </a:moveTo>
                  <a:lnTo>
                    <a:pt x="72009" y="56896"/>
                  </a:lnTo>
                </a:path>
                <a:path w="304800" h="117475">
                  <a:moveTo>
                    <a:pt x="127508" y="55245"/>
                  </a:moveTo>
                  <a:lnTo>
                    <a:pt x="127508" y="71755"/>
                  </a:lnTo>
                </a:path>
                <a:path w="304800" h="117475">
                  <a:moveTo>
                    <a:pt x="180975" y="71755"/>
                  </a:moveTo>
                  <a:lnTo>
                    <a:pt x="180975" y="86614"/>
                  </a:lnTo>
                </a:path>
                <a:path w="304800" h="117475">
                  <a:moveTo>
                    <a:pt x="234442" y="85217"/>
                  </a:moveTo>
                  <a:lnTo>
                    <a:pt x="234442" y="103505"/>
                  </a:lnTo>
                </a:path>
                <a:path w="304800" h="117475">
                  <a:moveTo>
                    <a:pt x="0" y="18542"/>
                  </a:moveTo>
                  <a:lnTo>
                    <a:pt x="271272" y="95123"/>
                  </a:lnTo>
                </a:path>
                <a:path w="304800" h="117475">
                  <a:moveTo>
                    <a:pt x="272923" y="95123"/>
                  </a:moveTo>
                  <a:lnTo>
                    <a:pt x="292989" y="75184"/>
                  </a:lnTo>
                </a:path>
                <a:path w="304800" h="117475">
                  <a:moveTo>
                    <a:pt x="271272" y="95123"/>
                  </a:moveTo>
                  <a:lnTo>
                    <a:pt x="278257" y="116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6895" y="3570732"/>
              <a:ext cx="314960" cy="119380"/>
            </a:xfrm>
            <a:custGeom>
              <a:avLst/>
              <a:gdLst/>
              <a:ahLst/>
              <a:cxnLst/>
              <a:rect l="l" t="t" r="r" b="b"/>
              <a:pathLst>
                <a:path w="314960" h="119379">
                  <a:moveTo>
                    <a:pt x="23368" y="0"/>
                  </a:moveTo>
                  <a:lnTo>
                    <a:pt x="0" y="18541"/>
                  </a:lnTo>
                  <a:lnTo>
                    <a:pt x="0" y="32003"/>
                  </a:lnTo>
                  <a:lnTo>
                    <a:pt x="298069" y="118871"/>
                  </a:lnTo>
                  <a:lnTo>
                    <a:pt x="298069" y="100329"/>
                  </a:lnTo>
                  <a:lnTo>
                    <a:pt x="314960" y="82295"/>
                  </a:lnTo>
                  <a:lnTo>
                    <a:pt x="23368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96895" y="3570732"/>
              <a:ext cx="754380" cy="119380"/>
            </a:xfrm>
            <a:custGeom>
              <a:avLst/>
              <a:gdLst/>
              <a:ahLst/>
              <a:cxnLst/>
              <a:rect l="l" t="t" r="r" b="b"/>
              <a:pathLst>
                <a:path w="754379" h="119379">
                  <a:moveTo>
                    <a:pt x="23495" y="0"/>
                  </a:moveTo>
                  <a:lnTo>
                    <a:pt x="0" y="18541"/>
                  </a:lnTo>
                  <a:lnTo>
                    <a:pt x="0" y="32003"/>
                  </a:lnTo>
                  <a:lnTo>
                    <a:pt x="298831" y="118871"/>
                  </a:lnTo>
                  <a:lnTo>
                    <a:pt x="298831" y="100329"/>
                  </a:lnTo>
                  <a:lnTo>
                    <a:pt x="315722" y="82295"/>
                  </a:lnTo>
                  <a:lnTo>
                    <a:pt x="23495" y="0"/>
                  </a:lnTo>
                </a:path>
                <a:path w="754379" h="119379">
                  <a:moveTo>
                    <a:pt x="295656" y="100329"/>
                  </a:moveTo>
                  <a:lnTo>
                    <a:pt x="0" y="18541"/>
                  </a:lnTo>
                </a:path>
                <a:path w="754379" h="119379">
                  <a:moveTo>
                    <a:pt x="754126" y="37083"/>
                  </a:moveTo>
                  <a:lnTo>
                    <a:pt x="754126" y="103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59835" y="3430524"/>
              <a:ext cx="59690" cy="77470"/>
            </a:xfrm>
            <a:custGeom>
              <a:avLst/>
              <a:gdLst/>
              <a:ahLst/>
              <a:cxnLst/>
              <a:rect l="l" t="t" r="r" b="b"/>
              <a:pathLst>
                <a:path w="59689" h="77470">
                  <a:moveTo>
                    <a:pt x="59181" y="0"/>
                  </a:moveTo>
                  <a:lnTo>
                    <a:pt x="28701" y="26670"/>
                  </a:lnTo>
                  <a:lnTo>
                    <a:pt x="0" y="58927"/>
                  </a:lnTo>
                  <a:lnTo>
                    <a:pt x="13588" y="77342"/>
                  </a:lnTo>
                  <a:lnTo>
                    <a:pt x="56006" y="48767"/>
                  </a:lnTo>
                  <a:lnTo>
                    <a:pt x="59181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59835" y="3430524"/>
              <a:ext cx="59690" cy="77470"/>
            </a:xfrm>
            <a:custGeom>
              <a:avLst/>
              <a:gdLst/>
              <a:ahLst/>
              <a:cxnLst/>
              <a:rect l="l" t="t" r="r" b="b"/>
              <a:pathLst>
                <a:path w="59689" h="77470">
                  <a:moveTo>
                    <a:pt x="28701" y="26670"/>
                  </a:moveTo>
                  <a:lnTo>
                    <a:pt x="0" y="58927"/>
                  </a:lnTo>
                  <a:lnTo>
                    <a:pt x="13588" y="77342"/>
                  </a:lnTo>
                  <a:lnTo>
                    <a:pt x="56006" y="48767"/>
                  </a:lnTo>
                  <a:lnTo>
                    <a:pt x="59181" y="0"/>
                  </a:lnTo>
                  <a:lnTo>
                    <a:pt x="28701" y="266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28899" y="3261360"/>
              <a:ext cx="699135" cy="187325"/>
            </a:xfrm>
            <a:custGeom>
              <a:avLst/>
              <a:gdLst/>
              <a:ahLst/>
              <a:cxnLst/>
              <a:rect l="l" t="t" r="r" b="b"/>
              <a:pathLst>
                <a:path w="699135" h="187325">
                  <a:moveTo>
                    <a:pt x="114426" y="0"/>
                  </a:moveTo>
                  <a:lnTo>
                    <a:pt x="87375" y="64007"/>
                  </a:lnTo>
                  <a:lnTo>
                    <a:pt x="0" y="45465"/>
                  </a:lnTo>
                  <a:lnTo>
                    <a:pt x="10413" y="72516"/>
                  </a:lnTo>
                  <a:lnTo>
                    <a:pt x="117729" y="99567"/>
                  </a:lnTo>
                  <a:lnTo>
                    <a:pt x="144906" y="45465"/>
                  </a:lnTo>
                  <a:lnTo>
                    <a:pt x="693927" y="186943"/>
                  </a:lnTo>
                  <a:lnTo>
                    <a:pt x="698880" y="143128"/>
                  </a:lnTo>
                  <a:lnTo>
                    <a:pt x="114426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28899" y="3261360"/>
              <a:ext cx="699135" cy="187325"/>
            </a:xfrm>
            <a:custGeom>
              <a:avLst/>
              <a:gdLst/>
              <a:ahLst/>
              <a:cxnLst/>
              <a:rect l="l" t="t" r="r" b="b"/>
              <a:pathLst>
                <a:path w="699135" h="187325">
                  <a:moveTo>
                    <a:pt x="0" y="45465"/>
                  </a:moveTo>
                  <a:lnTo>
                    <a:pt x="10413" y="72516"/>
                  </a:lnTo>
                  <a:lnTo>
                    <a:pt x="117729" y="99567"/>
                  </a:lnTo>
                  <a:lnTo>
                    <a:pt x="144906" y="45465"/>
                  </a:lnTo>
                  <a:lnTo>
                    <a:pt x="693927" y="186943"/>
                  </a:lnTo>
                  <a:lnTo>
                    <a:pt x="698880" y="143128"/>
                  </a:lnTo>
                  <a:lnTo>
                    <a:pt x="114426" y="0"/>
                  </a:lnTo>
                  <a:lnTo>
                    <a:pt x="87375" y="64007"/>
                  </a:lnTo>
                  <a:lnTo>
                    <a:pt x="0" y="45465"/>
                  </a:lnTo>
                </a:path>
                <a:path w="699135" h="187325">
                  <a:moveTo>
                    <a:pt x="122808" y="15493"/>
                  </a:moveTo>
                  <a:lnTo>
                    <a:pt x="143001" y="40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37103" y="3300984"/>
              <a:ext cx="572770" cy="164465"/>
            </a:xfrm>
            <a:custGeom>
              <a:avLst/>
              <a:gdLst/>
              <a:ahLst/>
              <a:cxnLst/>
              <a:rect l="l" t="t" r="r" b="b"/>
              <a:pathLst>
                <a:path w="572770" h="164464">
                  <a:moveTo>
                    <a:pt x="33654" y="0"/>
                  </a:moveTo>
                  <a:lnTo>
                    <a:pt x="0" y="23240"/>
                  </a:lnTo>
                  <a:lnTo>
                    <a:pt x="78993" y="51815"/>
                  </a:lnTo>
                  <a:lnTo>
                    <a:pt x="543559" y="164464"/>
                  </a:lnTo>
                  <a:lnTo>
                    <a:pt x="572643" y="139064"/>
                  </a:lnTo>
                  <a:lnTo>
                    <a:pt x="33654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37103" y="3300984"/>
              <a:ext cx="572770" cy="164465"/>
            </a:xfrm>
            <a:custGeom>
              <a:avLst/>
              <a:gdLst/>
              <a:ahLst/>
              <a:cxnLst/>
              <a:rect l="l" t="t" r="r" b="b"/>
              <a:pathLst>
                <a:path w="572770" h="164464">
                  <a:moveTo>
                    <a:pt x="33654" y="0"/>
                  </a:moveTo>
                  <a:lnTo>
                    <a:pt x="0" y="23240"/>
                  </a:lnTo>
                  <a:lnTo>
                    <a:pt x="78993" y="51815"/>
                  </a:lnTo>
                  <a:lnTo>
                    <a:pt x="543559" y="164464"/>
                  </a:lnTo>
                  <a:lnTo>
                    <a:pt x="572643" y="139064"/>
                  </a:lnTo>
                  <a:lnTo>
                    <a:pt x="336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32531" y="3325368"/>
              <a:ext cx="553085" cy="182880"/>
            </a:xfrm>
            <a:custGeom>
              <a:avLst/>
              <a:gdLst/>
              <a:ahLst/>
              <a:cxnLst/>
              <a:rect l="l" t="t" r="r" b="b"/>
              <a:pathLst>
                <a:path w="553085" h="182879">
                  <a:moveTo>
                    <a:pt x="5080" y="0"/>
                  </a:moveTo>
                  <a:lnTo>
                    <a:pt x="0" y="46990"/>
                  </a:lnTo>
                  <a:lnTo>
                    <a:pt x="541401" y="182499"/>
                  </a:lnTo>
                  <a:lnTo>
                    <a:pt x="552957" y="134112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32531" y="3325368"/>
              <a:ext cx="553085" cy="182880"/>
            </a:xfrm>
            <a:custGeom>
              <a:avLst/>
              <a:gdLst/>
              <a:ahLst/>
              <a:cxnLst/>
              <a:rect l="l" t="t" r="r" b="b"/>
              <a:pathLst>
                <a:path w="553085" h="182879">
                  <a:moveTo>
                    <a:pt x="5080" y="0"/>
                  </a:moveTo>
                  <a:lnTo>
                    <a:pt x="0" y="46990"/>
                  </a:lnTo>
                  <a:lnTo>
                    <a:pt x="541401" y="182499"/>
                  </a:lnTo>
                  <a:lnTo>
                    <a:pt x="552957" y="134112"/>
                  </a:lnTo>
                  <a:lnTo>
                    <a:pt x="5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96183" y="3377184"/>
              <a:ext cx="36195" cy="24130"/>
            </a:xfrm>
            <a:custGeom>
              <a:avLst/>
              <a:gdLst/>
              <a:ahLst/>
              <a:cxnLst/>
              <a:rect l="l" t="t" r="r" b="b"/>
              <a:pathLst>
                <a:path w="36194" h="24129">
                  <a:moveTo>
                    <a:pt x="22225" y="0"/>
                  </a:moveTo>
                  <a:lnTo>
                    <a:pt x="11938" y="0"/>
                  </a:lnTo>
                  <a:lnTo>
                    <a:pt x="11938" y="1650"/>
                  </a:lnTo>
                  <a:lnTo>
                    <a:pt x="8509" y="1650"/>
                  </a:lnTo>
                  <a:lnTo>
                    <a:pt x="7112" y="3682"/>
                  </a:lnTo>
                  <a:lnTo>
                    <a:pt x="3429" y="3682"/>
                  </a:lnTo>
                  <a:lnTo>
                    <a:pt x="3429" y="5079"/>
                  </a:lnTo>
                  <a:lnTo>
                    <a:pt x="0" y="10287"/>
                  </a:lnTo>
                  <a:lnTo>
                    <a:pt x="0" y="18795"/>
                  </a:lnTo>
                  <a:lnTo>
                    <a:pt x="3429" y="18795"/>
                  </a:lnTo>
                  <a:lnTo>
                    <a:pt x="7112" y="23875"/>
                  </a:lnTo>
                  <a:lnTo>
                    <a:pt x="32766" y="23875"/>
                  </a:lnTo>
                  <a:lnTo>
                    <a:pt x="34036" y="20700"/>
                  </a:lnTo>
                  <a:lnTo>
                    <a:pt x="34036" y="18795"/>
                  </a:lnTo>
                  <a:lnTo>
                    <a:pt x="35941" y="16890"/>
                  </a:lnTo>
                  <a:lnTo>
                    <a:pt x="35941" y="12191"/>
                  </a:lnTo>
                  <a:lnTo>
                    <a:pt x="34036" y="8254"/>
                  </a:lnTo>
                  <a:lnTo>
                    <a:pt x="34036" y="5079"/>
                  </a:lnTo>
                  <a:lnTo>
                    <a:pt x="32766" y="3682"/>
                  </a:lnTo>
                  <a:lnTo>
                    <a:pt x="27432" y="1650"/>
                  </a:lnTo>
                  <a:lnTo>
                    <a:pt x="25654" y="16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4F4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64535" y="3319272"/>
              <a:ext cx="267970" cy="81915"/>
            </a:xfrm>
            <a:custGeom>
              <a:avLst/>
              <a:gdLst/>
              <a:ahLst/>
              <a:cxnLst/>
              <a:rect l="l" t="t" r="r" b="b"/>
              <a:pathLst>
                <a:path w="267969" h="81914">
                  <a:moveTo>
                    <a:pt x="232282" y="73151"/>
                  </a:moveTo>
                  <a:lnTo>
                    <a:pt x="232282" y="76580"/>
                  </a:lnTo>
                  <a:lnTo>
                    <a:pt x="235712" y="76580"/>
                  </a:lnTo>
                  <a:lnTo>
                    <a:pt x="239268" y="81661"/>
                  </a:lnTo>
                  <a:lnTo>
                    <a:pt x="264794" y="81661"/>
                  </a:lnTo>
                  <a:lnTo>
                    <a:pt x="266064" y="78486"/>
                  </a:lnTo>
                  <a:lnTo>
                    <a:pt x="266064" y="76580"/>
                  </a:lnTo>
                  <a:lnTo>
                    <a:pt x="267969" y="74675"/>
                  </a:lnTo>
                  <a:lnTo>
                    <a:pt x="267969" y="69976"/>
                  </a:lnTo>
                  <a:lnTo>
                    <a:pt x="266064" y="66039"/>
                  </a:lnTo>
                  <a:lnTo>
                    <a:pt x="266064" y="62864"/>
                  </a:lnTo>
                  <a:lnTo>
                    <a:pt x="264794" y="61467"/>
                  </a:lnTo>
                  <a:lnTo>
                    <a:pt x="259461" y="59436"/>
                  </a:lnTo>
                  <a:lnTo>
                    <a:pt x="257809" y="59436"/>
                  </a:lnTo>
                  <a:lnTo>
                    <a:pt x="254381" y="57785"/>
                  </a:lnTo>
                  <a:lnTo>
                    <a:pt x="244220" y="57785"/>
                  </a:lnTo>
                  <a:lnTo>
                    <a:pt x="244220" y="59436"/>
                  </a:lnTo>
                  <a:lnTo>
                    <a:pt x="240791" y="59436"/>
                  </a:lnTo>
                  <a:lnTo>
                    <a:pt x="239268" y="61467"/>
                  </a:lnTo>
                  <a:lnTo>
                    <a:pt x="235712" y="61467"/>
                  </a:lnTo>
                  <a:lnTo>
                    <a:pt x="235712" y="62864"/>
                  </a:lnTo>
                  <a:lnTo>
                    <a:pt x="232282" y="68072"/>
                  </a:lnTo>
                  <a:lnTo>
                    <a:pt x="232282" y="73151"/>
                  </a:lnTo>
                </a:path>
                <a:path w="267969" h="81914">
                  <a:moveTo>
                    <a:pt x="42290" y="5079"/>
                  </a:moveTo>
                  <a:lnTo>
                    <a:pt x="26669" y="18795"/>
                  </a:lnTo>
                  <a:lnTo>
                    <a:pt x="26669" y="32512"/>
                  </a:lnTo>
                  <a:lnTo>
                    <a:pt x="31750" y="34036"/>
                  </a:lnTo>
                  <a:lnTo>
                    <a:pt x="31750" y="20319"/>
                  </a:lnTo>
                  <a:lnTo>
                    <a:pt x="33781" y="20319"/>
                  </a:lnTo>
                  <a:lnTo>
                    <a:pt x="48768" y="5079"/>
                  </a:lnTo>
                  <a:lnTo>
                    <a:pt x="42290" y="5079"/>
                  </a:lnTo>
                </a:path>
                <a:path w="267969" h="81914">
                  <a:moveTo>
                    <a:pt x="60451" y="28828"/>
                  </a:moveTo>
                  <a:lnTo>
                    <a:pt x="77215" y="13715"/>
                  </a:lnTo>
                </a:path>
                <a:path w="267969" h="81914">
                  <a:moveTo>
                    <a:pt x="77215" y="13715"/>
                  </a:moveTo>
                  <a:lnTo>
                    <a:pt x="82550" y="15620"/>
                  </a:lnTo>
                </a:path>
                <a:path w="267969" h="81914">
                  <a:moveTo>
                    <a:pt x="85725" y="15620"/>
                  </a:moveTo>
                  <a:lnTo>
                    <a:pt x="72008" y="28828"/>
                  </a:lnTo>
                </a:path>
                <a:path w="267969" h="81914">
                  <a:moveTo>
                    <a:pt x="148081" y="49149"/>
                  </a:moveTo>
                  <a:lnTo>
                    <a:pt x="163575" y="34036"/>
                  </a:lnTo>
                </a:path>
                <a:path w="267969" h="81914">
                  <a:moveTo>
                    <a:pt x="163575" y="34036"/>
                  </a:moveTo>
                  <a:lnTo>
                    <a:pt x="171831" y="35940"/>
                  </a:lnTo>
                </a:path>
                <a:path w="267969" h="81914">
                  <a:moveTo>
                    <a:pt x="171831" y="35940"/>
                  </a:moveTo>
                  <a:lnTo>
                    <a:pt x="158241" y="49149"/>
                  </a:lnTo>
                </a:path>
                <a:path w="267969" h="81914">
                  <a:moveTo>
                    <a:pt x="171831" y="56261"/>
                  </a:moveTo>
                  <a:lnTo>
                    <a:pt x="184912" y="41148"/>
                  </a:lnTo>
                </a:path>
                <a:path w="267969" h="81914">
                  <a:moveTo>
                    <a:pt x="184912" y="41148"/>
                  </a:moveTo>
                  <a:lnTo>
                    <a:pt x="193420" y="42544"/>
                  </a:lnTo>
                </a:path>
                <a:path w="267969" h="81914">
                  <a:moveTo>
                    <a:pt x="193420" y="42544"/>
                  </a:moveTo>
                  <a:lnTo>
                    <a:pt x="178434" y="56261"/>
                  </a:lnTo>
                </a:path>
                <a:path w="267969" h="81914">
                  <a:moveTo>
                    <a:pt x="82550" y="34036"/>
                  </a:moveTo>
                  <a:lnTo>
                    <a:pt x="100711" y="20319"/>
                  </a:lnTo>
                </a:path>
                <a:path w="267969" h="81914">
                  <a:moveTo>
                    <a:pt x="100711" y="20319"/>
                  </a:moveTo>
                  <a:lnTo>
                    <a:pt x="105790" y="22225"/>
                  </a:lnTo>
                </a:path>
                <a:path w="267969" h="81914">
                  <a:moveTo>
                    <a:pt x="105790" y="22225"/>
                  </a:moveTo>
                  <a:lnTo>
                    <a:pt x="94233" y="34036"/>
                  </a:lnTo>
                </a:path>
                <a:path w="267969" h="81914">
                  <a:moveTo>
                    <a:pt x="100711" y="39115"/>
                  </a:moveTo>
                  <a:lnTo>
                    <a:pt x="117475" y="24002"/>
                  </a:lnTo>
                </a:path>
                <a:path w="267969" h="81914">
                  <a:moveTo>
                    <a:pt x="117475" y="24002"/>
                  </a:moveTo>
                  <a:lnTo>
                    <a:pt x="125983" y="27431"/>
                  </a:lnTo>
                </a:path>
                <a:path w="267969" h="81914">
                  <a:moveTo>
                    <a:pt x="125983" y="27431"/>
                  </a:moveTo>
                  <a:lnTo>
                    <a:pt x="112902" y="39115"/>
                  </a:lnTo>
                </a:path>
                <a:path w="267969" h="81914">
                  <a:moveTo>
                    <a:pt x="125983" y="42544"/>
                  </a:moveTo>
                  <a:lnTo>
                    <a:pt x="139572" y="28828"/>
                  </a:lnTo>
                </a:path>
                <a:path w="267969" h="81914">
                  <a:moveTo>
                    <a:pt x="139572" y="28828"/>
                  </a:moveTo>
                  <a:lnTo>
                    <a:pt x="148081" y="32512"/>
                  </a:lnTo>
                </a:path>
                <a:path w="267969" h="81914">
                  <a:moveTo>
                    <a:pt x="148081" y="32512"/>
                  </a:moveTo>
                  <a:lnTo>
                    <a:pt x="132969" y="45719"/>
                  </a:lnTo>
                </a:path>
                <a:path w="267969" h="81914">
                  <a:moveTo>
                    <a:pt x="14986" y="0"/>
                  </a:moveTo>
                  <a:lnTo>
                    <a:pt x="0" y="13715"/>
                  </a:lnTo>
                  <a:lnTo>
                    <a:pt x="0" y="32512"/>
                  </a:lnTo>
                  <a:lnTo>
                    <a:pt x="6603" y="32512"/>
                  </a:lnTo>
                  <a:lnTo>
                    <a:pt x="6603" y="15620"/>
                  </a:lnTo>
                  <a:lnTo>
                    <a:pt x="21589" y="2031"/>
                  </a:lnTo>
                  <a:lnTo>
                    <a:pt x="149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4887" y="3453385"/>
              <a:ext cx="129539" cy="6400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396995" y="3037332"/>
              <a:ext cx="175260" cy="480059"/>
            </a:xfrm>
            <a:custGeom>
              <a:avLst/>
              <a:gdLst/>
              <a:ahLst/>
              <a:cxnLst/>
              <a:rect l="l" t="t" r="r" b="b"/>
              <a:pathLst>
                <a:path w="175260" h="480060">
                  <a:moveTo>
                    <a:pt x="162178" y="0"/>
                  </a:moveTo>
                  <a:lnTo>
                    <a:pt x="154050" y="8508"/>
                  </a:lnTo>
                  <a:lnTo>
                    <a:pt x="0" y="457707"/>
                  </a:lnTo>
                  <a:lnTo>
                    <a:pt x="0" y="462788"/>
                  </a:lnTo>
                  <a:lnTo>
                    <a:pt x="3175" y="462788"/>
                  </a:lnTo>
                  <a:lnTo>
                    <a:pt x="3175" y="467867"/>
                  </a:lnTo>
                  <a:lnTo>
                    <a:pt x="4571" y="467867"/>
                  </a:lnTo>
                  <a:lnTo>
                    <a:pt x="4571" y="471296"/>
                  </a:lnTo>
                  <a:lnTo>
                    <a:pt x="6476" y="474471"/>
                  </a:lnTo>
                  <a:lnTo>
                    <a:pt x="6476" y="476376"/>
                  </a:lnTo>
                  <a:lnTo>
                    <a:pt x="8127" y="476376"/>
                  </a:lnTo>
                  <a:lnTo>
                    <a:pt x="8127" y="479551"/>
                  </a:lnTo>
                  <a:lnTo>
                    <a:pt x="9651" y="479551"/>
                  </a:lnTo>
                  <a:lnTo>
                    <a:pt x="11556" y="476376"/>
                  </a:lnTo>
                  <a:lnTo>
                    <a:pt x="18033" y="476376"/>
                  </a:lnTo>
                  <a:lnTo>
                    <a:pt x="21208" y="474471"/>
                  </a:lnTo>
                  <a:lnTo>
                    <a:pt x="26542" y="474471"/>
                  </a:lnTo>
                  <a:lnTo>
                    <a:pt x="29590" y="471296"/>
                  </a:lnTo>
                  <a:lnTo>
                    <a:pt x="175259" y="13588"/>
                  </a:lnTo>
                  <a:lnTo>
                    <a:pt x="162178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96995" y="3037332"/>
              <a:ext cx="175260" cy="480059"/>
            </a:xfrm>
            <a:custGeom>
              <a:avLst/>
              <a:gdLst/>
              <a:ahLst/>
              <a:cxnLst/>
              <a:rect l="l" t="t" r="r" b="b"/>
              <a:pathLst>
                <a:path w="175260" h="480060">
                  <a:moveTo>
                    <a:pt x="162178" y="0"/>
                  </a:moveTo>
                  <a:lnTo>
                    <a:pt x="154050" y="8508"/>
                  </a:lnTo>
                  <a:lnTo>
                    <a:pt x="0" y="457707"/>
                  </a:lnTo>
                  <a:lnTo>
                    <a:pt x="0" y="462788"/>
                  </a:lnTo>
                  <a:lnTo>
                    <a:pt x="3175" y="462788"/>
                  </a:lnTo>
                  <a:lnTo>
                    <a:pt x="3175" y="467867"/>
                  </a:lnTo>
                  <a:lnTo>
                    <a:pt x="4571" y="467867"/>
                  </a:lnTo>
                  <a:lnTo>
                    <a:pt x="4571" y="471296"/>
                  </a:lnTo>
                  <a:lnTo>
                    <a:pt x="6476" y="474471"/>
                  </a:lnTo>
                  <a:lnTo>
                    <a:pt x="6476" y="476376"/>
                  </a:lnTo>
                  <a:lnTo>
                    <a:pt x="8127" y="476376"/>
                  </a:lnTo>
                  <a:lnTo>
                    <a:pt x="8127" y="479551"/>
                  </a:lnTo>
                  <a:lnTo>
                    <a:pt x="9651" y="479551"/>
                  </a:lnTo>
                  <a:lnTo>
                    <a:pt x="11556" y="476376"/>
                  </a:lnTo>
                  <a:lnTo>
                    <a:pt x="18033" y="476376"/>
                  </a:lnTo>
                  <a:lnTo>
                    <a:pt x="21208" y="474471"/>
                  </a:lnTo>
                  <a:lnTo>
                    <a:pt x="26542" y="474471"/>
                  </a:lnTo>
                  <a:lnTo>
                    <a:pt x="29590" y="471296"/>
                  </a:lnTo>
                  <a:lnTo>
                    <a:pt x="175259" y="13588"/>
                  </a:lnTo>
                  <a:lnTo>
                    <a:pt x="1621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28899" y="2877312"/>
              <a:ext cx="930910" cy="617220"/>
            </a:xfrm>
            <a:custGeom>
              <a:avLst/>
              <a:gdLst/>
              <a:ahLst/>
              <a:cxnLst/>
              <a:rect l="l" t="t" r="r" b="b"/>
              <a:pathLst>
                <a:path w="930910" h="617220">
                  <a:moveTo>
                    <a:pt x="144906" y="0"/>
                  </a:moveTo>
                  <a:lnTo>
                    <a:pt x="47117" y="257301"/>
                  </a:lnTo>
                  <a:lnTo>
                    <a:pt x="52450" y="289433"/>
                  </a:lnTo>
                  <a:lnTo>
                    <a:pt x="0" y="428625"/>
                  </a:lnTo>
                  <a:lnTo>
                    <a:pt x="92582" y="453771"/>
                  </a:lnTo>
                  <a:lnTo>
                    <a:pt x="119506" y="397001"/>
                  </a:lnTo>
                  <a:lnTo>
                    <a:pt x="693801" y="536448"/>
                  </a:lnTo>
                  <a:lnTo>
                    <a:pt x="668401" y="595376"/>
                  </a:lnTo>
                  <a:lnTo>
                    <a:pt x="771271" y="616838"/>
                  </a:lnTo>
                  <a:lnTo>
                    <a:pt x="930783" y="161671"/>
                  </a:lnTo>
                  <a:lnTo>
                    <a:pt x="843534" y="136271"/>
                  </a:lnTo>
                  <a:lnTo>
                    <a:pt x="268858" y="20574"/>
                  </a:lnTo>
                  <a:lnTo>
                    <a:pt x="144906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28899" y="2877312"/>
              <a:ext cx="930910" cy="617220"/>
            </a:xfrm>
            <a:custGeom>
              <a:avLst/>
              <a:gdLst/>
              <a:ahLst/>
              <a:cxnLst/>
              <a:rect l="l" t="t" r="r" b="b"/>
              <a:pathLst>
                <a:path w="930910" h="617220">
                  <a:moveTo>
                    <a:pt x="144906" y="0"/>
                  </a:moveTo>
                  <a:lnTo>
                    <a:pt x="47117" y="257301"/>
                  </a:lnTo>
                  <a:lnTo>
                    <a:pt x="52450" y="289433"/>
                  </a:lnTo>
                  <a:lnTo>
                    <a:pt x="0" y="428625"/>
                  </a:lnTo>
                  <a:lnTo>
                    <a:pt x="92582" y="453771"/>
                  </a:lnTo>
                  <a:lnTo>
                    <a:pt x="119506" y="397001"/>
                  </a:lnTo>
                  <a:lnTo>
                    <a:pt x="693801" y="536448"/>
                  </a:lnTo>
                  <a:lnTo>
                    <a:pt x="668401" y="595376"/>
                  </a:lnTo>
                  <a:lnTo>
                    <a:pt x="771271" y="616838"/>
                  </a:lnTo>
                  <a:lnTo>
                    <a:pt x="930783" y="161671"/>
                  </a:lnTo>
                  <a:lnTo>
                    <a:pt x="843534" y="136271"/>
                  </a:lnTo>
                  <a:lnTo>
                    <a:pt x="268858" y="20574"/>
                  </a:lnTo>
                  <a:lnTo>
                    <a:pt x="144906" y="0"/>
                  </a:lnTo>
                </a:path>
                <a:path w="930910" h="617220">
                  <a:moveTo>
                    <a:pt x="20066" y="371601"/>
                  </a:moveTo>
                  <a:lnTo>
                    <a:pt x="119506" y="397001"/>
                  </a:lnTo>
                </a:path>
                <a:path w="930910" h="617220">
                  <a:moveTo>
                    <a:pt x="693801" y="534542"/>
                  </a:moveTo>
                  <a:lnTo>
                    <a:pt x="791337" y="5617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76143" y="2889504"/>
              <a:ext cx="214629" cy="274320"/>
            </a:xfrm>
            <a:custGeom>
              <a:avLst/>
              <a:gdLst/>
              <a:ahLst/>
              <a:cxnLst/>
              <a:rect l="l" t="t" r="r" b="b"/>
              <a:pathLst>
                <a:path w="214630" h="274319">
                  <a:moveTo>
                    <a:pt x="102107" y="0"/>
                  </a:moveTo>
                  <a:lnTo>
                    <a:pt x="9906" y="247142"/>
                  </a:lnTo>
                  <a:lnTo>
                    <a:pt x="0" y="245237"/>
                  </a:lnTo>
                  <a:lnTo>
                    <a:pt x="5333" y="273812"/>
                  </a:lnTo>
                  <a:lnTo>
                    <a:pt x="13462" y="273812"/>
                  </a:lnTo>
                  <a:lnTo>
                    <a:pt x="112268" y="11811"/>
                  </a:lnTo>
                  <a:lnTo>
                    <a:pt x="211328" y="26797"/>
                  </a:lnTo>
                  <a:lnTo>
                    <a:pt x="214503" y="13335"/>
                  </a:lnTo>
                  <a:lnTo>
                    <a:pt x="102107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76143" y="2889504"/>
              <a:ext cx="214629" cy="274320"/>
            </a:xfrm>
            <a:custGeom>
              <a:avLst/>
              <a:gdLst/>
              <a:ahLst/>
              <a:cxnLst/>
              <a:rect l="l" t="t" r="r" b="b"/>
              <a:pathLst>
                <a:path w="214630" h="274319">
                  <a:moveTo>
                    <a:pt x="214503" y="13335"/>
                  </a:moveTo>
                  <a:lnTo>
                    <a:pt x="102107" y="0"/>
                  </a:lnTo>
                  <a:lnTo>
                    <a:pt x="9906" y="247142"/>
                  </a:lnTo>
                  <a:lnTo>
                    <a:pt x="0" y="245237"/>
                  </a:lnTo>
                  <a:lnTo>
                    <a:pt x="5333" y="273812"/>
                  </a:lnTo>
                  <a:lnTo>
                    <a:pt x="13462" y="273812"/>
                  </a:lnTo>
                  <a:lnTo>
                    <a:pt x="112268" y="11811"/>
                  </a:lnTo>
                  <a:lnTo>
                    <a:pt x="211328" y="26797"/>
                  </a:lnTo>
                  <a:lnTo>
                    <a:pt x="214503" y="13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87192" y="3134360"/>
              <a:ext cx="0" cy="31750"/>
            </a:xfrm>
            <a:custGeom>
              <a:avLst/>
              <a:gdLst/>
              <a:ahLst/>
              <a:cxnLst/>
              <a:rect l="l" t="t" r="r" b="b"/>
              <a:pathLst>
                <a:path h="31750">
                  <a:moveTo>
                    <a:pt x="0" y="0"/>
                  </a:moveTo>
                  <a:lnTo>
                    <a:pt x="0" y="31495"/>
                  </a:lnTo>
                </a:path>
              </a:pathLst>
            </a:custGeom>
            <a:ln w="4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53383" y="3014472"/>
              <a:ext cx="107950" cy="292735"/>
            </a:xfrm>
            <a:custGeom>
              <a:avLst/>
              <a:gdLst/>
              <a:ahLst/>
              <a:cxnLst/>
              <a:rect l="l" t="t" r="r" b="b"/>
              <a:pathLst>
                <a:path w="107950" h="292735">
                  <a:moveTo>
                    <a:pt x="27177" y="0"/>
                  </a:moveTo>
                  <a:lnTo>
                    <a:pt x="11683" y="0"/>
                  </a:lnTo>
                  <a:lnTo>
                    <a:pt x="11683" y="5333"/>
                  </a:lnTo>
                  <a:lnTo>
                    <a:pt x="8508" y="5333"/>
                  </a:lnTo>
                  <a:lnTo>
                    <a:pt x="8508" y="8381"/>
                  </a:lnTo>
                  <a:lnTo>
                    <a:pt x="14986" y="8381"/>
                  </a:lnTo>
                  <a:lnTo>
                    <a:pt x="14986" y="10413"/>
                  </a:lnTo>
                  <a:lnTo>
                    <a:pt x="23494" y="10413"/>
                  </a:lnTo>
                  <a:lnTo>
                    <a:pt x="23494" y="11811"/>
                  </a:lnTo>
                  <a:lnTo>
                    <a:pt x="30606" y="11811"/>
                  </a:lnTo>
                  <a:lnTo>
                    <a:pt x="30606" y="13462"/>
                  </a:lnTo>
                  <a:lnTo>
                    <a:pt x="38735" y="13462"/>
                  </a:lnTo>
                  <a:lnTo>
                    <a:pt x="38735" y="14986"/>
                  </a:lnTo>
                  <a:lnTo>
                    <a:pt x="45338" y="14986"/>
                  </a:lnTo>
                  <a:lnTo>
                    <a:pt x="45338" y="16890"/>
                  </a:lnTo>
                  <a:lnTo>
                    <a:pt x="52324" y="16890"/>
                  </a:lnTo>
                  <a:lnTo>
                    <a:pt x="52324" y="18795"/>
                  </a:lnTo>
                  <a:lnTo>
                    <a:pt x="58927" y="18795"/>
                  </a:lnTo>
                  <a:lnTo>
                    <a:pt x="58927" y="21970"/>
                  </a:lnTo>
                  <a:lnTo>
                    <a:pt x="65404" y="21970"/>
                  </a:lnTo>
                  <a:lnTo>
                    <a:pt x="65404" y="23367"/>
                  </a:lnTo>
                  <a:lnTo>
                    <a:pt x="73913" y="23367"/>
                  </a:lnTo>
                  <a:lnTo>
                    <a:pt x="73913" y="25400"/>
                  </a:lnTo>
                  <a:lnTo>
                    <a:pt x="78993" y="25400"/>
                  </a:lnTo>
                  <a:lnTo>
                    <a:pt x="78993" y="27050"/>
                  </a:lnTo>
                  <a:lnTo>
                    <a:pt x="89407" y="27050"/>
                  </a:lnTo>
                  <a:lnTo>
                    <a:pt x="89407" y="30479"/>
                  </a:lnTo>
                  <a:lnTo>
                    <a:pt x="94614" y="30479"/>
                  </a:lnTo>
                  <a:lnTo>
                    <a:pt x="94614" y="33781"/>
                  </a:lnTo>
                  <a:lnTo>
                    <a:pt x="92582" y="33781"/>
                  </a:lnTo>
                  <a:lnTo>
                    <a:pt x="92582" y="40386"/>
                  </a:lnTo>
                  <a:lnTo>
                    <a:pt x="90931" y="40386"/>
                  </a:lnTo>
                  <a:lnTo>
                    <a:pt x="90931" y="45465"/>
                  </a:lnTo>
                  <a:lnTo>
                    <a:pt x="89407" y="45465"/>
                  </a:lnTo>
                  <a:lnTo>
                    <a:pt x="89407" y="50545"/>
                  </a:lnTo>
                  <a:lnTo>
                    <a:pt x="86105" y="50545"/>
                  </a:lnTo>
                  <a:lnTo>
                    <a:pt x="86105" y="57023"/>
                  </a:lnTo>
                  <a:lnTo>
                    <a:pt x="84327" y="57023"/>
                  </a:lnTo>
                  <a:lnTo>
                    <a:pt x="84327" y="62102"/>
                  </a:lnTo>
                  <a:lnTo>
                    <a:pt x="81025" y="62102"/>
                  </a:lnTo>
                  <a:lnTo>
                    <a:pt x="81025" y="67437"/>
                  </a:lnTo>
                  <a:lnTo>
                    <a:pt x="78993" y="67437"/>
                  </a:lnTo>
                  <a:lnTo>
                    <a:pt x="78993" y="72516"/>
                  </a:lnTo>
                  <a:lnTo>
                    <a:pt x="77850" y="72516"/>
                  </a:lnTo>
                  <a:lnTo>
                    <a:pt x="77850" y="84074"/>
                  </a:lnTo>
                  <a:lnTo>
                    <a:pt x="73913" y="84074"/>
                  </a:lnTo>
                  <a:lnTo>
                    <a:pt x="73913" y="90550"/>
                  </a:lnTo>
                  <a:lnTo>
                    <a:pt x="72516" y="90550"/>
                  </a:lnTo>
                  <a:lnTo>
                    <a:pt x="72516" y="95630"/>
                  </a:lnTo>
                  <a:lnTo>
                    <a:pt x="69341" y="95630"/>
                  </a:lnTo>
                  <a:lnTo>
                    <a:pt x="69341" y="99060"/>
                  </a:lnTo>
                  <a:lnTo>
                    <a:pt x="67437" y="99060"/>
                  </a:lnTo>
                  <a:lnTo>
                    <a:pt x="67437" y="107441"/>
                  </a:lnTo>
                  <a:lnTo>
                    <a:pt x="65404" y="107441"/>
                  </a:lnTo>
                  <a:lnTo>
                    <a:pt x="65404" y="112522"/>
                  </a:lnTo>
                  <a:lnTo>
                    <a:pt x="64262" y="112522"/>
                  </a:lnTo>
                  <a:lnTo>
                    <a:pt x="64262" y="117601"/>
                  </a:lnTo>
                  <a:lnTo>
                    <a:pt x="60832" y="117601"/>
                  </a:lnTo>
                  <a:lnTo>
                    <a:pt x="60832" y="122936"/>
                  </a:lnTo>
                  <a:lnTo>
                    <a:pt x="58927" y="122936"/>
                  </a:lnTo>
                  <a:lnTo>
                    <a:pt x="58927" y="129412"/>
                  </a:lnTo>
                  <a:lnTo>
                    <a:pt x="57276" y="129412"/>
                  </a:lnTo>
                  <a:lnTo>
                    <a:pt x="57276" y="136398"/>
                  </a:lnTo>
                  <a:lnTo>
                    <a:pt x="53848" y="136398"/>
                  </a:lnTo>
                  <a:lnTo>
                    <a:pt x="53848" y="139573"/>
                  </a:lnTo>
                  <a:lnTo>
                    <a:pt x="52324" y="139573"/>
                  </a:lnTo>
                  <a:lnTo>
                    <a:pt x="52324" y="146050"/>
                  </a:lnTo>
                  <a:lnTo>
                    <a:pt x="50673" y="146050"/>
                  </a:lnTo>
                  <a:lnTo>
                    <a:pt x="50673" y="157733"/>
                  </a:lnTo>
                  <a:lnTo>
                    <a:pt x="47243" y="157733"/>
                  </a:lnTo>
                  <a:lnTo>
                    <a:pt x="47243" y="163067"/>
                  </a:lnTo>
                  <a:lnTo>
                    <a:pt x="45338" y="163067"/>
                  </a:lnTo>
                  <a:lnTo>
                    <a:pt x="45338" y="168148"/>
                  </a:lnTo>
                  <a:lnTo>
                    <a:pt x="42163" y="168148"/>
                  </a:lnTo>
                  <a:lnTo>
                    <a:pt x="42163" y="174625"/>
                  </a:lnTo>
                  <a:lnTo>
                    <a:pt x="40258" y="174625"/>
                  </a:lnTo>
                  <a:lnTo>
                    <a:pt x="40258" y="179704"/>
                  </a:lnTo>
                  <a:lnTo>
                    <a:pt x="38735" y="179704"/>
                  </a:lnTo>
                  <a:lnTo>
                    <a:pt x="38735" y="185038"/>
                  </a:lnTo>
                  <a:lnTo>
                    <a:pt x="37083" y="185038"/>
                  </a:lnTo>
                  <a:lnTo>
                    <a:pt x="37083" y="191515"/>
                  </a:lnTo>
                  <a:lnTo>
                    <a:pt x="33654" y="191515"/>
                  </a:lnTo>
                  <a:lnTo>
                    <a:pt x="33654" y="198500"/>
                  </a:lnTo>
                  <a:lnTo>
                    <a:pt x="31750" y="198500"/>
                  </a:lnTo>
                  <a:lnTo>
                    <a:pt x="31750" y="201675"/>
                  </a:lnTo>
                  <a:lnTo>
                    <a:pt x="30606" y="201675"/>
                  </a:lnTo>
                  <a:lnTo>
                    <a:pt x="30606" y="208152"/>
                  </a:lnTo>
                  <a:lnTo>
                    <a:pt x="27177" y="208152"/>
                  </a:lnTo>
                  <a:lnTo>
                    <a:pt x="27177" y="213232"/>
                  </a:lnTo>
                  <a:lnTo>
                    <a:pt x="25145" y="213232"/>
                  </a:lnTo>
                  <a:lnTo>
                    <a:pt x="25145" y="220217"/>
                  </a:lnTo>
                  <a:lnTo>
                    <a:pt x="23494" y="220217"/>
                  </a:lnTo>
                  <a:lnTo>
                    <a:pt x="23494" y="225043"/>
                  </a:lnTo>
                  <a:lnTo>
                    <a:pt x="22098" y="225043"/>
                  </a:lnTo>
                  <a:lnTo>
                    <a:pt x="22098" y="230124"/>
                  </a:lnTo>
                  <a:lnTo>
                    <a:pt x="20065" y="230124"/>
                  </a:lnTo>
                  <a:lnTo>
                    <a:pt x="20065" y="237108"/>
                  </a:lnTo>
                  <a:lnTo>
                    <a:pt x="18668" y="237108"/>
                  </a:lnTo>
                  <a:lnTo>
                    <a:pt x="18668" y="240283"/>
                  </a:lnTo>
                  <a:lnTo>
                    <a:pt x="14986" y="240283"/>
                  </a:lnTo>
                  <a:lnTo>
                    <a:pt x="14986" y="246887"/>
                  </a:lnTo>
                  <a:lnTo>
                    <a:pt x="13588" y="246887"/>
                  </a:lnTo>
                  <a:lnTo>
                    <a:pt x="13588" y="253873"/>
                  </a:lnTo>
                  <a:lnTo>
                    <a:pt x="11683" y="253873"/>
                  </a:lnTo>
                  <a:lnTo>
                    <a:pt x="11683" y="260603"/>
                  </a:lnTo>
                  <a:lnTo>
                    <a:pt x="8508" y="260603"/>
                  </a:lnTo>
                  <a:lnTo>
                    <a:pt x="8508" y="263778"/>
                  </a:lnTo>
                  <a:lnTo>
                    <a:pt x="6603" y="263778"/>
                  </a:lnTo>
                  <a:lnTo>
                    <a:pt x="6603" y="270763"/>
                  </a:lnTo>
                  <a:lnTo>
                    <a:pt x="5079" y="270763"/>
                  </a:lnTo>
                  <a:lnTo>
                    <a:pt x="5079" y="275336"/>
                  </a:lnTo>
                  <a:lnTo>
                    <a:pt x="3428" y="275336"/>
                  </a:lnTo>
                  <a:lnTo>
                    <a:pt x="3428" y="280669"/>
                  </a:lnTo>
                  <a:lnTo>
                    <a:pt x="0" y="280669"/>
                  </a:lnTo>
                  <a:lnTo>
                    <a:pt x="0" y="290829"/>
                  </a:lnTo>
                  <a:lnTo>
                    <a:pt x="6603" y="290829"/>
                  </a:lnTo>
                  <a:lnTo>
                    <a:pt x="6603" y="292226"/>
                  </a:lnTo>
                  <a:lnTo>
                    <a:pt x="14986" y="292226"/>
                  </a:lnTo>
                  <a:lnTo>
                    <a:pt x="14986" y="290829"/>
                  </a:lnTo>
                  <a:lnTo>
                    <a:pt x="18668" y="290829"/>
                  </a:lnTo>
                  <a:lnTo>
                    <a:pt x="18668" y="283717"/>
                  </a:lnTo>
                  <a:lnTo>
                    <a:pt x="20065" y="283717"/>
                  </a:lnTo>
                  <a:lnTo>
                    <a:pt x="20065" y="279145"/>
                  </a:lnTo>
                  <a:lnTo>
                    <a:pt x="22098" y="279145"/>
                  </a:lnTo>
                  <a:lnTo>
                    <a:pt x="22098" y="272161"/>
                  </a:lnTo>
                  <a:lnTo>
                    <a:pt x="23494" y="272161"/>
                  </a:lnTo>
                  <a:lnTo>
                    <a:pt x="23494" y="265683"/>
                  </a:lnTo>
                  <a:lnTo>
                    <a:pt x="25145" y="265683"/>
                  </a:lnTo>
                  <a:lnTo>
                    <a:pt x="25145" y="262254"/>
                  </a:lnTo>
                  <a:lnTo>
                    <a:pt x="27177" y="262254"/>
                  </a:lnTo>
                  <a:lnTo>
                    <a:pt x="27177" y="257175"/>
                  </a:lnTo>
                  <a:lnTo>
                    <a:pt x="30606" y="257175"/>
                  </a:lnTo>
                  <a:lnTo>
                    <a:pt x="30606" y="248792"/>
                  </a:lnTo>
                  <a:lnTo>
                    <a:pt x="31750" y="248792"/>
                  </a:lnTo>
                  <a:lnTo>
                    <a:pt x="31750" y="243712"/>
                  </a:lnTo>
                  <a:lnTo>
                    <a:pt x="33654" y="243712"/>
                  </a:lnTo>
                  <a:lnTo>
                    <a:pt x="33654" y="237108"/>
                  </a:lnTo>
                  <a:lnTo>
                    <a:pt x="37083" y="237108"/>
                  </a:lnTo>
                  <a:lnTo>
                    <a:pt x="37083" y="230124"/>
                  </a:lnTo>
                  <a:lnTo>
                    <a:pt x="38735" y="230124"/>
                  </a:lnTo>
                  <a:lnTo>
                    <a:pt x="38735" y="225043"/>
                  </a:lnTo>
                  <a:lnTo>
                    <a:pt x="40258" y="225043"/>
                  </a:lnTo>
                  <a:lnTo>
                    <a:pt x="40258" y="216662"/>
                  </a:lnTo>
                  <a:lnTo>
                    <a:pt x="42163" y="216662"/>
                  </a:lnTo>
                  <a:lnTo>
                    <a:pt x="42163" y="212089"/>
                  </a:lnTo>
                  <a:lnTo>
                    <a:pt x="45338" y="212089"/>
                  </a:lnTo>
                  <a:lnTo>
                    <a:pt x="45338" y="208152"/>
                  </a:lnTo>
                  <a:lnTo>
                    <a:pt x="47243" y="208152"/>
                  </a:lnTo>
                  <a:lnTo>
                    <a:pt x="47243" y="201675"/>
                  </a:lnTo>
                  <a:lnTo>
                    <a:pt x="50673" y="201675"/>
                  </a:lnTo>
                  <a:lnTo>
                    <a:pt x="50673" y="190118"/>
                  </a:lnTo>
                  <a:lnTo>
                    <a:pt x="52324" y="190118"/>
                  </a:lnTo>
                  <a:lnTo>
                    <a:pt x="52324" y="183133"/>
                  </a:lnTo>
                  <a:lnTo>
                    <a:pt x="53848" y="183133"/>
                  </a:lnTo>
                  <a:lnTo>
                    <a:pt x="53848" y="176529"/>
                  </a:lnTo>
                  <a:lnTo>
                    <a:pt x="57276" y="176529"/>
                  </a:lnTo>
                  <a:lnTo>
                    <a:pt x="57276" y="171195"/>
                  </a:lnTo>
                  <a:lnTo>
                    <a:pt x="58927" y="171195"/>
                  </a:lnTo>
                  <a:lnTo>
                    <a:pt x="58927" y="163067"/>
                  </a:lnTo>
                  <a:lnTo>
                    <a:pt x="60832" y="163067"/>
                  </a:lnTo>
                  <a:lnTo>
                    <a:pt x="60832" y="157733"/>
                  </a:lnTo>
                  <a:lnTo>
                    <a:pt x="64262" y="157733"/>
                  </a:lnTo>
                  <a:lnTo>
                    <a:pt x="64262" y="154558"/>
                  </a:lnTo>
                  <a:lnTo>
                    <a:pt x="65404" y="154558"/>
                  </a:lnTo>
                  <a:lnTo>
                    <a:pt x="65404" y="148081"/>
                  </a:lnTo>
                  <a:lnTo>
                    <a:pt x="67437" y="148081"/>
                  </a:lnTo>
                  <a:lnTo>
                    <a:pt x="67437" y="140969"/>
                  </a:lnTo>
                  <a:lnTo>
                    <a:pt x="69341" y="140969"/>
                  </a:lnTo>
                  <a:lnTo>
                    <a:pt x="69341" y="136398"/>
                  </a:lnTo>
                  <a:lnTo>
                    <a:pt x="72516" y="136398"/>
                  </a:lnTo>
                  <a:lnTo>
                    <a:pt x="72516" y="129412"/>
                  </a:lnTo>
                  <a:lnTo>
                    <a:pt x="73913" y="129412"/>
                  </a:lnTo>
                  <a:lnTo>
                    <a:pt x="73913" y="122936"/>
                  </a:lnTo>
                  <a:lnTo>
                    <a:pt x="77850" y="122936"/>
                  </a:lnTo>
                  <a:lnTo>
                    <a:pt x="77850" y="111125"/>
                  </a:lnTo>
                  <a:lnTo>
                    <a:pt x="78993" y="111125"/>
                  </a:lnTo>
                  <a:lnTo>
                    <a:pt x="78993" y="104139"/>
                  </a:lnTo>
                  <a:lnTo>
                    <a:pt x="81025" y="104139"/>
                  </a:lnTo>
                  <a:lnTo>
                    <a:pt x="81025" y="99060"/>
                  </a:lnTo>
                  <a:lnTo>
                    <a:pt x="84327" y="99060"/>
                  </a:lnTo>
                  <a:lnTo>
                    <a:pt x="84327" y="94361"/>
                  </a:lnTo>
                  <a:lnTo>
                    <a:pt x="86105" y="94361"/>
                  </a:lnTo>
                  <a:lnTo>
                    <a:pt x="86105" y="87375"/>
                  </a:lnTo>
                  <a:lnTo>
                    <a:pt x="89407" y="87375"/>
                  </a:lnTo>
                  <a:lnTo>
                    <a:pt x="89407" y="80899"/>
                  </a:lnTo>
                  <a:lnTo>
                    <a:pt x="90931" y="80899"/>
                  </a:lnTo>
                  <a:lnTo>
                    <a:pt x="90931" y="75564"/>
                  </a:lnTo>
                  <a:lnTo>
                    <a:pt x="92582" y="75564"/>
                  </a:lnTo>
                  <a:lnTo>
                    <a:pt x="92582" y="69087"/>
                  </a:lnTo>
                  <a:lnTo>
                    <a:pt x="94614" y="69087"/>
                  </a:lnTo>
                  <a:lnTo>
                    <a:pt x="94614" y="62102"/>
                  </a:lnTo>
                  <a:lnTo>
                    <a:pt x="97916" y="62102"/>
                  </a:lnTo>
                  <a:lnTo>
                    <a:pt x="97916" y="57023"/>
                  </a:lnTo>
                  <a:lnTo>
                    <a:pt x="99187" y="57023"/>
                  </a:lnTo>
                  <a:lnTo>
                    <a:pt x="99187" y="50545"/>
                  </a:lnTo>
                  <a:lnTo>
                    <a:pt x="101091" y="50545"/>
                  </a:lnTo>
                  <a:lnTo>
                    <a:pt x="101091" y="45465"/>
                  </a:lnTo>
                  <a:lnTo>
                    <a:pt x="102996" y="45465"/>
                  </a:lnTo>
                  <a:lnTo>
                    <a:pt x="102996" y="40386"/>
                  </a:lnTo>
                  <a:lnTo>
                    <a:pt x="104520" y="40386"/>
                  </a:lnTo>
                  <a:lnTo>
                    <a:pt x="104520" y="33781"/>
                  </a:lnTo>
                  <a:lnTo>
                    <a:pt x="106171" y="33781"/>
                  </a:lnTo>
                  <a:lnTo>
                    <a:pt x="106171" y="27050"/>
                  </a:lnTo>
                  <a:lnTo>
                    <a:pt x="107695" y="27050"/>
                  </a:lnTo>
                  <a:lnTo>
                    <a:pt x="107695" y="23367"/>
                  </a:lnTo>
                  <a:lnTo>
                    <a:pt x="101091" y="23367"/>
                  </a:lnTo>
                  <a:lnTo>
                    <a:pt x="101091" y="21970"/>
                  </a:lnTo>
                  <a:lnTo>
                    <a:pt x="94614" y="21970"/>
                  </a:lnTo>
                  <a:lnTo>
                    <a:pt x="94614" y="18795"/>
                  </a:lnTo>
                  <a:lnTo>
                    <a:pt x="86105" y="18795"/>
                  </a:lnTo>
                  <a:lnTo>
                    <a:pt x="86105" y="16890"/>
                  </a:lnTo>
                  <a:lnTo>
                    <a:pt x="78993" y="16890"/>
                  </a:lnTo>
                  <a:lnTo>
                    <a:pt x="78993" y="14986"/>
                  </a:lnTo>
                  <a:lnTo>
                    <a:pt x="72516" y="14986"/>
                  </a:lnTo>
                  <a:lnTo>
                    <a:pt x="72516" y="13462"/>
                  </a:lnTo>
                  <a:lnTo>
                    <a:pt x="65404" y="13462"/>
                  </a:lnTo>
                  <a:lnTo>
                    <a:pt x="65404" y="11811"/>
                  </a:lnTo>
                  <a:lnTo>
                    <a:pt x="57276" y="11811"/>
                  </a:lnTo>
                  <a:lnTo>
                    <a:pt x="57276" y="10413"/>
                  </a:lnTo>
                  <a:lnTo>
                    <a:pt x="50673" y="10413"/>
                  </a:lnTo>
                  <a:lnTo>
                    <a:pt x="50673" y="8381"/>
                  </a:lnTo>
                  <a:lnTo>
                    <a:pt x="42163" y="8381"/>
                  </a:lnTo>
                  <a:lnTo>
                    <a:pt x="42163" y="5333"/>
                  </a:lnTo>
                  <a:lnTo>
                    <a:pt x="37083" y="5333"/>
                  </a:lnTo>
                  <a:lnTo>
                    <a:pt x="37083" y="3301"/>
                  </a:lnTo>
                  <a:lnTo>
                    <a:pt x="27177" y="3301"/>
                  </a:lnTo>
                  <a:lnTo>
                    <a:pt x="27177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53383" y="3011424"/>
              <a:ext cx="107950" cy="295275"/>
            </a:xfrm>
            <a:custGeom>
              <a:avLst/>
              <a:gdLst/>
              <a:ahLst/>
              <a:cxnLst/>
              <a:rect l="l" t="t" r="r" b="b"/>
              <a:pathLst>
                <a:path w="107950" h="295275">
                  <a:moveTo>
                    <a:pt x="0" y="290702"/>
                  </a:moveTo>
                  <a:lnTo>
                    <a:pt x="94614" y="33527"/>
                  </a:lnTo>
                  <a:lnTo>
                    <a:pt x="8508" y="8509"/>
                  </a:lnTo>
                  <a:lnTo>
                    <a:pt x="13588" y="0"/>
                  </a:lnTo>
                  <a:lnTo>
                    <a:pt x="107695" y="26542"/>
                  </a:lnTo>
                  <a:lnTo>
                    <a:pt x="14986" y="295275"/>
                  </a:lnTo>
                  <a:lnTo>
                    <a:pt x="0" y="290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61003" y="3017520"/>
              <a:ext cx="91440" cy="33655"/>
            </a:xfrm>
            <a:custGeom>
              <a:avLst/>
              <a:gdLst/>
              <a:ahLst/>
              <a:cxnLst/>
              <a:rect l="l" t="t" r="r" b="b"/>
              <a:pathLst>
                <a:path w="91439" h="33655">
                  <a:moveTo>
                    <a:pt x="6985" y="0"/>
                  </a:moveTo>
                  <a:lnTo>
                    <a:pt x="0" y="19938"/>
                  </a:lnTo>
                  <a:lnTo>
                    <a:pt x="13462" y="15366"/>
                  </a:lnTo>
                  <a:lnTo>
                    <a:pt x="85851" y="33527"/>
                  </a:lnTo>
                  <a:lnTo>
                    <a:pt x="91186" y="21970"/>
                  </a:lnTo>
                  <a:lnTo>
                    <a:pt x="6985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61003" y="3017520"/>
              <a:ext cx="91440" cy="33655"/>
            </a:xfrm>
            <a:custGeom>
              <a:avLst/>
              <a:gdLst/>
              <a:ahLst/>
              <a:cxnLst/>
              <a:rect l="l" t="t" r="r" b="b"/>
              <a:pathLst>
                <a:path w="91439" h="33655">
                  <a:moveTo>
                    <a:pt x="6985" y="0"/>
                  </a:moveTo>
                  <a:lnTo>
                    <a:pt x="0" y="19938"/>
                  </a:lnTo>
                  <a:lnTo>
                    <a:pt x="13462" y="15366"/>
                  </a:lnTo>
                  <a:lnTo>
                    <a:pt x="85851" y="33527"/>
                  </a:lnTo>
                  <a:lnTo>
                    <a:pt x="91186" y="21970"/>
                  </a:lnTo>
                  <a:lnTo>
                    <a:pt x="6985" y="0"/>
                  </a:lnTo>
                </a:path>
                <a:path w="91439" h="33655">
                  <a:moveTo>
                    <a:pt x="15494" y="15366"/>
                  </a:moveTo>
                  <a:lnTo>
                    <a:pt x="69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47287" y="3297936"/>
              <a:ext cx="19685" cy="35560"/>
            </a:xfrm>
            <a:custGeom>
              <a:avLst/>
              <a:gdLst/>
              <a:ahLst/>
              <a:cxnLst/>
              <a:rect l="l" t="t" r="r" b="b"/>
              <a:pathLst>
                <a:path w="19685" h="35560">
                  <a:moveTo>
                    <a:pt x="6350" y="0"/>
                  </a:moveTo>
                  <a:lnTo>
                    <a:pt x="0" y="29972"/>
                  </a:lnTo>
                  <a:lnTo>
                    <a:pt x="6350" y="35051"/>
                  </a:lnTo>
                  <a:lnTo>
                    <a:pt x="19558" y="8381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47287" y="3297936"/>
              <a:ext cx="19685" cy="35560"/>
            </a:xfrm>
            <a:custGeom>
              <a:avLst/>
              <a:gdLst/>
              <a:ahLst/>
              <a:cxnLst/>
              <a:rect l="l" t="t" r="r" b="b"/>
              <a:pathLst>
                <a:path w="19685" h="35560">
                  <a:moveTo>
                    <a:pt x="6350" y="0"/>
                  </a:moveTo>
                  <a:lnTo>
                    <a:pt x="0" y="29972"/>
                  </a:lnTo>
                  <a:lnTo>
                    <a:pt x="6350" y="35051"/>
                  </a:lnTo>
                  <a:lnTo>
                    <a:pt x="19558" y="8381"/>
                  </a:lnTo>
                  <a:lnTo>
                    <a:pt x="6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881883" y="2892552"/>
              <a:ext cx="591820" cy="144780"/>
            </a:xfrm>
            <a:custGeom>
              <a:avLst/>
              <a:gdLst/>
              <a:ahLst/>
              <a:cxnLst/>
              <a:rect l="l" t="t" r="r" b="b"/>
              <a:pathLst>
                <a:path w="591820" h="144780">
                  <a:moveTo>
                    <a:pt x="8509" y="0"/>
                  </a:moveTo>
                  <a:lnTo>
                    <a:pt x="0" y="25146"/>
                  </a:lnTo>
                  <a:lnTo>
                    <a:pt x="579628" y="144272"/>
                  </a:lnTo>
                  <a:lnTo>
                    <a:pt x="591312" y="112649"/>
                  </a:lnTo>
                  <a:lnTo>
                    <a:pt x="284226" y="40132"/>
                  </a:lnTo>
                  <a:lnTo>
                    <a:pt x="850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81883" y="2892552"/>
              <a:ext cx="591820" cy="144780"/>
            </a:xfrm>
            <a:custGeom>
              <a:avLst/>
              <a:gdLst/>
              <a:ahLst/>
              <a:cxnLst/>
              <a:rect l="l" t="t" r="r" b="b"/>
              <a:pathLst>
                <a:path w="591820" h="144780">
                  <a:moveTo>
                    <a:pt x="8509" y="0"/>
                  </a:moveTo>
                  <a:lnTo>
                    <a:pt x="0" y="25146"/>
                  </a:lnTo>
                  <a:lnTo>
                    <a:pt x="579628" y="144272"/>
                  </a:lnTo>
                  <a:lnTo>
                    <a:pt x="591312" y="112649"/>
                  </a:lnTo>
                  <a:lnTo>
                    <a:pt x="284226" y="40132"/>
                  </a:lnTo>
                  <a:lnTo>
                    <a:pt x="85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0859" y="2909316"/>
              <a:ext cx="170687" cy="6857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756915" y="2944368"/>
              <a:ext cx="690245" cy="437515"/>
            </a:xfrm>
            <a:custGeom>
              <a:avLst/>
              <a:gdLst/>
              <a:ahLst/>
              <a:cxnLst/>
              <a:rect l="l" t="t" r="r" b="b"/>
              <a:pathLst>
                <a:path w="690245" h="437514">
                  <a:moveTo>
                    <a:pt x="120903" y="0"/>
                  </a:moveTo>
                  <a:lnTo>
                    <a:pt x="0" y="302387"/>
                  </a:lnTo>
                  <a:lnTo>
                    <a:pt x="573912" y="437007"/>
                  </a:lnTo>
                  <a:lnTo>
                    <a:pt x="690244" y="126111"/>
                  </a:lnTo>
                  <a:lnTo>
                    <a:pt x="120903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56915" y="2944368"/>
              <a:ext cx="690245" cy="437515"/>
            </a:xfrm>
            <a:custGeom>
              <a:avLst/>
              <a:gdLst/>
              <a:ahLst/>
              <a:cxnLst/>
              <a:rect l="l" t="t" r="r" b="b"/>
              <a:pathLst>
                <a:path w="690245" h="437514">
                  <a:moveTo>
                    <a:pt x="120903" y="0"/>
                  </a:moveTo>
                  <a:lnTo>
                    <a:pt x="0" y="302387"/>
                  </a:lnTo>
                  <a:lnTo>
                    <a:pt x="573912" y="437007"/>
                  </a:lnTo>
                  <a:lnTo>
                    <a:pt x="690244" y="126111"/>
                  </a:lnTo>
                  <a:lnTo>
                    <a:pt x="1209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91968" y="3018789"/>
              <a:ext cx="596265" cy="355600"/>
            </a:xfrm>
            <a:custGeom>
              <a:avLst/>
              <a:gdLst/>
              <a:ahLst/>
              <a:cxnLst/>
              <a:rect l="l" t="t" r="r" b="b"/>
              <a:pathLst>
                <a:path w="596264" h="355600">
                  <a:moveTo>
                    <a:pt x="60198" y="81026"/>
                  </a:moveTo>
                  <a:lnTo>
                    <a:pt x="59944" y="81026"/>
                  </a:lnTo>
                  <a:lnTo>
                    <a:pt x="59944" y="75438"/>
                  </a:lnTo>
                  <a:lnTo>
                    <a:pt x="58039" y="75438"/>
                  </a:lnTo>
                  <a:lnTo>
                    <a:pt x="58039" y="80518"/>
                  </a:lnTo>
                  <a:lnTo>
                    <a:pt x="54864" y="80518"/>
                  </a:lnTo>
                  <a:lnTo>
                    <a:pt x="54864" y="85598"/>
                  </a:lnTo>
                  <a:lnTo>
                    <a:pt x="55118" y="85598"/>
                  </a:lnTo>
                  <a:lnTo>
                    <a:pt x="55118" y="86106"/>
                  </a:lnTo>
                  <a:lnTo>
                    <a:pt x="53086" y="86106"/>
                  </a:lnTo>
                  <a:lnTo>
                    <a:pt x="53086" y="94996"/>
                  </a:lnTo>
                  <a:lnTo>
                    <a:pt x="51689" y="94996"/>
                  </a:lnTo>
                  <a:lnTo>
                    <a:pt x="51689" y="98806"/>
                  </a:lnTo>
                  <a:lnTo>
                    <a:pt x="49784" y="98806"/>
                  </a:lnTo>
                  <a:lnTo>
                    <a:pt x="49784" y="105156"/>
                  </a:lnTo>
                  <a:lnTo>
                    <a:pt x="60198" y="105156"/>
                  </a:lnTo>
                  <a:lnTo>
                    <a:pt x="60198" y="81026"/>
                  </a:lnTo>
                  <a:close/>
                </a:path>
                <a:path w="596264" h="355600">
                  <a:moveTo>
                    <a:pt x="76581" y="32258"/>
                  </a:moveTo>
                  <a:lnTo>
                    <a:pt x="73025" y="32258"/>
                  </a:lnTo>
                  <a:lnTo>
                    <a:pt x="73025" y="39878"/>
                  </a:lnTo>
                  <a:lnTo>
                    <a:pt x="69596" y="39878"/>
                  </a:lnTo>
                  <a:lnTo>
                    <a:pt x="69596" y="48768"/>
                  </a:lnTo>
                  <a:lnTo>
                    <a:pt x="68326" y="48768"/>
                  </a:lnTo>
                  <a:lnTo>
                    <a:pt x="68326" y="53848"/>
                  </a:lnTo>
                  <a:lnTo>
                    <a:pt x="66421" y="53848"/>
                  </a:lnTo>
                  <a:lnTo>
                    <a:pt x="66421" y="57658"/>
                  </a:lnTo>
                  <a:lnTo>
                    <a:pt x="63119" y="57658"/>
                  </a:lnTo>
                  <a:lnTo>
                    <a:pt x="63119" y="64008"/>
                  </a:lnTo>
                  <a:lnTo>
                    <a:pt x="61341" y="64008"/>
                  </a:lnTo>
                  <a:lnTo>
                    <a:pt x="61341" y="70358"/>
                  </a:lnTo>
                  <a:lnTo>
                    <a:pt x="76581" y="70358"/>
                  </a:lnTo>
                  <a:lnTo>
                    <a:pt x="76581" y="32258"/>
                  </a:lnTo>
                  <a:close/>
                </a:path>
                <a:path w="596264" h="355600">
                  <a:moveTo>
                    <a:pt x="77216" y="228854"/>
                  </a:moveTo>
                  <a:lnTo>
                    <a:pt x="76835" y="228854"/>
                  </a:lnTo>
                  <a:lnTo>
                    <a:pt x="76835" y="215773"/>
                  </a:lnTo>
                  <a:lnTo>
                    <a:pt x="60198" y="215773"/>
                  </a:lnTo>
                  <a:lnTo>
                    <a:pt x="60198" y="172593"/>
                  </a:lnTo>
                  <a:lnTo>
                    <a:pt x="46609" y="172593"/>
                  </a:lnTo>
                  <a:lnTo>
                    <a:pt x="46609" y="116586"/>
                  </a:lnTo>
                  <a:lnTo>
                    <a:pt x="44704" y="116586"/>
                  </a:lnTo>
                  <a:lnTo>
                    <a:pt x="44704" y="121666"/>
                  </a:lnTo>
                  <a:lnTo>
                    <a:pt x="41529" y="121666"/>
                  </a:lnTo>
                  <a:lnTo>
                    <a:pt x="41529" y="126746"/>
                  </a:lnTo>
                  <a:lnTo>
                    <a:pt x="40132" y="126746"/>
                  </a:lnTo>
                  <a:lnTo>
                    <a:pt x="40132" y="131826"/>
                  </a:lnTo>
                  <a:lnTo>
                    <a:pt x="36195" y="131826"/>
                  </a:lnTo>
                  <a:lnTo>
                    <a:pt x="36195" y="137033"/>
                  </a:lnTo>
                  <a:lnTo>
                    <a:pt x="35052" y="137033"/>
                  </a:lnTo>
                  <a:lnTo>
                    <a:pt x="35052" y="143383"/>
                  </a:lnTo>
                  <a:lnTo>
                    <a:pt x="33020" y="143383"/>
                  </a:lnTo>
                  <a:lnTo>
                    <a:pt x="33020" y="149733"/>
                  </a:lnTo>
                  <a:lnTo>
                    <a:pt x="31623" y="149733"/>
                  </a:lnTo>
                  <a:lnTo>
                    <a:pt x="31623" y="157353"/>
                  </a:lnTo>
                  <a:lnTo>
                    <a:pt x="27940" y="157353"/>
                  </a:lnTo>
                  <a:lnTo>
                    <a:pt x="27940" y="158623"/>
                  </a:lnTo>
                  <a:lnTo>
                    <a:pt x="26543" y="158623"/>
                  </a:lnTo>
                  <a:lnTo>
                    <a:pt x="26543" y="167513"/>
                  </a:lnTo>
                  <a:lnTo>
                    <a:pt x="24638" y="167513"/>
                  </a:lnTo>
                  <a:lnTo>
                    <a:pt x="24638" y="172593"/>
                  </a:lnTo>
                  <a:lnTo>
                    <a:pt x="23114" y="172593"/>
                  </a:lnTo>
                  <a:lnTo>
                    <a:pt x="23114" y="178943"/>
                  </a:lnTo>
                  <a:lnTo>
                    <a:pt x="21463" y="178943"/>
                  </a:lnTo>
                  <a:lnTo>
                    <a:pt x="21463" y="182753"/>
                  </a:lnTo>
                  <a:lnTo>
                    <a:pt x="19558" y="182753"/>
                  </a:lnTo>
                  <a:lnTo>
                    <a:pt x="19558" y="189103"/>
                  </a:lnTo>
                  <a:lnTo>
                    <a:pt x="16129" y="189103"/>
                  </a:lnTo>
                  <a:lnTo>
                    <a:pt x="16129" y="195453"/>
                  </a:lnTo>
                  <a:lnTo>
                    <a:pt x="14986" y="195453"/>
                  </a:lnTo>
                  <a:lnTo>
                    <a:pt x="14986" y="199263"/>
                  </a:lnTo>
                  <a:lnTo>
                    <a:pt x="12954" y="199263"/>
                  </a:lnTo>
                  <a:lnTo>
                    <a:pt x="12954" y="205613"/>
                  </a:lnTo>
                  <a:lnTo>
                    <a:pt x="9652" y="205613"/>
                  </a:lnTo>
                  <a:lnTo>
                    <a:pt x="9652" y="211963"/>
                  </a:lnTo>
                  <a:lnTo>
                    <a:pt x="7874" y="211963"/>
                  </a:lnTo>
                  <a:lnTo>
                    <a:pt x="7874" y="217043"/>
                  </a:lnTo>
                  <a:lnTo>
                    <a:pt x="6477" y="217043"/>
                  </a:lnTo>
                  <a:lnTo>
                    <a:pt x="6477" y="222123"/>
                  </a:lnTo>
                  <a:lnTo>
                    <a:pt x="4572" y="222123"/>
                  </a:lnTo>
                  <a:lnTo>
                    <a:pt x="4572" y="228854"/>
                  </a:lnTo>
                  <a:lnTo>
                    <a:pt x="1905" y="228854"/>
                  </a:lnTo>
                  <a:lnTo>
                    <a:pt x="1905" y="233934"/>
                  </a:lnTo>
                  <a:lnTo>
                    <a:pt x="0" y="233934"/>
                  </a:lnTo>
                  <a:lnTo>
                    <a:pt x="0" y="239014"/>
                  </a:lnTo>
                  <a:lnTo>
                    <a:pt x="8382" y="239014"/>
                  </a:lnTo>
                  <a:lnTo>
                    <a:pt x="8382" y="240411"/>
                  </a:lnTo>
                  <a:lnTo>
                    <a:pt x="16637" y="240411"/>
                  </a:lnTo>
                  <a:lnTo>
                    <a:pt x="16637" y="241681"/>
                  </a:lnTo>
                  <a:lnTo>
                    <a:pt x="25019" y="241681"/>
                  </a:lnTo>
                  <a:lnTo>
                    <a:pt x="25019" y="244221"/>
                  </a:lnTo>
                  <a:lnTo>
                    <a:pt x="33528" y="244221"/>
                  </a:lnTo>
                  <a:lnTo>
                    <a:pt x="33528" y="246761"/>
                  </a:lnTo>
                  <a:lnTo>
                    <a:pt x="45085" y="246761"/>
                  </a:lnTo>
                  <a:lnTo>
                    <a:pt x="45085" y="249301"/>
                  </a:lnTo>
                  <a:lnTo>
                    <a:pt x="52197" y="249301"/>
                  </a:lnTo>
                  <a:lnTo>
                    <a:pt x="52197" y="251841"/>
                  </a:lnTo>
                  <a:lnTo>
                    <a:pt x="68961" y="251841"/>
                  </a:lnTo>
                  <a:lnTo>
                    <a:pt x="68961" y="255651"/>
                  </a:lnTo>
                  <a:lnTo>
                    <a:pt x="77216" y="255651"/>
                  </a:lnTo>
                  <a:lnTo>
                    <a:pt x="77216" y="228854"/>
                  </a:lnTo>
                  <a:close/>
                </a:path>
                <a:path w="596264" h="355600">
                  <a:moveTo>
                    <a:pt x="90297" y="255651"/>
                  </a:moveTo>
                  <a:lnTo>
                    <a:pt x="78740" y="255651"/>
                  </a:lnTo>
                  <a:lnTo>
                    <a:pt x="78740" y="256921"/>
                  </a:lnTo>
                  <a:lnTo>
                    <a:pt x="87122" y="256921"/>
                  </a:lnTo>
                  <a:lnTo>
                    <a:pt x="87122" y="258191"/>
                  </a:lnTo>
                  <a:lnTo>
                    <a:pt x="90297" y="258191"/>
                  </a:lnTo>
                  <a:lnTo>
                    <a:pt x="90297" y="255651"/>
                  </a:lnTo>
                  <a:close/>
                </a:path>
                <a:path w="596264" h="355600">
                  <a:moveTo>
                    <a:pt x="107188" y="258191"/>
                  </a:moveTo>
                  <a:lnTo>
                    <a:pt x="95631" y="258191"/>
                  </a:lnTo>
                  <a:lnTo>
                    <a:pt x="95631" y="260858"/>
                  </a:lnTo>
                  <a:lnTo>
                    <a:pt x="103759" y="260858"/>
                  </a:lnTo>
                  <a:lnTo>
                    <a:pt x="103759" y="262128"/>
                  </a:lnTo>
                  <a:lnTo>
                    <a:pt x="107188" y="262128"/>
                  </a:lnTo>
                  <a:lnTo>
                    <a:pt x="107188" y="258191"/>
                  </a:lnTo>
                  <a:close/>
                </a:path>
                <a:path w="596264" h="355600">
                  <a:moveTo>
                    <a:pt x="122669" y="262115"/>
                  </a:moveTo>
                  <a:lnTo>
                    <a:pt x="112268" y="262115"/>
                  </a:lnTo>
                  <a:lnTo>
                    <a:pt x="112268" y="265938"/>
                  </a:lnTo>
                  <a:lnTo>
                    <a:pt x="122669" y="265938"/>
                  </a:lnTo>
                  <a:lnTo>
                    <a:pt x="122669" y="262115"/>
                  </a:lnTo>
                  <a:close/>
                </a:path>
                <a:path w="596264" h="355600">
                  <a:moveTo>
                    <a:pt x="139268" y="267208"/>
                  </a:moveTo>
                  <a:lnTo>
                    <a:pt x="130810" y="267208"/>
                  </a:lnTo>
                  <a:lnTo>
                    <a:pt x="130810" y="269748"/>
                  </a:lnTo>
                  <a:lnTo>
                    <a:pt x="139268" y="269748"/>
                  </a:lnTo>
                  <a:lnTo>
                    <a:pt x="139268" y="267208"/>
                  </a:lnTo>
                  <a:close/>
                </a:path>
                <a:path w="596264" h="355600">
                  <a:moveTo>
                    <a:pt x="152768" y="271005"/>
                  </a:moveTo>
                  <a:lnTo>
                    <a:pt x="147701" y="271005"/>
                  </a:lnTo>
                  <a:lnTo>
                    <a:pt x="147701" y="274828"/>
                  </a:lnTo>
                  <a:lnTo>
                    <a:pt x="152768" y="274828"/>
                  </a:lnTo>
                  <a:lnTo>
                    <a:pt x="152768" y="271005"/>
                  </a:lnTo>
                  <a:close/>
                </a:path>
                <a:path w="596264" h="355600">
                  <a:moveTo>
                    <a:pt x="170942" y="274828"/>
                  </a:moveTo>
                  <a:lnTo>
                    <a:pt x="157353" y="274828"/>
                  </a:lnTo>
                  <a:lnTo>
                    <a:pt x="157353" y="276098"/>
                  </a:lnTo>
                  <a:lnTo>
                    <a:pt x="165862" y="276098"/>
                  </a:lnTo>
                  <a:lnTo>
                    <a:pt x="165862" y="277368"/>
                  </a:lnTo>
                  <a:lnTo>
                    <a:pt x="170942" y="277368"/>
                  </a:lnTo>
                  <a:lnTo>
                    <a:pt x="170942" y="274828"/>
                  </a:lnTo>
                  <a:close/>
                </a:path>
                <a:path w="596264" h="355600">
                  <a:moveTo>
                    <a:pt x="226441" y="288290"/>
                  </a:moveTo>
                  <a:lnTo>
                    <a:pt x="216281" y="288290"/>
                  </a:lnTo>
                  <a:lnTo>
                    <a:pt x="216281" y="289560"/>
                  </a:lnTo>
                  <a:lnTo>
                    <a:pt x="226441" y="289560"/>
                  </a:lnTo>
                  <a:lnTo>
                    <a:pt x="226441" y="288290"/>
                  </a:lnTo>
                  <a:close/>
                </a:path>
                <a:path w="596264" h="355600">
                  <a:moveTo>
                    <a:pt x="442849" y="6350"/>
                  </a:moveTo>
                  <a:lnTo>
                    <a:pt x="432943" y="6350"/>
                  </a:lnTo>
                  <a:lnTo>
                    <a:pt x="432943" y="5080"/>
                  </a:lnTo>
                  <a:lnTo>
                    <a:pt x="424561" y="5080"/>
                  </a:lnTo>
                  <a:lnTo>
                    <a:pt x="424561" y="2540"/>
                  </a:lnTo>
                  <a:lnTo>
                    <a:pt x="414401" y="2540"/>
                  </a:lnTo>
                  <a:lnTo>
                    <a:pt x="414401" y="0"/>
                  </a:lnTo>
                  <a:lnTo>
                    <a:pt x="86614" y="0"/>
                  </a:lnTo>
                  <a:lnTo>
                    <a:pt x="86614" y="2540"/>
                  </a:lnTo>
                  <a:lnTo>
                    <a:pt x="85090" y="2540"/>
                  </a:lnTo>
                  <a:lnTo>
                    <a:pt x="85090" y="5080"/>
                  </a:lnTo>
                  <a:lnTo>
                    <a:pt x="85090" y="6350"/>
                  </a:lnTo>
                  <a:lnTo>
                    <a:pt x="85090" y="7620"/>
                  </a:lnTo>
                  <a:lnTo>
                    <a:pt x="81534" y="7620"/>
                  </a:lnTo>
                  <a:lnTo>
                    <a:pt x="81534" y="8890"/>
                  </a:lnTo>
                  <a:lnTo>
                    <a:pt x="81534" y="13970"/>
                  </a:lnTo>
                  <a:lnTo>
                    <a:pt x="81534" y="16510"/>
                  </a:lnTo>
                  <a:lnTo>
                    <a:pt x="81534" y="17780"/>
                  </a:lnTo>
                  <a:lnTo>
                    <a:pt x="78105" y="17780"/>
                  </a:lnTo>
                  <a:lnTo>
                    <a:pt x="78105" y="20320"/>
                  </a:lnTo>
                  <a:lnTo>
                    <a:pt x="78105" y="25400"/>
                  </a:lnTo>
                  <a:lnTo>
                    <a:pt x="76581" y="25400"/>
                  </a:lnTo>
                  <a:lnTo>
                    <a:pt x="76581" y="26670"/>
                  </a:lnTo>
                  <a:lnTo>
                    <a:pt x="89662" y="26670"/>
                  </a:lnTo>
                  <a:lnTo>
                    <a:pt x="89662" y="25400"/>
                  </a:lnTo>
                  <a:lnTo>
                    <a:pt x="106553" y="25400"/>
                  </a:lnTo>
                  <a:lnTo>
                    <a:pt x="106553" y="20320"/>
                  </a:lnTo>
                  <a:lnTo>
                    <a:pt x="122174" y="20320"/>
                  </a:lnTo>
                  <a:lnTo>
                    <a:pt x="122174" y="17780"/>
                  </a:lnTo>
                  <a:lnTo>
                    <a:pt x="122174" y="16510"/>
                  </a:lnTo>
                  <a:lnTo>
                    <a:pt x="138811" y="16510"/>
                  </a:lnTo>
                  <a:lnTo>
                    <a:pt x="138811" y="13970"/>
                  </a:lnTo>
                  <a:lnTo>
                    <a:pt x="152400" y="13970"/>
                  </a:lnTo>
                  <a:lnTo>
                    <a:pt x="152400" y="8890"/>
                  </a:lnTo>
                  <a:lnTo>
                    <a:pt x="170434" y="8890"/>
                  </a:lnTo>
                  <a:lnTo>
                    <a:pt x="170434" y="7620"/>
                  </a:lnTo>
                  <a:lnTo>
                    <a:pt x="442849" y="7620"/>
                  </a:lnTo>
                  <a:lnTo>
                    <a:pt x="442849" y="6350"/>
                  </a:lnTo>
                  <a:close/>
                </a:path>
                <a:path w="596264" h="355600">
                  <a:moveTo>
                    <a:pt x="516890" y="303530"/>
                  </a:moveTo>
                  <a:lnTo>
                    <a:pt x="280035" y="303530"/>
                  </a:lnTo>
                  <a:lnTo>
                    <a:pt x="280035" y="307340"/>
                  </a:lnTo>
                  <a:lnTo>
                    <a:pt x="296926" y="307340"/>
                  </a:lnTo>
                  <a:lnTo>
                    <a:pt x="296926" y="308610"/>
                  </a:lnTo>
                  <a:lnTo>
                    <a:pt x="303403" y="308610"/>
                  </a:lnTo>
                  <a:lnTo>
                    <a:pt x="303403" y="309880"/>
                  </a:lnTo>
                  <a:lnTo>
                    <a:pt x="315468" y="309880"/>
                  </a:lnTo>
                  <a:lnTo>
                    <a:pt x="315468" y="313690"/>
                  </a:lnTo>
                  <a:lnTo>
                    <a:pt x="323977" y="313690"/>
                  </a:lnTo>
                  <a:lnTo>
                    <a:pt x="323977" y="314960"/>
                  </a:lnTo>
                  <a:lnTo>
                    <a:pt x="330454" y="314960"/>
                  </a:lnTo>
                  <a:lnTo>
                    <a:pt x="330454" y="317500"/>
                  </a:lnTo>
                  <a:lnTo>
                    <a:pt x="338709" y="317500"/>
                  </a:lnTo>
                  <a:lnTo>
                    <a:pt x="338709" y="320040"/>
                  </a:lnTo>
                  <a:lnTo>
                    <a:pt x="350520" y="320040"/>
                  </a:lnTo>
                  <a:lnTo>
                    <a:pt x="350520" y="321310"/>
                  </a:lnTo>
                  <a:lnTo>
                    <a:pt x="357505" y="321310"/>
                  </a:lnTo>
                  <a:lnTo>
                    <a:pt x="357505" y="323850"/>
                  </a:lnTo>
                  <a:lnTo>
                    <a:pt x="365760" y="323850"/>
                  </a:lnTo>
                  <a:lnTo>
                    <a:pt x="365760" y="325120"/>
                  </a:lnTo>
                  <a:lnTo>
                    <a:pt x="374269" y="325120"/>
                  </a:lnTo>
                  <a:lnTo>
                    <a:pt x="374269" y="328930"/>
                  </a:lnTo>
                  <a:lnTo>
                    <a:pt x="384048" y="328930"/>
                  </a:lnTo>
                  <a:lnTo>
                    <a:pt x="384048" y="330200"/>
                  </a:lnTo>
                  <a:lnTo>
                    <a:pt x="392303" y="330200"/>
                  </a:lnTo>
                  <a:lnTo>
                    <a:pt x="392303" y="334010"/>
                  </a:lnTo>
                  <a:lnTo>
                    <a:pt x="409194" y="334010"/>
                  </a:lnTo>
                  <a:lnTo>
                    <a:pt x="409194" y="335280"/>
                  </a:lnTo>
                  <a:lnTo>
                    <a:pt x="419354" y="335280"/>
                  </a:lnTo>
                  <a:lnTo>
                    <a:pt x="419354" y="337820"/>
                  </a:lnTo>
                  <a:lnTo>
                    <a:pt x="427736" y="337820"/>
                  </a:lnTo>
                  <a:lnTo>
                    <a:pt x="427736" y="340360"/>
                  </a:lnTo>
                  <a:lnTo>
                    <a:pt x="436245" y="340360"/>
                  </a:lnTo>
                  <a:lnTo>
                    <a:pt x="436245" y="342900"/>
                  </a:lnTo>
                  <a:lnTo>
                    <a:pt x="445897" y="342900"/>
                  </a:lnTo>
                  <a:lnTo>
                    <a:pt x="445897" y="344170"/>
                  </a:lnTo>
                  <a:lnTo>
                    <a:pt x="454406" y="344170"/>
                  </a:lnTo>
                  <a:lnTo>
                    <a:pt x="454406" y="346710"/>
                  </a:lnTo>
                  <a:lnTo>
                    <a:pt x="462775" y="346710"/>
                  </a:lnTo>
                  <a:lnTo>
                    <a:pt x="462775" y="349250"/>
                  </a:lnTo>
                  <a:lnTo>
                    <a:pt x="472935" y="349250"/>
                  </a:lnTo>
                  <a:lnTo>
                    <a:pt x="472935" y="350520"/>
                  </a:lnTo>
                  <a:lnTo>
                    <a:pt x="481457" y="350520"/>
                  </a:lnTo>
                  <a:lnTo>
                    <a:pt x="481457" y="354330"/>
                  </a:lnTo>
                  <a:lnTo>
                    <a:pt x="487934" y="354330"/>
                  </a:lnTo>
                  <a:lnTo>
                    <a:pt x="487934" y="355600"/>
                  </a:lnTo>
                  <a:lnTo>
                    <a:pt x="499986" y="355600"/>
                  </a:lnTo>
                  <a:lnTo>
                    <a:pt x="499986" y="354330"/>
                  </a:lnTo>
                  <a:lnTo>
                    <a:pt x="501396" y="354330"/>
                  </a:lnTo>
                  <a:lnTo>
                    <a:pt x="501396" y="350520"/>
                  </a:lnTo>
                  <a:lnTo>
                    <a:pt x="501396" y="349250"/>
                  </a:lnTo>
                  <a:lnTo>
                    <a:pt x="501396" y="346710"/>
                  </a:lnTo>
                  <a:lnTo>
                    <a:pt x="501396" y="344170"/>
                  </a:lnTo>
                  <a:lnTo>
                    <a:pt x="503301" y="344170"/>
                  </a:lnTo>
                  <a:lnTo>
                    <a:pt x="503301" y="342900"/>
                  </a:lnTo>
                  <a:lnTo>
                    <a:pt x="503301" y="340360"/>
                  </a:lnTo>
                  <a:lnTo>
                    <a:pt x="503301" y="337820"/>
                  </a:lnTo>
                  <a:lnTo>
                    <a:pt x="504571" y="337820"/>
                  </a:lnTo>
                  <a:lnTo>
                    <a:pt x="504571" y="335280"/>
                  </a:lnTo>
                  <a:lnTo>
                    <a:pt x="504571" y="334010"/>
                  </a:lnTo>
                  <a:lnTo>
                    <a:pt x="508381" y="334010"/>
                  </a:lnTo>
                  <a:lnTo>
                    <a:pt x="508381" y="330200"/>
                  </a:lnTo>
                  <a:lnTo>
                    <a:pt x="508381" y="328930"/>
                  </a:lnTo>
                  <a:lnTo>
                    <a:pt x="508381" y="325120"/>
                  </a:lnTo>
                  <a:lnTo>
                    <a:pt x="508381" y="323850"/>
                  </a:lnTo>
                  <a:lnTo>
                    <a:pt x="509905" y="323850"/>
                  </a:lnTo>
                  <a:lnTo>
                    <a:pt x="509905" y="321310"/>
                  </a:lnTo>
                  <a:lnTo>
                    <a:pt x="509905" y="320040"/>
                  </a:lnTo>
                  <a:lnTo>
                    <a:pt x="509905" y="317500"/>
                  </a:lnTo>
                  <a:lnTo>
                    <a:pt x="513080" y="317500"/>
                  </a:lnTo>
                  <a:lnTo>
                    <a:pt x="513080" y="314960"/>
                  </a:lnTo>
                  <a:lnTo>
                    <a:pt x="513080" y="313690"/>
                  </a:lnTo>
                  <a:lnTo>
                    <a:pt x="514985" y="313690"/>
                  </a:lnTo>
                  <a:lnTo>
                    <a:pt x="514985" y="309880"/>
                  </a:lnTo>
                  <a:lnTo>
                    <a:pt x="514985" y="308610"/>
                  </a:lnTo>
                  <a:lnTo>
                    <a:pt x="514985" y="307340"/>
                  </a:lnTo>
                  <a:lnTo>
                    <a:pt x="516890" y="307340"/>
                  </a:lnTo>
                  <a:lnTo>
                    <a:pt x="516890" y="303530"/>
                  </a:lnTo>
                  <a:close/>
                </a:path>
                <a:path w="596264" h="355600">
                  <a:moveTo>
                    <a:pt x="518160" y="298450"/>
                  </a:moveTo>
                  <a:lnTo>
                    <a:pt x="261874" y="298450"/>
                  </a:lnTo>
                  <a:lnTo>
                    <a:pt x="261874" y="302260"/>
                  </a:lnTo>
                  <a:lnTo>
                    <a:pt x="271653" y="302260"/>
                  </a:lnTo>
                  <a:lnTo>
                    <a:pt x="271653" y="303530"/>
                  </a:lnTo>
                  <a:lnTo>
                    <a:pt x="280035" y="303530"/>
                  </a:lnTo>
                  <a:lnTo>
                    <a:pt x="280035" y="302260"/>
                  </a:lnTo>
                  <a:lnTo>
                    <a:pt x="516890" y="302260"/>
                  </a:lnTo>
                  <a:lnTo>
                    <a:pt x="516890" y="303530"/>
                  </a:lnTo>
                  <a:lnTo>
                    <a:pt x="518160" y="303530"/>
                  </a:lnTo>
                  <a:lnTo>
                    <a:pt x="518160" y="302260"/>
                  </a:lnTo>
                  <a:lnTo>
                    <a:pt x="518160" y="298450"/>
                  </a:lnTo>
                  <a:close/>
                </a:path>
                <a:path w="596264" h="355600">
                  <a:moveTo>
                    <a:pt x="518160" y="294640"/>
                  </a:moveTo>
                  <a:lnTo>
                    <a:pt x="245110" y="294640"/>
                  </a:lnTo>
                  <a:lnTo>
                    <a:pt x="245110" y="297180"/>
                  </a:lnTo>
                  <a:lnTo>
                    <a:pt x="253492" y="297180"/>
                  </a:lnTo>
                  <a:lnTo>
                    <a:pt x="253492" y="298450"/>
                  </a:lnTo>
                  <a:lnTo>
                    <a:pt x="261874" y="298450"/>
                  </a:lnTo>
                  <a:lnTo>
                    <a:pt x="261874" y="297180"/>
                  </a:lnTo>
                  <a:lnTo>
                    <a:pt x="518160" y="297180"/>
                  </a:lnTo>
                  <a:lnTo>
                    <a:pt x="518160" y="294640"/>
                  </a:lnTo>
                  <a:close/>
                </a:path>
                <a:path w="596264" h="355600">
                  <a:moveTo>
                    <a:pt x="521449" y="289560"/>
                  </a:moveTo>
                  <a:lnTo>
                    <a:pt x="226441" y="289560"/>
                  </a:lnTo>
                  <a:lnTo>
                    <a:pt x="226441" y="293370"/>
                  </a:lnTo>
                  <a:lnTo>
                    <a:pt x="236855" y="293370"/>
                  </a:lnTo>
                  <a:lnTo>
                    <a:pt x="236855" y="294640"/>
                  </a:lnTo>
                  <a:lnTo>
                    <a:pt x="245110" y="294640"/>
                  </a:lnTo>
                  <a:lnTo>
                    <a:pt x="245110" y="293370"/>
                  </a:lnTo>
                  <a:lnTo>
                    <a:pt x="518160" y="293370"/>
                  </a:lnTo>
                  <a:lnTo>
                    <a:pt x="518160" y="294640"/>
                  </a:lnTo>
                  <a:lnTo>
                    <a:pt x="521449" y="294640"/>
                  </a:lnTo>
                  <a:lnTo>
                    <a:pt x="521449" y="293370"/>
                  </a:lnTo>
                  <a:lnTo>
                    <a:pt x="521449" y="289560"/>
                  </a:lnTo>
                  <a:close/>
                </a:path>
                <a:path w="596264" h="355600">
                  <a:moveTo>
                    <a:pt x="523367" y="288290"/>
                  </a:moveTo>
                  <a:lnTo>
                    <a:pt x="521449" y="288290"/>
                  </a:lnTo>
                  <a:lnTo>
                    <a:pt x="521449" y="289560"/>
                  </a:lnTo>
                  <a:lnTo>
                    <a:pt x="523367" y="289560"/>
                  </a:lnTo>
                  <a:lnTo>
                    <a:pt x="523367" y="288290"/>
                  </a:lnTo>
                  <a:close/>
                </a:path>
                <a:path w="596264" h="355600">
                  <a:moveTo>
                    <a:pt x="534911" y="255270"/>
                  </a:moveTo>
                  <a:lnTo>
                    <a:pt x="518160" y="255270"/>
                  </a:lnTo>
                  <a:lnTo>
                    <a:pt x="518160" y="256540"/>
                  </a:lnTo>
                  <a:lnTo>
                    <a:pt x="518160" y="257810"/>
                  </a:lnTo>
                  <a:lnTo>
                    <a:pt x="504571" y="257810"/>
                  </a:lnTo>
                  <a:lnTo>
                    <a:pt x="504571" y="260350"/>
                  </a:lnTo>
                  <a:lnTo>
                    <a:pt x="504571" y="261620"/>
                  </a:lnTo>
                  <a:lnTo>
                    <a:pt x="487934" y="261620"/>
                  </a:lnTo>
                  <a:lnTo>
                    <a:pt x="487934" y="266700"/>
                  </a:lnTo>
                  <a:lnTo>
                    <a:pt x="472935" y="266700"/>
                  </a:lnTo>
                  <a:lnTo>
                    <a:pt x="472935" y="270510"/>
                  </a:lnTo>
                  <a:lnTo>
                    <a:pt x="457200" y="270510"/>
                  </a:lnTo>
                  <a:lnTo>
                    <a:pt x="457200" y="274320"/>
                  </a:lnTo>
                  <a:lnTo>
                    <a:pt x="442722" y="274320"/>
                  </a:lnTo>
                  <a:lnTo>
                    <a:pt x="442722" y="276860"/>
                  </a:lnTo>
                  <a:lnTo>
                    <a:pt x="174371" y="276860"/>
                  </a:lnTo>
                  <a:lnTo>
                    <a:pt x="174371" y="278130"/>
                  </a:lnTo>
                  <a:lnTo>
                    <a:pt x="181356" y="278130"/>
                  </a:lnTo>
                  <a:lnTo>
                    <a:pt x="181356" y="281940"/>
                  </a:lnTo>
                  <a:lnTo>
                    <a:pt x="199390" y="281940"/>
                  </a:lnTo>
                  <a:lnTo>
                    <a:pt x="199390" y="287020"/>
                  </a:lnTo>
                  <a:lnTo>
                    <a:pt x="207899" y="287020"/>
                  </a:lnTo>
                  <a:lnTo>
                    <a:pt x="207899" y="288290"/>
                  </a:lnTo>
                  <a:lnTo>
                    <a:pt x="216281" y="288290"/>
                  </a:lnTo>
                  <a:lnTo>
                    <a:pt x="216281" y="287020"/>
                  </a:lnTo>
                  <a:lnTo>
                    <a:pt x="523367" y="287020"/>
                  </a:lnTo>
                  <a:lnTo>
                    <a:pt x="523367" y="281940"/>
                  </a:lnTo>
                  <a:lnTo>
                    <a:pt x="526542" y="281940"/>
                  </a:lnTo>
                  <a:lnTo>
                    <a:pt x="526542" y="278130"/>
                  </a:lnTo>
                  <a:lnTo>
                    <a:pt x="526542" y="276860"/>
                  </a:lnTo>
                  <a:lnTo>
                    <a:pt x="526542" y="274320"/>
                  </a:lnTo>
                  <a:lnTo>
                    <a:pt x="526542" y="270510"/>
                  </a:lnTo>
                  <a:lnTo>
                    <a:pt x="529971" y="270510"/>
                  </a:lnTo>
                  <a:lnTo>
                    <a:pt x="529971" y="266700"/>
                  </a:lnTo>
                  <a:lnTo>
                    <a:pt x="531622" y="266700"/>
                  </a:lnTo>
                  <a:lnTo>
                    <a:pt x="531622" y="261620"/>
                  </a:lnTo>
                  <a:lnTo>
                    <a:pt x="531622" y="260350"/>
                  </a:lnTo>
                  <a:lnTo>
                    <a:pt x="533527" y="260350"/>
                  </a:lnTo>
                  <a:lnTo>
                    <a:pt x="533527" y="257810"/>
                  </a:lnTo>
                  <a:lnTo>
                    <a:pt x="533527" y="256540"/>
                  </a:lnTo>
                  <a:lnTo>
                    <a:pt x="534911" y="256540"/>
                  </a:lnTo>
                  <a:lnTo>
                    <a:pt x="534911" y="255270"/>
                  </a:lnTo>
                  <a:close/>
                </a:path>
                <a:path w="596264" h="355600">
                  <a:moveTo>
                    <a:pt x="548640" y="215773"/>
                  </a:moveTo>
                  <a:lnTo>
                    <a:pt x="535178" y="215773"/>
                  </a:lnTo>
                  <a:lnTo>
                    <a:pt x="535178" y="228854"/>
                  </a:lnTo>
                  <a:lnTo>
                    <a:pt x="534911" y="228854"/>
                  </a:lnTo>
                  <a:lnTo>
                    <a:pt x="534911" y="251841"/>
                  </a:lnTo>
                  <a:lnTo>
                    <a:pt x="538099" y="251841"/>
                  </a:lnTo>
                  <a:lnTo>
                    <a:pt x="538099" y="246761"/>
                  </a:lnTo>
                  <a:lnTo>
                    <a:pt x="540004" y="246761"/>
                  </a:lnTo>
                  <a:lnTo>
                    <a:pt x="540004" y="241681"/>
                  </a:lnTo>
                  <a:lnTo>
                    <a:pt x="541528" y="241681"/>
                  </a:lnTo>
                  <a:lnTo>
                    <a:pt x="541528" y="234950"/>
                  </a:lnTo>
                  <a:lnTo>
                    <a:pt x="545338" y="234950"/>
                  </a:lnTo>
                  <a:lnTo>
                    <a:pt x="545338" y="229870"/>
                  </a:lnTo>
                  <a:lnTo>
                    <a:pt x="546735" y="229870"/>
                  </a:lnTo>
                  <a:lnTo>
                    <a:pt x="546735" y="220980"/>
                  </a:lnTo>
                  <a:lnTo>
                    <a:pt x="548640" y="220980"/>
                  </a:lnTo>
                  <a:lnTo>
                    <a:pt x="548640" y="215773"/>
                  </a:lnTo>
                  <a:close/>
                </a:path>
                <a:path w="596264" h="355600">
                  <a:moveTo>
                    <a:pt x="563753" y="172593"/>
                  </a:moveTo>
                  <a:lnTo>
                    <a:pt x="550164" y="172593"/>
                  </a:lnTo>
                  <a:lnTo>
                    <a:pt x="550164" y="211963"/>
                  </a:lnTo>
                  <a:lnTo>
                    <a:pt x="553720" y="211963"/>
                  </a:lnTo>
                  <a:lnTo>
                    <a:pt x="553720" y="205613"/>
                  </a:lnTo>
                  <a:lnTo>
                    <a:pt x="555244" y="205613"/>
                  </a:lnTo>
                  <a:lnTo>
                    <a:pt x="555244" y="203073"/>
                  </a:lnTo>
                  <a:lnTo>
                    <a:pt x="557149" y="203073"/>
                  </a:lnTo>
                  <a:lnTo>
                    <a:pt x="557149" y="194183"/>
                  </a:lnTo>
                  <a:lnTo>
                    <a:pt x="558292" y="194183"/>
                  </a:lnTo>
                  <a:lnTo>
                    <a:pt x="558292" y="189103"/>
                  </a:lnTo>
                  <a:lnTo>
                    <a:pt x="560324" y="189103"/>
                  </a:lnTo>
                  <a:lnTo>
                    <a:pt x="560324" y="185293"/>
                  </a:lnTo>
                  <a:lnTo>
                    <a:pt x="562229" y="185293"/>
                  </a:lnTo>
                  <a:lnTo>
                    <a:pt x="562229" y="178943"/>
                  </a:lnTo>
                  <a:lnTo>
                    <a:pt x="563753" y="178943"/>
                  </a:lnTo>
                  <a:lnTo>
                    <a:pt x="563753" y="172593"/>
                  </a:lnTo>
                  <a:close/>
                </a:path>
                <a:path w="596264" h="355600">
                  <a:moveTo>
                    <a:pt x="595884" y="86106"/>
                  </a:moveTo>
                  <a:lnTo>
                    <a:pt x="550164" y="86106"/>
                  </a:lnTo>
                  <a:lnTo>
                    <a:pt x="550164" y="105156"/>
                  </a:lnTo>
                  <a:lnTo>
                    <a:pt x="566801" y="105156"/>
                  </a:lnTo>
                  <a:lnTo>
                    <a:pt x="566801" y="167513"/>
                  </a:lnTo>
                  <a:lnTo>
                    <a:pt x="568706" y="167513"/>
                  </a:lnTo>
                  <a:lnTo>
                    <a:pt x="568706" y="162433"/>
                  </a:lnTo>
                  <a:lnTo>
                    <a:pt x="571881" y="162433"/>
                  </a:lnTo>
                  <a:lnTo>
                    <a:pt x="571881" y="158623"/>
                  </a:lnTo>
                  <a:lnTo>
                    <a:pt x="573786" y="158623"/>
                  </a:lnTo>
                  <a:lnTo>
                    <a:pt x="573786" y="152273"/>
                  </a:lnTo>
                  <a:lnTo>
                    <a:pt x="575310" y="152273"/>
                  </a:lnTo>
                  <a:lnTo>
                    <a:pt x="575310" y="144653"/>
                  </a:lnTo>
                  <a:lnTo>
                    <a:pt x="577215" y="144653"/>
                  </a:lnTo>
                  <a:lnTo>
                    <a:pt x="577215" y="137033"/>
                  </a:lnTo>
                  <a:lnTo>
                    <a:pt x="580390" y="137033"/>
                  </a:lnTo>
                  <a:lnTo>
                    <a:pt x="580390" y="131826"/>
                  </a:lnTo>
                  <a:lnTo>
                    <a:pt x="582295" y="131826"/>
                  </a:lnTo>
                  <a:lnTo>
                    <a:pt x="582295" y="125476"/>
                  </a:lnTo>
                  <a:lnTo>
                    <a:pt x="583692" y="125476"/>
                  </a:lnTo>
                  <a:lnTo>
                    <a:pt x="583692" y="121666"/>
                  </a:lnTo>
                  <a:lnTo>
                    <a:pt x="585470" y="121666"/>
                  </a:lnTo>
                  <a:lnTo>
                    <a:pt x="585470" y="112776"/>
                  </a:lnTo>
                  <a:lnTo>
                    <a:pt x="587375" y="112776"/>
                  </a:lnTo>
                  <a:lnTo>
                    <a:pt x="587375" y="107696"/>
                  </a:lnTo>
                  <a:lnTo>
                    <a:pt x="588772" y="107696"/>
                  </a:lnTo>
                  <a:lnTo>
                    <a:pt x="588772" y="102616"/>
                  </a:lnTo>
                  <a:lnTo>
                    <a:pt x="591947" y="102616"/>
                  </a:lnTo>
                  <a:lnTo>
                    <a:pt x="591947" y="98806"/>
                  </a:lnTo>
                  <a:lnTo>
                    <a:pt x="593852" y="98806"/>
                  </a:lnTo>
                  <a:lnTo>
                    <a:pt x="593852" y="91186"/>
                  </a:lnTo>
                  <a:lnTo>
                    <a:pt x="595884" y="91186"/>
                  </a:lnTo>
                  <a:lnTo>
                    <a:pt x="595884" y="8610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78582" y="2981959"/>
              <a:ext cx="328295" cy="39370"/>
            </a:xfrm>
            <a:custGeom>
              <a:avLst/>
              <a:gdLst/>
              <a:ahLst/>
              <a:cxnLst/>
              <a:rect l="l" t="t" r="r" b="b"/>
              <a:pathLst>
                <a:path w="328294" h="39369">
                  <a:moveTo>
                    <a:pt x="327787" y="36830"/>
                  </a:moveTo>
                  <a:lnTo>
                    <a:pt x="319278" y="36830"/>
                  </a:lnTo>
                  <a:lnTo>
                    <a:pt x="319278" y="34290"/>
                  </a:lnTo>
                  <a:lnTo>
                    <a:pt x="309118" y="34290"/>
                  </a:lnTo>
                  <a:lnTo>
                    <a:pt x="309118" y="31750"/>
                  </a:lnTo>
                  <a:lnTo>
                    <a:pt x="290957" y="31750"/>
                  </a:lnTo>
                  <a:lnTo>
                    <a:pt x="290957" y="27940"/>
                  </a:lnTo>
                  <a:lnTo>
                    <a:pt x="282575" y="27940"/>
                  </a:lnTo>
                  <a:lnTo>
                    <a:pt x="282575" y="26670"/>
                  </a:lnTo>
                  <a:lnTo>
                    <a:pt x="274066" y="26670"/>
                  </a:lnTo>
                  <a:lnTo>
                    <a:pt x="274066" y="22860"/>
                  </a:lnTo>
                  <a:lnTo>
                    <a:pt x="263906" y="22860"/>
                  </a:lnTo>
                  <a:lnTo>
                    <a:pt x="263906" y="21590"/>
                  </a:lnTo>
                  <a:lnTo>
                    <a:pt x="255397" y="21590"/>
                  </a:lnTo>
                  <a:lnTo>
                    <a:pt x="255397" y="20320"/>
                  </a:lnTo>
                  <a:lnTo>
                    <a:pt x="243840" y="20320"/>
                  </a:lnTo>
                  <a:lnTo>
                    <a:pt x="243840" y="17780"/>
                  </a:lnTo>
                  <a:lnTo>
                    <a:pt x="237236" y="17780"/>
                  </a:lnTo>
                  <a:lnTo>
                    <a:pt x="237236" y="16510"/>
                  </a:lnTo>
                  <a:lnTo>
                    <a:pt x="224917" y="16510"/>
                  </a:lnTo>
                  <a:lnTo>
                    <a:pt x="224917" y="15240"/>
                  </a:lnTo>
                  <a:lnTo>
                    <a:pt x="216662" y="15240"/>
                  </a:lnTo>
                  <a:lnTo>
                    <a:pt x="216662" y="11430"/>
                  </a:lnTo>
                  <a:lnTo>
                    <a:pt x="206756" y="11430"/>
                  </a:lnTo>
                  <a:lnTo>
                    <a:pt x="206756" y="10160"/>
                  </a:lnTo>
                  <a:lnTo>
                    <a:pt x="198247" y="10160"/>
                  </a:lnTo>
                  <a:lnTo>
                    <a:pt x="198247" y="7620"/>
                  </a:lnTo>
                  <a:lnTo>
                    <a:pt x="188087" y="7620"/>
                  </a:lnTo>
                  <a:lnTo>
                    <a:pt x="188087" y="3810"/>
                  </a:lnTo>
                  <a:lnTo>
                    <a:pt x="179705" y="3810"/>
                  </a:lnTo>
                  <a:lnTo>
                    <a:pt x="179705" y="2540"/>
                  </a:lnTo>
                  <a:lnTo>
                    <a:pt x="170053" y="2540"/>
                  </a:lnTo>
                  <a:lnTo>
                    <a:pt x="170053" y="1270"/>
                  </a:lnTo>
                  <a:lnTo>
                    <a:pt x="161544" y="1270"/>
                  </a:lnTo>
                  <a:lnTo>
                    <a:pt x="161544" y="0"/>
                  </a:lnTo>
                  <a:lnTo>
                    <a:pt x="11557" y="0"/>
                  </a:lnTo>
                  <a:lnTo>
                    <a:pt x="11557" y="1270"/>
                  </a:lnTo>
                  <a:lnTo>
                    <a:pt x="11557" y="2540"/>
                  </a:lnTo>
                  <a:lnTo>
                    <a:pt x="11557" y="3810"/>
                  </a:lnTo>
                  <a:lnTo>
                    <a:pt x="11557" y="7620"/>
                  </a:lnTo>
                  <a:lnTo>
                    <a:pt x="11557" y="10160"/>
                  </a:lnTo>
                  <a:lnTo>
                    <a:pt x="11557" y="11430"/>
                  </a:lnTo>
                  <a:lnTo>
                    <a:pt x="8382" y="11430"/>
                  </a:lnTo>
                  <a:lnTo>
                    <a:pt x="8382" y="15240"/>
                  </a:lnTo>
                  <a:lnTo>
                    <a:pt x="8382" y="16510"/>
                  </a:lnTo>
                  <a:lnTo>
                    <a:pt x="6985" y="16510"/>
                  </a:lnTo>
                  <a:lnTo>
                    <a:pt x="6985" y="17780"/>
                  </a:lnTo>
                  <a:lnTo>
                    <a:pt x="6985" y="20320"/>
                  </a:lnTo>
                  <a:lnTo>
                    <a:pt x="6985" y="21590"/>
                  </a:lnTo>
                  <a:lnTo>
                    <a:pt x="3048" y="21590"/>
                  </a:lnTo>
                  <a:lnTo>
                    <a:pt x="3048" y="22860"/>
                  </a:lnTo>
                  <a:lnTo>
                    <a:pt x="3048" y="26670"/>
                  </a:lnTo>
                  <a:lnTo>
                    <a:pt x="3048" y="27940"/>
                  </a:lnTo>
                  <a:lnTo>
                    <a:pt x="3048" y="31750"/>
                  </a:lnTo>
                  <a:lnTo>
                    <a:pt x="0" y="31750"/>
                  </a:lnTo>
                  <a:lnTo>
                    <a:pt x="0" y="34290"/>
                  </a:lnTo>
                  <a:lnTo>
                    <a:pt x="0" y="36830"/>
                  </a:lnTo>
                  <a:lnTo>
                    <a:pt x="0" y="39370"/>
                  </a:lnTo>
                  <a:lnTo>
                    <a:pt x="327787" y="39370"/>
                  </a:lnTo>
                  <a:lnTo>
                    <a:pt x="327787" y="3683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4816" y="3026918"/>
              <a:ext cx="168274" cy="7746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891028" y="2951479"/>
              <a:ext cx="149225" cy="33020"/>
            </a:xfrm>
            <a:custGeom>
              <a:avLst/>
              <a:gdLst/>
              <a:ahLst/>
              <a:cxnLst/>
              <a:rect l="l" t="t" r="r" b="b"/>
              <a:pathLst>
                <a:path w="149225" h="33019">
                  <a:moveTo>
                    <a:pt x="55245" y="7620"/>
                  </a:moveTo>
                  <a:lnTo>
                    <a:pt x="45339" y="7620"/>
                  </a:lnTo>
                  <a:lnTo>
                    <a:pt x="45339" y="6350"/>
                  </a:lnTo>
                  <a:lnTo>
                    <a:pt x="37211" y="6350"/>
                  </a:lnTo>
                  <a:lnTo>
                    <a:pt x="37211" y="5080"/>
                  </a:lnTo>
                  <a:lnTo>
                    <a:pt x="28829" y="5080"/>
                  </a:lnTo>
                  <a:lnTo>
                    <a:pt x="28829" y="2540"/>
                  </a:lnTo>
                  <a:lnTo>
                    <a:pt x="18415" y="2540"/>
                  </a:lnTo>
                  <a:lnTo>
                    <a:pt x="18415" y="0"/>
                  </a:lnTo>
                  <a:lnTo>
                    <a:pt x="10287" y="0"/>
                  </a:lnTo>
                  <a:lnTo>
                    <a:pt x="10287" y="2540"/>
                  </a:lnTo>
                  <a:lnTo>
                    <a:pt x="10287" y="5080"/>
                  </a:lnTo>
                  <a:lnTo>
                    <a:pt x="10287" y="6350"/>
                  </a:lnTo>
                  <a:lnTo>
                    <a:pt x="8382" y="6350"/>
                  </a:lnTo>
                  <a:lnTo>
                    <a:pt x="8382" y="7620"/>
                  </a:lnTo>
                  <a:lnTo>
                    <a:pt x="8382" y="12700"/>
                  </a:lnTo>
                  <a:lnTo>
                    <a:pt x="55245" y="12700"/>
                  </a:lnTo>
                  <a:lnTo>
                    <a:pt x="55245" y="7620"/>
                  </a:lnTo>
                  <a:close/>
                </a:path>
                <a:path w="149225" h="33019">
                  <a:moveTo>
                    <a:pt x="148844" y="31750"/>
                  </a:moveTo>
                  <a:lnTo>
                    <a:pt x="138557" y="31750"/>
                  </a:lnTo>
                  <a:lnTo>
                    <a:pt x="138557" y="27940"/>
                  </a:lnTo>
                  <a:lnTo>
                    <a:pt x="130302" y="27940"/>
                  </a:lnTo>
                  <a:lnTo>
                    <a:pt x="130302" y="26670"/>
                  </a:lnTo>
                  <a:lnTo>
                    <a:pt x="112141" y="26670"/>
                  </a:lnTo>
                  <a:lnTo>
                    <a:pt x="112141" y="22860"/>
                  </a:lnTo>
                  <a:lnTo>
                    <a:pt x="100076" y="22860"/>
                  </a:lnTo>
                  <a:lnTo>
                    <a:pt x="100076" y="21590"/>
                  </a:lnTo>
                  <a:lnTo>
                    <a:pt x="93599" y="21590"/>
                  </a:lnTo>
                  <a:lnTo>
                    <a:pt x="93599" y="19050"/>
                  </a:lnTo>
                  <a:lnTo>
                    <a:pt x="82042" y="19050"/>
                  </a:lnTo>
                  <a:lnTo>
                    <a:pt x="82042" y="16510"/>
                  </a:lnTo>
                  <a:lnTo>
                    <a:pt x="75184" y="16510"/>
                  </a:lnTo>
                  <a:lnTo>
                    <a:pt x="75184" y="13970"/>
                  </a:lnTo>
                  <a:lnTo>
                    <a:pt x="75184" y="12700"/>
                  </a:lnTo>
                  <a:lnTo>
                    <a:pt x="63627" y="12700"/>
                  </a:lnTo>
                  <a:lnTo>
                    <a:pt x="63627" y="13970"/>
                  </a:lnTo>
                  <a:lnTo>
                    <a:pt x="8382" y="13970"/>
                  </a:lnTo>
                  <a:lnTo>
                    <a:pt x="8382" y="12700"/>
                  </a:lnTo>
                  <a:lnTo>
                    <a:pt x="6985" y="12700"/>
                  </a:lnTo>
                  <a:lnTo>
                    <a:pt x="6985" y="13970"/>
                  </a:lnTo>
                  <a:lnTo>
                    <a:pt x="6985" y="16510"/>
                  </a:lnTo>
                  <a:lnTo>
                    <a:pt x="6985" y="19050"/>
                  </a:lnTo>
                  <a:lnTo>
                    <a:pt x="6985" y="21590"/>
                  </a:lnTo>
                  <a:lnTo>
                    <a:pt x="5080" y="21590"/>
                  </a:lnTo>
                  <a:lnTo>
                    <a:pt x="5080" y="22860"/>
                  </a:lnTo>
                  <a:lnTo>
                    <a:pt x="5080" y="26670"/>
                  </a:lnTo>
                  <a:lnTo>
                    <a:pt x="1905" y="26670"/>
                  </a:lnTo>
                  <a:lnTo>
                    <a:pt x="1905" y="27940"/>
                  </a:lnTo>
                  <a:lnTo>
                    <a:pt x="1905" y="31750"/>
                  </a:lnTo>
                  <a:lnTo>
                    <a:pt x="0" y="31750"/>
                  </a:lnTo>
                  <a:lnTo>
                    <a:pt x="0" y="33020"/>
                  </a:lnTo>
                  <a:lnTo>
                    <a:pt x="148844" y="33020"/>
                  </a:lnTo>
                  <a:lnTo>
                    <a:pt x="148844" y="317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791968" y="3018789"/>
              <a:ext cx="596265" cy="355600"/>
            </a:xfrm>
            <a:custGeom>
              <a:avLst/>
              <a:gdLst/>
              <a:ahLst/>
              <a:cxnLst/>
              <a:rect l="l" t="t" r="r" b="b"/>
              <a:pathLst>
                <a:path w="596264" h="355600">
                  <a:moveTo>
                    <a:pt x="60198" y="81026"/>
                  </a:moveTo>
                  <a:lnTo>
                    <a:pt x="59944" y="81026"/>
                  </a:lnTo>
                  <a:lnTo>
                    <a:pt x="59944" y="75438"/>
                  </a:lnTo>
                  <a:lnTo>
                    <a:pt x="58039" y="75438"/>
                  </a:lnTo>
                  <a:lnTo>
                    <a:pt x="58039" y="80518"/>
                  </a:lnTo>
                  <a:lnTo>
                    <a:pt x="54864" y="80518"/>
                  </a:lnTo>
                  <a:lnTo>
                    <a:pt x="54864" y="85598"/>
                  </a:lnTo>
                  <a:lnTo>
                    <a:pt x="55118" y="85598"/>
                  </a:lnTo>
                  <a:lnTo>
                    <a:pt x="55118" y="86106"/>
                  </a:lnTo>
                  <a:lnTo>
                    <a:pt x="53086" y="86106"/>
                  </a:lnTo>
                  <a:lnTo>
                    <a:pt x="53086" y="94996"/>
                  </a:lnTo>
                  <a:lnTo>
                    <a:pt x="51689" y="94996"/>
                  </a:lnTo>
                  <a:lnTo>
                    <a:pt x="51689" y="98806"/>
                  </a:lnTo>
                  <a:lnTo>
                    <a:pt x="49784" y="98806"/>
                  </a:lnTo>
                  <a:lnTo>
                    <a:pt x="49784" y="105156"/>
                  </a:lnTo>
                  <a:lnTo>
                    <a:pt x="60198" y="105156"/>
                  </a:lnTo>
                  <a:lnTo>
                    <a:pt x="60198" y="81026"/>
                  </a:lnTo>
                  <a:close/>
                </a:path>
                <a:path w="596264" h="355600">
                  <a:moveTo>
                    <a:pt x="76581" y="32258"/>
                  </a:moveTo>
                  <a:lnTo>
                    <a:pt x="73025" y="32258"/>
                  </a:lnTo>
                  <a:lnTo>
                    <a:pt x="73025" y="39878"/>
                  </a:lnTo>
                  <a:lnTo>
                    <a:pt x="69596" y="39878"/>
                  </a:lnTo>
                  <a:lnTo>
                    <a:pt x="69596" y="48768"/>
                  </a:lnTo>
                  <a:lnTo>
                    <a:pt x="68326" y="48768"/>
                  </a:lnTo>
                  <a:lnTo>
                    <a:pt x="68326" y="53848"/>
                  </a:lnTo>
                  <a:lnTo>
                    <a:pt x="66421" y="53848"/>
                  </a:lnTo>
                  <a:lnTo>
                    <a:pt x="66421" y="57658"/>
                  </a:lnTo>
                  <a:lnTo>
                    <a:pt x="63119" y="57658"/>
                  </a:lnTo>
                  <a:lnTo>
                    <a:pt x="63119" y="64008"/>
                  </a:lnTo>
                  <a:lnTo>
                    <a:pt x="61341" y="64008"/>
                  </a:lnTo>
                  <a:lnTo>
                    <a:pt x="61341" y="70358"/>
                  </a:lnTo>
                  <a:lnTo>
                    <a:pt x="76581" y="70358"/>
                  </a:lnTo>
                  <a:lnTo>
                    <a:pt x="76581" y="32258"/>
                  </a:lnTo>
                  <a:close/>
                </a:path>
                <a:path w="596264" h="355600">
                  <a:moveTo>
                    <a:pt x="77216" y="228854"/>
                  </a:moveTo>
                  <a:lnTo>
                    <a:pt x="76835" y="228854"/>
                  </a:lnTo>
                  <a:lnTo>
                    <a:pt x="76835" y="215773"/>
                  </a:lnTo>
                  <a:lnTo>
                    <a:pt x="60198" y="215773"/>
                  </a:lnTo>
                  <a:lnTo>
                    <a:pt x="60198" y="172593"/>
                  </a:lnTo>
                  <a:lnTo>
                    <a:pt x="46609" y="172593"/>
                  </a:lnTo>
                  <a:lnTo>
                    <a:pt x="46609" y="116586"/>
                  </a:lnTo>
                  <a:lnTo>
                    <a:pt x="44704" y="116586"/>
                  </a:lnTo>
                  <a:lnTo>
                    <a:pt x="44704" y="121666"/>
                  </a:lnTo>
                  <a:lnTo>
                    <a:pt x="41529" y="121666"/>
                  </a:lnTo>
                  <a:lnTo>
                    <a:pt x="41529" y="126746"/>
                  </a:lnTo>
                  <a:lnTo>
                    <a:pt x="40132" y="126746"/>
                  </a:lnTo>
                  <a:lnTo>
                    <a:pt x="40132" y="131826"/>
                  </a:lnTo>
                  <a:lnTo>
                    <a:pt x="36195" y="131826"/>
                  </a:lnTo>
                  <a:lnTo>
                    <a:pt x="36195" y="137033"/>
                  </a:lnTo>
                  <a:lnTo>
                    <a:pt x="35052" y="137033"/>
                  </a:lnTo>
                  <a:lnTo>
                    <a:pt x="35052" y="143383"/>
                  </a:lnTo>
                  <a:lnTo>
                    <a:pt x="33020" y="143383"/>
                  </a:lnTo>
                  <a:lnTo>
                    <a:pt x="33020" y="149733"/>
                  </a:lnTo>
                  <a:lnTo>
                    <a:pt x="31623" y="149733"/>
                  </a:lnTo>
                  <a:lnTo>
                    <a:pt x="31623" y="157353"/>
                  </a:lnTo>
                  <a:lnTo>
                    <a:pt x="27940" y="157353"/>
                  </a:lnTo>
                  <a:lnTo>
                    <a:pt x="27940" y="158623"/>
                  </a:lnTo>
                  <a:lnTo>
                    <a:pt x="26543" y="158623"/>
                  </a:lnTo>
                  <a:lnTo>
                    <a:pt x="26543" y="167513"/>
                  </a:lnTo>
                  <a:lnTo>
                    <a:pt x="24638" y="167513"/>
                  </a:lnTo>
                  <a:lnTo>
                    <a:pt x="24638" y="172593"/>
                  </a:lnTo>
                  <a:lnTo>
                    <a:pt x="23114" y="172593"/>
                  </a:lnTo>
                  <a:lnTo>
                    <a:pt x="23114" y="178943"/>
                  </a:lnTo>
                  <a:lnTo>
                    <a:pt x="21463" y="178943"/>
                  </a:lnTo>
                  <a:lnTo>
                    <a:pt x="21463" y="182753"/>
                  </a:lnTo>
                  <a:lnTo>
                    <a:pt x="19558" y="182753"/>
                  </a:lnTo>
                  <a:lnTo>
                    <a:pt x="19558" y="189103"/>
                  </a:lnTo>
                  <a:lnTo>
                    <a:pt x="16129" y="189103"/>
                  </a:lnTo>
                  <a:lnTo>
                    <a:pt x="16129" y="195453"/>
                  </a:lnTo>
                  <a:lnTo>
                    <a:pt x="14986" y="195453"/>
                  </a:lnTo>
                  <a:lnTo>
                    <a:pt x="14986" y="199263"/>
                  </a:lnTo>
                  <a:lnTo>
                    <a:pt x="12954" y="199263"/>
                  </a:lnTo>
                  <a:lnTo>
                    <a:pt x="12954" y="205613"/>
                  </a:lnTo>
                  <a:lnTo>
                    <a:pt x="9652" y="205613"/>
                  </a:lnTo>
                  <a:lnTo>
                    <a:pt x="9652" y="211963"/>
                  </a:lnTo>
                  <a:lnTo>
                    <a:pt x="7874" y="211963"/>
                  </a:lnTo>
                  <a:lnTo>
                    <a:pt x="7874" y="217043"/>
                  </a:lnTo>
                  <a:lnTo>
                    <a:pt x="6477" y="217043"/>
                  </a:lnTo>
                  <a:lnTo>
                    <a:pt x="6477" y="222123"/>
                  </a:lnTo>
                  <a:lnTo>
                    <a:pt x="4572" y="222123"/>
                  </a:lnTo>
                  <a:lnTo>
                    <a:pt x="4572" y="228854"/>
                  </a:lnTo>
                  <a:lnTo>
                    <a:pt x="1905" y="228854"/>
                  </a:lnTo>
                  <a:lnTo>
                    <a:pt x="1905" y="233934"/>
                  </a:lnTo>
                  <a:lnTo>
                    <a:pt x="0" y="233934"/>
                  </a:lnTo>
                  <a:lnTo>
                    <a:pt x="0" y="239014"/>
                  </a:lnTo>
                  <a:lnTo>
                    <a:pt x="8382" y="239014"/>
                  </a:lnTo>
                  <a:lnTo>
                    <a:pt x="8382" y="240411"/>
                  </a:lnTo>
                  <a:lnTo>
                    <a:pt x="16637" y="240411"/>
                  </a:lnTo>
                  <a:lnTo>
                    <a:pt x="16637" y="241681"/>
                  </a:lnTo>
                  <a:lnTo>
                    <a:pt x="25019" y="241681"/>
                  </a:lnTo>
                  <a:lnTo>
                    <a:pt x="25019" y="244221"/>
                  </a:lnTo>
                  <a:lnTo>
                    <a:pt x="33528" y="244221"/>
                  </a:lnTo>
                  <a:lnTo>
                    <a:pt x="33528" y="246761"/>
                  </a:lnTo>
                  <a:lnTo>
                    <a:pt x="45085" y="246761"/>
                  </a:lnTo>
                  <a:lnTo>
                    <a:pt x="45085" y="249301"/>
                  </a:lnTo>
                  <a:lnTo>
                    <a:pt x="52197" y="249301"/>
                  </a:lnTo>
                  <a:lnTo>
                    <a:pt x="52197" y="251841"/>
                  </a:lnTo>
                  <a:lnTo>
                    <a:pt x="68961" y="251841"/>
                  </a:lnTo>
                  <a:lnTo>
                    <a:pt x="68961" y="255651"/>
                  </a:lnTo>
                  <a:lnTo>
                    <a:pt x="77216" y="255651"/>
                  </a:lnTo>
                  <a:lnTo>
                    <a:pt x="77216" y="228854"/>
                  </a:lnTo>
                  <a:close/>
                </a:path>
                <a:path w="596264" h="355600">
                  <a:moveTo>
                    <a:pt x="90297" y="255651"/>
                  </a:moveTo>
                  <a:lnTo>
                    <a:pt x="78740" y="255651"/>
                  </a:lnTo>
                  <a:lnTo>
                    <a:pt x="78740" y="256921"/>
                  </a:lnTo>
                  <a:lnTo>
                    <a:pt x="87122" y="256921"/>
                  </a:lnTo>
                  <a:lnTo>
                    <a:pt x="87122" y="258191"/>
                  </a:lnTo>
                  <a:lnTo>
                    <a:pt x="90297" y="258191"/>
                  </a:lnTo>
                  <a:lnTo>
                    <a:pt x="90297" y="255651"/>
                  </a:lnTo>
                  <a:close/>
                </a:path>
                <a:path w="596264" h="355600">
                  <a:moveTo>
                    <a:pt x="107188" y="258191"/>
                  </a:moveTo>
                  <a:lnTo>
                    <a:pt x="95631" y="258191"/>
                  </a:lnTo>
                  <a:lnTo>
                    <a:pt x="95631" y="260858"/>
                  </a:lnTo>
                  <a:lnTo>
                    <a:pt x="103759" y="260858"/>
                  </a:lnTo>
                  <a:lnTo>
                    <a:pt x="103759" y="262128"/>
                  </a:lnTo>
                  <a:lnTo>
                    <a:pt x="107188" y="262128"/>
                  </a:lnTo>
                  <a:lnTo>
                    <a:pt x="107188" y="258191"/>
                  </a:lnTo>
                  <a:close/>
                </a:path>
                <a:path w="596264" h="355600">
                  <a:moveTo>
                    <a:pt x="122669" y="262115"/>
                  </a:moveTo>
                  <a:lnTo>
                    <a:pt x="112268" y="262115"/>
                  </a:lnTo>
                  <a:lnTo>
                    <a:pt x="112268" y="265938"/>
                  </a:lnTo>
                  <a:lnTo>
                    <a:pt x="122669" y="265938"/>
                  </a:lnTo>
                  <a:lnTo>
                    <a:pt x="122669" y="262115"/>
                  </a:lnTo>
                  <a:close/>
                </a:path>
                <a:path w="596264" h="355600">
                  <a:moveTo>
                    <a:pt x="139268" y="267208"/>
                  </a:moveTo>
                  <a:lnTo>
                    <a:pt x="130810" y="267208"/>
                  </a:lnTo>
                  <a:lnTo>
                    <a:pt x="130810" y="269748"/>
                  </a:lnTo>
                  <a:lnTo>
                    <a:pt x="139268" y="269748"/>
                  </a:lnTo>
                  <a:lnTo>
                    <a:pt x="139268" y="267208"/>
                  </a:lnTo>
                  <a:close/>
                </a:path>
                <a:path w="596264" h="355600">
                  <a:moveTo>
                    <a:pt x="152768" y="271005"/>
                  </a:moveTo>
                  <a:lnTo>
                    <a:pt x="147701" y="271005"/>
                  </a:lnTo>
                  <a:lnTo>
                    <a:pt x="147701" y="274828"/>
                  </a:lnTo>
                  <a:lnTo>
                    <a:pt x="152768" y="274828"/>
                  </a:lnTo>
                  <a:lnTo>
                    <a:pt x="152768" y="271005"/>
                  </a:lnTo>
                  <a:close/>
                </a:path>
                <a:path w="596264" h="355600">
                  <a:moveTo>
                    <a:pt x="170942" y="274828"/>
                  </a:moveTo>
                  <a:lnTo>
                    <a:pt x="157353" y="274828"/>
                  </a:lnTo>
                  <a:lnTo>
                    <a:pt x="157353" y="276098"/>
                  </a:lnTo>
                  <a:lnTo>
                    <a:pt x="165862" y="276098"/>
                  </a:lnTo>
                  <a:lnTo>
                    <a:pt x="165862" y="277368"/>
                  </a:lnTo>
                  <a:lnTo>
                    <a:pt x="170942" y="277368"/>
                  </a:lnTo>
                  <a:lnTo>
                    <a:pt x="170942" y="274828"/>
                  </a:lnTo>
                  <a:close/>
                </a:path>
                <a:path w="596264" h="355600">
                  <a:moveTo>
                    <a:pt x="226441" y="288290"/>
                  </a:moveTo>
                  <a:lnTo>
                    <a:pt x="216281" y="288290"/>
                  </a:lnTo>
                  <a:lnTo>
                    <a:pt x="216281" y="289560"/>
                  </a:lnTo>
                  <a:lnTo>
                    <a:pt x="226441" y="289560"/>
                  </a:lnTo>
                  <a:lnTo>
                    <a:pt x="226441" y="288290"/>
                  </a:lnTo>
                  <a:close/>
                </a:path>
                <a:path w="596264" h="355600">
                  <a:moveTo>
                    <a:pt x="442849" y="6350"/>
                  </a:moveTo>
                  <a:lnTo>
                    <a:pt x="432943" y="6350"/>
                  </a:lnTo>
                  <a:lnTo>
                    <a:pt x="432943" y="5080"/>
                  </a:lnTo>
                  <a:lnTo>
                    <a:pt x="424561" y="5080"/>
                  </a:lnTo>
                  <a:lnTo>
                    <a:pt x="424561" y="2540"/>
                  </a:lnTo>
                  <a:lnTo>
                    <a:pt x="414401" y="2540"/>
                  </a:lnTo>
                  <a:lnTo>
                    <a:pt x="414401" y="0"/>
                  </a:lnTo>
                  <a:lnTo>
                    <a:pt x="86614" y="0"/>
                  </a:lnTo>
                  <a:lnTo>
                    <a:pt x="86614" y="2540"/>
                  </a:lnTo>
                  <a:lnTo>
                    <a:pt x="85090" y="2540"/>
                  </a:lnTo>
                  <a:lnTo>
                    <a:pt x="85090" y="5080"/>
                  </a:lnTo>
                  <a:lnTo>
                    <a:pt x="85090" y="6350"/>
                  </a:lnTo>
                  <a:lnTo>
                    <a:pt x="85090" y="7620"/>
                  </a:lnTo>
                  <a:lnTo>
                    <a:pt x="81534" y="7620"/>
                  </a:lnTo>
                  <a:lnTo>
                    <a:pt x="81534" y="8890"/>
                  </a:lnTo>
                  <a:lnTo>
                    <a:pt x="81534" y="13970"/>
                  </a:lnTo>
                  <a:lnTo>
                    <a:pt x="81534" y="16510"/>
                  </a:lnTo>
                  <a:lnTo>
                    <a:pt x="81534" y="17780"/>
                  </a:lnTo>
                  <a:lnTo>
                    <a:pt x="78105" y="17780"/>
                  </a:lnTo>
                  <a:lnTo>
                    <a:pt x="78105" y="20320"/>
                  </a:lnTo>
                  <a:lnTo>
                    <a:pt x="78105" y="25400"/>
                  </a:lnTo>
                  <a:lnTo>
                    <a:pt x="76581" y="25400"/>
                  </a:lnTo>
                  <a:lnTo>
                    <a:pt x="76581" y="26670"/>
                  </a:lnTo>
                  <a:lnTo>
                    <a:pt x="89662" y="26670"/>
                  </a:lnTo>
                  <a:lnTo>
                    <a:pt x="89662" y="25400"/>
                  </a:lnTo>
                  <a:lnTo>
                    <a:pt x="106553" y="25400"/>
                  </a:lnTo>
                  <a:lnTo>
                    <a:pt x="106553" y="20320"/>
                  </a:lnTo>
                  <a:lnTo>
                    <a:pt x="122174" y="20320"/>
                  </a:lnTo>
                  <a:lnTo>
                    <a:pt x="122174" y="17780"/>
                  </a:lnTo>
                  <a:lnTo>
                    <a:pt x="122174" y="16510"/>
                  </a:lnTo>
                  <a:lnTo>
                    <a:pt x="138811" y="16510"/>
                  </a:lnTo>
                  <a:lnTo>
                    <a:pt x="138811" y="13970"/>
                  </a:lnTo>
                  <a:lnTo>
                    <a:pt x="152400" y="13970"/>
                  </a:lnTo>
                  <a:lnTo>
                    <a:pt x="152400" y="8890"/>
                  </a:lnTo>
                  <a:lnTo>
                    <a:pt x="170434" y="8890"/>
                  </a:lnTo>
                  <a:lnTo>
                    <a:pt x="170434" y="7620"/>
                  </a:lnTo>
                  <a:lnTo>
                    <a:pt x="442849" y="7620"/>
                  </a:lnTo>
                  <a:lnTo>
                    <a:pt x="442849" y="6350"/>
                  </a:lnTo>
                  <a:close/>
                </a:path>
                <a:path w="596264" h="355600">
                  <a:moveTo>
                    <a:pt x="516890" y="303530"/>
                  </a:moveTo>
                  <a:lnTo>
                    <a:pt x="280035" y="303530"/>
                  </a:lnTo>
                  <a:lnTo>
                    <a:pt x="280035" y="307340"/>
                  </a:lnTo>
                  <a:lnTo>
                    <a:pt x="296926" y="307340"/>
                  </a:lnTo>
                  <a:lnTo>
                    <a:pt x="296926" y="308610"/>
                  </a:lnTo>
                  <a:lnTo>
                    <a:pt x="303403" y="308610"/>
                  </a:lnTo>
                  <a:lnTo>
                    <a:pt x="303403" y="309880"/>
                  </a:lnTo>
                  <a:lnTo>
                    <a:pt x="315468" y="309880"/>
                  </a:lnTo>
                  <a:lnTo>
                    <a:pt x="315468" y="313690"/>
                  </a:lnTo>
                  <a:lnTo>
                    <a:pt x="323977" y="313690"/>
                  </a:lnTo>
                  <a:lnTo>
                    <a:pt x="323977" y="314960"/>
                  </a:lnTo>
                  <a:lnTo>
                    <a:pt x="330454" y="314960"/>
                  </a:lnTo>
                  <a:lnTo>
                    <a:pt x="330454" y="317500"/>
                  </a:lnTo>
                  <a:lnTo>
                    <a:pt x="338709" y="317500"/>
                  </a:lnTo>
                  <a:lnTo>
                    <a:pt x="338709" y="320040"/>
                  </a:lnTo>
                  <a:lnTo>
                    <a:pt x="350520" y="320040"/>
                  </a:lnTo>
                  <a:lnTo>
                    <a:pt x="350520" y="321310"/>
                  </a:lnTo>
                  <a:lnTo>
                    <a:pt x="357505" y="321310"/>
                  </a:lnTo>
                  <a:lnTo>
                    <a:pt x="357505" y="323850"/>
                  </a:lnTo>
                  <a:lnTo>
                    <a:pt x="365760" y="323850"/>
                  </a:lnTo>
                  <a:lnTo>
                    <a:pt x="365760" y="325120"/>
                  </a:lnTo>
                  <a:lnTo>
                    <a:pt x="374269" y="325120"/>
                  </a:lnTo>
                  <a:lnTo>
                    <a:pt x="374269" y="328930"/>
                  </a:lnTo>
                  <a:lnTo>
                    <a:pt x="384048" y="328930"/>
                  </a:lnTo>
                  <a:lnTo>
                    <a:pt x="384048" y="330200"/>
                  </a:lnTo>
                  <a:lnTo>
                    <a:pt x="392303" y="330200"/>
                  </a:lnTo>
                  <a:lnTo>
                    <a:pt x="392303" y="334010"/>
                  </a:lnTo>
                  <a:lnTo>
                    <a:pt x="409194" y="334010"/>
                  </a:lnTo>
                  <a:lnTo>
                    <a:pt x="409194" y="335280"/>
                  </a:lnTo>
                  <a:lnTo>
                    <a:pt x="419354" y="335280"/>
                  </a:lnTo>
                  <a:lnTo>
                    <a:pt x="419354" y="337820"/>
                  </a:lnTo>
                  <a:lnTo>
                    <a:pt x="427736" y="337820"/>
                  </a:lnTo>
                  <a:lnTo>
                    <a:pt x="427736" y="340360"/>
                  </a:lnTo>
                  <a:lnTo>
                    <a:pt x="436245" y="340360"/>
                  </a:lnTo>
                  <a:lnTo>
                    <a:pt x="436245" y="342900"/>
                  </a:lnTo>
                  <a:lnTo>
                    <a:pt x="445897" y="342900"/>
                  </a:lnTo>
                  <a:lnTo>
                    <a:pt x="445897" y="344170"/>
                  </a:lnTo>
                  <a:lnTo>
                    <a:pt x="454406" y="344170"/>
                  </a:lnTo>
                  <a:lnTo>
                    <a:pt x="454406" y="346710"/>
                  </a:lnTo>
                  <a:lnTo>
                    <a:pt x="462775" y="346710"/>
                  </a:lnTo>
                  <a:lnTo>
                    <a:pt x="462775" y="349250"/>
                  </a:lnTo>
                  <a:lnTo>
                    <a:pt x="472935" y="349250"/>
                  </a:lnTo>
                  <a:lnTo>
                    <a:pt x="472935" y="350520"/>
                  </a:lnTo>
                  <a:lnTo>
                    <a:pt x="481457" y="350520"/>
                  </a:lnTo>
                  <a:lnTo>
                    <a:pt x="481457" y="354330"/>
                  </a:lnTo>
                  <a:lnTo>
                    <a:pt x="487934" y="354330"/>
                  </a:lnTo>
                  <a:lnTo>
                    <a:pt x="487934" y="355600"/>
                  </a:lnTo>
                  <a:lnTo>
                    <a:pt x="499986" y="355600"/>
                  </a:lnTo>
                  <a:lnTo>
                    <a:pt x="499986" y="354330"/>
                  </a:lnTo>
                  <a:lnTo>
                    <a:pt x="501396" y="354330"/>
                  </a:lnTo>
                  <a:lnTo>
                    <a:pt x="501396" y="350520"/>
                  </a:lnTo>
                  <a:lnTo>
                    <a:pt x="501396" y="349250"/>
                  </a:lnTo>
                  <a:lnTo>
                    <a:pt x="501396" y="346710"/>
                  </a:lnTo>
                  <a:lnTo>
                    <a:pt x="501396" y="344170"/>
                  </a:lnTo>
                  <a:lnTo>
                    <a:pt x="503301" y="344170"/>
                  </a:lnTo>
                  <a:lnTo>
                    <a:pt x="503301" y="342900"/>
                  </a:lnTo>
                  <a:lnTo>
                    <a:pt x="503301" y="340360"/>
                  </a:lnTo>
                  <a:lnTo>
                    <a:pt x="503301" y="337820"/>
                  </a:lnTo>
                  <a:lnTo>
                    <a:pt x="504571" y="337820"/>
                  </a:lnTo>
                  <a:lnTo>
                    <a:pt x="504571" y="335280"/>
                  </a:lnTo>
                  <a:lnTo>
                    <a:pt x="504571" y="334010"/>
                  </a:lnTo>
                  <a:lnTo>
                    <a:pt x="508381" y="334010"/>
                  </a:lnTo>
                  <a:lnTo>
                    <a:pt x="508381" y="330200"/>
                  </a:lnTo>
                  <a:lnTo>
                    <a:pt x="508381" y="328930"/>
                  </a:lnTo>
                  <a:lnTo>
                    <a:pt x="508381" y="325120"/>
                  </a:lnTo>
                  <a:lnTo>
                    <a:pt x="508381" y="323850"/>
                  </a:lnTo>
                  <a:lnTo>
                    <a:pt x="509905" y="323850"/>
                  </a:lnTo>
                  <a:lnTo>
                    <a:pt x="509905" y="321310"/>
                  </a:lnTo>
                  <a:lnTo>
                    <a:pt x="509905" y="320040"/>
                  </a:lnTo>
                  <a:lnTo>
                    <a:pt x="509905" y="317500"/>
                  </a:lnTo>
                  <a:lnTo>
                    <a:pt x="513080" y="317500"/>
                  </a:lnTo>
                  <a:lnTo>
                    <a:pt x="513080" y="314960"/>
                  </a:lnTo>
                  <a:lnTo>
                    <a:pt x="513080" y="313690"/>
                  </a:lnTo>
                  <a:lnTo>
                    <a:pt x="514985" y="313690"/>
                  </a:lnTo>
                  <a:lnTo>
                    <a:pt x="514985" y="309880"/>
                  </a:lnTo>
                  <a:lnTo>
                    <a:pt x="514985" y="308610"/>
                  </a:lnTo>
                  <a:lnTo>
                    <a:pt x="514985" y="307340"/>
                  </a:lnTo>
                  <a:lnTo>
                    <a:pt x="516890" y="307340"/>
                  </a:lnTo>
                  <a:lnTo>
                    <a:pt x="516890" y="303530"/>
                  </a:lnTo>
                  <a:close/>
                </a:path>
                <a:path w="596264" h="355600">
                  <a:moveTo>
                    <a:pt x="518160" y="298450"/>
                  </a:moveTo>
                  <a:lnTo>
                    <a:pt x="261874" y="298450"/>
                  </a:lnTo>
                  <a:lnTo>
                    <a:pt x="261874" y="302260"/>
                  </a:lnTo>
                  <a:lnTo>
                    <a:pt x="271653" y="302260"/>
                  </a:lnTo>
                  <a:lnTo>
                    <a:pt x="271653" y="303530"/>
                  </a:lnTo>
                  <a:lnTo>
                    <a:pt x="280035" y="303530"/>
                  </a:lnTo>
                  <a:lnTo>
                    <a:pt x="280035" y="302260"/>
                  </a:lnTo>
                  <a:lnTo>
                    <a:pt x="516890" y="302260"/>
                  </a:lnTo>
                  <a:lnTo>
                    <a:pt x="516890" y="303530"/>
                  </a:lnTo>
                  <a:lnTo>
                    <a:pt x="518160" y="303530"/>
                  </a:lnTo>
                  <a:lnTo>
                    <a:pt x="518160" y="302260"/>
                  </a:lnTo>
                  <a:lnTo>
                    <a:pt x="518160" y="298450"/>
                  </a:lnTo>
                  <a:close/>
                </a:path>
                <a:path w="596264" h="355600">
                  <a:moveTo>
                    <a:pt x="518160" y="294640"/>
                  </a:moveTo>
                  <a:lnTo>
                    <a:pt x="245110" y="294640"/>
                  </a:lnTo>
                  <a:lnTo>
                    <a:pt x="245110" y="297180"/>
                  </a:lnTo>
                  <a:lnTo>
                    <a:pt x="253492" y="297180"/>
                  </a:lnTo>
                  <a:lnTo>
                    <a:pt x="253492" y="298450"/>
                  </a:lnTo>
                  <a:lnTo>
                    <a:pt x="261874" y="298450"/>
                  </a:lnTo>
                  <a:lnTo>
                    <a:pt x="261874" y="297180"/>
                  </a:lnTo>
                  <a:lnTo>
                    <a:pt x="518160" y="297180"/>
                  </a:lnTo>
                  <a:lnTo>
                    <a:pt x="518160" y="294640"/>
                  </a:lnTo>
                  <a:close/>
                </a:path>
                <a:path w="596264" h="355600">
                  <a:moveTo>
                    <a:pt x="521449" y="289560"/>
                  </a:moveTo>
                  <a:lnTo>
                    <a:pt x="226441" y="289560"/>
                  </a:lnTo>
                  <a:lnTo>
                    <a:pt x="226441" y="293370"/>
                  </a:lnTo>
                  <a:lnTo>
                    <a:pt x="236855" y="293370"/>
                  </a:lnTo>
                  <a:lnTo>
                    <a:pt x="236855" y="294640"/>
                  </a:lnTo>
                  <a:lnTo>
                    <a:pt x="245110" y="294640"/>
                  </a:lnTo>
                  <a:lnTo>
                    <a:pt x="245110" y="293370"/>
                  </a:lnTo>
                  <a:lnTo>
                    <a:pt x="518160" y="293370"/>
                  </a:lnTo>
                  <a:lnTo>
                    <a:pt x="518160" y="294640"/>
                  </a:lnTo>
                  <a:lnTo>
                    <a:pt x="521449" y="294640"/>
                  </a:lnTo>
                  <a:lnTo>
                    <a:pt x="521449" y="293370"/>
                  </a:lnTo>
                  <a:lnTo>
                    <a:pt x="521449" y="289560"/>
                  </a:lnTo>
                  <a:close/>
                </a:path>
                <a:path w="596264" h="355600">
                  <a:moveTo>
                    <a:pt x="523367" y="288290"/>
                  </a:moveTo>
                  <a:lnTo>
                    <a:pt x="521449" y="288290"/>
                  </a:lnTo>
                  <a:lnTo>
                    <a:pt x="521449" y="289560"/>
                  </a:lnTo>
                  <a:lnTo>
                    <a:pt x="523367" y="289560"/>
                  </a:lnTo>
                  <a:lnTo>
                    <a:pt x="523367" y="288290"/>
                  </a:lnTo>
                  <a:close/>
                </a:path>
                <a:path w="596264" h="355600">
                  <a:moveTo>
                    <a:pt x="534911" y="255270"/>
                  </a:moveTo>
                  <a:lnTo>
                    <a:pt x="518160" y="255270"/>
                  </a:lnTo>
                  <a:lnTo>
                    <a:pt x="518160" y="256540"/>
                  </a:lnTo>
                  <a:lnTo>
                    <a:pt x="518160" y="257810"/>
                  </a:lnTo>
                  <a:lnTo>
                    <a:pt x="504571" y="257810"/>
                  </a:lnTo>
                  <a:lnTo>
                    <a:pt x="504571" y="260350"/>
                  </a:lnTo>
                  <a:lnTo>
                    <a:pt x="504571" y="261620"/>
                  </a:lnTo>
                  <a:lnTo>
                    <a:pt x="487934" y="261620"/>
                  </a:lnTo>
                  <a:lnTo>
                    <a:pt x="487934" y="266700"/>
                  </a:lnTo>
                  <a:lnTo>
                    <a:pt x="472935" y="266700"/>
                  </a:lnTo>
                  <a:lnTo>
                    <a:pt x="472935" y="270510"/>
                  </a:lnTo>
                  <a:lnTo>
                    <a:pt x="457200" y="270510"/>
                  </a:lnTo>
                  <a:lnTo>
                    <a:pt x="457200" y="274320"/>
                  </a:lnTo>
                  <a:lnTo>
                    <a:pt x="442722" y="274320"/>
                  </a:lnTo>
                  <a:lnTo>
                    <a:pt x="442722" y="276860"/>
                  </a:lnTo>
                  <a:lnTo>
                    <a:pt x="174371" y="276860"/>
                  </a:lnTo>
                  <a:lnTo>
                    <a:pt x="174371" y="278130"/>
                  </a:lnTo>
                  <a:lnTo>
                    <a:pt x="181356" y="278130"/>
                  </a:lnTo>
                  <a:lnTo>
                    <a:pt x="181356" y="281940"/>
                  </a:lnTo>
                  <a:lnTo>
                    <a:pt x="199390" y="281940"/>
                  </a:lnTo>
                  <a:lnTo>
                    <a:pt x="199390" y="287020"/>
                  </a:lnTo>
                  <a:lnTo>
                    <a:pt x="207899" y="287020"/>
                  </a:lnTo>
                  <a:lnTo>
                    <a:pt x="207899" y="288290"/>
                  </a:lnTo>
                  <a:lnTo>
                    <a:pt x="216281" y="288290"/>
                  </a:lnTo>
                  <a:lnTo>
                    <a:pt x="216281" y="287020"/>
                  </a:lnTo>
                  <a:lnTo>
                    <a:pt x="523367" y="287020"/>
                  </a:lnTo>
                  <a:lnTo>
                    <a:pt x="523367" y="281940"/>
                  </a:lnTo>
                  <a:lnTo>
                    <a:pt x="526542" y="281940"/>
                  </a:lnTo>
                  <a:lnTo>
                    <a:pt x="526542" y="278130"/>
                  </a:lnTo>
                  <a:lnTo>
                    <a:pt x="526542" y="276860"/>
                  </a:lnTo>
                  <a:lnTo>
                    <a:pt x="526542" y="274320"/>
                  </a:lnTo>
                  <a:lnTo>
                    <a:pt x="526542" y="270510"/>
                  </a:lnTo>
                  <a:lnTo>
                    <a:pt x="529971" y="270510"/>
                  </a:lnTo>
                  <a:lnTo>
                    <a:pt x="529971" y="266700"/>
                  </a:lnTo>
                  <a:lnTo>
                    <a:pt x="531622" y="266700"/>
                  </a:lnTo>
                  <a:lnTo>
                    <a:pt x="531622" y="261620"/>
                  </a:lnTo>
                  <a:lnTo>
                    <a:pt x="531622" y="260350"/>
                  </a:lnTo>
                  <a:lnTo>
                    <a:pt x="533527" y="260350"/>
                  </a:lnTo>
                  <a:lnTo>
                    <a:pt x="533527" y="257810"/>
                  </a:lnTo>
                  <a:lnTo>
                    <a:pt x="533527" y="256540"/>
                  </a:lnTo>
                  <a:lnTo>
                    <a:pt x="534911" y="256540"/>
                  </a:lnTo>
                  <a:lnTo>
                    <a:pt x="534911" y="255270"/>
                  </a:lnTo>
                  <a:close/>
                </a:path>
                <a:path w="596264" h="355600">
                  <a:moveTo>
                    <a:pt x="548640" y="215773"/>
                  </a:moveTo>
                  <a:lnTo>
                    <a:pt x="535178" y="215773"/>
                  </a:lnTo>
                  <a:lnTo>
                    <a:pt x="535178" y="228854"/>
                  </a:lnTo>
                  <a:lnTo>
                    <a:pt x="534911" y="228854"/>
                  </a:lnTo>
                  <a:lnTo>
                    <a:pt x="534911" y="251841"/>
                  </a:lnTo>
                  <a:lnTo>
                    <a:pt x="538099" y="251841"/>
                  </a:lnTo>
                  <a:lnTo>
                    <a:pt x="538099" y="246761"/>
                  </a:lnTo>
                  <a:lnTo>
                    <a:pt x="540004" y="246761"/>
                  </a:lnTo>
                  <a:lnTo>
                    <a:pt x="540004" y="241681"/>
                  </a:lnTo>
                  <a:lnTo>
                    <a:pt x="541528" y="241681"/>
                  </a:lnTo>
                  <a:lnTo>
                    <a:pt x="541528" y="234950"/>
                  </a:lnTo>
                  <a:lnTo>
                    <a:pt x="545338" y="234950"/>
                  </a:lnTo>
                  <a:lnTo>
                    <a:pt x="545338" y="229870"/>
                  </a:lnTo>
                  <a:lnTo>
                    <a:pt x="546735" y="229870"/>
                  </a:lnTo>
                  <a:lnTo>
                    <a:pt x="546735" y="220980"/>
                  </a:lnTo>
                  <a:lnTo>
                    <a:pt x="548640" y="220980"/>
                  </a:lnTo>
                  <a:lnTo>
                    <a:pt x="548640" y="215773"/>
                  </a:lnTo>
                  <a:close/>
                </a:path>
                <a:path w="596264" h="355600">
                  <a:moveTo>
                    <a:pt x="563753" y="172593"/>
                  </a:moveTo>
                  <a:lnTo>
                    <a:pt x="550164" y="172593"/>
                  </a:lnTo>
                  <a:lnTo>
                    <a:pt x="550164" y="211963"/>
                  </a:lnTo>
                  <a:lnTo>
                    <a:pt x="553720" y="211963"/>
                  </a:lnTo>
                  <a:lnTo>
                    <a:pt x="553720" y="205613"/>
                  </a:lnTo>
                  <a:lnTo>
                    <a:pt x="555244" y="205613"/>
                  </a:lnTo>
                  <a:lnTo>
                    <a:pt x="555244" y="203073"/>
                  </a:lnTo>
                  <a:lnTo>
                    <a:pt x="557149" y="203073"/>
                  </a:lnTo>
                  <a:lnTo>
                    <a:pt x="557149" y="194183"/>
                  </a:lnTo>
                  <a:lnTo>
                    <a:pt x="558292" y="194183"/>
                  </a:lnTo>
                  <a:lnTo>
                    <a:pt x="558292" y="189103"/>
                  </a:lnTo>
                  <a:lnTo>
                    <a:pt x="560324" y="189103"/>
                  </a:lnTo>
                  <a:lnTo>
                    <a:pt x="560324" y="185293"/>
                  </a:lnTo>
                  <a:lnTo>
                    <a:pt x="562229" y="185293"/>
                  </a:lnTo>
                  <a:lnTo>
                    <a:pt x="562229" y="178943"/>
                  </a:lnTo>
                  <a:lnTo>
                    <a:pt x="563753" y="178943"/>
                  </a:lnTo>
                  <a:lnTo>
                    <a:pt x="563753" y="172593"/>
                  </a:lnTo>
                  <a:close/>
                </a:path>
                <a:path w="596264" h="355600">
                  <a:moveTo>
                    <a:pt x="595884" y="86106"/>
                  </a:moveTo>
                  <a:lnTo>
                    <a:pt x="550164" y="86106"/>
                  </a:lnTo>
                  <a:lnTo>
                    <a:pt x="550164" y="105156"/>
                  </a:lnTo>
                  <a:lnTo>
                    <a:pt x="566801" y="105156"/>
                  </a:lnTo>
                  <a:lnTo>
                    <a:pt x="566801" y="167513"/>
                  </a:lnTo>
                  <a:lnTo>
                    <a:pt x="568706" y="167513"/>
                  </a:lnTo>
                  <a:lnTo>
                    <a:pt x="568706" y="162433"/>
                  </a:lnTo>
                  <a:lnTo>
                    <a:pt x="571881" y="162433"/>
                  </a:lnTo>
                  <a:lnTo>
                    <a:pt x="571881" y="158623"/>
                  </a:lnTo>
                  <a:lnTo>
                    <a:pt x="573786" y="158623"/>
                  </a:lnTo>
                  <a:lnTo>
                    <a:pt x="573786" y="152273"/>
                  </a:lnTo>
                  <a:lnTo>
                    <a:pt x="575310" y="152273"/>
                  </a:lnTo>
                  <a:lnTo>
                    <a:pt x="575310" y="144653"/>
                  </a:lnTo>
                  <a:lnTo>
                    <a:pt x="577215" y="144653"/>
                  </a:lnTo>
                  <a:lnTo>
                    <a:pt x="577215" y="137033"/>
                  </a:lnTo>
                  <a:lnTo>
                    <a:pt x="580390" y="137033"/>
                  </a:lnTo>
                  <a:lnTo>
                    <a:pt x="580390" y="131826"/>
                  </a:lnTo>
                  <a:lnTo>
                    <a:pt x="582295" y="131826"/>
                  </a:lnTo>
                  <a:lnTo>
                    <a:pt x="582295" y="125476"/>
                  </a:lnTo>
                  <a:lnTo>
                    <a:pt x="583692" y="125476"/>
                  </a:lnTo>
                  <a:lnTo>
                    <a:pt x="583692" y="121666"/>
                  </a:lnTo>
                  <a:lnTo>
                    <a:pt x="585470" y="121666"/>
                  </a:lnTo>
                  <a:lnTo>
                    <a:pt x="585470" y="112776"/>
                  </a:lnTo>
                  <a:lnTo>
                    <a:pt x="587375" y="112776"/>
                  </a:lnTo>
                  <a:lnTo>
                    <a:pt x="587375" y="107696"/>
                  </a:lnTo>
                  <a:lnTo>
                    <a:pt x="588772" y="107696"/>
                  </a:lnTo>
                  <a:lnTo>
                    <a:pt x="588772" y="102616"/>
                  </a:lnTo>
                  <a:lnTo>
                    <a:pt x="591947" y="102616"/>
                  </a:lnTo>
                  <a:lnTo>
                    <a:pt x="591947" y="98806"/>
                  </a:lnTo>
                  <a:lnTo>
                    <a:pt x="593852" y="98806"/>
                  </a:lnTo>
                  <a:lnTo>
                    <a:pt x="593852" y="91186"/>
                  </a:lnTo>
                  <a:lnTo>
                    <a:pt x="595884" y="91186"/>
                  </a:lnTo>
                  <a:lnTo>
                    <a:pt x="595884" y="86106"/>
                  </a:lnTo>
                  <a:close/>
                </a:path>
              </a:pathLst>
            </a:custGeom>
            <a:solidFill>
              <a:srgbClr val="0000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878582" y="2981959"/>
              <a:ext cx="328295" cy="39370"/>
            </a:xfrm>
            <a:custGeom>
              <a:avLst/>
              <a:gdLst/>
              <a:ahLst/>
              <a:cxnLst/>
              <a:rect l="l" t="t" r="r" b="b"/>
              <a:pathLst>
                <a:path w="328294" h="39369">
                  <a:moveTo>
                    <a:pt x="327787" y="36830"/>
                  </a:moveTo>
                  <a:lnTo>
                    <a:pt x="319278" y="36830"/>
                  </a:lnTo>
                  <a:lnTo>
                    <a:pt x="319278" y="34290"/>
                  </a:lnTo>
                  <a:lnTo>
                    <a:pt x="309118" y="34290"/>
                  </a:lnTo>
                  <a:lnTo>
                    <a:pt x="309118" y="31750"/>
                  </a:lnTo>
                  <a:lnTo>
                    <a:pt x="290957" y="31750"/>
                  </a:lnTo>
                  <a:lnTo>
                    <a:pt x="290957" y="27940"/>
                  </a:lnTo>
                  <a:lnTo>
                    <a:pt x="282575" y="27940"/>
                  </a:lnTo>
                  <a:lnTo>
                    <a:pt x="282575" y="26670"/>
                  </a:lnTo>
                  <a:lnTo>
                    <a:pt x="274066" y="26670"/>
                  </a:lnTo>
                  <a:lnTo>
                    <a:pt x="274066" y="22860"/>
                  </a:lnTo>
                  <a:lnTo>
                    <a:pt x="263906" y="22860"/>
                  </a:lnTo>
                  <a:lnTo>
                    <a:pt x="263906" y="21590"/>
                  </a:lnTo>
                  <a:lnTo>
                    <a:pt x="255397" y="21590"/>
                  </a:lnTo>
                  <a:lnTo>
                    <a:pt x="255397" y="20320"/>
                  </a:lnTo>
                  <a:lnTo>
                    <a:pt x="243840" y="20320"/>
                  </a:lnTo>
                  <a:lnTo>
                    <a:pt x="243840" y="17780"/>
                  </a:lnTo>
                  <a:lnTo>
                    <a:pt x="237236" y="17780"/>
                  </a:lnTo>
                  <a:lnTo>
                    <a:pt x="237236" y="16510"/>
                  </a:lnTo>
                  <a:lnTo>
                    <a:pt x="224917" y="16510"/>
                  </a:lnTo>
                  <a:lnTo>
                    <a:pt x="224917" y="15240"/>
                  </a:lnTo>
                  <a:lnTo>
                    <a:pt x="216662" y="15240"/>
                  </a:lnTo>
                  <a:lnTo>
                    <a:pt x="216662" y="11430"/>
                  </a:lnTo>
                  <a:lnTo>
                    <a:pt x="206756" y="11430"/>
                  </a:lnTo>
                  <a:lnTo>
                    <a:pt x="206756" y="10160"/>
                  </a:lnTo>
                  <a:lnTo>
                    <a:pt x="198247" y="10160"/>
                  </a:lnTo>
                  <a:lnTo>
                    <a:pt x="198247" y="7620"/>
                  </a:lnTo>
                  <a:lnTo>
                    <a:pt x="188087" y="7620"/>
                  </a:lnTo>
                  <a:lnTo>
                    <a:pt x="188087" y="3810"/>
                  </a:lnTo>
                  <a:lnTo>
                    <a:pt x="179705" y="3810"/>
                  </a:lnTo>
                  <a:lnTo>
                    <a:pt x="179705" y="2540"/>
                  </a:lnTo>
                  <a:lnTo>
                    <a:pt x="170053" y="2540"/>
                  </a:lnTo>
                  <a:lnTo>
                    <a:pt x="170053" y="1270"/>
                  </a:lnTo>
                  <a:lnTo>
                    <a:pt x="161544" y="1270"/>
                  </a:lnTo>
                  <a:lnTo>
                    <a:pt x="161544" y="0"/>
                  </a:lnTo>
                  <a:lnTo>
                    <a:pt x="11557" y="0"/>
                  </a:lnTo>
                  <a:lnTo>
                    <a:pt x="11557" y="1270"/>
                  </a:lnTo>
                  <a:lnTo>
                    <a:pt x="11557" y="2540"/>
                  </a:lnTo>
                  <a:lnTo>
                    <a:pt x="11557" y="3810"/>
                  </a:lnTo>
                  <a:lnTo>
                    <a:pt x="11557" y="7620"/>
                  </a:lnTo>
                  <a:lnTo>
                    <a:pt x="11557" y="10160"/>
                  </a:lnTo>
                  <a:lnTo>
                    <a:pt x="11557" y="11430"/>
                  </a:lnTo>
                  <a:lnTo>
                    <a:pt x="8382" y="11430"/>
                  </a:lnTo>
                  <a:lnTo>
                    <a:pt x="8382" y="15240"/>
                  </a:lnTo>
                  <a:lnTo>
                    <a:pt x="8382" y="16510"/>
                  </a:lnTo>
                  <a:lnTo>
                    <a:pt x="6985" y="16510"/>
                  </a:lnTo>
                  <a:lnTo>
                    <a:pt x="6985" y="17780"/>
                  </a:lnTo>
                  <a:lnTo>
                    <a:pt x="6985" y="20320"/>
                  </a:lnTo>
                  <a:lnTo>
                    <a:pt x="6985" y="21590"/>
                  </a:lnTo>
                  <a:lnTo>
                    <a:pt x="3048" y="21590"/>
                  </a:lnTo>
                  <a:lnTo>
                    <a:pt x="3048" y="22860"/>
                  </a:lnTo>
                  <a:lnTo>
                    <a:pt x="3048" y="26670"/>
                  </a:lnTo>
                  <a:lnTo>
                    <a:pt x="3048" y="27940"/>
                  </a:lnTo>
                  <a:lnTo>
                    <a:pt x="3048" y="31750"/>
                  </a:lnTo>
                  <a:lnTo>
                    <a:pt x="0" y="31750"/>
                  </a:lnTo>
                  <a:lnTo>
                    <a:pt x="0" y="34290"/>
                  </a:lnTo>
                  <a:lnTo>
                    <a:pt x="0" y="36830"/>
                  </a:lnTo>
                  <a:lnTo>
                    <a:pt x="0" y="39370"/>
                  </a:lnTo>
                  <a:lnTo>
                    <a:pt x="327787" y="39370"/>
                  </a:lnTo>
                  <a:lnTo>
                    <a:pt x="327787" y="36830"/>
                  </a:lnTo>
                  <a:close/>
                </a:path>
              </a:pathLst>
            </a:custGeom>
            <a:solidFill>
              <a:srgbClr val="0000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4816" y="3026918"/>
              <a:ext cx="168274" cy="7746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891028" y="2951479"/>
              <a:ext cx="149225" cy="33020"/>
            </a:xfrm>
            <a:custGeom>
              <a:avLst/>
              <a:gdLst/>
              <a:ahLst/>
              <a:cxnLst/>
              <a:rect l="l" t="t" r="r" b="b"/>
              <a:pathLst>
                <a:path w="149225" h="33019">
                  <a:moveTo>
                    <a:pt x="55245" y="7620"/>
                  </a:moveTo>
                  <a:lnTo>
                    <a:pt x="45339" y="7620"/>
                  </a:lnTo>
                  <a:lnTo>
                    <a:pt x="45339" y="6350"/>
                  </a:lnTo>
                  <a:lnTo>
                    <a:pt x="37211" y="6350"/>
                  </a:lnTo>
                  <a:lnTo>
                    <a:pt x="37211" y="5080"/>
                  </a:lnTo>
                  <a:lnTo>
                    <a:pt x="28829" y="5080"/>
                  </a:lnTo>
                  <a:lnTo>
                    <a:pt x="28829" y="2540"/>
                  </a:lnTo>
                  <a:lnTo>
                    <a:pt x="18415" y="2540"/>
                  </a:lnTo>
                  <a:lnTo>
                    <a:pt x="18415" y="0"/>
                  </a:lnTo>
                  <a:lnTo>
                    <a:pt x="10287" y="0"/>
                  </a:lnTo>
                  <a:lnTo>
                    <a:pt x="10287" y="2540"/>
                  </a:lnTo>
                  <a:lnTo>
                    <a:pt x="10287" y="5080"/>
                  </a:lnTo>
                  <a:lnTo>
                    <a:pt x="10287" y="6350"/>
                  </a:lnTo>
                  <a:lnTo>
                    <a:pt x="8382" y="6350"/>
                  </a:lnTo>
                  <a:lnTo>
                    <a:pt x="8382" y="7620"/>
                  </a:lnTo>
                  <a:lnTo>
                    <a:pt x="8382" y="12700"/>
                  </a:lnTo>
                  <a:lnTo>
                    <a:pt x="55245" y="12700"/>
                  </a:lnTo>
                  <a:lnTo>
                    <a:pt x="55245" y="7620"/>
                  </a:lnTo>
                  <a:close/>
                </a:path>
                <a:path w="149225" h="33019">
                  <a:moveTo>
                    <a:pt x="148844" y="31750"/>
                  </a:moveTo>
                  <a:lnTo>
                    <a:pt x="138557" y="31750"/>
                  </a:lnTo>
                  <a:lnTo>
                    <a:pt x="138557" y="27940"/>
                  </a:lnTo>
                  <a:lnTo>
                    <a:pt x="130302" y="27940"/>
                  </a:lnTo>
                  <a:lnTo>
                    <a:pt x="130302" y="26670"/>
                  </a:lnTo>
                  <a:lnTo>
                    <a:pt x="112141" y="26670"/>
                  </a:lnTo>
                  <a:lnTo>
                    <a:pt x="112141" y="22860"/>
                  </a:lnTo>
                  <a:lnTo>
                    <a:pt x="100076" y="22860"/>
                  </a:lnTo>
                  <a:lnTo>
                    <a:pt x="100076" y="21590"/>
                  </a:lnTo>
                  <a:lnTo>
                    <a:pt x="93599" y="21590"/>
                  </a:lnTo>
                  <a:lnTo>
                    <a:pt x="93599" y="19050"/>
                  </a:lnTo>
                  <a:lnTo>
                    <a:pt x="82042" y="19050"/>
                  </a:lnTo>
                  <a:lnTo>
                    <a:pt x="82042" y="16510"/>
                  </a:lnTo>
                  <a:lnTo>
                    <a:pt x="75184" y="16510"/>
                  </a:lnTo>
                  <a:lnTo>
                    <a:pt x="75184" y="13970"/>
                  </a:lnTo>
                  <a:lnTo>
                    <a:pt x="75184" y="12700"/>
                  </a:lnTo>
                  <a:lnTo>
                    <a:pt x="63627" y="12700"/>
                  </a:lnTo>
                  <a:lnTo>
                    <a:pt x="63627" y="13970"/>
                  </a:lnTo>
                  <a:lnTo>
                    <a:pt x="8382" y="13970"/>
                  </a:lnTo>
                  <a:lnTo>
                    <a:pt x="8382" y="12700"/>
                  </a:lnTo>
                  <a:lnTo>
                    <a:pt x="6985" y="12700"/>
                  </a:lnTo>
                  <a:lnTo>
                    <a:pt x="6985" y="13970"/>
                  </a:lnTo>
                  <a:lnTo>
                    <a:pt x="6985" y="16510"/>
                  </a:lnTo>
                  <a:lnTo>
                    <a:pt x="6985" y="19050"/>
                  </a:lnTo>
                  <a:lnTo>
                    <a:pt x="6985" y="21590"/>
                  </a:lnTo>
                  <a:lnTo>
                    <a:pt x="5080" y="21590"/>
                  </a:lnTo>
                  <a:lnTo>
                    <a:pt x="5080" y="22860"/>
                  </a:lnTo>
                  <a:lnTo>
                    <a:pt x="5080" y="26670"/>
                  </a:lnTo>
                  <a:lnTo>
                    <a:pt x="1905" y="26670"/>
                  </a:lnTo>
                  <a:lnTo>
                    <a:pt x="1905" y="27940"/>
                  </a:lnTo>
                  <a:lnTo>
                    <a:pt x="1905" y="31750"/>
                  </a:lnTo>
                  <a:lnTo>
                    <a:pt x="0" y="31750"/>
                  </a:lnTo>
                  <a:lnTo>
                    <a:pt x="0" y="33020"/>
                  </a:lnTo>
                  <a:lnTo>
                    <a:pt x="148844" y="33020"/>
                  </a:lnTo>
                  <a:lnTo>
                    <a:pt x="148844" y="31750"/>
                  </a:lnTo>
                  <a:close/>
                </a:path>
              </a:pathLst>
            </a:custGeom>
            <a:solidFill>
              <a:srgbClr val="0000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807208" y="3014979"/>
              <a:ext cx="584835" cy="359410"/>
            </a:xfrm>
            <a:custGeom>
              <a:avLst/>
              <a:gdLst/>
              <a:ahLst/>
              <a:cxnLst/>
              <a:rect l="l" t="t" r="r" b="b"/>
              <a:pathLst>
                <a:path w="584835" h="359410">
                  <a:moveTo>
                    <a:pt x="45339" y="79629"/>
                  </a:moveTo>
                  <a:lnTo>
                    <a:pt x="43307" y="79629"/>
                  </a:lnTo>
                  <a:lnTo>
                    <a:pt x="43307" y="84709"/>
                  </a:lnTo>
                  <a:lnTo>
                    <a:pt x="40259" y="84709"/>
                  </a:lnTo>
                  <a:lnTo>
                    <a:pt x="40259" y="89789"/>
                  </a:lnTo>
                  <a:lnTo>
                    <a:pt x="38227" y="89789"/>
                  </a:lnTo>
                  <a:lnTo>
                    <a:pt x="38227" y="98679"/>
                  </a:lnTo>
                  <a:lnTo>
                    <a:pt x="36830" y="98679"/>
                  </a:lnTo>
                  <a:lnTo>
                    <a:pt x="36830" y="102362"/>
                  </a:lnTo>
                  <a:lnTo>
                    <a:pt x="34798" y="102362"/>
                  </a:lnTo>
                  <a:lnTo>
                    <a:pt x="34798" y="108712"/>
                  </a:lnTo>
                  <a:lnTo>
                    <a:pt x="45339" y="108712"/>
                  </a:lnTo>
                  <a:lnTo>
                    <a:pt x="45339" y="79629"/>
                  </a:lnTo>
                  <a:close/>
                </a:path>
                <a:path w="584835" h="359410">
                  <a:moveTo>
                    <a:pt x="61976" y="218694"/>
                  </a:moveTo>
                  <a:lnTo>
                    <a:pt x="45339" y="218694"/>
                  </a:lnTo>
                  <a:lnTo>
                    <a:pt x="45339" y="175768"/>
                  </a:lnTo>
                  <a:lnTo>
                    <a:pt x="31750" y="175768"/>
                  </a:lnTo>
                  <a:lnTo>
                    <a:pt x="31750" y="120142"/>
                  </a:lnTo>
                  <a:lnTo>
                    <a:pt x="29718" y="120142"/>
                  </a:lnTo>
                  <a:lnTo>
                    <a:pt x="29718" y="125222"/>
                  </a:lnTo>
                  <a:lnTo>
                    <a:pt x="26670" y="125222"/>
                  </a:lnTo>
                  <a:lnTo>
                    <a:pt x="26670" y="130175"/>
                  </a:lnTo>
                  <a:lnTo>
                    <a:pt x="25146" y="130175"/>
                  </a:lnTo>
                  <a:lnTo>
                    <a:pt x="25146" y="135255"/>
                  </a:lnTo>
                  <a:lnTo>
                    <a:pt x="21336" y="135255"/>
                  </a:lnTo>
                  <a:lnTo>
                    <a:pt x="21336" y="140335"/>
                  </a:lnTo>
                  <a:lnTo>
                    <a:pt x="20066" y="140335"/>
                  </a:lnTo>
                  <a:lnTo>
                    <a:pt x="20066" y="146685"/>
                  </a:lnTo>
                  <a:lnTo>
                    <a:pt x="18161" y="146685"/>
                  </a:lnTo>
                  <a:lnTo>
                    <a:pt x="18161" y="153035"/>
                  </a:lnTo>
                  <a:lnTo>
                    <a:pt x="16637" y="153035"/>
                  </a:lnTo>
                  <a:lnTo>
                    <a:pt x="16637" y="160528"/>
                  </a:lnTo>
                  <a:lnTo>
                    <a:pt x="13081" y="160528"/>
                  </a:lnTo>
                  <a:lnTo>
                    <a:pt x="13081" y="161798"/>
                  </a:lnTo>
                  <a:lnTo>
                    <a:pt x="11557" y="161798"/>
                  </a:lnTo>
                  <a:lnTo>
                    <a:pt x="11557" y="170688"/>
                  </a:lnTo>
                  <a:lnTo>
                    <a:pt x="9652" y="170688"/>
                  </a:lnTo>
                  <a:lnTo>
                    <a:pt x="9652" y="175768"/>
                  </a:lnTo>
                  <a:lnTo>
                    <a:pt x="8255" y="175768"/>
                  </a:lnTo>
                  <a:lnTo>
                    <a:pt x="8255" y="181991"/>
                  </a:lnTo>
                  <a:lnTo>
                    <a:pt x="6477" y="181991"/>
                  </a:lnTo>
                  <a:lnTo>
                    <a:pt x="6477" y="185801"/>
                  </a:lnTo>
                  <a:lnTo>
                    <a:pt x="4572" y="185801"/>
                  </a:lnTo>
                  <a:lnTo>
                    <a:pt x="4572" y="192151"/>
                  </a:lnTo>
                  <a:lnTo>
                    <a:pt x="1270" y="192151"/>
                  </a:lnTo>
                  <a:lnTo>
                    <a:pt x="1270" y="198501"/>
                  </a:lnTo>
                  <a:lnTo>
                    <a:pt x="0" y="198501"/>
                  </a:lnTo>
                  <a:lnTo>
                    <a:pt x="0" y="223520"/>
                  </a:lnTo>
                  <a:lnTo>
                    <a:pt x="0" y="223774"/>
                  </a:lnTo>
                  <a:lnTo>
                    <a:pt x="0" y="243967"/>
                  </a:lnTo>
                  <a:lnTo>
                    <a:pt x="1270" y="243967"/>
                  </a:lnTo>
                  <a:lnTo>
                    <a:pt x="1270" y="245237"/>
                  </a:lnTo>
                  <a:lnTo>
                    <a:pt x="9652" y="245237"/>
                  </a:lnTo>
                  <a:lnTo>
                    <a:pt x="9652" y="247777"/>
                  </a:lnTo>
                  <a:lnTo>
                    <a:pt x="18161" y="247777"/>
                  </a:lnTo>
                  <a:lnTo>
                    <a:pt x="18161" y="250317"/>
                  </a:lnTo>
                  <a:lnTo>
                    <a:pt x="29718" y="250317"/>
                  </a:lnTo>
                  <a:lnTo>
                    <a:pt x="29718" y="252984"/>
                  </a:lnTo>
                  <a:lnTo>
                    <a:pt x="36703" y="252984"/>
                  </a:lnTo>
                  <a:lnTo>
                    <a:pt x="36703" y="255524"/>
                  </a:lnTo>
                  <a:lnTo>
                    <a:pt x="53594" y="255524"/>
                  </a:lnTo>
                  <a:lnTo>
                    <a:pt x="53594" y="259334"/>
                  </a:lnTo>
                  <a:lnTo>
                    <a:pt x="61849" y="259334"/>
                  </a:lnTo>
                  <a:lnTo>
                    <a:pt x="61849" y="223774"/>
                  </a:lnTo>
                  <a:lnTo>
                    <a:pt x="61976" y="223774"/>
                  </a:lnTo>
                  <a:lnTo>
                    <a:pt x="61976" y="218694"/>
                  </a:lnTo>
                  <a:close/>
                </a:path>
                <a:path w="584835" h="359410">
                  <a:moveTo>
                    <a:pt x="61976" y="61976"/>
                  </a:moveTo>
                  <a:lnTo>
                    <a:pt x="48387" y="61976"/>
                  </a:lnTo>
                  <a:lnTo>
                    <a:pt x="48387" y="68326"/>
                  </a:lnTo>
                  <a:lnTo>
                    <a:pt x="46736" y="68326"/>
                  </a:lnTo>
                  <a:lnTo>
                    <a:pt x="46736" y="74676"/>
                  </a:lnTo>
                  <a:lnTo>
                    <a:pt x="61976" y="74676"/>
                  </a:lnTo>
                  <a:lnTo>
                    <a:pt x="61976" y="61976"/>
                  </a:lnTo>
                  <a:close/>
                </a:path>
                <a:path w="584835" h="359410">
                  <a:moveTo>
                    <a:pt x="61976" y="36195"/>
                  </a:moveTo>
                  <a:lnTo>
                    <a:pt x="58293" y="36195"/>
                  </a:lnTo>
                  <a:lnTo>
                    <a:pt x="58293" y="43815"/>
                  </a:lnTo>
                  <a:lnTo>
                    <a:pt x="54991" y="43815"/>
                  </a:lnTo>
                  <a:lnTo>
                    <a:pt x="54991" y="52705"/>
                  </a:lnTo>
                  <a:lnTo>
                    <a:pt x="53721" y="52705"/>
                  </a:lnTo>
                  <a:lnTo>
                    <a:pt x="53721" y="57912"/>
                  </a:lnTo>
                  <a:lnTo>
                    <a:pt x="51816" y="57912"/>
                  </a:lnTo>
                  <a:lnTo>
                    <a:pt x="51816" y="61722"/>
                  </a:lnTo>
                  <a:lnTo>
                    <a:pt x="61976" y="61722"/>
                  </a:lnTo>
                  <a:lnTo>
                    <a:pt x="61976" y="36195"/>
                  </a:lnTo>
                  <a:close/>
                </a:path>
                <a:path w="584835" h="359410">
                  <a:moveTo>
                    <a:pt x="74930" y="259334"/>
                  </a:moveTo>
                  <a:lnTo>
                    <a:pt x="63246" y="259334"/>
                  </a:lnTo>
                  <a:lnTo>
                    <a:pt x="63246" y="260604"/>
                  </a:lnTo>
                  <a:lnTo>
                    <a:pt x="71755" y="260604"/>
                  </a:lnTo>
                  <a:lnTo>
                    <a:pt x="71755" y="261874"/>
                  </a:lnTo>
                  <a:lnTo>
                    <a:pt x="74930" y="261874"/>
                  </a:lnTo>
                  <a:lnTo>
                    <a:pt x="74930" y="259334"/>
                  </a:lnTo>
                  <a:close/>
                </a:path>
                <a:path w="584835" h="359410">
                  <a:moveTo>
                    <a:pt x="91821" y="261874"/>
                  </a:moveTo>
                  <a:lnTo>
                    <a:pt x="80137" y="261874"/>
                  </a:lnTo>
                  <a:lnTo>
                    <a:pt x="80137" y="264414"/>
                  </a:lnTo>
                  <a:lnTo>
                    <a:pt x="88392" y="264414"/>
                  </a:lnTo>
                  <a:lnTo>
                    <a:pt x="88392" y="265684"/>
                  </a:lnTo>
                  <a:lnTo>
                    <a:pt x="91821" y="265684"/>
                  </a:lnTo>
                  <a:lnTo>
                    <a:pt x="91821" y="261874"/>
                  </a:lnTo>
                  <a:close/>
                </a:path>
                <a:path w="584835" h="359410">
                  <a:moveTo>
                    <a:pt x="107302" y="265785"/>
                  </a:moveTo>
                  <a:lnTo>
                    <a:pt x="96901" y="265785"/>
                  </a:lnTo>
                  <a:lnTo>
                    <a:pt x="96901" y="269621"/>
                  </a:lnTo>
                  <a:lnTo>
                    <a:pt x="107302" y="269621"/>
                  </a:lnTo>
                  <a:lnTo>
                    <a:pt x="107302" y="265785"/>
                  </a:lnTo>
                  <a:close/>
                </a:path>
                <a:path w="584835" h="359410">
                  <a:moveTo>
                    <a:pt x="107315" y="22860"/>
                  </a:moveTo>
                  <a:lnTo>
                    <a:pt x="66802" y="22860"/>
                  </a:lnTo>
                  <a:lnTo>
                    <a:pt x="66802" y="21590"/>
                  </a:lnTo>
                  <a:lnTo>
                    <a:pt x="63373" y="21590"/>
                  </a:lnTo>
                  <a:lnTo>
                    <a:pt x="63373" y="22860"/>
                  </a:lnTo>
                  <a:lnTo>
                    <a:pt x="63373" y="25400"/>
                  </a:lnTo>
                  <a:lnTo>
                    <a:pt x="63373" y="30480"/>
                  </a:lnTo>
                  <a:lnTo>
                    <a:pt x="61976" y="30480"/>
                  </a:lnTo>
                  <a:lnTo>
                    <a:pt x="61976" y="31750"/>
                  </a:lnTo>
                  <a:lnTo>
                    <a:pt x="74930" y="31750"/>
                  </a:lnTo>
                  <a:lnTo>
                    <a:pt x="74930" y="30480"/>
                  </a:lnTo>
                  <a:lnTo>
                    <a:pt x="91948" y="30480"/>
                  </a:lnTo>
                  <a:lnTo>
                    <a:pt x="91948" y="25400"/>
                  </a:lnTo>
                  <a:lnTo>
                    <a:pt x="107315" y="25400"/>
                  </a:lnTo>
                  <a:lnTo>
                    <a:pt x="107315" y="22860"/>
                  </a:lnTo>
                  <a:close/>
                </a:path>
                <a:path w="584835" h="359410">
                  <a:moveTo>
                    <a:pt x="123901" y="270891"/>
                  </a:moveTo>
                  <a:lnTo>
                    <a:pt x="115443" y="270891"/>
                  </a:lnTo>
                  <a:lnTo>
                    <a:pt x="115443" y="273431"/>
                  </a:lnTo>
                  <a:lnTo>
                    <a:pt x="123901" y="273431"/>
                  </a:lnTo>
                  <a:lnTo>
                    <a:pt x="123901" y="270891"/>
                  </a:lnTo>
                  <a:close/>
                </a:path>
                <a:path w="584835" h="359410">
                  <a:moveTo>
                    <a:pt x="137401" y="274675"/>
                  </a:moveTo>
                  <a:lnTo>
                    <a:pt x="132334" y="274675"/>
                  </a:lnTo>
                  <a:lnTo>
                    <a:pt x="132334" y="278511"/>
                  </a:lnTo>
                  <a:lnTo>
                    <a:pt x="137401" y="278511"/>
                  </a:lnTo>
                  <a:lnTo>
                    <a:pt x="137401" y="274675"/>
                  </a:lnTo>
                  <a:close/>
                </a:path>
                <a:path w="584835" h="359410">
                  <a:moveTo>
                    <a:pt x="137541" y="12700"/>
                  </a:moveTo>
                  <a:lnTo>
                    <a:pt x="70358" y="12700"/>
                  </a:lnTo>
                  <a:lnTo>
                    <a:pt x="70358" y="11430"/>
                  </a:lnTo>
                  <a:lnTo>
                    <a:pt x="66802" y="11430"/>
                  </a:lnTo>
                  <a:lnTo>
                    <a:pt x="66802" y="12700"/>
                  </a:lnTo>
                  <a:lnTo>
                    <a:pt x="66802" y="13970"/>
                  </a:lnTo>
                  <a:lnTo>
                    <a:pt x="66802" y="19050"/>
                  </a:lnTo>
                  <a:lnTo>
                    <a:pt x="66802" y="21590"/>
                  </a:lnTo>
                  <a:lnTo>
                    <a:pt x="124079" y="21590"/>
                  </a:lnTo>
                  <a:lnTo>
                    <a:pt x="124079" y="19050"/>
                  </a:lnTo>
                  <a:lnTo>
                    <a:pt x="137541" y="19050"/>
                  </a:lnTo>
                  <a:lnTo>
                    <a:pt x="137541" y="13970"/>
                  </a:lnTo>
                  <a:lnTo>
                    <a:pt x="137541" y="12700"/>
                  </a:lnTo>
                  <a:close/>
                </a:path>
                <a:path w="584835" h="359410">
                  <a:moveTo>
                    <a:pt x="155575" y="278511"/>
                  </a:moveTo>
                  <a:lnTo>
                    <a:pt x="141986" y="278511"/>
                  </a:lnTo>
                  <a:lnTo>
                    <a:pt x="141986" y="279781"/>
                  </a:lnTo>
                  <a:lnTo>
                    <a:pt x="150495" y="279781"/>
                  </a:lnTo>
                  <a:lnTo>
                    <a:pt x="150495" y="281051"/>
                  </a:lnTo>
                  <a:lnTo>
                    <a:pt x="155575" y="281051"/>
                  </a:lnTo>
                  <a:lnTo>
                    <a:pt x="155575" y="278511"/>
                  </a:lnTo>
                  <a:close/>
                </a:path>
                <a:path w="584835" h="359410">
                  <a:moveTo>
                    <a:pt x="300228" y="312420"/>
                  </a:moveTo>
                  <a:lnTo>
                    <a:pt x="288163" y="312420"/>
                  </a:lnTo>
                  <a:lnTo>
                    <a:pt x="288163" y="313690"/>
                  </a:lnTo>
                  <a:lnTo>
                    <a:pt x="300228" y="313690"/>
                  </a:lnTo>
                  <a:lnTo>
                    <a:pt x="300228" y="312420"/>
                  </a:lnTo>
                  <a:close/>
                </a:path>
                <a:path w="584835" h="359410">
                  <a:moveTo>
                    <a:pt x="417703" y="10160"/>
                  </a:moveTo>
                  <a:lnTo>
                    <a:pt x="409321" y="10160"/>
                  </a:lnTo>
                  <a:lnTo>
                    <a:pt x="409321" y="7620"/>
                  </a:lnTo>
                  <a:lnTo>
                    <a:pt x="399161" y="7620"/>
                  </a:lnTo>
                  <a:lnTo>
                    <a:pt x="399161" y="5080"/>
                  </a:lnTo>
                  <a:lnTo>
                    <a:pt x="390652" y="5080"/>
                  </a:lnTo>
                  <a:lnTo>
                    <a:pt x="390652" y="2540"/>
                  </a:lnTo>
                  <a:lnTo>
                    <a:pt x="380492" y="2540"/>
                  </a:lnTo>
                  <a:lnTo>
                    <a:pt x="380492" y="0"/>
                  </a:lnTo>
                  <a:lnTo>
                    <a:pt x="71882" y="0"/>
                  </a:lnTo>
                  <a:lnTo>
                    <a:pt x="71882" y="2540"/>
                  </a:lnTo>
                  <a:lnTo>
                    <a:pt x="71882" y="5080"/>
                  </a:lnTo>
                  <a:lnTo>
                    <a:pt x="71882" y="7620"/>
                  </a:lnTo>
                  <a:lnTo>
                    <a:pt x="70358" y="7620"/>
                  </a:lnTo>
                  <a:lnTo>
                    <a:pt x="70358" y="10160"/>
                  </a:lnTo>
                  <a:lnTo>
                    <a:pt x="70358" y="11430"/>
                  </a:lnTo>
                  <a:lnTo>
                    <a:pt x="417703" y="11430"/>
                  </a:lnTo>
                  <a:lnTo>
                    <a:pt x="417703" y="10160"/>
                  </a:lnTo>
                  <a:close/>
                </a:path>
                <a:path w="584835" h="359410">
                  <a:moveTo>
                    <a:pt x="497840" y="318770"/>
                  </a:moveTo>
                  <a:lnTo>
                    <a:pt x="315214" y="318770"/>
                  </a:lnTo>
                  <a:lnTo>
                    <a:pt x="315214" y="321310"/>
                  </a:lnTo>
                  <a:lnTo>
                    <a:pt x="323469" y="321310"/>
                  </a:lnTo>
                  <a:lnTo>
                    <a:pt x="323469" y="323850"/>
                  </a:lnTo>
                  <a:lnTo>
                    <a:pt x="335280" y="323850"/>
                  </a:lnTo>
                  <a:lnTo>
                    <a:pt x="335280" y="325120"/>
                  </a:lnTo>
                  <a:lnTo>
                    <a:pt x="342265" y="325120"/>
                  </a:lnTo>
                  <a:lnTo>
                    <a:pt x="342265" y="327660"/>
                  </a:lnTo>
                  <a:lnTo>
                    <a:pt x="350393" y="327660"/>
                  </a:lnTo>
                  <a:lnTo>
                    <a:pt x="350393" y="328930"/>
                  </a:lnTo>
                  <a:lnTo>
                    <a:pt x="358902" y="328930"/>
                  </a:lnTo>
                  <a:lnTo>
                    <a:pt x="358902" y="332740"/>
                  </a:lnTo>
                  <a:lnTo>
                    <a:pt x="368808" y="332740"/>
                  </a:lnTo>
                  <a:lnTo>
                    <a:pt x="368808" y="334010"/>
                  </a:lnTo>
                  <a:lnTo>
                    <a:pt x="377063" y="334010"/>
                  </a:lnTo>
                  <a:lnTo>
                    <a:pt x="377063" y="337820"/>
                  </a:lnTo>
                  <a:lnTo>
                    <a:pt x="393954" y="337820"/>
                  </a:lnTo>
                  <a:lnTo>
                    <a:pt x="393954" y="339090"/>
                  </a:lnTo>
                  <a:lnTo>
                    <a:pt x="404114" y="339090"/>
                  </a:lnTo>
                  <a:lnTo>
                    <a:pt x="404114" y="341630"/>
                  </a:lnTo>
                  <a:lnTo>
                    <a:pt x="412496" y="341630"/>
                  </a:lnTo>
                  <a:lnTo>
                    <a:pt x="412496" y="344170"/>
                  </a:lnTo>
                  <a:lnTo>
                    <a:pt x="421005" y="344170"/>
                  </a:lnTo>
                  <a:lnTo>
                    <a:pt x="421005" y="346710"/>
                  </a:lnTo>
                  <a:lnTo>
                    <a:pt x="430657" y="346710"/>
                  </a:lnTo>
                  <a:lnTo>
                    <a:pt x="430657" y="347980"/>
                  </a:lnTo>
                  <a:lnTo>
                    <a:pt x="439039" y="347980"/>
                  </a:lnTo>
                  <a:lnTo>
                    <a:pt x="439039" y="350520"/>
                  </a:lnTo>
                  <a:lnTo>
                    <a:pt x="447535" y="350520"/>
                  </a:lnTo>
                  <a:lnTo>
                    <a:pt x="447535" y="353060"/>
                  </a:lnTo>
                  <a:lnTo>
                    <a:pt x="457695" y="353060"/>
                  </a:lnTo>
                  <a:lnTo>
                    <a:pt x="457695" y="354330"/>
                  </a:lnTo>
                  <a:lnTo>
                    <a:pt x="466217" y="354330"/>
                  </a:lnTo>
                  <a:lnTo>
                    <a:pt x="466217" y="358140"/>
                  </a:lnTo>
                  <a:lnTo>
                    <a:pt x="472694" y="358140"/>
                  </a:lnTo>
                  <a:lnTo>
                    <a:pt x="472694" y="359410"/>
                  </a:lnTo>
                  <a:lnTo>
                    <a:pt x="484746" y="359410"/>
                  </a:lnTo>
                  <a:lnTo>
                    <a:pt x="484746" y="358140"/>
                  </a:lnTo>
                  <a:lnTo>
                    <a:pt x="486156" y="358140"/>
                  </a:lnTo>
                  <a:lnTo>
                    <a:pt x="486156" y="354330"/>
                  </a:lnTo>
                  <a:lnTo>
                    <a:pt x="486156" y="353060"/>
                  </a:lnTo>
                  <a:lnTo>
                    <a:pt x="486156" y="350520"/>
                  </a:lnTo>
                  <a:lnTo>
                    <a:pt x="486156" y="347980"/>
                  </a:lnTo>
                  <a:lnTo>
                    <a:pt x="488188" y="347980"/>
                  </a:lnTo>
                  <a:lnTo>
                    <a:pt x="488188" y="346710"/>
                  </a:lnTo>
                  <a:lnTo>
                    <a:pt x="488188" y="344170"/>
                  </a:lnTo>
                  <a:lnTo>
                    <a:pt x="488188" y="341630"/>
                  </a:lnTo>
                  <a:lnTo>
                    <a:pt x="489331" y="341630"/>
                  </a:lnTo>
                  <a:lnTo>
                    <a:pt x="489331" y="339090"/>
                  </a:lnTo>
                  <a:lnTo>
                    <a:pt x="489331" y="337820"/>
                  </a:lnTo>
                  <a:lnTo>
                    <a:pt x="493268" y="337820"/>
                  </a:lnTo>
                  <a:lnTo>
                    <a:pt x="493268" y="334010"/>
                  </a:lnTo>
                  <a:lnTo>
                    <a:pt x="493268" y="332740"/>
                  </a:lnTo>
                  <a:lnTo>
                    <a:pt x="493268" y="328930"/>
                  </a:lnTo>
                  <a:lnTo>
                    <a:pt x="493268" y="327660"/>
                  </a:lnTo>
                  <a:lnTo>
                    <a:pt x="494665" y="327660"/>
                  </a:lnTo>
                  <a:lnTo>
                    <a:pt x="494665" y="325120"/>
                  </a:lnTo>
                  <a:lnTo>
                    <a:pt x="494665" y="323850"/>
                  </a:lnTo>
                  <a:lnTo>
                    <a:pt x="494665" y="321310"/>
                  </a:lnTo>
                  <a:lnTo>
                    <a:pt x="497840" y="321310"/>
                  </a:lnTo>
                  <a:lnTo>
                    <a:pt x="497840" y="318770"/>
                  </a:lnTo>
                  <a:close/>
                </a:path>
                <a:path w="584835" h="359410">
                  <a:moveTo>
                    <a:pt x="499745" y="313690"/>
                  </a:moveTo>
                  <a:lnTo>
                    <a:pt x="300228" y="313690"/>
                  </a:lnTo>
                  <a:lnTo>
                    <a:pt x="300228" y="317500"/>
                  </a:lnTo>
                  <a:lnTo>
                    <a:pt x="308737" y="317500"/>
                  </a:lnTo>
                  <a:lnTo>
                    <a:pt x="308737" y="318770"/>
                  </a:lnTo>
                  <a:lnTo>
                    <a:pt x="315214" y="318770"/>
                  </a:lnTo>
                  <a:lnTo>
                    <a:pt x="315214" y="317500"/>
                  </a:lnTo>
                  <a:lnTo>
                    <a:pt x="499745" y="317500"/>
                  </a:lnTo>
                  <a:lnTo>
                    <a:pt x="499745" y="313690"/>
                  </a:lnTo>
                  <a:close/>
                </a:path>
                <a:path w="584835" h="359410">
                  <a:moveTo>
                    <a:pt x="501650" y="307340"/>
                  </a:moveTo>
                  <a:lnTo>
                    <a:pt x="264668" y="307340"/>
                  </a:lnTo>
                  <a:lnTo>
                    <a:pt x="264668" y="311150"/>
                  </a:lnTo>
                  <a:lnTo>
                    <a:pt x="281686" y="311150"/>
                  </a:lnTo>
                  <a:lnTo>
                    <a:pt x="281686" y="312420"/>
                  </a:lnTo>
                  <a:lnTo>
                    <a:pt x="288163" y="312420"/>
                  </a:lnTo>
                  <a:lnTo>
                    <a:pt x="288163" y="311150"/>
                  </a:lnTo>
                  <a:lnTo>
                    <a:pt x="501650" y="311150"/>
                  </a:lnTo>
                  <a:lnTo>
                    <a:pt x="501650" y="307340"/>
                  </a:lnTo>
                  <a:close/>
                </a:path>
                <a:path w="584835" h="359410">
                  <a:moveTo>
                    <a:pt x="519811" y="259080"/>
                  </a:moveTo>
                  <a:lnTo>
                    <a:pt x="502920" y="259080"/>
                  </a:lnTo>
                  <a:lnTo>
                    <a:pt x="502920" y="260350"/>
                  </a:lnTo>
                  <a:lnTo>
                    <a:pt x="502920" y="261620"/>
                  </a:lnTo>
                  <a:lnTo>
                    <a:pt x="489331" y="261620"/>
                  </a:lnTo>
                  <a:lnTo>
                    <a:pt x="489331" y="264160"/>
                  </a:lnTo>
                  <a:lnTo>
                    <a:pt x="489331" y="265430"/>
                  </a:lnTo>
                  <a:lnTo>
                    <a:pt x="472694" y="265430"/>
                  </a:lnTo>
                  <a:lnTo>
                    <a:pt x="472694" y="270510"/>
                  </a:lnTo>
                  <a:lnTo>
                    <a:pt x="457695" y="270510"/>
                  </a:lnTo>
                  <a:lnTo>
                    <a:pt x="457695" y="274320"/>
                  </a:lnTo>
                  <a:lnTo>
                    <a:pt x="441960" y="274320"/>
                  </a:lnTo>
                  <a:lnTo>
                    <a:pt x="441960" y="278130"/>
                  </a:lnTo>
                  <a:lnTo>
                    <a:pt x="427482" y="278130"/>
                  </a:lnTo>
                  <a:lnTo>
                    <a:pt x="427482" y="280670"/>
                  </a:lnTo>
                  <a:lnTo>
                    <a:pt x="159004" y="280670"/>
                  </a:lnTo>
                  <a:lnTo>
                    <a:pt x="159004" y="281940"/>
                  </a:lnTo>
                  <a:lnTo>
                    <a:pt x="165989" y="281940"/>
                  </a:lnTo>
                  <a:lnTo>
                    <a:pt x="165989" y="285750"/>
                  </a:lnTo>
                  <a:lnTo>
                    <a:pt x="184023" y="285750"/>
                  </a:lnTo>
                  <a:lnTo>
                    <a:pt x="184023" y="289560"/>
                  </a:lnTo>
                  <a:lnTo>
                    <a:pt x="192532" y="289560"/>
                  </a:lnTo>
                  <a:lnTo>
                    <a:pt x="192532" y="290830"/>
                  </a:lnTo>
                  <a:lnTo>
                    <a:pt x="200914" y="290830"/>
                  </a:lnTo>
                  <a:lnTo>
                    <a:pt x="200914" y="292100"/>
                  </a:lnTo>
                  <a:lnTo>
                    <a:pt x="211074" y="292100"/>
                  </a:lnTo>
                  <a:lnTo>
                    <a:pt x="211074" y="295910"/>
                  </a:lnTo>
                  <a:lnTo>
                    <a:pt x="221488" y="295910"/>
                  </a:lnTo>
                  <a:lnTo>
                    <a:pt x="221488" y="297180"/>
                  </a:lnTo>
                  <a:lnTo>
                    <a:pt x="229743" y="297180"/>
                  </a:lnTo>
                  <a:lnTo>
                    <a:pt x="229743" y="299720"/>
                  </a:lnTo>
                  <a:lnTo>
                    <a:pt x="238125" y="299720"/>
                  </a:lnTo>
                  <a:lnTo>
                    <a:pt x="238125" y="300990"/>
                  </a:lnTo>
                  <a:lnTo>
                    <a:pt x="246634" y="300990"/>
                  </a:lnTo>
                  <a:lnTo>
                    <a:pt x="246634" y="306070"/>
                  </a:lnTo>
                  <a:lnTo>
                    <a:pt x="256286" y="306070"/>
                  </a:lnTo>
                  <a:lnTo>
                    <a:pt x="256286" y="307340"/>
                  </a:lnTo>
                  <a:lnTo>
                    <a:pt x="264668" y="307340"/>
                  </a:lnTo>
                  <a:lnTo>
                    <a:pt x="264668" y="306070"/>
                  </a:lnTo>
                  <a:lnTo>
                    <a:pt x="501650" y="306070"/>
                  </a:lnTo>
                  <a:lnTo>
                    <a:pt x="501650" y="307340"/>
                  </a:lnTo>
                  <a:lnTo>
                    <a:pt x="502920" y="307340"/>
                  </a:lnTo>
                  <a:lnTo>
                    <a:pt x="502920" y="306070"/>
                  </a:lnTo>
                  <a:lnTo>
                    <a:pt x="502920" y="300990"/>
                  </a:lnTo>
                  <a:lnTo>
                    <a:pt x="502920" y="299720"/>
                  </a:lnTo>
                  <a:lnTo>
                    <a:pt x="502920" y="297180"/>
                  </a:lnTo>
                  <a:lnTo>
                    <a:pt x="506209" y="297180"/>
                  </a:lnTo>
                  <a:lnTo>
                    <a:pt x="506209" y="295910"/>
                  </a:lnTo>
                  <a:lnTo>
                    <a:pt x="506209" y="292100"/>
                  </a:lnTo>
                  <a:lnTo>
                    <a:pt x="508254" y="292100"/>
                  </a:lnTo>
                  <a:lnTo>
                    <a:pt x="508254" y="290830"/>
                  </a:lnTo>
                  <a:lnTo>
                    <a:pt x="508254" y="289560"/>
                  </a:lnTo>
                  <a:lnTo>
                    <a:pt x="508254" y="285750"/>
                  </a:lnTo>
                  <a:lnTo>
                    <a:pt x="511302" y="285750"/>
                  </a:lnTo>
                  <a:lnTo>
                    <a:pt x="511302" y="281940"/>
                  </a:lnTo>
                  <a:lnTo>
                    <a:pt x="511302" y="280670"/>
                  </a:lnTo>
                  <a:lnTo>
                    <a:pt x="511302" y="278130"/>
                  </a:lnTo>
                  <a:lnTo>
                    <a:pt x="511302" y="274320"/>
                  </a:lnTo>
                  <a:lnTo>
                    <a:pt x="514731" y="274320"/>
                  </a:lnTo>
                  <a:lnTo>
                    <a:pt x="514731" y="270510"/>
                  </a:lnTo>
                  <a:lnTo>
                    <a:pt x="516382" y="270510"/>
                  </a:lnTo>
                  <a:lnTo>
                    <a:pt x="516382" y="265430"/>
                  </a:lnTo>
                  <a:lnTo>
                    <a:pt x="516382" y="264160"/>
                  </a:lnTo>
                  <a:lnTo>
                    <a:pt x="518287" y="264160"/>
                  </a:lnTo>
                  <a:lnTo>
                    <a:pt x="518287" y="261620"/>
                  </a:lnTo>
                  <a:lnTo>
                    <a:pt x="518287" y="260350"/>
                  </a:lnTo>
                  <a:lnTo>
                    <a:pt x="519811" y="260350"/>
                  </a:lnTo>
                  <a:lnTo>
                    <a:pt x="519811" y="259080"/>
                  </a:lnTo>
                  <a:close/>
                </a:path>
                <a:path w="584835" h="359410">
                  <a:moveTo>
                    <a:pt x="534543" y="218694"/>
                  </a:moveTo>
                  <a:lnTo>
                    <a:pt x="520954" y="218694"/>
                  </a:lnTo>
                  <a:lnTo>
                    <a:pt x="520954" y="223520"/>
                  </a:lnTo>
                  <a:lnTo>
                    <a:pt x="519811" y="223520"/>
                  </a:lnTo>
                  <a:lnTo>
                    <a:pt x="519811" y="255524"/>
                  </a:lnTo>
                  <a:lnTo>
                    <a:pt x="522986" y="255524"/>
                  </a:lnTo>
                  <a:lnTo>
                    <a:pt x="522986" y="250317"/>
                  </a:lnTo>
                  <a:lnTo>
                    <a:pt x="524891" y="250317"/>
                  </a:lnTo>
                  <a:lnTo>
                    <a:pt x="524891" y="245237"/>
                  </a:lnTo>
                  <a:lnTo>
                    <a:pt x="526288" y="245237"/>
                  </a:lnTo>
                  <a:lnTo>
                    <a:pt x="526288" y="237617"/>
                  </a:lnTo>
                  <a:lnTo>
                    <a:pt x="529971" y="237617"/>
                  </a:lnTo>
                  <a:lnTo>
                    <a:pt x="529971" y="232664"/>
                  </a:lnTo>
                  <a:lnTo>
                    <a:pt x="532638" y="232664"/>
                  </a:lnTo>
                  <a:lnTo>
                    <a:pt x="532638" y="223774"/>
                  </a:lnTo>
                  <a:lnTo>
                    <a:pt x="534543" y="223774"/>
                  </a:lnTo>
                  <a:lnTo>
                    <a:pt x="534543" y="218694"/>
                  </a:lnTo>
                  <a:close/>
                </a:path>
                <a:path w="584835" h="359410">
                  <a:moveTo>
                    <a:pt x="549529" y="175768"/>
                  </a:moveTo>
                  <a:lnTo>
                    <a:pt x="535940" y="175768"/>
                  </a:lnTo>
                  <a:lnTo>
                    <a:pt x="535940" y="214884"/>
                  </a:lnTo>
                  <a:lnTo>
                    <a:pt x="539623" y="214884"/>
                  </a:lnTo>
                  <a:lnTo>
                    <a:pt x="539623" y="208661"/>
                  </a:lnTo>
                  <a:lnTo>
                    <a:pt x="541020" y="208661"/>
                  </a:lnTo>
                  <a:lnTo>
                    <a:pt x="541020" y="206121"/>
                  </a:lnTo>
                  <a:lnTo>
                    <a:pt x="543052" y="206121"/>
                  </a:lnTo>
                  <a:lnTo>
                    <a:pt x="543052" y="197231"/>
                  </a:lnTo>
                  <a:lnTo>
                    <a:pt x="544195" y="197231"/>
                  </a:lnTo>
                  <a:lnTo>
                    <a:pt x="544195" y="192151"/>
                  </a:lnTo>
                  <a:lnTo>
                    <a:pt x="546100" y="192151"/>
                  </a:lnTo>
                  <a:lnTo>
                    <a:pt x="546100" y="188341"/>
                  </a:lnTo>
                  <a:lnTo>
                    <a:pt x="548132" y="188341"/>
                  </a:lnTo>
                  <a:lnTo>
                    <a:pt x="548132" y="181991"/>
                  </a:lnTo>
                  <a:lnTo>
                    <a:pt x="549529" y="181991"/>
                  </a:lnTo>
                  <a:lnTo>
                    <a:pt x="549529" y="175768"/>
                  </a:lnTo>
                  <a:close/>
                </a:path>
                <a:path w="584835" h="359410">
                  <a:moveTo>
                    <a:pt x="584835" y="61976"/>
                  </a:moveTo>
                  <a:lnTo>
                    <a:pt x="520954" y="61976"/>
                  </a:lnTo>
                  <a:lnTo>
                    <a:pt x="520954" y="74676"/>
                  </a:lnTo>
                  <a:lnTo>
                    <a:pt x="535940" y="74676"/>
                  </a:lnTo>
                  <a:lnTo>
                    <a:pt x="535940" y="108712"/>
                  </a:lnTo>
                  <a:lnTo>
                    <a:pt x="552704" y="108712"/>
                  </a:lnTo>
                  <a:lnTo>
                    <a:pt x="552704" y="170688"/>
                  </a:lnTo>
                  <a:lnTo>
                    <a:pt x="554609" y="170688"/>
                  </a:lnTo>
                  <a:lnTo>
                    <a:pt x="554609" y="165608"/>
                  </a:lnTo>
                  <a:lnTo>
                    <a:pt x="557784" y="165608"/>
                  </a:lnTo>
                  <a:lnTo>
                    <a:pt x="557784" y="161798"/>
                  </a:lnTo>
                  <a:lnTo>
                    <a:pt x="559689" y="161798"/>
                  </a:lnTo>
                  <a:lnTo>
                    <a:pt x="559689" y="155575"/>
                  </a:lnTo>
                  <a:lnTo>
                    <a:pt x="561213" y="155575"/>
                  </a:lnTo>
                  <a:lnTo>
                    <a:pt x="561213" y="147955"/>
                  </a:lnTo>
                  <a:lnTo>
                    <a:pt x="563118" y="147955"/>
                  </a:lnTo>
                  <a:lnTo>
                    <a:pt x="563118" y="140335"/>
                  </a:lnTo>
                  <a:lnTo>
                    <a:pt x="566293" y="140335"/>
                  </a:lnTo>
                  <a:lnTo>
                    <a:pt x="566293" y="135255"/>
                  </a:lnTo>
                  <a:lnTo>
                    <a:pt x="568198" y="135255"/>
                  </a:lnTo>
                  <a:lnTo>
                    <a:pt x="568198" y="129032"/>
                  </a:lnTo>
                  <a:lnTo>
                    <a:pt x="569595" y="129032"/>
                  </a:lnTo>
                  <a:lnTo>
                    <a:pt x="569595" y="125222"/>
                  </a:lnTo>
                  <a:lnTo>
                    <a:pt x="571373" y="125222"/>
                  </a:lnTo>
                  <a:lnTo>
                    <a:pt x="571373" y="116332"/>
                  </a:lnTo>
                  <a:lnTo>
                    <a:pt x="573278" y="116332"/>
                  </a:lnTo>
                  <a:lnTo>
                    <a:pt x="573278" y="111252"/>
                  </a:lnTo>
                  <a:lnTo>
                    <a:pt x="574675" y="111252"/>
                  </a:lnTo>
                  <a:lnTo>
                    <a:pt x="574675" y="106172"/>
                  </a:lnTo>
                  <a:lnTo>
                    <a:pt x="577850" y="106172"/>
                  </a:lnTo>
                  <a:lnTo>
                    <a:pt x="577850" y="102362"/>
                  </a:lnTo>
                  <a:lnTo>
                    <a:pt x="579755" y="102362"/>
                  </a:lnTo>
                  <a:lnTo>
                    <a:pt x="579755" y="94869"/>
                  </a:lnTo>
                  <a:lnTo>
                    <a:pt x="581787" y="94869"/>
                  </a:lnTo>
                  <a:lnTo>
                    <a:pt x="581787" y="89789"/>
                  </a:lnTo>
                  <a:lnTo>
                    <a:pt x="584835" y="89789"/>
                  </a:lnTo>
                  <a:lnTo>
                    <a:pt x="584835" y="61976"/>
                  </a:lnTo>
                  <a:close/>
                </a:path>
              </a:pathLst>
            </a:custGeom>
            <a:solidFill>
              <a:srgbClr val="000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79090" y="2951479"/>
              <a:ext cx="511809" cy="132080"/>
            </a:xfrm>
            <a:custGeom>
              <a:avLst/>
              <a:gdLst/>
              <a:ahLst/>
              <a:cxnLst/>
              <a:rect l="l" t="t" r="r" b="b"/>
              <a:pathLst>
                <a:path w="511810" h="132080">
                  <a:moveTo>
                    <a:pt x="197993" y="38100"/>
                  </a:moveTo>
                  <a:lnTo>
                    <a:pt x="187833" y="38100"/>
                  </a:lnTo>
                  <a:lnTo>
                    <a:pt x="187833" y="34290"/>
                  </a:lnTo>
                  <a:lnTo>
                    <a:pt x="179451" y="34290"/>
                  </a:lnTo>
                  <a:lnTo>
                    <a:pt x="179451" y="33020"/>
                  </a:lnTo>
                  <a:lnTo>
                    <a:pt x="169799" y="33020"/>
                  </a:lnTo>
                  <a:lnTo>
                    <a:pt x="169799" y="31750"/>
                  </a:lnTo>
                  <a:lnTo>
                    <a:pt x="161290" y="31750"/>
                  </a:lnTo>
                  <a:lnTo>
                    <a:pt x="161290" y="30480"/>
                  </a:lnTo>
                  <a:lnTo>
                    <a:pt x="150876" y="30480"/>
                  </a:lnTo>
                  <a:lnTo>
                    <a:pt x="150876" y="26670"/>
                  </a:lnTo>
                  <a:lnTo>
                    <a:pt x="142748" y="26670"/>
                  </a:lnTo>
                  <a:lnTo>
                    <a:pt x="142748" y="25400"/>
                  </a:lnTo>
                  <a:lnTo>
                    <a:pt x="124333" y="25400"/>
                  </a:lnTo>
                  <a:lnTo>
                    <a:pt x="124333" y="21590"/>
                  </a:lnTo>
                  <a:lnTo>
                    <a:pt x="112268" y="21590"/>
                  </a:lnTo>
                  <a:lnTo>
                    <a:pt x="112268" y="20320"/>
                  </a:lnTo>
                  <a:lnTo>
                    <a:pt x="105791" y="20320"/>
                  </a:lnTo>
                  <a:lnTo>
                    <a:pt x="105791" y="17780"/>
                  </a:lnTo>
                  <a:lnTo>
                    <a:pt x="94107" y="17780"/>
                  </a:lnTo>
                  <a:lnTo>
                    <a:pt x="94107" y="15240"/>
                  </a:lnTo>
                  <a:lnTo>
                    <a:pt x="87122" y="15240"/>
                  </a:lnTo>
                  <a:lnTo>
                    <a:pt x="87122" y="12700"/>
                  </a:lnTo>
                  <a:lnTo>
                    <a:pt x="75565" y="12700"/>
                  </a:lnTo>
                  <a:lnTo>
                    <a:pt x="75565" y="11430"/>
                  </a:lnTo>
                  <a:lnTo>
                    <a:pt x="67183" y="11430"/>
                  </a:lnTo>
                  <a:lnTo>
                    <a:pt x="67183" y="7620"/>
                  </a:lnTo>
                  <a:lnTo>
                    <a:pt x="57277" y="7620"/>
                  </a:lnTo>
                  <a:lnTo>
                    <a:pt x="57277" y="6350"/>
                  </a:lnTo>
                  <a:lnTo>
                    <a:pt x="49022" y="6350"/>
                  </a:lnTo>
                  <a:lnTo>
                    <a:pt x="49022" y="5080"/>
                  </a:lnTo>
                  <a:lnTo>
                    <a:pt x="40513" y="5080"/>
                  </a:lnTo>
                  <a:lnTo>
                    <a:pt x="40513" y="2540"/>
                  </a:lnTo>
                  <a:lnTo>
                    <a:pt x="30099" y="2540"/>
                  </a:lnTo>
                  <a:lnTo>
                    <a:pt x="30099" y="0"/>
                  </a:lnTo>
                  <a:lnTo>
                    <a:pt x="21971" y="0"/>
                  </a:lnTo>
                  <a:lnTo>
                    <a:pt x="21971" y="2540"/>
                  </a:lnTo>
                  <a:lnTo>
                    <a:pt x="21971" y="5080"/>
                  </a:lnTo>
                  <a:lnTo>
                    <a:pt x="21971" y="6350"/>
                  </a:lnTo>
                  <a:lnTo>
                    <a:pt x="20066" y="6350"/>
                  </a:lnTo>
                  <a:lnTo>
                    <a:pt x="20066" y="7620"/>
                  </a:lnTo>
                  <a:lnTo>
                    <a:pt x="20066" y="11430"/>
                  </a:lnTo>
                  <a:lnTo>
                    <a:pt x="20066" y="12700"/>
                  </a:lnTo>
                  <a:lnTo>
                    <a:pt x="18542" y="12700"/>
                  </a:lnTo>
                  <a:lnTo>
                    <a:pt x="18542" y="15240"/>
                  </a:lnTo>
                  <a:lnTo>
                    <a:pt x="18542" y="17780"/>
                  </a:lnTo>
                  <a:lnTo>
                    <a:pt x="18542" y="20320"/>
                  </a:lnTo>
                  <a:lnTo>
                    <a:pt x="16637" y="20320"/>
                  </a:lnTo>
                  <a:lnTo>
                    <a:pt x="16637" y="21590"/>
                  </a:lnTo>
                  <a:lnTo>
                    <a:pt x="16637" y="25400"/>
                  </a:lnTo>
                  <a:lnTo>
                    <a:pt x="13462" y="25400"/>
                  </a:lnTo>
                  <a:lnTo>
                    <a:pt x="13462" y="26670"/>
                  </a:lnTo>
                  <a:lnTo>
                    <a:pt x="13462" y="30480"/>
                  </a:lnTo>
                  <a:lnTo>
                    <a:pt x="11557" y="30480"/>
                  </a:lnTo>
                  <a:lnTo>
                    <a:pt x="11557" y="41910"/>
                  </a:lnTo>
                  <a:lnTo>
                    <a:pt x="197993" y="41910"/>
                  </a:lnTo>
                  <a:lnTo>
                    <a:pt x="197993" y="38100"/>
                  </a:lnTo>
                  <a:close/>
                </a:path>
                <a:path w="511810" h="132080">
                  <a:moveTo>
                    <a:pt x="216408" y="41910"/>
                  </a:moveTo>
                  <a:lnTo>
                    <a:pt x="206502" y="41910"/>
                  </a:lnTo>
                  <a:lnTo>
                    <a:pt x="206502" y="43180"/>
                  </a:lnTo>
                  <a:lnTo>
                    <a:pt x="11557" y="43180"/>
                  </a:lnTo>
                  <a:lnTo>
                    <a:pt x="11557" y="41910"/>
                  </a:lnTo>
                  <a:lnTo>
                    <a:pt x="8382" y="41910"/>
                  </a:lnTo>
                  <a:lnTo>
                    <a:pt x="8382" y="43180"/>
                  </a:lnTo>
                  <a:lnTo>
                    <a:pt x="8382" y="46990"/>
                  </a:lnTo>
                  <a:lnTo>
                    <a:pt x="216408" y="46990"/>
                  </a:lnTo>
                  <a:lnTo>
                    <a:pt x="216408" y="43180"/>
                  </a:lnTo>
                  <a:lnTo>
                    <a:pt x="216408" y="41910"/>
                  </a:lnTo>
                  <a:close/>
                </a:path>
                <a:path w="511810" h="132080">
                  <a:moveTo>
                    <a:pt x="243459" y="49530"/>
                  </a:moveTo>
                  <a:lnTo>
                    <a:pt x="236982" y="49530"/>
                  </a:lnTo>
                  <a:lnTo>
                    <a:pt x="236982" y="48260"/>
                  </a:lnTo>
                  <a:lnTo>
                    <a:pt x="236982" y="46990"/>
                  </a:lnTo>
                  <a:lnTo>
                    <a:pt x="224536" y="46990"/>
                  </a:lnTo>
                  <a:lnTo>
                    <a:pt x="224536" y="48260"/>
                  </a:lnTo>
                  <a:lnTo>
                    <a:pt x="8382" y="48260"/>
                  </a:lnTo>
                  <a:lnTo>
                    <a:pt x="8382" y="46990"/>
                  </a:lnTo>
                  <a:lnTo>
                    <a:pt x="6985" y="46990"/>
                  </a:lnTo>
                  <a:lnTo>
                    <a:pt x="6985" y="48260"/>
                  </a:lnTo>
                  <a:lnTo>
                    <a:pt x="6985" y="49530"/>
                  </a:lnTo>
                  <a:lnTo>
                    <a:pt x="6985" y="52070"/>
                  </a:lnTo>
                  <a:lnTo>
                    <a:pt x="243459" y="52070"/>
                  </a:lnTo>
                  <a:lnTo>
                    <a:pt x="243459" y="49530"/>
                  </a:lnTo>
                  <a:close/>
                </a:path>
                <a:path w="511810" h="132080">
                  <a:moveTo>
                    <a:pt x="308610" y="63500"/>
                  </a:moveTo>
                  <a:lnTo>
                    <a:pt x="290576" y="63500"/>
                  </a:lnTo>
                  <a:lnTo>
                    <a:pt x="290576" y="59690"/>
                  </a:lnTo>
                  <a:lnTo>
                    <a:pt x="282067" y="59690"/>
                  </a:lnTo>
                  <a:lnTo>
                    <a:pt x="282067" y="58420"/>
                  </a:lnTo>
                  <a:lnTo>
                    <a:pt x="273685" y="58420"/>
                  </a:lnTo>
                  <a:lnTo>
                    <a:pt x="273685" y="54610"/>
                  </a:lnTo>
                  <a:lnTo>
                    <a:pt x="263525" y="54610"/>
                  </a:lnTo>
                  <a:lnTo>
                    <a:pt x="263525" y="53340"/>
                  </a:lnTo>
                  <a:lnTo>
                    <a:pt x="263525" y="52070"/>
                  </a:lnTo>
                  <a:lnTo>
                    <a:pt x="255016" y="52070"/>
                  </a:lnTo>
                  <a:lnTo>
                    <a:pt x="255016" y="53340"/>
                  </a:lnTo>
                  <a:lnTo>
                    <a:pt x="6985" y="53340"/>
                  </a:lnTo>
                  <a:lnTo>
                    <a:pt x="6985" y="52070"/>
                  </a:lnTo>
                  <a:lnTo>
                    <a:pt x="3048" y="52070"/>
                  </a:lnTo>
                  <a:lnTo>
                    <a:pt x="3048" y="53340"/>
                  </a:lnTo>
                  <a:lnTo>
                    <a:pt x="3048" y="54610"/>
                  </a:lnTo>
                  <a:lnTo>
                    <a:pt x="3048" y="58420"/>
                  </a:lnTo>
                  <a:lnTo>
                    <a:pt x="3048" y="59690"/>
                  </a:lnTo>
                  <a:lnTo>
                    <a:pt x="3048" y="63500"/>
                  </a:lnTo>
                  <a:lnTo>
                    <a:pt x="0" y="63500"/>
                  </a:lnTo>
                  <a:lnTo>
                    <a:pt x="0" y="66040"/>
                  </a:lnTo>
                  <a:lnTo>
                    <a:pt x="308610" y="66040"/>
                  </a:lnTo>
                  <a:lnTo>
                    <a:pt x="308610" y="63500"/>
                  </a:lnTo>
                  <a:close/>
                </a:path>
                <a:path w="511810" h="132080">
                  <a:moveTo>
                    <a:pt x="363943" y="75565"/>
                  </a:moveTo>
                  <a:lnTo>
                    <a:pt x="356362" y="75565"/>
                  </a:lnTo>
                  <a:lnTo>
                    <a:pt x="356362" y="76200"/>
                  </a:lnTo>
                  <a:lnTo>
                    <a:pt x="363943" y="76200"/>
                  </a:lnTo>
                  <a:lnTo>
                    <a:pt x="363943" y="75565"/>
                  </a:lnTo>
                  <a:close/>
                </a:path>
                <a:path w="511810" h="132080">
                  <a:moveTo>
                    <a:pt x="382765" y="76835"/>
                  </a:moveTo>
                  <a:lnTo>
                    <a:pt x="370078" y="76835"/>
                  </a:lnTo>
                  <a:lnTo>
                    <a:pt x="370078" y="81915"/>
                  </a:lnTo>
                  <a:lnTo>
                    <a:pt x="382765" y="81915"/>
                  </a:lnTo>
                  <a:lnTo>
                    <a:pt x="382765" y="76835"/>
                  </a:lnTo>
                  <a:close/>
                </a:path>
                <a:path w="511810" h="132080">
                  <a:moveTo>
                    <a:pt x="394398" y="81915"/>
                  </a:moveTo>
                  <a:lnTo>
                    <a:pt x="385940" y="81915"/>
                  </a:lnTo>
                  <a:lnTo>
                    <a:pt x="385940" y="84455"/>
                  </a:lnTo>
                  <a:lnTo>
                    <a:pt x="394398" y="84455"/>
                  </a:lnTo>
                  <a:lnTo>
                    <a:pt x="394398" y="81915"/>
                  </a:lnTo>
                  <a:close/>
                </a:path>
                <a:path w="511810" h="132080">
                  <a:moveTo>
                    <a:pt x="412991" y="85725"/>
                  </a:moveTo>
                  <a:lnTo>
                    <a:pt x="400926" y="85725"/>
                  </a:lnTo>
                  <a:lnTo>
                    <a:pt x="400926" y="88265"/>
                  </a:lnTo>
                  <a:lnTo>
                    <a:pt x="412991" y="88265"/>
                  </a:lnTo>
                  <a:lnTo>
                    <a:pt x="412991" y="85725"/>
                  </a:lnTo>
                  <a:close/>
                </a:path>
                <a:path w="511810" h="132080">
                  <a:moveTo>
                    <a:pt x="429895" y="89535"/>
                  </a:moveTo>
                  <a:lnTo>
                    <a:pt x="421386" y="89535"/>
                  </a:lnTo>
                  <a:lnTo>
                    <a:pt x="421386" y="88265"/>
                  </a:lnTo>
                  <a:lnTo>
                    <a:pt x="417563" y="88265"/>
                  </a:lnTo>
                  <a:lnTo>
                    <a:pt x="417563" y="93345"/>
                  </a:lnTo>
                  <a:lnTo>
                    <a:pt x="429895" y="93345"/>
                  </a:lnTo>
                  <a:lnTo>
                    <a:pt x="429895" y="89535"/>
                  </a:lnTo>
                  <a:close/>
                </a:path>
                <a:path w="511810" h="132080">
                  <a:moveTo>
                    <a:pt x="439585" y="93345"/>
                  </a:moveTo>
                  <a:lnTo>
                    <a:pt x="431152" y="93345"/>
                  </a:lnTo>
                  <a:lnTo>
                    <a:pt x="431152" y="94615"/>
                  </a:lnTo>
                  <a:lnTo>
                    <a:pt x="439585" y="94615"/>
                  </a:lnTo>
                  <a:lnTo>
                    <a:pt x="439585" y="93345"/>
                  </a:lnTo>
                  <a:close/>
                </a:path>
                <a:path w="511810" h="132080">
                  <a:moveTo>
                    <a:pt x="511810" y="107315"/>
                  </a:moveTo>
                  <a:lnTo>
                    <a:pt x="495173" y="107315"/>
                  </a:lnTo>
                  <a:lnTo>
                    <a:pt x="495173" y="104775"/>
                  </a:lnTo>
                  <a:lnTo>
                    <a:pt x="486664" y="104775"/>
                  </a:lnTo>
                  <a:lnTo>
                    <a:pt x="486664" y="102235"/>
                  </a:lnTo>
                  <a:lnTo>
                    <a:pt x="475107" y="102235"/>
                  </a:lnTo>
                  <a:lnTo>
                    <a:pt x="475107" y="99695"/>
                  </a:lnTo>
                  <a:lnTo>
                    <a:pt x="458216" y="99695"/>
                  </a:lnTo>
                  <a:lnTo>
                    <a:pt x="458216" y="95885"/>
                  </a:lnTo>
                  <a:lnTo>
                    <a:pt x="448056" y="95885"/>
                  </a:lnTo>
                  <a:lnTo>
                    <a:pt x="448056" y="131572"/>
                  </a:lnTo>
                  <a:lnTo>
                    <a:pt x="511810" y="131572"/>
                  </a:lnTo>
                  <a:lnTo>
                    <a:pt x="511810" y="107315"/>
                  </a:lnTo>
                  <a:close/>
                </a:path>
              </a:pathLst>
            </a:custGeom>
            <a:solidFill>
              <a:srgbClr val="000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819400" y="3006089"/>
              <a:ext cx="556260" cy="368300"/>
            </a:xfrm>
            <a:custGeom>
              <a:avLst/>
              <a:gdLst/>
              <a:ahLst/>
              <a:cxnLst/>
              <a:rect l="l" t="t" r="r" b="b"/>
              <a:pathLst>
                <a:path w="556260" h="368300">
                  <a:moveTo>
                    <a:pt x="32258" y="88011"/>
                  </a:moveTo>
                  <a:lnTo>
                    <a:pt x="30353" y="88011"/>
                  </a:lnTo>
                  <a:lnTo>
                    <a:pt x="30353" y="93091"/>
                  </a:lnTo>
                  <a:lnTo>
                    <a:pt x="27178" y="93091"/>
                  </a:lnTo>
                  <a:lnTo>
                    <a:pt x="27178" y="98171"/>
                  </a:lnTo>
                  <a:lnTo>
                    <a:pt x="25273" y="98171"/>
                  </a:lnTo>
                  <a:lnTo>
                    <a:pt x="25273" y="106934"/>
                  </a:lnTo>
                  <a:lnTo>
                    <a:pt x="23749" y="106934"/>
                  </a:lnTo>
                  <a:lnTo>
                    <a:pt x="23749" y="110744"/>
                  </a:lnTo>
                  <a:lnTo>
                    <a:pt x="21844" y="110744"/>
                  </a:lnTo>
                  <a:lnTo>
                    <a:pt x="21844" y="117094"/>
                  </a:lnTo>
                  <a:lnTo>
                    <a:pt x="18669" y="117094"/>
                  </a:lnTo>
                  <a:lnTo>
                    <a:pt x="18669" y="128524"/>
                  </a:lnTo>
                  <a:lnTo>
                    <a:pt x="16764" y="128524"/>
                  </a:lnTo>
                  <a:lnTo>
                    <a:pt x="16764" y="133604"/>
                  </a:lnTo>
                  <a:lnTo>
                    <a:pt x="13589" y="133604"/>
                  </a:lnTo>
                  <a:lnTo>
                    <a:pt x="13589" y="138684"/>
                  </a:lnTo>
                  <a:lnTo>
                    <a:pt x="12192" y="138684"/>
                  </a:lnTo>
                  <a:lnTo>
                    <a:pt x="12192" y="143764"/>
                  </a:lnTo>
                  <a:lnTo>
                    <a:pt x="8255" y="143764"/>
                  </a:lnTo>
                  <a:lnTo>
                    <a:pt x="8255" y="148717"/>
                  </a:lnTo>
                  <a:lnTo>
                    <a:pt x="7112" y="148717"/>
                  </a:lnTo>
                  <a:lnTo>
                    <a:pt x="7112" y="155067"/>
                  </a:lnTo>
                  <a:lnTo>
                    <a:pt x="5080" y="155067"/>
                  </a:lnTo>
                  <a:lnTo>
                    <a:pt x="5080" y="161417"/>
                  </a:lnTo>
                  <a:lnTo>
                    <a:pt x="3683" y="161417"/>
                  </a:lnTo>
                  <a:lnTo>
                    <a:pt x="3683" y="169037"/>
                  </a:lnTo>
                  <a:lnTo>
                    <a:pt x="0" y="169037"/>
                  </a:lnTo>
                  <a:lnTo>
                    <a:pt x="0" y="227330"/>
                  </a:lnTo>
                  <a:lnTo>
                    <a:pt x="32258" y="227330"/>
                  </a:lnTo>
                  <a:lnTo>
                    <a:pt x="32258" y="88011"/>
                  </a:lnTo>
                  <a:close/>
                </a:path>
                <a:path w="556260" h="368300">
                  <a:moveTo>
                    <a:pt x="49022" y="227838"/>
                  </a:moveTo>
                  <a:lnTo>
                    <a:pt x="0" y="227838"/>
                  </a:lnTo>
                  <a:lnTo>
                    <a:pt x="0" y="257175"/>
                  </a:lnTo>
                  <a:lnTo>
                    <a:pt x="5080" y="257175"/>
                  </a:lnTo>
                  <a:lnTo>
                    <a:pt x="5080" y="259715"/>
                  </a:lnTo>
                  <a:lnTo>
                    <a:pt x="16764" y="259715"/>
                  </a:lnTo>
                  <a:lnTo>
                    <a:pt x="16764" y="262255"/>
                  </a:lnTo>
                  <a:lnTo>
                    <a:pt x="23749" y="262255"/>
                  </a:lnTo>
                  <a:lnTo>
                    <a:pt x="23749" y="264795"/>
                  </a:lnTo>
                  <a:lnTo>
                    <a:pt x="40767" y="264795"/>
                  </a:lnTo>
                  <a:lnTo>
                    <a:pt x="40767" y="268605"/>
                  </a:lnTo>
                  <a:lnTo>
                    <a:pt x="49022" y="268605"/>
                  </a:lnTo>
                  <a:lnTo>
                    <a:pt x="49022" y="227838"/>
                  </a:lnTo>
                  <a:close/>
                </a:path>
                <a:path w="556260" h="368300">
                  <a:moveTo>
                    <a:pt x="49022" y="44958"/>
                  </a:moveTo>
                  <a:lnTo>
                    <a:pt x="45339" y="44958"/>
                  </a:lnTo>
                  <a:lnTo>
                    <a:pt x="45339" y="52578"/>
                  </a:lnTo>
                  <a:lnTo>
                    <a:pt x="41910" y="52578"/>
                  </a:lnTo>
                  <a:lnTo>
                    <a:pt x="41910" y="61468"/>
                  </a:lnTo>
                  <a:lnTo>
                    <a:pt x="40767" y="61468"/>
                  </a:lnTo>
                  <a:lnTo>
                    <a:pt x="40767" y="66421"/>
                  </a:lnTo>
                  <a:lnTo>
                    <a:pt x="38862" y="66421"/>
                  </a:lnTo>
                  <a:lnTo>
                    <a:pt x="38862" y="70231"/>
                  </a:lnTo>
                  <a:lnTo>
                    <a:pt x="35433" y="70231"/>
                  </a:lnTo>
                  <a:lnTo>
                    <a:pt x="35433" y="76581"/>
                  </a:lnTo>
                  <a:lnTo>
                    <a:pt x="33782" y="76581"/>
                  </a:lnTo>
                  <a:lnTo>
                    <a:pt x="33782" y="82931"/>
                  </a:lnTo>
                  <a:lnTo>
                    <a:pt x="49022" y="82931"/>
                  </a:lnTo>
                  <a:lnTo>
                    <a:pt x="49022" y="44958"/>
                  </a:lnTo>
                  <a:close/>
                </a:path>
                <a:path w="556260" h="368300">
                  <a:moveTo>
                    <a:pt x="62103" y="268605"/>
                  </a:moveTo>
                  <a:lnTo>
                    <a:pt x="50419" y="268605"/>
                  </a:lnTo>
                  <a:lnTo>
                    <a:pt x="50419" y="269875"/>
                  </a:lnTo>
                  <a:lnTo>
                    <a:pt x="58928" y="269875"/>
                  </a:lnTo>
                  <a:lnTo>
                    <a:pt x="58928" y="271145"/>
                  </a:lnTo>
                  <a:lnTo>
                    <a:pt x="62103" y="271145"/>
                  </a:lnTo>
                  <a:lnTo>
                    <a:pt x="62103" y="268605"/>
                  </a:lnTo>
                  <a:close/>
                </a:path>
                <a:path w="556260" h="368300">
                  <a:moveTo>
                    <a:pt x="79121" y="271145"/>
                  </a:moveTo>
                  <a:lnTo>
                    <a:pt x="67437" y="271145"/>
                  </a:lnTo>
                  <a:lnTo>
                    <a:pt x="67437" y="273685"/>
                  </a:lnTo>
                  <a:lnTo>
                    <a:pt x="75692" y="273685"/>
                  </a:lnTo>
                  <a:lnTo>
                    <a:pt x="75692" y="274955"/>
                  </a:lnTo>
                  <a:lnTo>
                    <a:pt x="79121" y="274955"/>
                  </a:lnTo>
                  <a:lnTo>
                    <a:pt x="79121" y="271145"/>
                  </a:lnTo>
                  <a:close/>
                </a:path>
                <a:path w="556260" h="368300">
                  <a:moveTo>
                    <a:pt x="94653" y="274942"/>
                  </a:moveTo>
                  <a:lnTo>
                    <a:pt x="84201" y="274942"/>
                  </a:lnTo>
                  <a:lnTo>
                    <a:pt x="84201" y="278765"/>
                  </a:lnTo>
                  <a:lnTo>
                    <a:pt x="94653" y="278765"/>
                  </a:lnTo>
                  <a:lnTo>
                    <a:pt x="94653" y="274942"/>
                  </a:lnTo>
                  <a:close/>
                </a:path>
                <a:path w="556260" h="368300">
                  <a:moveTo>
                    <a:pt x="111366" y="280047"/>
                  </a:moveTo>
                  <a:lnTo>
                    <a:pt x="102870" y="280047"/>
                  </a:lnTo>
                  <a:lnTo>
                    <a:pt x="102870" y="282575"/>
                  </a:lnTo>
                  <a:lnTo>
                    <a:pt x="111366" y="282575"/>
                  </a:lnTo>
                  <a:lnTo>
                    <a:pt x="111366" y="280047"/>
                  </a:lnTo>
                  <a:close/>
                </a:path>
                <a:path w="556260" h="368300">
                  <a:moveTo>
                    <a:pt x="124980" y="283959"/>
                  </a:moveTo>
                  <a:lnTo>
                    <a:pt x="119888" y="283959"/>
                  </a:lnTo>
                  <a:lnTo>
                    <a:pt x="119888" y="287782"/>
                  </a:lnTo>
                  <a:lnTo>
                    <a:pt x="124980" y="287782"/>
                  </a:lnTo>
                  <a:lnTo>
                    <a:pt x="124980" y="283959"/>
                  </a:lnTo>
                  <a:close/>
                </a:path>
                <a:path w="556260" h="368300">
                  <a:moveTo>
                    <a:pt x="143129" y="287782"/>
                  </a:moveTo>
                  <a:lnTo>
                    <a:pt x="129540" y="287782"/>
                  </a:lnTo>
                  <a:lnTo>
                    <a:pt x="129540" y="289052"/>
                  </a:lnTo>
                  <a:lnTo>
                    <a:pt x="138049" y="289052"/>
                  </a:lnTo>
                  <a:lnTo>
                    <a:pt x="138049" y="290322"/>
                  </a:lnTo>
                  <a:lnTo>
                    <a:pt x="143129" y="290322"/>
                  </a:lnTo>
                  <a:lnTo>
                    <a:pt x="143129" y="287782"/>
                  </a:lnTo>
                  <a:close/>
                </a:path>
                <a:path w="556260" h="368300">
                  <a:moveTo>
                    <a:pt x="406527" y="19050"/>
                  </a:moveTo>
                  <a:lnTo>
                    <a:pt x="398018" y="19050"/>
                  </a:lnTo>
                  <a:lnTo>
                    <a:pt x="398018" y="16510"/>
                  </a:lnTo>
                  <a:lnTo>
                    <a:pt x="387858" y="16510"/>
                  </a:lnTo>
                  <a:lnTo>
                    <a:pt x="387858" y="13970"/>
                  </a:lnTo>
                  <a:lnTo>
                    <a:pt x="379349" y="13970"/>
                  </a:lnTo>
                  <a:lnTo>
                    <a:pt x="379349" y="11430"/>
                  </a:lnTo>
                  <a:lnTo>
                    <a:pt x="369189" y="11430"/>
                  </a:lnTo>
                  <a:lnTo>
                    <a:pt x="369189" y="8890"/>
                  </a:lnTo>
                  <a:lnTo>
                    <a:pt x="351028" y="8890"/>
                  </a:lnTo>
                  <a:lnTo>
                    <a:pt x="351028" y="5080"/>
                  </a:lnTo>
                  <a:lnTo>
                    <a:pt x="342646" y="5080"/>
                  </a:lnTo>
                  <a:lnTo>
                    <a:pt x="342646" y="3810"/>
                  </a:lnTo>
                  <a:lnTo>
                    <a:pt x="334137" y="3810"/>
                  </a:lnTo>
                  <a:lnTo>
                    <a:pt x="334137" y="0"/>
                  </a:lnTo>
                  <a:lnTo>
                    <a:pt x="63373" y="0"/>
                  </a:lnTo>
                  <a:lnTo>
                    <a:pt x="63373" y="3810"/>
                  </a:lnTo>
                  <a:lnTo>
                    <a:pt x="63373" y="5080"/>
                  </a:lnTo>
                  <a:lnTo>
                    <a:pt x="63373" y="8890"/>
                  </a:lnTo>
                  <a:lnTo>
                    <a:pt x="60198" y="8890"/>
                  </a:lnTo>
                  <a:lnTo>
                    <a:pt x="60198" y="11430"/>
                  </a:lnTo>
                  <a:lnTo>
                    <a:pt x="60198" y="13970"/>
                  </a:lnTo>
                  <a:lnTo>
                    <a:pt x="60198" y="16510"/>
                  </a:lnTo>
                  <a:lnTo>
                    <a:pt x="58674" y="16510"/>
                  </a:lnTo>
                  <a:lnTo>
                    <a:pt x="58674" y="19050"/>
                  </a:lnTo>
                  <a:lnTo>
                    <a:pt x="58674" y="20320"/>
                  </a:lnTo>
                  <a:lnTo>
                    <a:pt x="58674" y="21590"/>
                  </a:lnTo>
                  <a:lnTo>
                    <a:pt x="55118" y="21590"/>
                  </a:lnTo>
                  <a:lnTo>
                    <a:pt x="55118" y="22860"/>
                  </a:lnTo>
                  <a:lnTo>
                    <a:pt x="55118" y="27940"/>
                  </a:lnTo>
                  <a:lnTo>
                    <a:pt x="55118" y="30480"/>
                  </a:lnTo>
                  <a:lnTo>
                    <a:pt x="55118" y="31750"/>
                  </a:lnTo>
                  <a:lnTo>
                    <a:pt x="51689" y="31750"/>
                  </a:lnTo>
                  <a:lnTo>
                    <a:pt x="51689" y="34290"/>
                  </a:lnTo>
                  <a:lnTo>
                    <a:pt x="51689" y="39370"/>
                  </a:lnTo>
                  <a:lnTo>
                    <a:pt x="50292" y="39370"/>
                  </a:lnTo>
                  <a:lnTo>
                    <a:pt x="50292" y="40640"/>
                  </a:lnTo>
                  <a:lnTo>
                    <a:pt x="63373" y="40640"/>
                  </a:lnTo>
                  <a:lnTo>
                    <a:pt x="63373" y="39370"/>
                  </a:lnTo>
                  <a:lnTo>
                    <a:pt x="80264" y="39370"/>
                  </a:lnTo>
                  <a:lnTo>
                    <a:pt x="80264" y="34290"/>
                  </a:lnTo>
                  <a:lnTo>
                    <a:pt x="95758" y="34290"/>
                  </a:lnTo>
                  <a:lnTo>
                    <a:pt x="95758" y="31750"/>
                  </a:lnTo>
                  <a:lnTo>
                    <a:pt x="95758" y="30480"/>
                  </a:lnTo>
                  <a:lnTo>
                    <a:pt x="112395" y="30480"/>
                  </a:lnTo>
                  <a:lnTo>
                    <a:pt x="112395" y="27940"/>
                  </a:lnTo>
                  <a:lnTo>
                    <a:pt x="124968" y="27940"/>
                  </a:lnTo>
                  <a:lnTo>
                    <a:pt x="124968" y="22860"/>
                  </a:lnTo>
                  <a:lnTo>
                    <a:pt x="124968" y="21590"/>
                  </a:lnTo>
                  <a:lnTo>
                    <a:pt x="143256" y="21590"/>
                  </a:lnTo>
                  <a:lnTo>
                    <a:pt x="143256" y="20320"/>
                  </a:lnTo>
                  <a:lnTo>
                    <a:pt x="406527" y="20320"/>
                  </a:lnTo>
                  <a:lnTo>
                    <a:pt x="406527" y="19050"/>
                  </a:lnTo>
                  <a:close/>
                </a:path>
                <a:path w="556260" h="368300">
                  <a:moveTo>
                    <a:pt x="416433" y="20320"/>
                  </a:moveTo>
                  <a:lnTo>
                    <a:pt x="416052" y="20320"/>
                  </a:lnTo>
                  <a:lnTo>
                    <a:pt x="416052" y="21590"/>
                  </a:lnTo>
                  <a:lnTo>
                    <a:pt x="416433" y="21590"/>
                  </a:lnTo>
                  <a:lnTo>
                    <a:pt x="416433" y="20320"/>
                  </a:lnTo>
                  <a:close/>
                </a:path>
                <a:path w="556260" h="368300">
                  <a:moveTo>
                    <a:pt x="505587" y="275590"/>
                  </a:moveTo>
                  <a:lnTo>
                    <a:pt x="478409" y="275590"/>
                  </a:lnTo>
                  <a:lnTo>
                    <a:pt x="478409" y="274320"/>
                  </a:lnTo>
                  <a:lnTo>
                    <a:pt x="461645" y="274320"/>
                  </a:lnTo>
                  <a:lnTo>
                    <a:pt x="461645" y="275590"/>
                  </a:lnTo>
                  <a:lnTo>
                    <a:pt x="461645" y="280670"/>
                  </a:lnTo>
                  <a:lnTo>
                    <a:pt x="446659" y="280670"/>
                  </a:lnTo>
                  <a:lnTo>
                    <a:pt x="446659" y="284480"/>
                  </a:lnTo>
                  <a:lnTo>
                    <a:pt x="429895" y="284480"/>
                  </a:lnTo>
                  <a:lnTo>
                    <a:pt x="429895" y="288290"/>
                  </a:lnTo>
                  <a:lnTo>
                    <a:pt x="416306" y="288290"/>
                  </a:lnTo>
                  <a:lnTo>
                    <a:pt x="416306" y="290830"/>
                  </a:lnTo>
                  <a:lnTo>
                    <a:pt x="146558" y="290830"/>
                  </a:lnTo>
                  <a:lnTo>
                    <a:pt x="146558" y="292100"/>
                  </a:lnTo>
                  <a:lnTo>
                    <a:pt x="153543" y="292100"/>
                  </a:lnTo>
                  <a:lnTo>
                    <a:pt x="153543" y="295910"/>
                  </a:lnTo>
                  <a:lnTo>
                    <a:pt x="171704" y="295910"/>
                  </a:lnTo>
                  <a:lnTo>
                    <a:pt x="171704" y="299720"/>
                  </a:lnTo>
                  <a:lnTo>
                    <a:pt x="180213" y="299720"/>
                  </a:lnTo>
                  <a:lnTo>
                    <a:pt x="180213" y="300990"/>
                  </a:lnTo>
                  <a:lnTo>
                    <a:pt x="188722" y="300990"/>
                  </a:lnTo>
                  <a:lnTo>
                    <a:pt x="188722" y="302260"/>
                  </a:lnTo>
                  <a:lnTo>
                    <a:pt x="198882" y="302260"/>
                  </a:lnTo>
                  <a:lnTo>
                    <a:pt x="198882" y="306070"/>
                  </a:lnTo>
                  <a:lnTo>
                    <a:pt x="209296" y="306070"/>
                  </a:lnTo>
                  <a:lnTo>
                    <a:pt x="209296" y="307340"/>
                  </a:lnTo>
                  <a:lnTo>
                    <a:pt x="217678" y="307340"/>
                  </a:lnTo>
                  <a:lnTo>
                    <a:pt x="217678" y="309880"/>
                  </a:lnTo>
                  <a:lnTo>
                    <a:pt x="226060" y="309880"/>
                  </a:lnTo>
                  <a:lnTo>
                    <a:pt x="226060" y="311150"/>
                  </a:lnTo>
                  <a:lnTo>
                    <a:pt x="234569" y="311150"/>
                  </a:lnTo>
                  <a:lnTo>
                    <a:pt x="234569" y="314960"/>
                  </a:lnTo>
                  <a:lnTo>
                    <a:pt x="244348" y="314960"/>
                  </a:lnTo>
                  <a:lnTo>
                    <a:pt x="244348" y="316230"/>
                  </a:lnTo>
                  <a:lnTo>
                    <a:pt x="252730" y="316230"/>
                  </a:lnTo>
                  <a:lnTo>
                    <a:pt x="252730" y="320040"/>
                  </a:lnTo>
                  <a:lnTo>
                    <a:pt x="269748" y="320040"/>
                  </a:lnTo>
                  <a:lnTo>
                    <a:pt x="269748" y="321310"/>
                  </a:lnTo>
                  <a:lnTo>
                    <a:pt x="276352" y="321310"/>
                  </a:lnTo>
                  <a:lnTo>
                    <a:pt x="276352" y="322580"/>
                  </a:lnTo>
                  <a:lnTo>
                    <a:pt x="288417" y="322580"/>
                  </a:lnTo>
                  <a:lnTo>
                    <a:pt x="288417" y="326390"/>
                  </a:lnTo>
                  <a:lnTo>
                    <a:pt x="296926" y="326390"/>
                  </a:lnTo>
                  <a:lnTo>
                    <a:pt x="296926" y="327660"/>
                  </a:lnTo>
                  <a:lnTo>
                    <a:pt x="303530" y="327660"/>
                  </a:lnTo>
                  <a:lnTo>
                    <a:pt x="303530" y="330200"/>
                  </a:lnTo>
                  <a:lnTo>
                    <a:pt x="311785" y="330200"/>
                  </a:lnTo>
                  <a:lnTo>
                    <a:pt x="311785" y="332740"/>
                  </a:lnTo>
                  <a:lnTo>
                    <a:pt x="323596" y="332740"/>
                  </a:lnTo>
                  <a:lnTo>
                    <a:pt x="323596" y="334010"/>
                  </a:lnTo>
                  <a:lnTo>
                    <a:pt x="330708" y="334010"/>
                  </a:lnTo>
                  <a:lnTo>
                    <a:pt x="330708" y="336550"/>
                  </a:lnTo>
                  <a:lnTo>
                    <a:pt x="338836" y="336550"/>
                  </a:lnTo>
                  <a:lnTo>
                    <a:pt x="338836" y="337820"/>
                  </a:lnTo>
                  <a:lnTo>
                    <a:pt x="347345" y="337820"/>
                  </a:lnTo>
                  <a:lnTo>
                    <a:pt x="347345" y="341630"/>
                  </a:lnTo>
                  <a:lnTo>
                    <a:pt x="357378" y="341630"/>
                  </a:lnTo>
                  <a:lnTo>
                    <a:pt x="357378" y="342900"/>
                  </a:lnTo>
                  <a:lnTo>
                    <a:pt x="365633" y="342900"/>
                  </a:lnTo>
                  <a:lnTo>
                    <a:pt x="365633" y="346710"/>
                  </a:lnTo>
                  <a:lnTo>
                    <a:pt x="382524" y="346710"/>
                  </a:lnTo>
                  <a:lnTo>
                    <a:pt x="382524" y="347980"/>
                  </a:lnTo>
                  <a:lnTo>
                    <a:pt x="392811" y="347980"/>
                  </a:lnTo>
                  <a:lnTo>
                    <a:pt x="392811" y="350520"/>
                  </a:lnTo>
                  <a:lnTo>
                    <a:pt x="401193" y="350520"/>
                  </a:lnTo>
                  <a:lnTo>
                    <a:pt x="401193" y="353060"/>
                  </a:lnTo>
                  <a:lnTo>
                    <a:pt x="409702" y="353060"/>
                  </a:lnTo>
                  <a:lnTo>
                    <a:pt x="409702" y="355600"/>
                  </a:lnTo>
                  <a:lnTo>
                    <a:pt x="419481" y="355600"/>
                  </a:lnTo>
                  <a:lnTo>
                    <a:pt x="419481" y="356870"/>
                  </a:lnTo>
                  <a:lnTo>
                    <a:pt x="427863" y="356870"/>
                  </a:lnTo>
                  <a:lnTo>
                    <a:pt x="427863" y="359410"/>
                  </a:lnTo>
                  <a:lnTo>
                    <a:pt x="436372" y="359410"/>
                  </a:lnTo>
                  <a:lnTo>
                    <a:pt x="436372" y="361950"/>
                  </a:lnTo>
                  <a:lnTo>
                    <a:pt x="446659" y="361950"/>
                  </a:lnTo>
                  <a:lnTo>
                    <a:pt x="446659" y="363220"/>
                  </a:lnTo>
                  <a:lnTo>
                    <a:pt x="455028" y="363220"/>
                  </a:lnTo>
                  <a:lnTo>
                    <a:pt x="455028" y="367030"/>
                  </a:lnTo>
                  <a:lnTo>
                    <a:pt x="461645" y="367030"/>
                  </a:lnTo>
                  <a:lnTo>
                    <a:pt x="461645" y="368300"/>
                  </a:lnTo>
                  <a:lnTo>
                    <a:pt x="473710" y="368300"/>
                  </a:lnTo>
                  <a:lnTo>
                    <a:pt x="473710" y="367030"/>
                  </a:lnTo>
                  <a:lnTo>
                    <a:pt x="475234" y="367030"/>
                  </a:lnTo>
                  <a:lnTo>
                    <a:pt x="475234" y="363220"/>
                  </a:lnTo>
                  <a:lnTo>
                    <a:pt x="475234" y="361950"/>
                  </a:lnTo>
                  <a:lnTo>
                    <a:pt x="475234" y="359410"/>
                  </a:lnTo>
                  <a:lnTo>
                    <a:pt x="475234" y="356870"/>
                  </a:lnTo>
                  <a:lnTo>
                    <a:pt x="477139" y="356870"/>
                  </a:lnTo>
                  <a:lnTo>
                    <a:pt x="477139" y="355600"/>
                  </a:lnTo>
                  <a:lnTo>
                    <a:pt x="477139" y="353060"/>
                  </a:lnTo>
                  <a:lnTo>
                    <a:pt x="477139" y="350520"/>
                  </a:lnTo>
                  <a:lnTo>
                    <a:pt x="478409" y="350520"/>
                  </a:lnTo>
                  <a:lnTo>
                    <a:pt x="478409" y="347980"/>
                  </a:lnTo>
                  <a:lnTo>
                    <a:pt x="478409" y="346710"/>
                  </a:lnTo>
                  <a:lnTo>
                    <a:pt x="482219" y="346710"/>
                  </a:lnTo>
                  <a:lnTo>
                    <a:pt x="482219" y="342900"/>
                  </a:lnTo>
                  <a:lnTo>
                    <a:pt x="482219" y="341630"/>
                  </a:lnTo>
                  <a:lnTo>
                    <a:pt x="482219" y="337820"/>
                  </a:lnTo>
                  <a:lnTo>
                    <a:pt x="482219" y="336550"/>
                  </a:lnTo>
                  <a:lnTo>
                    <a:pt x="483730" y="336550"/>
                  </a:lnTo>
                  <a:lnTo>
                    <a:pt x="483730" y="334010"/>
                  </a:lnTo>
                  <a:lnTo>
                    <a:pt x="483730" y="332740"/>
                  </a:lnTo>
                  <a:lnTo>
                    <a:pt x="483730" y="330200"/>
                  </a:lnTo>
                  <a:lnTo>
                    <a:pt x="486905" y="330200"/>
                  </a:lnTo>
                  <a:lnTo>
                    <a:pt x="486905" y="327660"/>
                  </a:lnTo>
                  <a:lnTo>
                    <a:pt x="486905" y="326390"/>
                  </a:lnTo>
                  <a:lnTo>
                    <a:pt x="488823" y="326390"/>
                  </a:lnTo>
                  <a:lnTo>
                    <a:pt x="488823" y="322580"/>
                  </a:lnTo>
                  <a:lnTo>
                    <a:pt x="488823" y="321310"/>
                  </a:lnTo>
                  <a:lnTo>
                    <a:pt x="488823" y="320040"/>
                  </a:lnTo>
                  <a:lnTo>
                    <a:pt x="490728" y="320040"/>
                  </a:lnTo>
                  <a:lnTo>
                    <a:pt x="490728" y="316230"/>
                  </a:lnTo>
                  <a:lnTo>
                    <a:pt x="491998" y="316230"/>
                  </a:lnTo>
                  <a:lnTo>
                    <a:pt x="491998" y="314960"/>
                  </a:lnTo>
                  <a:lnTo>
                    <a:pt x="491998" y="311150"/>
                  </a:lnTo>
                  <a:lnTo>
                    <a:pt x="491998" y="309880"/>
                  </a:lnTo>
                  <a:lnTo>
                    <a:pt x="491998" y="307340"/>
                  </a:lnTo>
                  <a:lnTo>
                    <a:pt x="495300" y="307340"/>
                  </a:lnTo>
                  <a:lnTo>
                    <a:pt x="495300" y="306070"/>
                  </a:lnTo>
                  <a:lnTo>
                    <a:pt x="495300" y="302260"/>
                  </a:lnTo>
                  <a:lnTo>
                    <a:pt x="497332" y="302260"/>
                  </a:lnTo>
                  <a:lnTo>
                    <a:pt x="497332" y="300990"/>
                  </a:lnTo>
                  <a:lnTo>
                    <a:pt x="497332" y="299720"/>
                  </a:lnTo>
                  <a:lnTo>
                    <a:pt x="497332" y="295910"/>
                  </a:lnTo>
                  <a:lnTo>
                    <a:pt x="500507" y="295910"/>
                  </a:lnTo>
                  <a:lnTo>
                    <a:pt x="500507" y="292100"/>
                  </a:lnTo>
                  <a:lnTo>
                    <a:pt x="500507" y="290830"/>
                  </a:lnTo>
                  <a:lnTo>
                    <a:pt x="500507" y="288290"/>
                  </a:lnTo>
                  <a:lnTo>
                    <a:pt x="500507" y="284480"/>
                  </a:lnTo>
                  <a:lnTo>
                    <a:pt x="503809" y="284480"/>
                  </a:lnTo>
                  <a:lnTo>
                    <a:pt x="503809" y="280670"/>
                  </a:lnTo>
                  <a:lnTo>
                    <a:pt x="505587" y="280670"/>
                  </a:lnTo>
                  <a:lnTo>
                    <a:pt x="505587" y="275590"/>
                  </a:lnTo>
                  <a:close/>
                </a:path>
                <a:path w="556260" h="368300">
                  <a:moveTo>
                    <a:pt x="507479" y="271780"/>
                  </a:moveTo>
                  <a:lnTo>
                    <a:pt x="491998" y="271780"/>
                  </a:lnTo>
                  <a:lnTo>
                    <a:pt x="491998" y="270510"/>
                  </a:lnTo>
                  <a:lnTo>
                    <a:pt x="478409" y="270510"/>
                  </a:lnTo>
                  <a:lnTo>
                    <a:pt x="478409" y="271780"/>
                  </a:lnTo>
                  <a:lnTo>
                    <a:pt x="478409" y="274320"/>
                  </a:lnTo>
                  <a:lnTo>
                    <a:pt x="507479" y="274320"/>
                  </a:lnTo>
                  <a:lnTo>
                    <a:pt x="507479" y="271780"/>
                  </a:lnTo>
                  <a:close/>
                </a:path>
                <a:path w="556260" h="368300">
                  <a:moveTo>
                    <a:pt x="507479" y="269240"/>
                  </a:moveTo>
                  <a:lnTo>
                    <a:pt x="491998" y="269240"/>
                  </a:lnTo>
                  <a:lnTo>
                    <a:pt x="491998" y="270510"/>
                  </a:lnTo>
                  <a:lnTo>
                    <a:pt x="507479" y="270510"/>
                  </a:lnTo>
                  <a:lnTo>
                    <a:pt x="507479" y="269240"/>
                  </a:lnTo>
                  <a:close/>
                </a:path>
                <a:path w="556260" h="368300">
                  <a:moveTo>
                    <a:pt x="522478" y="227838"/>
                  </a:moveTo>
                  <a:lnTo>
                    <a:pt x="522351" y="227838"/>
                  </a:lnTo>
                  <a:lnTo>
                    <a:pt x="522351" y="227355"/>
                  </a:lnTo>
                  <a:lnTo>
                    <a:pt x="508762" y="227355"/>
                  </a:lnTo>
                  <a:lnTo>
                    <a:pt x="508762" y="232410"/>
                  </a:lnTo>
                  <a:lnTo>
                    <a:pt x="508889" y="232410"/>
                  </a:lnTo>
                  <a:lnTo>
                    <a:pt x="508889" y="264795"/>
                  </a:lnTo>
                  <a:lnTo>
                    <a:pt x="512064" y="264795"/>
                  </a:lnTo>
                  <a:lnTo>
                    <a:pt x="512064" y="259715"/>
                  </a:lnTo>
                  <a:lnTo>
                    <a:pt x="514096" y="259715"/>
                  </a:lnTo>
                  <a:lnTo>
                    <a:pt x="514096" y="254635"/>
                  </a:lnTo>
                  <a:lnTo>
                    <a:pt x="515493" y="254635"/>
                  </a:lnTo>
                  <a:lnTo>
                    <a:pt x="515493" y="246888"/>
                  </a:lnTo>
                  <a:lnTo>
                    <a:pt x="519176" y="246888"/>
                  </a:lnTo>
                  <a:lnTo>
                    <a:pt x="519176" y="241808"/>
                  </a:lnTo>
                  <a:lnTo>
                    <a:pt x="520573" y="241808"/>
                  </a:lnTo>
                  <a:lnTo>
                    <a:pt x="520573" y="232918"/>
                  </a:lnTo>
                  <a:lnTo>
                    <a:pt x="522478" y="232918"/>
                  </a:lnTo>
                  <a:lnTo>
                    <a:pt x="522478" y="227838"/>
                  </a:lnTo>
                  <a:close/>
                </a:path>
                <a:path w="556260" h="368300">
                  <a:moveTo>
                    <a:pt x="556006" y="50038"/>
                  </a:moveTo>
                  <a:lnTo>
                    <a:pt x="547624" y="50038"/>
                  </a:lnTo>
                  <a:lnTo>
                    <a:pt x="547624" y="47498"/>
                  </a:lnTo>
                  <a:lnTo>
                    <a:pt x="535940" y="47498"/>
                  </a:lnTo>
                  <a:lnTo>
                    <a:pt x="535940" y="44958"/>
                  </a:lnTo>
                  <a:lnTo>
                    <a:pt x="508762" y="44958"/>
                  </a:lnTo>
                  <a:lnTo>
                    <a:pt x="508762" y="82931"/>
                  </a:lnTo>
                  <a:lnTo>
                    <a:pt x="523748" y="82931"/>
                  </a:lnTo>
                  <a:lnTo>
                    <a:pt x="523748" y="223520"/>
                  </a:lnTo>
                  <a:lnTo>
                    <a:pt x="527431" y="223520"/>
                  </a:lnTo>
                  <a:lnTo>
                    <a:pt x="527431" y="217170"/>
                  </a:lnTo>
                  <a:lnTo>
                    <a:pt x="528828" y="217170"/>
                  </a:lnTo>
                  <a:lnTo>
                    <a:pt x="528828" y="214630"/>
                  </a:lnTo>
                  <a:lnTo>
                    <a:pt x="530860" y="214630"/>
                  </a:lnTo>
                  <a:lnTo>
                    <a:pt x="530860" y="205740"/>
                  </a:lnTo>
                  <a:lnTo>
                    <a:pt x="532003" y="205740"/>
                  </a:lnTo>
                  <a:lnTo>
                    <a:pt x="532003" y="200660"/>
                  </a:lnTo>
                  <a:lnTo>
                    <a:pt x="534035" y="200660"/>
                  </a:lnTo>
                  <a:lnTo>
                    <a:pt x="534035" y="196850"/>
                  </a:lnTo>
                  <a:lnTo>
                    <a:pt x="535940" y="196850"/>
                  </a:lnTo>
                  <a:lnTo>
                    <a:pt x="535940" y="190500"/>
                  </a:lnTo>
                  <a:lnTo>
                    <a:pt x="537337" y="190500"/>
                  </a:lnTo>
                  <a:lnTo>
                    <a:pt x="537337" y="184277"/>
                  </a:lnTo>
                  <a:lnTo>
                    <a:pt x="540512" y="184277"/>
                  </a:lnTo>
                  <a:lnTo>
                    <a:pt x="540512" y="179197"/>
                  </a:lnTo>
                  <a:lnTo>
                    <a:pt x="542417" y="179197"/>
                  </a:lnTo>
                  <a:lnTo>
                    <a:pt x="542417" y="174117"/>
                  </a:lnTo>
                  <a:lnTo>
                    <a:pt x="545592" y="174117"/>
                  </a:lnTo>
                  <a:lnTo>
                    <a:pt x="545592" y="170307"/>
                  </a:lnTo>
                  <a:lnTo>
                    <a:pt x="547624" y="170307"/>
                  </a:lnTo>
                  <a:lnTo>
                    <a:pt x="547624" y="163957"/>
                  </a:lnTo>
                  <a:lnTo>
                    <a:pt x="549021" y="163957"/>
                  </a:lnTo>
                  <a:lnTo>
                    <a:pt x="549021" y="156337"/>
                  </a:lnTo>
                  <a:lnTo>
                    <a:pt x="550926" y="156337"/>
                  </a:lnTo>
                  <a:lnTo>
                    <a:pt x="550926" y="148717"/>
                  </a:lnTo>
                  <a:lnTo>
                    <a:pt x="554101" y="148717"/>
                  </a:lnTo>
                  <a:lnTo>
                    <a:pt x="554101" y="143764"/>
                  </a:lnTo>
                  <a:lnTo>
                    <a:pt x="556006" y="143764"/>
                  </a:lnTo>
                  <a:lnTo>
                    <a:pt x="556006" y="50038"/>
                  </a:lnTo>
                  <a:close/>
                </a:path>
              </a:pathLst>
            </a:custGeom>
            <a:solidFill>
              <a:srgbClr val="0000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882773" y="2951479"/>
              <a:ext cx="472440" cy="102870"/>
            </a:xfrm>
            <a:custGeom>
              <a:avLst/>
              <a:gdLst/>
              <a:ahLst/>
              <a:cxnLst/>
              <a:rect l="l" t="t" r="r" b="b"/>
              <a:pathLst>
                <a:path w="472439" h="102869">
                  <a:moveTo>
                    <a:pt x="270764" y="54610"/>
                  </a:moveTo>
                  <a:lnTo>
                    <a:pt x="260604" y="54610"/>
                  </a:lnTo>
                  <a:lnTo>
                    <a:pt x="260604" y="53340"/>
                  </a:lnTo>
                  <a:lnTo>
                    <a:pt x="252222" y="53340"/>
                  </a:lnTo>
                  <a:lnTo>
                    <a:pt x="252222" y="52070"/>
                  </a:lnTo>
                  <a:lnTo>
                    <a:pt x="240538" y="52070"/>
                  </a:lnTo>
                  <a:lnTo>
                    <a:pt x="240538" y="49530"/>
                  </a:lnTo>
                  <a:lnTo>
                    <a:pt x="234061" y="49530"/>
                  </a:lnTo>
                  <a:lnTo>
                    <a:pt x="234061" y="48260"/>
                  </a:lnTo>
                  <a:lnTo>
                    <a:pt x="221742" y="48260"/>
                  </a:lnTo>
                  <a:lnTo>
                    <a:pt x="221742" y="46990"/>
                  </a:lnTo>
                  <a:lnTo>
                    <a:pt x="213487" y="46990"/>
                  </a:lnTo>
                  <a:lnTo>
                    <a:pt x="213487" y="43180"/>
                  </a:lnTo>
                  <a:lnTo>
                    <a:pt x="203581" y="43180"/>
                  </a:lnTo>
                  <a:lnTo>
                    <a:pt x="203581" y="41910"/>
                  </a:lnTo>
                  <a:lnTo>
                    <a:pt x="195072" y="41910"/>
                  </a:lnTo>
                  <a:lnTo>
                    <a:pt x="195072" y="39370"/>
                  </a:lnTo>
                  <a:lnTo>
                    <a:pt x="184912" y="39370"/>
                  </a:lnTo>
                  <a:lnTo>
                    <a:pt x="184912" y="35560"/>
                  </a:lnTo>
                  <a:lnTo>
                    <a:pt x="176530" y="35560"/>
                  </a:lnTo>
                  <a:lnTo>
                    <a:pt x="176530" y="34290"/>
                  </a:lnTo>
                  <a:lnTo>
                    <a:pt x="166878" y="34290"/>
                  </a:lnTo>
                  <a:lnTo>
                    <a:pt x="166878" y="33020"/>
                  </a:lnTo>
                  <a:lnTo>
                    <a:pt x="158369" y="33020"/>
                  </a:lnTo>
                  <a:lnTo>
                    <a:pt x="158369" y="31750"/>
                  </a:lnTo>
                  <a:lnTo>
                    <a:pt x="147955" y="31750"/>
                  </a:lnTo>
                  <a:lnTo>
                    <a:pt x="147955" y="27940"/>
                  </a:lnTo>
                  <a:lnTo>
                    <a:pt x="139700" y="27940"/>
                  </a:lnTo>
                  <a:lnTo>
                    <a:pt x="139700" y="26670"/>
                  </a:lnTo>
                  <a:lnTo>
                    <a:pt x="121412" y="26670"/>
                  </a:lnTo>
                  <a:lnTo>
                    <a:pt x="121412" y="22860"/>
                  </a:lnTo>
                  <a:lnTo>
                    <a:pt x="109220" y="22860"/>
                  </a:lnTo>
                  <a:lnTo>
                    <a:pt x="109220" y="21590"/>
                  </a:lnTo>
                  <a:lnTo>
                    <a:pt x="102743" y="21590"/>
                  </a:lnTo>
                  <a:lnTo>
                    <a:pt x="102743" y="19050"/>
                  </a:lnTo>
                  <a:lnTo>
                    <a:pt x="91186" y="19050"/>
                  </a:lnTo>
                  <a:lnTo>
                    <a:pt x="91186" y="15240"/>
                  </a:lnTo>
                  <a:lnTo>
                    <a:pt x="84074" y="15240"/>
                  </a:lnTo>
                  <a:lnTo>
                    <a:pt x="84074" y="12700"/>
                  </a:lnTo>
                  <a:lnTo>
                    <a:pt x="72517" y="12700"/>
                  </a:lnTo>
                  <a:lnTo>
                    <a:pt x="72517" y="11430"/>
                  </a:lnTo>
                  <a:lnTo>
                    <a:pt x="64008" y="11430"/>
                  </a:lnTo>
                  <a:lnTo>
                    <a:pt x="64008" y="7620"/>
                  </a:lnTo>
                  <a:lnTo>
                    <a:pt x="54102" y="7620"/>
                  </a:lnTo>
                  <a:lnTo>
                    <a:pt x="54102" y="6350"/>
                  </a:lnTo>
                  <a:lnTo>
                    <a:pt x="45847" y="6350"/>
                  </a:lnTo>
                  <a:lnTo>
                    <a:pt x="45847" y="5080"/>
                  </a:lnTo>
                  <a:lnTo>
                    <a:pt x="37465" y="5080"/>
                  </a:lnTo>
                  <a:lnTo>
                    <a:pt x="37465" y="2540"/>
                  </a:lnTo>
                  <a:lnTo>
                    <a:pt x="27051" y="2540"/>
                  </a:lnTo>
                  <a:lnTo>
                    <a:pt x="27051" y="0"/>
                  </a:lnTo>
                  <a:lnTo>
                    <a:pt x="18796" y="0"/>
                  </a:lnTo>
                  <a:lnTo>
                    <a:pt x="18796" y="2540"/>
                  </a:lnTo>
                  <a:lnTo>
                    <a:pt x="18796" y="5080"/>
                  </a:lnTo>
                  <a:lnTo>
                    <a:pt x="18796" y="6350"/>
                  </a:lnTo>
                  <a:lnTo>
                    <a:pt x="16891" y="6350"/>
                  </a:lnTo>
                  <a:lnTo>
                    <a:pt x="16891" y="7620"/>
                  </a:lnTo>
                  <a:lnTo>
                    <a:pt x="16891" y="11430"/>
                  </a:lnTo>
                  <a:lnTo>
                    <a:pt x="16891" y="12700"/>
                  </a:lnTo>
                  <a:lnTo>
                    <a:pt x="15494" y="12700"/>
                  </a:lnTo>
                  <a:lnTo>
                    <a:pt x="15494" y="15240"/>
                  </a:lnTo>
                  <a:lnTo>
                    <a:pt x="15494" y="19050"/>
                  </a:lnTo>
                  <a:lnTo>
                    <a:pt x="15494" y="21590"/>
                  </a:lnTo>
                  <a:lnTo>
                    <a:pt x="13462" y="21590"/>
                  </a:lnTo>
                  <a:lnTo>
                    <a:pt x="13462" y="22860"/>
                  </a:lnTo>
                  <a:lnTo>
                    <a:pt x="13462" y="26670"/>
                  </a:lnTo>
                  <a:lnTo>
                    <a:pt x="10414" y="26670"/>
                  </a:lnTo>
                  <a:lnTo>
                    <a:pt x="10414" y="27940"/>
                  </a:lnTo>
                  <a:lnTo>
                    <a:pt x="10414" y="31750"/>
                  </a:lnTo>
                  <a:lnTo>
                    <a:pt x="8509" y="31750"/>
                  </a:lnTo>
                  <a:lnTo>
                    <a:pt x="8509" y="43180"/>
                  </a:lnTo>
                  <a:lnTo>
                    <a:pt x="5334" y="43180"/>
                  </a:lnTo>
                  <a:lnTo>
                    <a:pt x="5334" y="46990"/>
                  </a:lnTo>
                  <a:lnTo>
                    <a:pt x="5334" y="48260"/>
                  </a:lnTo>
                  <a:lnTo>
                    <a:pt x="3810" y="48260"/>
                  </a:lnTo>
                  <a:lnTo>
                    <a:pt x="3810" y="49530"/>
                  </a:lnTo>
                  <a:lnTo>
                    <a:pt x="3810" y="52070"/>
                  </a:lnTo>
                  <a:lnTo>
                    <a:pt x="3810" y="53340"/>
                  </a:lnTo>
                  <a:lnTo>
                    <a:pt x="0" y="53340"/>
                  </a:lnTo>
                  <a:lnTo>
                    <a:pt x="0" y="54610"/>
                  </a:lnTo>
                  <a:lnTo>
                    <a:pt x="0" y="58420"/>
                  </a:lnTo>
                  <a:lnTo>
                    <a:pt x="270764" y="58420"/>
                  </a:lnTo>
                  <a:lnTo>
                    <a:pt x="270764" y="54610"/>
                  </a:lnTo>
                  <a:close/>
                </a:path>
                <a:path w="472439" h="102869">
                  <a:moveTo>
                    <a:pt x="361289" y="75819"/>
                  </a:moveTo>
                  <a:lnTo>
                    <a:pt x="353060" y="75819"/>
                  </a:lnTo>
                  <a:lnTo>
                    <a:pt x="353060" y="76200"/>
                  </a:lnTo>
                  <a:lnTo>
                    <a:pt x="361289" y="76200"/>
                  </a:lnTo>
                  <a:lnTo>
                    <a:pt x="361289" y="75819"/>
                  </a:lnTo>
                  <a:close/>
                </a:path>
                <a:path w="472439" h="102869">
                  <a:moveTo>
                    <a:pt x="380111" y="79629"/>
                  </a:moveTo>
                  <a:lnTo>
                    <a:pt x="371602" y="79629"/>
                  </a:lnTo>
                  <a:lnTo>
                    <a:pt x="371602" y="77089"/>
                  </a:lnTo>
                  <a:lnTo>
                    <a:pt x="366522" y="77089"/>
                  </a:lnTo>
                  <a:lnTo>
                    <a:pt x="366522" y="82169"/>
                  </a:lnTo>
                  <a:lnTo>
                    <a:pt x="380111" y="82169"/>
                  </a:lnTo>
                  <a:lnTo>
                    <a:pt x="380111" y="79629"/>
                  </a:lnTo>
                  <a:close/>
                </a:path>
                <a:path w="472439" h="102869">
                  <a:moveTo>
                    <a:pt x="391744" y="82169"/>
                  </a:moveTo>
                  <a:lnTo>
                    <a:pt x="383286" y="82169"/>
                  </a:lnTo>
                  <a:lnTo>
                    <a:pt x="383286" y="84709"/>
                  </a:lnTo>
                  <a:lnTo>
                    <a:pt x="391744" y="84709"/>
                  </a:lnTo>
                  <a:lnTo>
                    <a:pt x="391744" y="82169"/>
                  </a:lnTo>
                  <a:close/>
                </a:path>
                <a:path w="472439" h="102869">
                  <a:moveTo>
                    <a:pt x="410337" y="85966"/>
                  </a:moveTo>
                  <a:lnTo>
                    <a:pt x="398272" y="85966"/>
                  </a:lnTo>
                  <a:lnTo>
                    <a:pt x="398272" y="88519"/>
                  </a:lnTo>
                  <a:lnTo>
                    <a:pt x="410337" y="88519"/>
                  </a:lnTo>
                  <a:lnTo>
                    <a:pt x="410337" y="85966"/>
                  </a:lnTo>
                  <a:close/>
                </a:path>
                <a:path w="472439" h="102869">
                  <a:moveTo>
                    <a:pt x="427228" y="89789"/>
                  </a:moveTo>
                  <a:lnTo>
                    <a:pt x="418846" y="89789"/>
                  </a:lnTo>
                  <a:lnTo>
                    <a:pt x="418846" y="88519"/>
                  </a:lnTo>
                  <a:lnTo>
                    <a:pt x="414909" y="88519"/>
                  </a:lnTo>
                  <a:lnTo>
                    <a:pt x="414909" y="93599"/>
                  </a:lnTo>
                  <a:lnTo>
                    <a:pt x="427228" y="93599"/>
                  </a:lnTo>
                  <a:lnTo>
                    <a:pt x="427228" y="89789"/>
                  </a:lnTo>
                  <a:close/>
                </a:path>
                <a:path w="472439" h="102869">
                  <a:moveTo>
                    <a:pt x="436930" y="93599"/>
                  </a:moveTo>
                  <a:lnTo>
                    <a:pt x="428498" y="93599"/>
                  </a:lnTo>
                  <a:lnTo>
                    <a:pt x="428498" y="94869"/>
                  </a:lnTo>
                  <a:lnTo>
                    <a:pt x="436930" y="94869"/>
                  </a:lnTo>
                  <a:lnTo>
                    <a:pt x="436930" y="93599"/>
                  </a:lnTo>
                  <a:close/>
                </a:path>
                <a:path w="472439" h="102869">
                  <a:moveTo>
                    <a:pt x="472440" y="100076"/>
                  </a:moveTo>
                  <a:lnTo>
                    <a:pt x="455549" y="100076"/>
                  </a:lnTo>
                  <a:lnTo>
                    <a:pt x="455549" y="96266"/>
                  </a:lnTo>
                  <a:lnTo>
                    <a:pt x="445389" y="96266"/>
                  </a:lnTo>
                  <a:lnTo>
                    <a:pt x="445389" y="102616"/>
                  </a:lnTo>
                  <a:lnTo>
                    <a:pt x="472440" y="102616"/>
                  </a:lnTo>
                  <a:lnTo>
                    <a:pt x="472440" y="100076"/>
                  </a:lnTo>
                  <a:close/>
                </a:path>
              </a:pathLst>
            </a:custGeom>
            <a:solidFill>
              <a:srgbClr val="0000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39212" y="3229355"/>
              <a:ext cx="480695" cy="145415"/>
            </a:xfrm>
            <a:custGeom>
              <a:avLst/>
              <a:gdLst/>
              <a:ahLst/>
              <a:cxnLst/>
              <a:rect l="l" t="t" r="r" b="b"/>
              <a:pathLst>
                <a:path w="480695" h="145414">
                  <a:moveTo>
                    <a:pt x="30226" y="0"/>
                  </a:moveTo>
                  <a:lnTo>
                    <a:pt x="0" y="0"/>
                  </a:lnTo>
                  <a:lnTo>
                    <a:pt x="0" y="38481"/>
                  </a:lnTo>
                  <a:lnTo>
                    <a:pt x="5080" y="38481"/>
                  </a:lnTo>
                  <a:lnTo>
                    <a:pt x="5080" y="41021"/>
                  </a:lnTo>
                  <a:lnTo>
                    <a:pt x="21971" y="41021"/>
                  </a:lnTo>
                  <a:lnTo>
                    <a:pt x="21971" y="44831"/>
                  </a:lnTo>
                  <a:lnTo>
                    <a:pt x="30226" y="44831"/>
                  </a:lnTo>
                  <a:lnTo>
                    <a:pt x="30226" y="0"/>
                  </a:lnTo>
                  <a:close/>
                </a:path>
                <a:path w="480695" h="145414">
                  <a:moveTo>
                    <a:pt x="43307" y="44831"/>
                  </a:moveTo>
                  <a:lnTo>
                    <a:pt x="31750" y="44831"/>
                  </a:lnTo>
                  <a:lnTo>
                    <a:pt x="31750" y="46101"/>
                  </a:lnTo>
                  <a:lnTo>
                    <a:pt x="40132" y="46101"/>
                  </a:lnTo>
                  <a:lnTo>
                    <a:pt x="40132" y="47371"/>
                  </a:lnTo>
                  <a:lnTo>
                    <a:pt x="43307" y="47371"/>
                  </a:lnTo>
                  <a:lnTo>
                    <a:pt x="43307" y="44831"/>
                  </a:lnTo>
                  <a:close/>
                </a:path>
                <a:path w="480695" h="145414">
                  <a:moveTo>
                    <a:pt x="60198" y="47371"/>
                  </a:moveTo>
                  <a:lnTo>
                    <a:pt x="48641" y="47371"/>
                  </a:lnTo>
                  <a:lnTo>
                    <a:pt x="48641" y="49911"/>
                  </a:lnTo>
                  <a:lnTo>
                    <a:pt x="56896" y="49911"/>
                  </a:lnTo>
                  <a:lnTo>
                    <a:pt x="56896" y="51181"/>
                  </a:lnTo>
                  <a:lnTo>
                    <a:pt x="60198" y="51181"/>
                  </a:lnTo>
                  <a:lnTo>
                    <a:pt x="60198" y="47371"/>
                  </a:lnTo>
                  <a:close/>
                </a:path>
                <a:path w="480695" h="145414">
                  <a:moveTo>
                    <a:pt x="75704" y="51282"/>
                  </a:moveTo>
                  <a:lnTo>
                    <a:pt x="65278" y="51282"/>
                  </a:lnTo>
                  <a:lnTo>
                    <a:pt x="65278" y="55118"/>
                  </a:lnTo>
                  <a:lnTo>
                    <a:pt x="75704" y="55118"/>
                  </a:lnTo>
                  <a:lnTo>
                    <a:pt x="75704" y="51282"/>
                  </a:lnTo>
                  <a:close/>
                </a:path>
                <a:path w="480695" h="145414">
                  <a:moveTo>
                    <a:pt x="92430" y="56388"/>
                  </a:moveTo>
                  <a:lnTo>
                    <a:pt x="83947" y="56388"/>
                  </a:lnTo>
                  <a:lnTo>
                    <a:pt x="83947" y="58928"/>
                  </a:lnTo>
                  <a:lnTo>
                    <a:pt x="92430" y="58928"/>
                  </a:lnTo>
                  <a:lnTo>
                    <a:pt x="92430" y="56388"/>
                  </a:lnTo>
                  <a:close/>
                </a:path>
                <a:path w="480695" h="145414">
                  <a:moveTo>
                    <a:pt x="106045" y="60172"/>
                  </a:moveTo>
                  <a:lnTo>
                    <a:pt x="100965" y="60172"/>
                  </a:lnTo>
                  <a:lnTo>
                    <a:pt x="100965" y="64008"/>
                  </a:lnTo>
                  <a:lnTo>
                    <a:pt x="106045" y="64008"/>
                  </a:lnTo>
                  <a:lnTo>
                    <a:pt x="106045" y="60172"/>
                  </a:lnTo>
                  <a:close/>
                </a:path>
                <a:path w="480695" h="145414">
                  <a:moveTo>
                    <a:pt x="124206" y="64008"/>
                  </a:moveTo>
                  <a:lnTo>
                    <a:pt x="110617" y="64008"/>
                  </a:lnTo>
                  <a:lnTo>
                    <a:pt x="110617" y="65278"/>
                  </a:lnTo>
                  <a:lnTo>
                    <a:pt x="119126" y="65278"/>
                  </a:lnTo>
                  <a:lnTo>
                    <a:pt x="119126" y="66548"/>
                  </a:lnTo>
                  <a:lnTo>
                    <a:pt x="124206" y="66548"/>
                  </a:lnTo>
                  <a:lnTo>
                    <a:pt x="124206" y="64008"/>
                  </a:lnTo>
                  <a:close/>
                </a:path>
                <a:path w="480695" h="145414">
                  <a:moveTo>
                    <a:pt x="464058" y="110744"/>
                  </a:moveTo>
                  <a:lnTo>
                    <a:pt x="311277" y="110744"/>
                  </a:lnTo>
                  <a:lnTo>
                    <a:pt x="311277" y="113284"/>
                  </a:lnTo>
                  <a:lnTo>
                    <a:pt x="319532" y="113284"/>
                  </a:lnTo>
                  <a:lnTo>
                    <a:pt x="319532" y="114554"/>
                  </a:lnTo>
                  <a:lnTo>
                    <a:pt x="328041" y="114554"/>
                  </a:lnTo>
                  <a:lnTo>
                    <a:pt x="328041" y="118364"/>
                  </a:lnTo>
                  <a:lnTo>
                    <a:pt x="337947" y="118364"/>
                  </a:lnTo>
                  <a:lnTo>
                    <a:pt x="337947" y="119634"/>
                  </a:lnTo>
                  <a:lnTo>
                    <a:pt x="346075" y="119634"/>
                  </a:lnTo>
                  <a:lnTo>
                    <a:pt x="346075" y="123444"/>
                  </a:lnTo>
                  <a:lnTo>
                    <a:pt x="363093" y="123444"/>
                  </a:lnTo>
                  <a:lnTo>
                    <a:pt x="363093" y="124714"/>
                  </a:lnTo>
                  <a:lnTo>
                    <a:pt x="373253" y="124714"/>
                  </a:lnTo>
                  <a:lnTo>
                    <a:pt x="373253" y="127254"/>
                  </a:lnTo>
                  <a:lnTo>
                    <a:pt x="381762" y="127254"/>
                  </a:lnTo>
                  <a:lnTo>
                    <a:pt x="381762" y="129794"/>
                  </a:lnTo>
                  <a:lnTo>
                    <a:pt x="390144" y="129794"/>
                  </a:lnTo>
                  <a:lnTo>
                    <a:pt x="390144" y="132334"/>
                  </a:lnTo>
                  <a:lnTo>
                    <a:pt x="399923" y="132334"/>
                  </a:lnTo>
                  <a:lnTo>
                    <a:pt x="399923" y="133604"/>
                  </a:lnTo>
                  <a:lnTo>
                    <a:pt x="408305" y="133604"/>
                  </a:lnTo>
                  <a:lnTo>
                    <a:pt x="408305" y="136144"/>
                  </a:lnTo>
                  <a:lnTo>
                    <a:pt x="416814" y="136144"/>
                  </a:lnTo>
                  <a:lnTo>
                    <a:pt x="416814" y="138684"/>
                  </a:lnTo>
                  <a:lnTo>
                    <a:pt x="426974" y="138684"/>
                  </a:lnTo>
                  <a:lnTo>
                    <a:pt x="426974" y="139954"/>
                  </a:lnTo>
                  <a:lnTo>
                    <a:pt x="435483" y="139954"/>
                  </a:lnTo>
                  <a:lnTo>
                    <a:pt x="435483" y="143764"/>
                  </a:lnTo>
                  <a:lnTo>
                    <a:pt x="441960" y="143764"/>
                  </a:lnTo>
                  <a:lnTo>
                    <a:pt x="441960" y="145034"/>
                  </a:lnTo>
                  <a:lnTo>
                    <a:pt x="454025" y="145034"/>
                  </a:lnTo>
                  <a:lnTo>
                    <a:pt x="454025" y="143764"/>
                  </a:lnTo>
                  <a:lnTo>
                    <a:pt x="455549" y="143764"/>
                  </a:lnTo>
                  <a:lnTo>
                    <a:pt x="455549" y="139954"/>
                  </a:lnTo>
                  <a:lnTo>
                    <a:pt x="455549" y="138684"/>
                  </a:lnTo>
                  <a:lnTo>
                    <a:pt x="455549" y="136144"/>
                  </a:lnTo>
                  <a:lnTo>
                    <a:pt x="455549" y="133604"/>
                  </a:lnTo>
                  <a:lnTo>
                    <a:pt x="457441" y="133604"/>
                  </a:lnTo>
                  <a:lnTo>
                    <a:pt x="457441" y="132334"/>
                  </a:lnTo>
                  <a:lnTo>
                    <a:pt x="457441" y="129794"/>
                  </a:lnTo>
                  <a:lnTo>
                    <a:pt x="457441" y="127254"/>
                  </a:lnTo>
                  <a:lnTo>
                    <a:pt x="458724" y="127254"/>
                  </a:lnTo>
                  <a:lnTo>
                    <a:pt x="458724" y="124714"/>
                  </a:lnTo>
                  <a:lnTo>
                    <a:pt x="458724" y="123444"/>
                  </a:lnTo>
                  <a:lnTo>
                    <a:pt x="462534" y="123444"/>
                  </a:lnTo>
                  <a:lnTo>
                    <a:pt x="462534" y="119634"/>
                  </a:lnTo>
                  <a:lnTo>
                    <a:pt x="462534" y="118364"/>
                  </a:lnTo>
                  <a:lnTo>
                    <a:pt x="462534" y="114554"/>
                  </a:lnTo>
                  <a:lnTo>
                    <a:pt x="462534" y="113284"/>
                  </a:lnTo>
                  <a:lnTo>
                    <a:pt x="464058" y="113284"/>
                  </a:lnTo>
                  <a:lnTo>
                    <a:pt x="464058" y="110744"/>
                  </a:lnTo>
                  <a:close/>
                </a:path>
                <a:path w="480695" h="145414">
                  <a:moveTo>
                    <a:pt x="467233" y="104394"/>
                  </a:moveTo>
                  <a:lnTo>
                    <a:pt x="284226" y="104394"/>
                  </a:lnTo>
                  <a:lnTo>
                    <a:pt x="284226" y="106934"/>
                  </a:lnTo>
                  <a:lnTo>
                    <a:pt x="292354" y="106934"/>
                  </a:lnTo>
                  <a:lnTo>
                    <a:pt x="292354" y="109474"/>
                  </a:lnTo>
                  <a:lnTo>
                    <a:pt x="304292" y="109474"/>
                  </a:lnTo>
                  <a:lnTo>
                    <a:pt x="304292" y="110744"/>
                  </a:lnTo>
                  <a:lnTo>
                    <a:pt x="311277" y="110744"/>
                  </a:lnTo>
                  <a:lnTo>
                    <a:pt x="311277" y="109474"/>
                  </a:lnTo>
                  <a:lnTo>
                    <a:pt x="464058" y="109474"/>
                  </a:lnTo>
                  <a:lnTo>
                    <a:pt x="464058" y="106934"/>
                  </a:lnTo>
                  <a:lnTo>
                    <a:pt x="467233" y="106934"/>
                  </a:lnTo>
                  <a:lnTo>
                    <a:pt x="467233" y="104394"/>
                  </a:lnTo>
                  <a:close/>
                </a:path>
                <a:path w="480695" h="145414">
                  <a:moveTo>
                    <a:pt x="469138" y="99314"/>
                  </a:moveTo>
                  <a:lnTo>
                    <a:pt x="269113" y="99314"/>
                  </a:lnTo>
                  <a:lnTo>
                    <a:pt x="269113" y="103124"/>
                  </a:lnTo>
                  <a:lnTo>
                    <a:pt x="277622" y="103124"/>
                  </a:lnTo>
                  <a:lnTo>
                    <a:pt x="277622" y="104394"/>
                  </a:lnTo>
                  <a:lnTo>
                    <a:pt x="284226" y="104394"/>
                  </a:lnTo>
                  <a:lnTo>
                    <a:pt x="284226" y="103124"/>
                  </a:lnTo>
                  <a:lnTo>
                    <a:pt x="469138" y="103124"/>
                  </a:lnTo>
                  <a:lnTo>
                    <a:pt x="469138" y="99314"/>
                  </a:lnTo>
                  <a:close/>
                </a:path>
                <a:path w="480695" h="145414">
                  <a:moveTo>
                    <a:pt x="480695" y="66294"/>
                  </a:moveTo>
                  <a:lnTo>
                    <a:pt x="127635" y="66294"/>
                  </a:lnTo>
                  <a:lnTo>
                    <a:pt x="127635" y="67564"/>
                  </a:lnTo>
                  <a:lnTo>
                    <a:pt x="134620" y="67564"/>
                  </a:lnTo>
                  <a:lnTo>
                    <a:pt x="134620" y="71374"/>
                  </a:lnTo>
                  <a:lnTo>
                    <a:pt x="152781" y="71374"/>
                  </a:lnTo>
                  <a:lnTo>
                    <a:pt x="152781" y="75184"/>
                  </a:lnTo>
                  <a:lnTo>
                    <a:pt x="161163" y="75184"/>
                  </a:lnTo>
                  <a:lnTo>
                    <a:pt x="161163" y="76454"/>
                  </a:lnTo>
                  <a:lnTo>
                    <a:pt x="169672" y="76454"/>
                  </a:lnTo>
                  <a:lnTo>
                    <a:pt x="169672" y="77724"/>
                  </a:lnTo>
                  <a:lnTo>
                    <a:pt x="179832" y="77724"/>
                  </a:lnTo>
                  <a:lnTo>
                    <a:pt x="179832" y="81534"/>
                  </a:lnTo>
                  <a:lnTo>
                    <a:pt x="190246" y="81534"/>
                  </a:lnTo>
                  <a:lnTo>
                    <a:pt x="190246" y="82804"/>
                  </a:lnTo>
                  <a:lnTo>
                    <a:pt x="198501" y="82804"/>
                  </a:lnTo>
                  <a:lnTo>
                    <a:pt x="198501" y="85344"/>
                  </a:lnTo>
                  <a:lnTo>
                    <a:pt x="206883" y="85344"/>
                  </a:lnTo>
                  <a:lnTo>
                    <a:pt x="206883" y="86614"/>
                  </a:lnTo>
                  <a:lnTo>
                    <a:pt x="215392" y="86614"/>
                  </a:lnTo>
                  <a:lnTo>
                    <a:pt x="215392" y="90424"/>
                  </a:lnTo>
                  <a:lnTo>
                    <a:pt x="225171" y="90424"/>
                  </a:lnTo>
                  <a:lnTo>
                    <a:pt x="225171" y="91694"/>
                  </a:lnTo>
                  <a:lnTo>
                    <a:pt x="233553" y="91694"/>
                  </a:lnTo>
                  <a:lnTo>
                    <a:pt x="233553" y="95504"/>
                  </a:lnTo>
                  <a:lnTo>
                    <a:pt x="250571" y="95504"/>
                  </a:lnTo>
                  <a:lnTo>
                    <a:pt x="250571" y="98044"/>
                  </a:lnTo>
                  <a:lnTo>
                    <a:pt x="257048" y="98044"/>
                  </a:lnTo>
                  <a:lnTo>
                    <a:pt x="257048" y="99314"/>
                  </a:lnTo>
                  <a:lnTo>
                    <a:pt x="269113" y="99314"/>
                  </a:lnTo>
                  <a:lnTo>
                    <a:pt x="269113" y="98044"/>
                  </a:lnTo>
                  <a:lnTo>
                    <a:pt x="469138" y="98044"/>
                  </a:lnTo>
                  <a:lnTo>
                    <a:pt x="469138" y="95504"/>
                  </a:lnTo>
                  <a:lnTo>
                    <a:pt x="471030" y="95504"/>
                  </a:lnTo>
                  <a:lnTo>
                    <a:pt x="471030" y="91694"/>
                  </a:lnTo>
                  <a:lnTo>
                    <a:pt x="472313" y="91694"/>
                  </a:lnTo>
                  <a:lnTo>
                    <a:pt x="472313" y="90424"/>
                  </a:lnTo>
                  <a:lnTo>
                    <a:pt x="472313" y="86614"/>
                  </a:lnTo>
                  <a:lnTo>
                    <a:pt x="472313" y="85344"/>
                  </a:lnTo>
                  <a:lnTo>
                    <a:pt x="472313" y="82804"/>
                  </a:lnTo>
                  <a:lnTo>
                    <a:pt x="475615" y="82804"/>
                  </a:lnTo>
                  <a:lnTo>
                    <a:pt x="475615" y="81534"/>
                  </a:lnTo>
                  <a:lnTo>
                    <a:pt x="475615" y="77724"/>
                  </a:lnTo>
                  <a:lnTo>
                    <a:pt x="477520" y="77724"/>
                  </a:lnTo>
                  <a:lnTo>
                    <a:pt x="477520" y="76454"/>
                  </a:lnTo>
                  <a:lnTo>
                    <a:pt x="477520" y="75184"/>
                  </a:lnTo>
                  <a:lnTo>
                    <a:pt x="477520" y="71374"/>
                  </a:lnTo>
                  <a:lnTo>
                    <a:pt x="480695" y="71374"/>
                  </a:lnTo>
                  <a:lnTo>
                    <a:pt x="480695" y="67564"/>
                  </a:lnTo>
                  <a:lnTo>
                    <a:pt x="480695" y="66294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5959" y="3229356"/>
              <a:ext cx="107441" cy="6629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9211" y="3026410"/>
              <a:ext cx="123825" cy="20358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877820" y="3003549"/>
              <a:ext cx="357505" cy="22860"/>
            </a:xfrm>
            <a:custGeom>
              <a:avLst/>
              <a:gdLst/>
              <a:ahLst/>
              <a:cxnLst/>
              <a:rect l="l" t="t" r="r" b="b"/>
              <a:pathLst>
                <a:path w="357505" h="22860">
                  <a:moveTo>
                    <a:pt x="357124" y="21590"/>
                  </a:moveTo>
                  <a:lnTo>
                    <a:pt x="347218" y="21590"/>
                  </a:lnTo>
                  <a:lnTo>
                    <a:pt x="347218" y="20320"/>
                  </a:lnTo>
                  <a:lnTo>
                    <a:pt x="338836" y="20320"/>
                  </a:lnTo>
                  <a:lnTo>
                    <a:pt x="338836" y="17780"/>
                  </a:lnTo>
                  <a:lnTo>
                    <a:pt x="328676" y="17780"/>
                  </a:lnTo>
                  <a:lnTo>
                    <a:pt x="328676" y="15240"/>
                  </a:lnTo>
                  <a:lnTo>
                    <a:pt x="320167" y="15240"/>
                  </a:lnTo>
                  <a:lnTo>
                    <a:pt x="320167" y="12700"/>
                  </a:lnTo>
                  <a:lnTo>
                    <a:pt x="310007" y="12700"/>
                  </a:lnTo>
                  <a:lnTo>
                    <a:pt x="310007" y="10160"/>
                  </a:lnTo>
                  <a:lnTo>
                    <a:pt x="291973" y="10160"/>
                  </a:lnTo>
                  <a:lnTo>
                    <a:pt x="291973" y="6350"/>
                  </a:lnTo>
                  <a:lnTo>
                    <a:pt x="283464" y="6350"/>
                  </a:lnTo>
                  <a:lnTo>
                    <a:pt x="283464" y="5080"/>
                  </a:lnTo>
                  <a:lnTo>
                    <a:pt x="275082" y="5080"/>
                  </a:lnTo>
                  <a:lnTo>
                    <a:pt x="275082" y="1270"/>
                  </a:lnTo>
                  <a:lnTo>
                    <a:pt x="264922" y="1270"/>
                  </a:lnTo>
                  <a:lnTo>
                    <a:pt x="264922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5080"/>
                  </a:lnTo>
                  <a:lnTo>
                    <a:pt x="4572" y="6350"/>
                  </a:lnTo>
                  <a:lnTo>
                    <a:pt x="4572" y="10160"/>
                  </a:lnTo>
                  <a:lnTo>
                    <a:pt x="1524" y="10160"/>
                  </a:lnTo>
                  <a:lnTo>
                    <a:pt x="1524" y="12700"/>
                  </a:lnTo>
                  <a:lnTo>
                    <a:pt x="1524" y="15240"/>
                  </a:lnTo>
                  <a:lnTo>
                    <a:pt x="1524" y="17780"/>
                  </a:lnTo>
                  <a:lnTo>
                    <a:pt x="0" y="17780"/>
                  </a:lnTo>
                  <a:lnTo>
                    <a:pt x="0" y="20320"/>
                  </a:lnTo>
                  <a:lnTo>
                    <a:pt x="0" y="21590"/>
                  </a:lnTo>
                  <a:lnTo>
                    <a:pt x="0" y="22860"/>
                  </a:lnTo>
                  <a:lnTo>
                    <a:pt x="357124" y="22860"/>
                  </a:lnTo>
                  <a:lnTo>
                    <a:pt x="357124" y="2159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4943" y="3026662"/>
              <a:ext cx="123825" cy="20713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881884" y="2951479"/>
              <a:ext cx="260985" cy="53340"/>
            </a:xfrm>
            <a:custGeom>
              <a:avLst/>
              <a:gdLst/>
              <a:ahLst/>
              <a:cxnLst/>
              <a:rect l="l" t="t" r="r" b="b"/>
              <a:pathLst>
                <a:path w="260985" h="53339">
                  <a:moveTo>
                    <a:pt x="260477" y="52070"/>
                  </a:moveTo>
                  <a:lnTo>
                    <a:pt x="251968" y="52070"/>
                  </a:lnTo>
                  <a:lnTo>
                    <a:pt x="251968" y="50800"/>
                  </a:lnTo>
                  <a:lnTo>
                    <a:pt x="240411" y="50800"/>
                  </a:lnTo>
                  <a:lnTo>
                    <a:pt x="240411" y="48260"/>
                  </a:lnTo>
                  <a:lnTo>
                    <a:pt x="233807" y="48260"/>
                  </a:lnTo>
                  <a:lnTo>
                    <a:pt x="233807" y="46990"/>
                  </a:lnTo>
                  <a:lnTo>
                    <a:pt x="221488" y="46990"/>
                  </a:lnTo>
                  <a:lnTo>
                    <a:pt x="221488" y="45720"/>
                  </a:lnTo>
                  <a:lnTo>
                    <a:pt x="213360" y="45720"/>
                  </a:lnTo>
                  <a:lnTo>
                    <a:pt x="213360" y="41910"/>
                  </a:lnTo>
                  <a:lnTo>
                    <a:pt x="203454" y="41910"/>
                  </a:lnTo>
                  <a:lnTo>
                    <a:pt x="203454" y="40640"/>
                  </a:lnTo>
                  <a:lnTo>
                    <a:pt x="194945" y="40640"/>
                  </a:lnTo>
                  <a:lnTo>
                    <a:pt x="194945" y="38100"/>
                  </a:lnTo>
                  <a:lnTo>
                    <a:pt x="184785" y="38100"/>
                  </a:lnTo>
                  <a:lnTo>
                    <a:pt x="184785" y="34290"/>
                  </a:lnTo>
                  <a:lnTo>
                    <a:pt x="176403" y="34290"/>
                  </a:lnTo>
                  <a:lnTo>
                    <a:pt x="176403" y="33020"/>
                  </a:lnTo>
                  <a:lnTo>
                    <a:pt x="166751" y="33020"/>
                  </a:lnTo>
                  <a:lnTo>
                    <a:pt x="166751" y="31750"/>
                  </a:lnTo>
                  <a:lnTo>
                    <a:pt x="158242" y="31750"/>
                  </a:lnTo>
                  <a:lnTo>
                    <a:pt x="158242" y="30480"/>
                  </a:lnTo>
                  <a:lnTo>
                    <a:pt x="147828" y="30480"/>
                  </a:lnTo>
                  <a:lnTo>
                    <a:pt x="147828" y="26670"/>
                  </a:lnTo>
                  <a:lnTo>
                    <a:pt x="139573" y="26670"/>
                  </a:lnTo>
                  <a:lnTo>
                    <a:pt x="139573" y="25400"/>
                  </a:lnTo>
                  <a:lnTo>
                    <a:pt x="121285" y="25400"/>
                  </a:lnTo>
                  <a:lnTo>
                    <a:pt x="121285" y="21590"/>
                  </a:lnTo>
                  <a:lnTo>
                    <a:pt x="109220" y="21590"/>
                  </a:lnTo>
                  <a:lnTo>
                    <a:pt x="109220" y="20320"/>
                  </a:lnTo>
                  <a:lnTo>
                    <a:pt x="102616" y="20320"/>
                  </a:lnTo>
                  <a:lnTo>
                    <a:pt x="102616" y="17780"/>
                  </a:lnTo>
                  <a:lnTo>
                    <a:pt x="91059" y="17780"/>
                  </a:lnTo>
                  <a:lnTo>
                    <a:pt x="91059" y="15240"/>
                  </a:lnTo>
                  <a:lnTo>
                    <a:pt x="84074" y="15240"/>
                  </a:lnTo>
                  <a:lnTo>
                    <a:pt x="84074" y="12700"/>
                  </a:lnTo>
                  <a:lnTo>
                    <a:pt x="72517" y="12700"/>
                  </a:lnTo>
                  <a:lnTo>
                    <a:pt x="72517" y="11430"/>
                  </a:lnTo>
                  <a:lnTo>
                    <a:pt x="64008" y="11430"/>
                  </a:lnTo>
                  <a:lnTo>
                    <a:pt x="64008" y="7620"/>
                  </a:lnTo>
                  <a:lnTo>
                    <a:pt x="54102" y="7620"/>
                  </a:lnTo>
                  <a:lnTo>
                    <a:pt x="54102" y="6350"/>
                  </a:lnTo>
                  <a:lnTo>
                    <a:pt x="45847" y="6350"/>
                  </a:lnTo>
                  <a:lnTo>
                    <a:pt x="45847" y="5080"/>
                  </a:lnTo>
                  <a:lnTo>
                    <a:pt x="37465" y="5080"/>
                  </a:lnTo>
                  <a:lnTo>
                    <a:pt x="37465" y="2540"/>
                  </a:lnTo>
                  <a:lnTo>
                    <a:pt x="27051" y="2540"/>
                  </a:lnTo>
                  <a:lnTo>
                    <a:pt x="27051" y="0"/>
                  </a:lnTo>
                  <a:lnTo>
                    <a:pt x="18796" y="0"/>
                  </a:lnTo>
                  <a:lnTo>
                    <a:pt x="18796" y="2540"/>
                  </a:lnTo>
                  <a:lnTo>
                    <a:pt x="18796" y="5080"/>
                  </a:lnTo>
                  <a:lnTo>
                    <a:pt x="18796" y="6350"/>
                  </a:lnTo>
                  <a:lnTo>
                    <a:pt x="16891" y="6350"/>
                  </a:lnTo>
                  <a:lnTo>
                    <a:pt x="16891" y="7620"/>
                  </a:lnTo>
                  <a:lnTo>
                    <a:pt x="16891" y="11430"/>
                  </a:lnTo>
                  <a:lnTo>
                    <a:pt x="16891" y="12700"/>
                  </a:lnTo>
                  <a:lnTo>
                    <a:pt x="15494" y="12700"/>
                  </a:lnTo>
                  <a:lnTo>
                    <a:pt x="15494" y="15240"/>
                  </a:lnTo>
                  <a:lnTo>
                    <a:pt x="15494" y="17780"/>
                  </a:lnTo>
                  <a:lnTo>
                    <a:pt x="15494" y="20320"/>
                  </a:lnTo>
                  <a:lnTo>
                    <a:pt x="13589" y="20320"/>
                  </a:lnTo>
                  <a:lnTo>
                    <a:pt x="13589" y="21590"/>
                  </a:lnTo>
                  <a:lnTo>
                    <a:pt x="13589" y="25400"/>
                  </a:lnTo>
                  <a:lnTo>
                    <a:pt x="10414" y="25400"/>
                  </a:lnTo>
                  <a:lnTo>
                    <a:pt x="10414" y="26670"/>
                  </a:lnTo>
                  <a:lnTo>
                    <a:pt x="10414" y="30480"/>
                  </a:lnTo>
                  <a:lnTo>
                    <a:pt x="8509" y="30480"/>
                  </a:lnTo>
                  <a:lnTo>
                    <a:pt x="8509" y="41910"/>
                  </a:lnTo>
                  <a:lnTo>
                    <a:pt x="5334" y="41910"/>
                  </a:lnTo>
                  <a:lnTo>
                    <a:pt x="5334" y="45720"/>
                  </a:lnTo>
                  <a:lnTo>
                    <a:pt x="5334" y="46990"/>
                  </a:lnTo>
                  <a:lnTo>
                    <a:pt x="3810" y="46990"/>
                  </a:lnTo>
                  <a:lnTo>
                    <a:pt x="3810" y="48260"/>
                  </a:lnTo>
                  <a:lnTo>
                    <a:pt x="3810" y="50800"/>
                  </a:lnTo>
                  <a:lnTo>
                    <a:pt x="3810" y="52070"/>
                  </a:lnTo>
                  <a:lnTo>
                    <a:pt x="0" y="52070"/>
                  </a:lnTo>
                  <a:lnTo>
                    <a:pt x="0" y="53340"/>
                  </a:lnTo>
                  <a:lnTo>
                    <a:pt x="260477" y="53340"/>
                  </a:lnTo>
                  <a:lnTo>
                    <a:pt x="260477" y="5207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2927" y="3058668"/>
              <a:ext cx="110490" cy="237871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865120" y="2998469"/>
              <a:ext cx="478155" cy="375920"/>
            </a:xfrm>
            <a:custGeom>
              <a:avLst/>
              <a:gdLst/>
              <a:ahLst/>
              <a:cxnLst/>
              <a:rect l="l" t="t" r="r" b="b"/>
              <a:pathLst>
                <a:path w="478154" h="375920">
                  <a:moveTo>
                    <a:pt x="16637" y="48895"/>
                  </a:moveTo>
                  <a:lnTo>
                    <a:pt x="3683" y="48895"/>
                  </a:lnTo>
                  <a:lnTo>
                    <a:pt x="3683" y="52832"/>
                  </a:lnTo>
                  <a:lnTo>
                    <a:pt x="0" y="52832"/>
                  </a:lnTo>
                  <a:lnTo>
                    <a:pt x="0" y="60452"/>
                  </a:lnTo>
                  <a:lnTo>
                    <a:pt x="16637" y="60452"/>
                  </a:lnTo>
                  <a:lnTo>
                    <a:pt x="16637" y="48895"/>
                  </a:lnTo>
                  <a:close/>
                </a:path>
                <a:path w="478154" h="375920">
                  <a:moveTo>
                    <a:pt x="49022" y="39370"/>
                  </a:moveTo>
                  <a:lnTo>
                    <a:pt x="8509" y="39370"/>
                  </a:lnTo>
                  <a:lnTo>
                    <a:pt x="8509" y="38100"/>
                  </a:lnTo>
                  <a:lnTo>
                    <a:pt x="5080" y="38100"/>
                  </a:lnTo>
                  <a:lnTo>
                    <a:pt x="5080" y="39370"/>
                  </a:lnTo>
                  <a:lnTo>
                    <a:pt x="5080" y="41910"/>
                  </a:lnTo>
                  <a:lnTo>
                    <a:pt x="5080" y="46990"/>
                  </a:lnTo>
                  <a:lnTo>
                    <a:pt x="3683" y="46990"/>
                  </a:lnTo>
                  <a:lnTo>
                    <a:pt x="3683" y="48260"/>
                  </a:lnTo>
                  <a:lnTo>
                    <a:pt x="16637" y="48260"/>
                  </a:lnTo>
                  <a:lnTo>
                    <a:pt x="16637" y="46990"/>
                  </a:lnTo>
                  <a:lnTo>
                    <a:pt x="33528" y="46990"/>
                  </a:lnTo>
                  <a:lnTo>
                    <a:pt x="33528" y="41910"/>
                  </a:lnTo>
                  <a:lnTo>
                    <a:pt x="49022" y="41910"/>
                  </a:lnTo>
                  <a:lnTo>
                    <a:pt x="49022" y="39370"/>
                  </a:lnTo>
                  <a:close/>
                </a:path>
                <a:path w="478154" h="375920">
                  <a:moveTo>
                    <a:pt x="79248" y="29210"/>
                  </a:moveTo>
                  <a:lnTo>
                    <a:pt x="12065" y="29210"/>
                  </a:lnTo>
                  <a:lnTo>
                    <a:pt x="12065" y="27940"/>
                  </a:lnTo>
                  <a:lnTo>
                    <a:pt x="8509" y="27940"/>
                  </a:lnTo>
                  <a:lnTo>
                    <a:pt x="8509" y="29210"/>
                  </a:lnTo>
                  <a:lnTo>
                    <a:pt x="8509" y="30480"/>
                  </a:lnTo>
                  <a:lnTo>
                    <a:pt x="8509" y="35560"/>
                  </a:lnTo>
                  <a:lnTo>
                    <a:pt x="8509" y="38100"/>
                  </a:lnTo>
                  <a:lnTo>
                    <a:pt x="65786" y="38100"/>
                  </a:lnTo>
                  <a:lnTo>
                    <a:pt x="65786" y="35560"/>
                  </a:lnTo>
                  <a:lnTo>
                    <a:pt x="79248" y="35560"/>
                  </a:lnTo>
                  <a:lnTo>
                    <a:pt x="79248" y="30480"/>
                  </a:lnTo>
                  <a:lnTo>
                    <a:pt x="79248" y="29210"/>
                  </a:lnTo>
                  <a:close/>
                </a:path>
                <a:path w="478154" h="375920">
                  <a:moveTo>
                    <a:pt x="257175" y="2540"/>
                  </a:moveTo>
                  <a:lnTo>
                    <a:pt x="250571" y="2540"/>
                  </a:lnTo>
                  <a:lnTo>
                    <a:pt x="250571" y="1270"/>
                  </a:lnTo>
                  <a:lnTo>
                    <a:pt x="21971" y="1270"/>
                  </a:lnTo>
                  <a:lnTo>
                    <a:pt x="21971" y="0"/>
                  </a:lnTo>
                  <a:lnTo>
                    <a:pt x="20574" y="0"/>
                  </a:lnTo>
                  <a:lnTo>
                    <a:pt x="20574" y="1270"/>
                  </a:lnTo>
                  <a:lnTo>
                    <a:pt x="20574" y="2540"/>
                  </a:lnTo>
                  <a:lnTo>
                    <a:pt x="20574" y="5080"/>
                  </a:lnTo>
                  <a:lnTo>
                    <a:pt x="257175" y="5080"/>
                  </a:lnTo>
                  <a:lnTo>
                    <a:pt x="257175" y="2540"/>
                  </a:lnTo>
                  <a:close/>
                </a:path>
                <a:path w="478154" h="375920">
                  <a:moveTo>
                    <a:pt x="359664" y="26670"/>
                  </a:moveTo>
                  <a:lnTo>
                    <a:pt x="351155" y="26670"/>
                  </a:lnTo>
                  <a:lnTo>
                    <a:pt x="351155" y="24130"/>
                  </a:lnTo>
                  <a:lnTo>
                    <a:pt x="340995" y="24130"/>
                  </a:lnTo>
                  <a:lnTo>
                    <a:pt x="340995" y="21590"/>
                  </a:lnTo>
                  <a:lnTo>
                    <a:pt x="332613" y="21590"/>
                  </a:lnTo>
                  <a:lnTo>
                    <a:pt x="332613" y="19050"/>
                  </a:lnTo>
                  <a:lnTo>
                    <a:pt x="322453" y="19050"/>
                  </a:lnTo>
                  <a:lnTo>
                    <a:pt x="322453" y="16510"/>
                  </a:lnTo>
                  <a:lnTo>
                    <a:pt x="304292" y="16510"/>
                  </a:lnTo>
                  <a:lnTo>
                    <a:pt x="304292" y="12700"/>
                  </a:lnTo>
                  <a:lnTo>
                    <a:pt x="295783" y="12700"/>
                  </a:lnTo>
                  <a:lnTo>
                    <a:pt x="295783" y="11430"/>
                  </a:lnTo>
                  <a:lnTo>
                    <a:pt x="287401" y="11430"/>
                  </a:lnTo>
                  <a:lnTo>
                    <a:pt x="287401" y="7620"/>
                  </a:lnTo>
                  <a:lnTo>
                    <a:pt x="277241" y="7620"/>
                  </a:lnTo>
                  <a:lnTo>
                    <a:pt x="277241" y="6350"/>
                  </a:lnTo>
                  <a:lnTo>
                    <a:pt x="277241" y="5080"/>
                  </a:lnTo>
                  <a:lnTo>
                    <a:pt x="268732" y="5080"/>
                  </a:lnTo>
                  <a:lnTo>
                    <a:pt x="268732" y="6350"/>
                  </a:lnTo>
                  <a:lnTo>
                    <a:pt x="20574" y="6350"/>
                  </a:lnTo>
                  <a:lnTo>
                    <a:pt x="20574" y="5080"/>
                  </a:lnTo>
                  <a:lnTo>
                    <a:pt x="16637" y="5080"/>
                  </a:lnTo>
                  <a:lnTo>
                    <a:pt x="16637" y="16510"/>
                  </a:lnTo>
                  <a:lnTo>
                    <a:pt x="13589" y="16510"/>
                  </a:lnTo>
                  <a:lnTo>
                    <a:pt x="13589" y="19050"/>
                  </a:lnTo>
                  <a:lnTo>
                    <a:pt x="13589" y="21590"/>
                  </a:lnTo>
                  <a:lnTo>
                    <a:pt x="13589" y="24130"/>
                  </a:lnTo>
                  <a:lnTo>
                    <a:pt x="12065" y="24130"/>
                  </a:lnTo>
                  <a:lnTo>
                    <a:pt x="12065" y="26670"/>
                  </a:lnTo>
                  <a:lnTo>
                    <a:pt x="12065" y="27940"/>
                  </a:lnTo>
                  <a:lnTo>
                    <a:pt x="359664" y="27940"/>
                  </a:lnTo>
                  <a:lnTo>
                    <a:pt x="359664" y="26670"/>
                  </a:lnTo>
                  <a:close/>
                </a:path>
                <a:path w="478154" h="375920">
                  <a:moveTo>
                    <a:pt x="478028" y="59690"/>
                  </a:moveTo>
                  <a:lnTo>
                    <a:pt x="446151" y="59690"/>
                  </a:lnTo>
                  <a:lnTo>
                    <a:pt x="446151" y="241300"/>
                  </a:lnTo>
                  <a:lnTo>
                    <a:pt x="446151" y="250190"/>
                  </a:lnTo>
                  <a:lnTo>
                    <a:pt x="446151" y="279400"/>
                  </a:lnTo>
                  <a:lnTo>
                    <a:pt x="432562" y="279400"/>
                  </a:lnTo>
                  <a:lnTo>
                    <a:pt x="432562" y="281940"/>
                  </a:lnTo>
                  <a:lnTo>
                    <a:pt x="432562" y="283210"/>
                  </a:lnTo>
                  <a:lnTo>
                    <a:pt x="415925" y="283210"/>
                  </a:lnTo>
                  <a:lnTo>
                    <a:pt x="415925" y="288290"/>
                  </a:lnTo>
                  <a:lnTo>
                    <a:pt x="400939" y="288290"/>
                  </a:lnTo>
                  <a:lnTo>
                    <a:pt x="400939" y="292100"/>
                  </a:lnTo>
                  <a:lnTo>
                    <a:pt x="384175" y="292100"/>
                  </a:lnTo>
                  <a:lnTo>
                    <a:pt x="384175" y="295910"/>
                  </a:lnTo>
                  <a:lnTo>
                    <a:pt x="370713" y="295910"/>
                  </a:lnTo>
                  <a:lnTo>
                    <a:pt x="370713" y="298450"/>
                  </a:lnTo>
                  <a:lnTo>
                    <a:pt x="101727" y="298450"/>
                  </a:lnTo>
                  <a:lnTo>
                    <a:pt x="101727" y="299720"/>
                  </a:lnTo>
                  <a:lnTo>
                    <a:pt x="108712" y="299720"/>
                  </a:lnTo>
                  <a:lnTo>
                    <a:pt x="108712" y="303530"/>
                  </a:lnTo>
                  <a:lnTo>
                    <a:pt x="126873" y="303530"/>
                  </a:lnTo>
                  <a:lnTo>
                    <a:pt x="126873" y="307340"/>
                  </a:lnTo>
                  <a:lnTo>
                    <a:pt x="135382" y="307340"/>
                  </a:lnTo>
                  <a:lnTo>
                    <a:pt x="135382" y="308610"/>
                  </a:lnTo>
                  <a:lnTo>
                    <a:pt x="143764" y="308610"/>
                  </a:lnTo>
                  <a:lnTo>
                    <a:pt x="143764" y="309880"/>
                  </a:lnTo>
                  <a:lnTo>
                    <a:pt x="153924" y="309880"/>
                  </a:lnTo>
                  <a:lnTo>
                    <a:pt x="153924" y="313690"/>
                  </a:lnTo>
                  <a:lnTo>
                    <a:pt x="164338" y="313690"/>
                  </a:lnTo>
                  <a:lnTo>
                    <a:pt x="164338" y="314960"/>
                  </a:lnTo>
                  <a:lnTo>
                    <a:pt x="172593" y="314960"/>
                  </a:lnTo>
                  <a:lnTo>
                    <a:pt x="172593" y="317500"/>
                  </a:lnTo>
                  <a:lnTo>
                    <a:pt x="181102" y="317500"/>
                  </a:lnTo>
                  <a:lnTo>
                    <a:pt x="181102" y="318770"/>
                  </a:lnTo>
                  <a:lnTo>
                    <a:pt x="189484" y="318770"/>
                  </a:lnTo>
                  <a:lnTo>
                    <a:pt x="189484" y="322580"/>
                  </a:lnTo>
                  <a:lnTo>
                    <a:pt x="199263" y="322580"/>
                  </a:lnTo>
                  <a:lnTo>
                    <a:pt x="199263" y="323850"/>
                  </a:lnTo>
                  <a:lnTo>
                    <a:pt x="207645" y="323850"/>
                  </a:lnTo>
                  <a:lnTo>
                    <a:pt x="207645" y="327660"/>
                  </a:lnTo>
                  <a:lnTo>
                    <a:pt x="224663" y="327660"/>
                  </a:lnTo>
                  <a:lnTo>
                    <a:pt x="224663" y="328930"/>
                  </a:lnTo>
                  <a:lnTo>
                    <a:pt x="231140" y="328930"/>
                  </a:lnTo>
                  <a:lnTo>
                    <a:pt x="231140" y="330200"/>
                  </a:lnTo>
                  <a:lnTo>
                    <a:pt x="243205" y="330200"/>
                  </a:lnTo>
                  <a:lnTo>
                    <a:pt x="243205" y="334010"/>
                  </a:lnTo>
                  <a:lnTo>
                    <a:pt x="251714" y="334010"/>
                  </a:lnTo>
                  <a:lnTo>
                    <a:pt x="251714" y="335280"/>
                  </a:lnTo>
                  <a:lnTo>
                    <a:pt x="258191" y="335280"/>
                  </a:lnTo>
                  <a:lnTo>
                    <a:pt x="258191" y="337820"/>
                  </a:lnTo>
                  <a:lnTo>
                    <a:pt x="266446" y="337820"/>
                  </a:lnTo>
                  <a:lnTo>
                    <a:pt x="266446" y="340360"/>
                  </a:lnTo>
                  <a:lnTo>
                    <a:pt x="278257" y="340360"/>
                  </a:lnTo>
                  <a:lnTo>
                    <a:pt x="278257" y="341630"/>
                  </a:lnTo>
                  <a:lnTo>
                    <a:pt x="285369" y="341630"/>
                  </a:lnTo>
                  <a:lnTo>
                    <a:pt x="285369" y="344170"/>
                  </a:lnTo>
                  <a:lnTo>
                    <a:pt x="293497" y="344170"/>
                  </a:lnTo>
                  <a:lnTo>
                    <a:pt x="293497" y="345440"/>
                  </a:lnTo>
                  <a:lnTo>
                    <a:pt x="302006" y="345440"/>
                  </a:lnTo>
                  <a:lnTo>
                    <a:pt x="302006" y="349250"/>
                  </a:lnTo>
                  <a:lnTo>
                    <a:pt x="311912" y="349250"/>
                  </a:lnTo>
                  <a:lnTo>
                    <a:pt x="311912" y="350520"/>
                  </a:lnTo>
                  <a:lnTo>
                    <a:pt x="320167" y="350520"/>
                  </a:lnTo>
                  <a:lnTo>
                    <a:pt x="320167" y="354330"/>
                  </a:lnTo>
                  <a:lnTo>
                    <a:pt x="337058" y="354330"/>
                  </a:lnTo>
                  <a:lnTo>
                    <a:pt x="337058" y="355600"/>
                  </a:lnTo>
                  <a:lnTo>
                    <a:pt x="347218" y="355600"/>
                  </a:lnTo>
                  <a:lnTo>
                    <a:pt x="347218" y="358140"/>
                  </a:lnTo>
                  <a:lnTo>
                    <a:pt x="355727" y="358140"/>
                  </a:lnTo>
                  <a:lnTo>
                    <a:pt x="355727" y="360680"/>
                  </a:lnTo>
                  <a:lnTo>
                    <a:pt x="364109" y="360680"/>
                  </a:lnTo>
                  <a:lnTo>
                    <a:pt x="364109" y="363220"/>
                  </a:lnTo>
                  <a:lnTo>
                    <a:pt x="373888" y="363220"/>
                  </a:lnTo>
                  <a:lnTo>
                    <a:pt x="373888" y="364490"/>
                  </a:lnTo>
                  <a:lnTo>
                    <a:pt x="382270" y="364490"/>
                  </a:lnTo>
                  <a:lnTo>
                    <a:pt x="382270" y="367030"/>
                  </a:lnTo>
                  <a:lnTo>
                    <a:pt x="390779" y="367030"/>
                  </a:lnTo>
                  <a:lnTo>
                    <a:pt x="390779" y="369570"/>
                  </a:lnTo>
                  <a:lnTo>
                    <a:pt x="400939" y="369570"/>
                  </a:lnTo>
                  <a:lnTo>
                    <a:pt x="400939" y="370840"/>
                  </a:lnTo>
                  <a:lnTo>
                    <a:pt x="409435" y="370840"/>
                  </a:lnTo>
                  <a:lnTo>
                    <a:pt x="409435" y="374650"/>
                  </a:lnTo>
                  <a:lnTo>
                    <a:pt x="415925" y="374650"/>
                  </a:lnTo>
                  <a:lnTo>
                    <a:pt x="415925" y="375920"/>
                  </a:lnTo>
                  <a:lnTo>
                    <a:pt x="427990" y="375920"/>
                  </a:lnTo>
                  <a:lnTo>
                    <a:pt x="427990" y="374650"/>
                  </a:lnTo>
                  <a:lnTo>
                    <a:pt x="429387" y="374650"/>
                  </a:lnTo>
                  <a:lnTo>
                    <a:pt x="429387" y="370840"/>
                  </a:lnTo>
                  <a:lnTo>
                    <a:pt x="429387" y="369570"/>
                  </a:lnTo>
                  <a:lnTo>
                    <a:pt x="429387" y="367030"/>
                  </a:lnTo>
                  <a:lnTo>
                    <a:pt x="429387" y="364490"/>
                  </a:lnTo>
                  <a:lnTo>
                    <a:pt x="431419" y="364490"/>
                  </a:lnTo>
                  <a:lnTo>
                    <a:pt x="431419" y="363220"/>
                  </a:lnTo>
                  <a:lnTo>
                    <a:pt x="431419" y="360680"/>
                  </a:lnTo>
                  <a:lnTo>
                    <a:pt x="431419" y="358140"/>
                  </a:lnTo>
                  <a:lnTo>
                    <a:pt x="432562" y="358140"/>
                  </a:lnTo>
                  <a:lnTo>
                    <a:pt x="432562" y="355600"/>
                  </a:lnTo>
                  <a:lnTo>
                    <a:pt x="432562" y="354330"/>
                  </a:lnTo>
                  <a:lnTo>
                    <a:pt x="436499" y="354330"/>
                  </a:lnTo>
                  <a:lnTo>
                    <a:pt x="436499" y="350520"/>
                  </a:lnTo>
                  <a:lnTo>
                    <a:pt x="436499" y="349250"/>
                  </a:lnTo>
                  <a:lnTo>
                    <a:pt x="436499" y="345440"/>
                  </a:lnTo>
                  <a:lnTo>
                    <a:pt x="436499" y="344170"/>
                  </a:lnTo>
                  <a:lnTo>
                    <a:pt x="437883" y="344170"/>
                  </a:lnTo>
                  <a:lnTo>
                    <a:pt x="437883" y="341630"/>
                  </a:lnTo>
                  <a:lnTo>
                    <a:pt x="437883" y="340360"/>
                  </a:lnTo>
                  <a:lnTo>
                    <a:pt x="437883" y="337820"/>
                  </a:lnTo>
                  <a:lnTo>
                    <a:pt x="441058" y="337820"/>
                  </a:lnTo>
                  <a:lnTo>
                    <a:pt x="441058" y="335280"/>
                  </a:lnTo>
                  <a:lnTo>
                    <a:pt x="441058" y="334010"/>
                  </a:lnTo>
                  <a:lnTo>
                    <a:pt x="442976" y="334010"/>
                  </a:lnTo>
                  <a:lnTo>
                    <a:pt x="442976" y="330200"/>
                  </a:lnTo>
                  <a:lnTo>
                    <a:pt x="442976" y="328930"/>
                  </a:lnTo>
                  <a:lnTo>
                    <a:pt x="442976" y="327660"/>
                  </a:lnTo>
                  <a:lnTo>
                    <a:pt x="445008" y="327660"/>
                  </a:lnTo>
                  <a:lnTo>
                    <a:pt x="445008" y="323850"/>
                  </a:lnTo>
                  <a:lnTo>
                    <a:pt x="446151" y="323850"/>
                  </a:lnTo>
                  <a:lnTo>
                    <a:pt x="446151" y="322580"/>
                  </a:lnTo>
                  <a:lnTo>
                    <a:pt x="446151" y="318770"/>
                  </a:lnTo>
                  <a:lnTo>
                    <a:pt x="446151" y="317500"/>
                  </a:lnTo>
                  <a:lnTo>
                    <a:pt x="446151" y="314960"/>
                  </a:lnTo>
                  <a:lnTo>
                    <a:pt x="449580" y="314960"/>
                  </a:lnTo>
                  <a:lnTo>
                    <a:pt x="449580" y="313690"/>
                  </a:lnTo>
                  <a:lnTo>
                    <a:pt x="449580" y="309880"/>
                  </a:lnTo>
                  <a:lnTo>
                    <a:pt x="451472" y="309880"/>
                  </a:lnTo>
                  <a:lnTo>
                    <a:pt x="451472" y="308610"/>
                  </a:lnTo>
                  <a:lnTo>
                    <a:pt x="451472" y="307340"/>
                  </a:lnTo>
                  <a:lnTo>
                    <a:pt x="451472" y="303530"/>
                  </a:lnTo>
                  <a:lnTo>
                    <a:pt x="454647" y="303530"/>
                  </a:lnTo>
                  <a:lnTo>
                    <a:pt x="454647" y="299720"/>
                  </a:lnTo>
                  <a:lnTo>
                    <a:pt x="454647" y="298450"/>
                  </a:lnTo>
                  <a:lnTo>
                    <a:pt x="454647" y="295910"/>
                  </a:lnTo>
                  <a:lnTo>
                    <a:pt x="454647" y="292100"/>
                  </a:lnTo>
                  <a:lnTo>
                    <a:pt x="457962" y="292100"/>
                  </a:lnTo>
                  <a:lnTo>
                    <a:pt x="457962" y="288290"/>
                  </a:lnTo>
                  <a:lnTo>
                    <a:pt x="459740" y="288290"/>
                  </a:lnTo>
                  <a:lnTo>
                    <a:pt x="459740" y="283210"/>
                  </a:lnTo>
                  <a:lnTo>
                    <a:pt x="459740" y="281940"/>
                  </a:lnTo>
                  <a:lnTo>
                    <a:pt x="461645" y="281940"/>
                  </a:lnTo>
                  <a:lnTo>
                    <a:pt x="461645" y="279400"/>
                  </a:lnTo>
                  <a:lnTo>
                    <a:pt x="461645" y="278130"/>
                  </a:lnTo>
                  <a:lnTo>
                    <a:pt x="463042" y="278130"/>
                  </a:lnTo>
                  <a:lnTo>
                    <a:pt x="463042" y="273050"/>
                  </a:lnTo>
                  <a:lnTo>
                    <a:pt x="466217" y="273050"/>
                  </a:lnTo>
                  <a:lnTo>
                    <a:pt x="466217" y="267970"/>
                  </a:lnTo>
                  <a:lnTo>
                    <a:pt x="468122" y="267970"/>
                  </a:lnTo>
                  <a:lnTo>
                    <a:pt x="468122" y="262890"/>
                  </a:lnTo>
                  <a:lnTo>
                    <a:pt x="469646" y="262890"/>
                  </a:lnTo>
                  <a:lnTo>
                    <a:pt x="469646" y="255270"/>
                  </a:lnTo>
                  <a:lnTo>
                    <a:pt x="473202" y="255270"/>
                  </a:lnTo>
                  <a:lnTo>
                    <a:pt x="473202" y="250190"/>
                  </a:lnTo>
                  <a:lnTo>
                    <a:pt x="474726" y="250190"/>
                  </a:lnTo>
                  <a:lnTo>
                    <a:pt x="474726" y="241300"/>
                  </a:lnTo>
                  <a:lnTo>
                    <a:pt x="478028" y="241300"/>
                  </a:lnTo>
                  <a:lnTo>
                    <a:pt x="478028" y="59690"/>
                  </a:lnTo>
                  <a:close/>
                </a:path>
              </a:pathLst>
            </a:custGeom>
            <a:solidFill>
              <a:srgbClr val="0000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85694" y="2951479"/>
              <a:ext cx="456565" cy="116839"/>
            </a:xfrm>
            <a:custGeom>
              <a:avLst/>
              <a:gdLst/>
              <a:ahLst/>
              <a:cxnLst/>
              <a:rect l="l" t="t" r="r" b="b"/>
              <a:pathLst>
                <a:path w="456564" h="116839">
                  <a:moveTo>
                    <a:pt x="1397" y="46990"/>
                  </a:moveTo>
                  <a:lnTo>
                    <a:pt x="0" y="46990"/>
                  </a:lnTo>
                  <a:lnTo>
                    <a:pt x="0" y="48260"/>
                  </a:lnTo>
                  <a:lnTo>
                    <a:pt x="1397" y="48260"/>
                  </a:lnTo>
                  <a:lnTo>
                    <a:pt x="1397" y="46990"/>
                  </a:lnTo>
                  <a:close/>
                </a:path>
                <a:path w="456564" h="116839">
                  <a:moveTo>
                    <a:pt x="191135" y="39370"/>
                  </a:moveTo>
                  <a:lnTo>
                    <a:pt x="180975" y="39370"/>
                  </a:lnTo>
                  <a:lnTo>
                    <a:pt x="180975" y="34290"/>
                  </a:lnTo>
                  <a:lnTo>
                    <a:pt x="172593" y="34290"/>
                  </a:lnTo>
                  <a:lnTo>
                    <a:pt x="172593" y="33020"/>
                  </a:lnTo>
                  <a:lnTo>
                    <a:pt x="162814" y="33020"/>
                  </a:lnTo>
                  <a:lnTo>
                    <a:pt x="162814" y="31750"/>
                  </a:lnTo>
                  <a:lnTo>
                    <a:pt x="154432" y="31750"/>
                  </a:lnTo>
                  <a:lnTo>
                    <a:pt x="154432" y="30480"/>
                  </a:lnTo>
                  <a:lnTo>
                    <a:pt x="144018" y="30480"/>
                  </a:lnTo>
                  <a:lnTo>
                    <a:pt x="144018" y="26670"/>
                  </a:lnTo>
                  <a:lnTo>
                    <a:pt x="135763" y="26670"/>
                  </a:lnTo>
                  <a:lnTo>
                    <a:pt x="135763" y="25400"/>
                  </a:lnTo>
                  <a:lnTo>
                    <a:pt x="117475" y="25400"/>
                  </a:lnTo>
                  <a:lnTo>
                    <a:pt x="117475" y="21590"/>
                  </a:lnTo>
                  <a:lnTo>
                    <a:pt x="105283" y="21590"/>
                  </a:lnTo>
                  <a:lnTo>
                    <a:pt x="105283" y="20320"/>
                  </a:lnTo>
                  <a:lnTo>
                    <a:pt x="98806" y="20320"/>
                  </a:lnTo>
                  <a:lnTo>
                    <a:pt x="98806" y="17780"/>
                  </a:lnTo>
                  <a:lnTo>
                    <a:pt x="87249" y="17780"/>
                  </a:lnTo>
                  <a:lnTo>
                    <a:pt x="87249" y="15240"/>
                  </a:lnTo>
                  <a:lnTo>
                    <a:pt x="80264" y="15240"/>
                  </a:lnTo>
                  <a:lnTo>
                    <a:pt x="80264" y="12700"/>
                  </a:lnTo>
                  <a:lnTo>
                    <a:pt x="68580" y="12700"/>
                  </a:lnTo>
                  <a:lnTo>
                    <a:pt x="68580" y="11430"/>
                  </a:lnTo>
                  <a:lnTo>
                    <a:pt x="60198" y="11430"/>
                  </a:lnTo>
                  <a:lnTo>
                    <a:pt x="60198" y="7620"/>
                  </a:lnTo>
                  <a:lnTo>
                    <a:pt x="50292" y="7620"/>
                  </a:lnTo>
                  <a:lnTo>
                    <a:pt x="50292" y="6350"/>
                  </a:lnTo>
                  <a:lnTo>
                    <a:pt x="42037" y="6350"/>
                  </a:lnTo>
                  <a:lnTo>
                    <a:pt x="42037" y="5080"/>
                  </a:lnTo>
                  <a:lnTo>
                    <a:pt x="33528" y="5080"/>
                  </a:lnTo>
                  <a:lnTo>
                    <a:pt x="33528" y="2540"/>
                  </a:lnTo>
                  <a:lnTo>
                    <a:pt x="23114" y="2540"/>
                  </a:lnTo>
                  <a:lnTo>
                    <a:pt x="23114" y="0"/>
                  </a:lnTo>
                  <a:lnTo>
                    <a:pt x="14986" y="0"/>
                  </a:lnTo>
                  <a:lnTo>
                    <a:pt x="14986" y="2540"/>
                  </a:lnTo>
                  <a:lnTo>
                    <a:pt x="14986" y="5080"/>
                  </a:lnTo>
                  <a:lnTo>
                    <a:pt x="14986" y="6350"/>
                  </a:lnTo>
                  <a:lnTo>
                    <a:pt x="12954" y="6350"/>
                  </a:lnTo>
                  <a:lnTo>
                    <a:pt x="12954" y="7620"/>
                  </a:lnTo>
                  <a:lnTo>
                    <a:pt x="12954" y="11430"/>
                  </a:lnTo>
                  <a:lnTo>
                    <a:pt x="12954" y="12700"/>
                  </a:lnTo>
                  <a:lnTo>
                    <a:pt x="11557" y="12700"/>
                  </a:lnTo>
                  <a:lnTo>
                    <a:pt x="11557" y="15240"/>
                  </a:lnTo>
                  <a:lnTo>
                    <a:pt x="11557" y="17780"/>
                  </a:lnTo>
                  <a:lnTo>
                    <a:pt x="11557" y="20320"/>
                  </a:lnTo>
                  <a:lnTo>
                    <a:pt x="9652" y="20320"/>
                  </a:lnTo>
                  <a:lnTo>
                    <a:pt x="9652" y="21590"/>
                  </a:lnTo>
                  <a:lnTo>
                    <a:pt x="9652" y="25400"/>
                  </a:lnTo>
                  <a:lnTo>
                    <a:pt x="6477" y="25400"/>
                  </a:lnTo>
                  <a:lnTo>
                    <a:pt x="6477" y="26670"/>
                  </a:lnTo>
                  <a:lnTo>
                    <a:pt x="6477" y="30480"/>
                  </a:lnTo>
                  <a:lnTo>
                    <a:pt x="4572" y="30480"/>
                  </a:lnTo>
                  <a:lnTo>
                    <a:pt x="4572" y="41910"/>
                  </a:lnTo>
                  <a:lnTo>
                    <a:pt x="191135" y="41910"/>
                  </a:lnTo>
                  <a:lnTo>
                    <a:pt x="191135" y="39370"/>
                  </a:lnTo>
                  <a:close/>
                </a:path>
                <a:path w="456564" h="116839">
                  <a:moveTo>
                    <a:pt x="209550" y="41910"/>
                  </a:moveTo>
                  <a:lnTo>
                    <a:pt x="199644" y="41910"/>
                  </a:lnTo>
                  <a:lnTo>
                    <a:pt x="199644" y="43180"/>
                  </a:lnTo>
                  <a:lnTo>
                    <a:pt x="4572" y="43180"/>
                  </a:lnTo>
                  <a:lnTo>
                    <a:pt x="4572" y="41910"/>
                  </a:lnTo>
                  <a:lnTo>
                    <a:pt x="1397" y="41910"/>
                  </a:lnTo>
                  <a:lnTo>
                    <a:pt x="1397" y="43180"/>
                  </a:lnTo>
                  <a:lnTo>
                    <a:pt x="1397" y="46990"/>
                  </a:lnTo>
                  <a:lnTo>
                    <a:pt x="209550" y="46990"/>
                  </a:lnTo>
                  <a:lnTo>
                    <a:pt x="209550" y="43180"/>
                  </a:lnTo>
                  <a:lnTo>
                    <a:pt x="209550" y="41910"/>
                  </a:lnTo>
                  <a:close/>
                </a:path>
                <a:path w="456564" h="116839">
                  <a:moveTo>
                    <a:pt x="229997" y="46990"/>
                  </a:moveTo>
                  <a:lnTo>
                    <a:pt x="217678" y="46990"/>
                  </a:lnTo>
                  <a:lnTo>
                    <a:pt x="217678" y="48260"/>
                  </a:lnTo>
                  <a:lnTo>
                    <a:pt x="229997" y="48260"/>
                  </a:lnTo>
                  <a:lnTo>
                    <a:pt x="229997" y="46990"/>
                  </a:lnTo>
                  <a:close/>
                </a:path>
                <a:path w="456564" h="116839">
                  <a:moveTo>
                    <a:pt x="357225" y="75565"/>
                  </a:moveTo>
                  <a:lnTo>
                    <a:pt x="349758" y="75565"/>
                  </a:lnTo>
                  <a:lnTo>
                    <a:pt x="349758" y="76200"/>
                  </a:lnTo>
                  <a:lnTo>
                    <a:pt x="357225" y="76200"/>
                  </a:lnTo>
                  <a:lnTo>
                    <a:pt x="357225" y="75565"/>
                  </a:lnTo>
                  <a:close/>
                </a:path>
                <a:path w="456564" h="116839">
                  <a:moveTo>
                    <a:pt x="376034" y="76835"/>
                  </a:moveTo>
                  <a:lnTo>
                    <a:pt x="363474" y="76835"/>
                  </a:lnTo>
                  <a:lnTo>
                    <a:pt x="363474" y="81915"/>
                  </a:lnTo>
                  <a:lnTo>
                    <a:pt x="376034" y="81915"/>
                  </a:lnTo>
                  <a:lnTo>
                    <a:pt x="376034" y="76835"/>
                  </a:lnTo>
                  <a:close/>
                </a:path>
                <a:path w="456564" h="116839">
                  <a:moveTo>
                    <a:pt x="387680" y="81915"/>
                  </a:moveTo>
                  <a:lnTo>
                    <a:pt x="379209" y="81915"/>
                  </a:lnTo>
                  <a:lnTo>
                    <a:pt x="379209" y="84455"/>
                  </a:lnTo>
                  <a:lnTo>
                    <a:pt x="387680" y="84455"/>
                  </a:lnTo>
                  <a:lnTo>
                    <a:pt x="387680" y="81915"/>
                  </a:lnTo>
                  <a:close/>
                </a:path>
                <a:path w="456564" h="116839">
                  <a:moveTo>
                    <a:pt x="406260" y="85725"/>
                  </a:moveTo>
                  <a:lnTo>
                    <a:pt x="394208" y="85725"/>
                  </a:lnTo>
                  <a:lnTo>
                    <a:pt x="394208" y="88265"/>
                  </a:lnTo>
                  <a:lnTo>
                    <a:pt x="406260" y="88265"/>
                  </a:lnTo>
                  <a:lnTo>
                    <a:pt x="406260" y="85725"/>
                  </a:lnTo>
                  <a:close/>
                </a:path>
                <a:path w="456564" h="116839">
                  <a:moveTo>
                    <a:pt x="423164" y="89535"/>
                  </a:moveTo>
                  <a:lnTo>
                    <a:pt x="414655" y="89535"/>
                  </a:lnTo>
                  <a:lnTo>
                    <a:pt x="414655" y="88265"/>
                  </a:lnTo>
                  <a:lnTo>
                    <a:pt x="410845" y="88265"/>
                  </a:lnTo>
                  <a:lnTo>
                    <a:pt x="410845" y="93345"/>
                  </a:lnTo>
                  <a:lnTo>
                    <a:pt x="423164" y="93345"/>
                  </a:lnTo>
                  <a:lnTo>
                    <a:pt x="423164" y="89535"/>
                  </a:lnTo>
                  <a:close/>
                </a:path>
                <a:path w="456564" h="116839">
                  <a:moveTo>
                    <a:pt x="432739" y="93345"/>
                  </a:moveTo>
                  <a:lnTo>
                    <a:pt x="424307" y="93345"/>
                  </a:lnTo>
                  <a:lnTo>
                    <a:pt x="424307" y="94615"/>
                  </a:lnTo>
                  <a:lnTo>
                    <a:pt x="432739" y="94615"/>
                  </a:lnTo>
                  <a:lnTo>
                    <a:pt x="432739" y="93345"/>
                  </a:lnTo>
                  <a:close/>
                </a:path>
                <a:path w="456564" h="116839">
                  <a:moveTo>
                    <a:pt x="456311" y="99822"/>
                  </a:moveTo>
                  <a:lnTo>
                    <a:pt x="451485" y="99822"/>
                  </a:lnTo>
                  <a:lnTo>
                    <a:pt x="451485" y="95885"/>
                  </a:lnTo>
                  <a:lnTo>
                    <a:pt x="424307" y="95885"/>
                  </a:lnTo>
                  <a:lnTo>
                    <a:pt x="424307" y="116332"/>
                  </a:lnTo>
                  <a:lnTo>
                    <a:pt x="456311" y="116332"/>
                  </a:lnTo>
                  <a:lnTo>
                    <a:pt x="456311" y="99822"/>
                  </a:lnTo>
                  <a:close/>
                </a:path>
              </a:pathLst>
            </a:custGeom>
            <a:solidFill>
              <a:srgbClr val="0000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869692" y="3009899"/>
              <a:ext cx="458470" cy="364490"/>
            </a:xfrm>
            <a:custGeom>
              <a:avLst/>
              <a:gdLst/>
              <a:ahLst/>
              <a:cxnLst/>
              <a:rect l="l" t="t" r="r" b="b"/>
              <a:pathLst>
                <a:path w="458470" h="364489">
                  <a:moveTo>
                    <a:pt x="45466" y="271399"/>
                  </a:moveTo>
                  <a:lnTo>
                    <a:pt x="35052" y="271399"/>
                  </a:lnTo>
                  <a:lnTo>
                    <a:pt x="35052" y="275209"/>
                  </a:lnTo>
                  <a:lnTo>
                    <a:pt x="45466" y="275209"/>
                  </a:lnTo>
                  <a:lnTo>
                    <a:pt x="45466" y="271399"/>
                  </a:lnTo>
                  <a:close/>
                </a:path>
                <a:path w="458470" h="364489">
                  <a:moveTo>
                    <a:pt x="62064" y="276491"/>
                  </a:moveTo>
                  <a:lnTo>
                    <a:pt x="53594" y="276491"/>
                  </a:lnTo>
                  <a:lnTo>
                    <a:pt x="53594" y="279019"/>
                  </a:lnTo>
                  <a:lnTo>
                    <a:pt x="62064" y="279019"/>
                  </a:lnTo>
                  <a:lnTo>
                    <a:pt x="62064" y="276491"/>
                  </a:lnTo>
                  <a:close/>
                </a:path>
                <a:path w="458470" h="364489">
                  <a:moveTo>
                    <a:pt x="75679" y="280289"/>
                  </a:moveTo>
                  <a:lnTo>
                    <a:pt x="70612" y="280289"/>
                  </a:lnTo>
                  <a:lnTo>
                    <a:pt x="70612" y="284099"/>
                  </a:lnTo>
                  <a:lnTo>
                    <a:pt x="75679" y="284099"/>
                  </a:lnTo>
                  <a:lnTo>
                    <a:pt x="75679" y="280289"/>
                  </a:lnTo>
                  <a:close/>
                </a:path>
                <a:path w="458470" h="364489">
                  <a:moveTo>
                    <a:pt x="93726" y="284099"/>
                  </a:moveTo>
                  <a:lnTo>
                    <a:pt x="80264" y="284099"/>
                  </a:lnTo>
                  <a:lnTo>
                    <a:pt x="80264" y="285369"/>
                  </a:lnTo>
                  <a:lnTo>
                    <a:pt x="88773" y="285369"/>
                  </a:lnTo>
                  <a:lnTo>
                    <a:pt x="88773" y="286639"/>
                  </a:lnTo>
                  <a:lnTo>
                    <a:pt x="93726" y="286639"/>
                  </a:lnTo>
                  <a:lnTo>
                    <a:pt x="93726" y="284099"/>
                  </a:lnTo>
                  <a:close/>
                </a:path>
                <a:path w="458470" h="364489">
                  <a:moveTo>
                    <a:pt x="356108" y="15240"/>
                  </a:moveTo>
                  <a:lnTo>
                    <a:pt x="347599" y="15240"/>
                  </a:lnTo>
                  <a:lnTo>
                    <a:pt x="347599" y="12700"/>
                  </a:lnTo>
                  <a:lnTo>
                    <a:pt x="347218" y="12700"/>
                  </a:lnTo>
                  <a:lnTo>
                    <a:pt x="337058" y="12700"/>
                  </a:lnTo>
                  <a:lnTo>
                    <a:pt x="337058" y="10160"/>
                  </a:lnTo>
                  <a:lnTo>
                    <a:pt x="328549" y="10160"/>
                  </a:lnTo>
                  <a:lnTo>
                    <a:pt x="328549" y="7620"/>
                  </a:lnTo>
                  <a:lnTo>
                    <a:pt x="318389" y="7620"/>
                  </a:lnTo>
                  <a:lnTo>
                    <a:pt x="318389" y="5080"/>
                  </a:lnTo>
                  <a:lnTo>
                    <a:pt x="300228" y="5080"/>
                  </a:lnTo>
                  <a:lnTo>
                    <a:pt x="300228" y="1270"/>
                  </a:lnTo>
                  <a:lnTo>
                    <a:pt x="291846" y="1270"/>
                  </a:lnTo>
                  <a:lnTo>
                    <a:pt x="291846" y="0"/>
                  </a:lnTo>
                  <a:lnTo>
                    <a:pt x="12192" y="0"/>
                  </a:lnTo>
                  <a:lnTo>
                    <a:pt x="12192" y="1270"/>
                  </a:lnTo>
                  <a:lnTo>
                    <a:pt x="12192" y="5080"/>
                  </a:lnTo>
                  <a:lnTo>
                    <a:pt x="9144" y="5080"/>
                  </a:lnTo>
                  <a:lnTo>
                    <a:pt x="9144" y="7620"/>
                  </a:lnTo>
                  <a:lnTo>
                    <a:pt x="9144" y="10160"/>
                  </a:lnTo>
                  <a:lnTo>
                    <a:pt x="9144" y="12700"/>
                  </a:lnTo>
                  <a:lnTo>
                    <a:pt x="8382" y="12700"/>
                  </a:lnTo>
                  <a:lnTo>
                    <a:pt x="7620" y="12700"/>
                  </a:lnTo>
                  <a:lnTo>
                    <a:pt x="7620" y="15240"/>
                  </a:lnTo>
                  <a:lnTo>
                    <a:pt x="8382" y="15240"/>
                  </a:lnTo>
                  <a:lnTo>
                    <a:pt x="8382" y="16510"/>
                  </a:lnTo>
                  <a:lnTo>
                    <a:pt x="8382" y="17780"/>
                  </a:lnTo>
                  <a:lnTo>
                    <a:pt x="4826" y="17780"/>
                  </a:lnTo>
                  <a:lnTo>
                    <a:pt x="4826" y="19050"/>
                  </a:lnTo>
                  <a:lnTo>
                    <a:pt x="4826" y="24130"/>
                  </a:lnTo>
                  <a:lnTo>
                    <a:pt x="4826" y="26670"/>
                  </a:lnTo>
                  <a:lnTo>
                    <a:pt x="4826" y="27940"/>
                  </a:lnTo>
                  <a:lnTo>
                    <a:pt x="1397" y="27940"/>
                  </a:lnTo>
                  <a:lnTo>
                    <a:pt x="1397" y="30480"/>
                  </a:lnTo>
                  <a:lnTo>
                    <a:pt x="1397" y="35560"/>
                  </a:lnTo>
                  <a:lnTo>
                    <a:pt x="0" y="35560"/>
                  </a:lnTo>
                  <a:lnTo>
                    <a:pt x="0" y="266700"/>
                  </a:lnTo>
                  <a:lnTo>
                    <a:pt x="9906" y="266700"/>
                  </a:lnTo>
                  <a:lnTo>
                    <a:pt x="9906" y="267970"/>
                  </a:lnTo>
                  <a:lnTo>
                    <a:pt x="18415" y="267970"/>
                  </a:lnTo>
                  <a:lnTo>
                    <a:pt x="18415" y="270510"/>
                  </a:lnTo>
                  <a:lnTo>
                    <a:pt x="26543" y="270510"/>
                  </a:lnTo>
                  <a:lnTo>
                    <a:pt x="26543" y="271780"/>
                  </a:lnTo>
                  <a:lnTo>
                    <a:pt x="29972" y="271780"/>
                  </a:lnTo>
                  <a:lnTo>
                    <a:pt x="29972" y="270510"/>
                  </a:lnTo>
                  <a:lnTo>
                    <a:pt x="29972" y="267970"/>
                  </a:lnTo>
                  <a:lnTo>
                    <a:pt x="29972" y="266700"/>
                  </a:lnTo>
                  <a:lnTo>
                    <a:pt x="29972" y="35560"/>
                  </a:lnTo>
                  <a:lnTo>
                    <a:pt x="29972" y="30480"/>
                  </a:lnTo>
                  <a:lnTo>
                    <a:pt x="45466" y="30480"/>
                  </a:lnTo>
                  <a:lnTo>
                    <a:pt x="45466" y="27940"/>
                  </a:lnTo>
                  <a:lnTo>
                    <a:pt x="45466" y="26670"/>
                  </a:lnTo>
                  <a:lnTo>
                    <a:pt x="62103" y="26670"/>
                  </a:lnTo>
                  <a:lnTo>
                    <a:pt x="62103" y="24130"/>
                  </a:lnTo>
                  <a:lnTo>
                    <a:pt x="74676" y="24130"/>
                  </a:lnTo>
                  <a:lnTo>
                    <a:pt x="74676" y="19050"/>
                  </a:lnTo>
                  <a:lnTo>
                    <a:pt x="74676" y="17780"/>
                  </a:lnTo>
                  <a:lnTo>
                    <a:pt x="92964" y="17780"/>
                  </a:lnTo>
                  <a:lnTo>
                    <a:pt x="92964" y="16510"/>
                  </a:lnTo>
                  <a:lnTo>
                    <a:pt x="356108" y="16510"/>
                  </a:lnTo>
                  <a:lnTo>
                    <a:pt x="356108" y="15240"/>
                  </a:lnTo>
                  <a:close/>
                </a:path>
                <a:path w="458470" h="364489">
                  <a:moveTo>
                    <a:pt x="374243" y="17272"/>
                  </a:moveTo>
                  <a:lnTo>
                    <a:pt x="366014" y="17272"/>
                  </a:lnTo>
                  <a:lnTo>
                    <a:pt x="366014" y="16510"/>
                  </a:lnTo>
                  <a:lnTo>
                    <a:pt x="365760" y="16510"/>
                  </a:lnTo>
                  <a:lnTo>
                    <a:pt x="365760" y="17780"/>
                  </a:lnTo>
                  <a:lnTo>
                    <a:pt x="366014" y="17780"/>
                  </a:lnTo>
                  <a:lnTo>
                    <a:pt x="374243" y="17780"/>
                  </a:lnTo>
                  <a:lnTo>
                    <a:pt x="374243" y="17272"/>
                  </a:lnTo>
                  <a:close/>
                </a:path>
                <a:path w="458470" h="364489">
                  <a:moveTo>
                    <a:pt x="393065" y="21082"/>
                  </a:moveTo>
                  <a:lnTo>
                    <a:pt x="384556" y="21082"/>
                  </a:lnTo>
                  <a:lnTo>
                    <a:pt x="384556" y="18542"/>
                  </a:lnTo>
                  <a:lnTo>
                    <a:pt x="379476" y="18542"/>
                  </a:lnTo>
                  <a:lnTo>
                    <a:pt x="379476" y="23622"/>
                  </a:lnTo>
                  <a:lnTo>
                    <a:pt x="393065" y="23622"/>
                  </a:lnTo>
                  <a:lnTo>
                    <a:pt x="393065" y="21082"/>
                  </a:lnTo>
                  <a:close/>
                </a:path>
                <a:path w="458470" h="364489">
                  <a:moveTo>
                    <a:pt x="404698" y="23622"/>
                  </a:moveTo>
                  <a:lnTo>
                    <a:pt x="396240" y="23622"/>
                  </a:lnTo>
                  <a:lnTo>
                    <a:pt x="396240" y="26162"/>
                  </a:lnTo>
                  <a:lnTo>
                    <a:pt x="404698" y="26162"/>
                  </a:lnTo>
                  <a:lnTo>
                    <a:pt x="404698" y="23622"/>
                  </a:lnTo>
                  <a:close/>
                </a:path>
                <a:path w="458470" h="364489">
                  <a:moveTo>
                    <a:pt x="423291" y="27432"/>
                  </a:moveTo>
                  <a:lnTo>
                    <a:pt x="411213" y="27432"/>
                  </a:lnTo>
                  <a:lnTo>
                    <a:pt x="411213" y="29972"/>
                  </a:lnTo>
                  <a:lnTo>
                    <a:pt x="423291" y="29972"/>
                  </a:lnTo>
                  <a:lnTo>
                    <a:pt x="423291" y="27432"/>
                  </a:lnTo>
                  <a:close/>
                </a:path>
                <a:path w="458470" h="364489">
                  <a:moveTo>
                    <a:pt x="458343" y="36830"/>
                  </a:moveTo>
                  <a:lnTo>
                    <a:pt x="449834" y="36830"/>
                  </a:lnTo>
                  <a:lnTo>
                    <a:pt x="449834" y="35560"/>
                  </a:lnTo>
                  <a:lnTo>
                    <a:pt x="440182" y="35560"/>
                  </a:lnTo>
                  <a:lnTo>
                    <a:pt x="440182" y="31750"/>
                  </a:lnTo>
                  <a:lnTo>
                    <a:pt x="431673" y="31750"/>
                  </a:lnTo>
                  <a:lnTo>
                    <a:pt x="431673" y="30480"/>
                  </a:lnTo>
                  <a:lnTo>
                    <a:pt x="427850" y="30480"/>
                  </a:lnTo>
                  <a:lnTo>
                    <a:pt x="427850" y="31750"/>
                  </a:lnTo>
                  <a:lnTo>
                    <a:pt x="427850" y="35560"/>
                  </a:lnTo>
                  <a:lnTo>
                    <a:pt x="427850" y="36830"/>
                  </a:lnTo>
                  <a:lnTo>
                    <a:pt x="427850" y="270510"/>
                  </a:lnTo>
                  <a:lnTo>
                    <a:pt x="427850" y="271780"/>
                  </a:lnTo>
                  <a:lnTo>
                    <a:pt x="411213" y="271780"/>
                  </a:lnTo>
                  <a:lnTo>
                    <a:pt x="411213" y="276860"/>
                  </a:lnTo>
                  <a:lnTo>
                    <a:pt x="396240" y="276860"/>
                  </a:lnTo>
                  <a:lnTo>
                    <a:pt x="396240" y="280670"/>
                  </a:lnTo>
                  <a:lnTo>
                    <a:pt x="379476" y="280670"/>
                  </a:lnTo>
                  <a:lnTo>
                    <a:pt x="379476" y="284480"/>
                  </a:lnTo>
                  <a:lnTo>
                    <a:pt x="366014" y="284480"/>
                  </a:lnTo>
                  <a:lnTo>
                    <a:pt x="366014" y="287020"/>
                  </a:lnTo>
                  <a:lnTo>
                    <a:pt x="97155" y="287020"/>
                  </a:lnTo>
                  <a:lnTo>
                    <a:pt x="97155" y="288290"/>
                  </a:lnTo>
                  <a:lnTo>
                    <a:pt x="104140" y="288290"/>
                  </a:lnTo>
                  <a:lnTo>
                    <a:pt x="104140" y="292100"/>
                  </a:lnTo>
                  <a:lnTo>
                    <a:pt x="122301" y="292100"/>
                  </a:lnTo>
                  <a:lnTo>
                    <a:pt x="122301" y="295910"/>
                  </a:lnTo>
                  <a:lnTo>
                    <a:pt x="130810" y="295910"/>
                  </a:lnTo>
                  <a:lnTo>
                    <a:pt x="130810" y="297180"/>
                  </a:lnTo>
                  <a:lnTo>
                    <a:pt x="139192" y="297180"/>
                  </a:lnTo>
                  <a:lnTo>
                    <a:pt x="139192" y="298450"/>
                  </a:lnTo>
                  <a:lnTo>
                    <a:pt x="149352" y="298450"/>
                  </a:lnTo>
                  <a:lnTo>
                    <a:pt x="149352" y="302260"/>
                  </a:lnTo>
                  <a:lnTo>
                    <a:pt x="159766" y="302260"/>
                  </a:lnTo>
                  <a:lnTo>
                    <a:pt x="159766" y="303530"/>
                  </a:lnTo>
                  <a:lnTo>
                    <a:pt x="168021" y="303530"/>
                  </a:lnTo>
                  <a:lnTo>
                    <a:pt x="168021" y="306070"/>
                  </a:lnTo>
                  <a:lnTo>
                    <a:pt x="176403" y="306070"/>
                  </a:lnTo>
                  <a:lnTo>
                    <a:pt x="176403" y="307340"/>
                  </a:lnTo>
                  <a:lnTo>
                    <a:pt x="184912" y="307340"/>
                  </a:lnTo>
                  <a:lnTo>
                    <a:pt x="184912" y="311150"/>
                  </a:lnTo>
                  <a:lnTo>
                    <a:pt x="194564" y="311150"/>
                  </a:lnTo>
                  <a:lnTo>
                    <a:pt x="194564" y="312420"/>
                  </a:lnTo>
                  <a:lnTo>
                    <a:pt x="203073" y="312420"/>
                  </a:lnTo>
                  <a:lnTo>
                    <a:pt x="203073" y="316230"/>
                  </a:lnTo>
                  <a:lnTo>
                    <a:pt x="219964" y="316230"/>
                  </a:lnTo>
                  <a:lnTo>
                    <a:pt x="219964" y="317500"/>
                  </a:lnTo>
                  <a:lnTo>
                    <a:pt x="226568" y="317500"/>
                  </a:lnTo>
                  <a:lnTo>
                    <a:pt x="226568" y="318770"/>
                  </a:lnTo>
                  <a:lnTo>
                    <a:pt x="238633" y="318770"/>
                  </a:lnTo>
                  <a:lnTo>
                    <a:pt x="238633" y="322580"/>
                  </a:lnTo>
                  <a:lnTo>
                    <a:pt x="247015" y="322580"/>
                  </a:lnTo>
                  <a:lnTo>
                    <a:pt x="247015" y="323850"/>
                  </a:lnTo>
                  <a:lnTo>
                    <a:pt x="253619" y="323850"/>
                  </a:lnTo>
                  <a:lnTo>
                    <a:pt x="253619" y="326390"/>
                  </a:lnTo>
                  <a:lnTo>
                    <a:pt x="261747" y="326390"/>
                  </a:lnTo>
                  <a:lnTo>
                    <a:pt x="261747" y="328930"/>
                  </a:lnTo>
                  <a:lnTo>
                    <a:pt x="273685" y="328930"/>
                  </a:lnTo>
                  <a:lnTo>
                    <a:pt x="273685" y="330200"/>
                  </a:lnTo>
                  <a:lnTo>
                    <a:pt x="280670" y="330200"/>
                  </a:lnTo>
                  <a:lnTo>
                    <a:pt x="280670" y="332740"/>
                  </a:lnTo>
                  <a:lnTo>
                    <a:pt x="288925" y="332740"/>
                  </a:lnTo>
                  <a:lnTo>
                    <a:pt x="288925" y="334010"/>
                  </a:lnTo>
                  <a:lnTo>
                    <a:pt x="297307" y="334010"/>
                  </a:lnTo>
                  <a:lnTo>
                    <a:pt x="297307" y="337820"/>
                  </a:lnTo>
                  <a:lnTo>
                    <a:pt x="307213" y="337820"/>
                  </a:lnTo>
                  <a:lnTo>
                    <a:pt x="307213" y="339090"/>
                  </a:lnTo>
                  <a:lnTo>
                    <a:pt x="315468" y="339090"/>
                  </a:lnTo>
                  <a:lnTo>
                    <a:pt x="315468" y="342900"/>
                  </a:lnTo>
                  <a:lnTo>
                    <a:pt x="332359" y="342900"/>
                  </a:lnTo>
                  <a:lnTo>
                    <a:pt x="332359" y="344170"/>
                  </a:lnTo>
                  <a:lnTo>
                    <a:pt x="342519" y="344170"/>
                  </a:lnTo>
                  <a:lnTo>
                    <a:pt x="342519" y="346710"/>
                  </a:lnTo>
                  <a:lnTo>
                    <a:pt x="351028" y="346710"/>
                  </a:lnTo>
                  <a:lnTo>
                    <a:pt x="351028" y="349250"/>
                  </a:lnTo>
                  <a:lnTo>
                    <a:pt x="359410" y="349250"/>
                  </a:lnTo>
                  <a:lnTo>
                    <a:pt x="359410" y="351790"/>
                  </a:lnTo>
                  <a:lnTo>
                    <a:pt x="369189" y="351790"/>
                  </a:lnTo>
                  <a:lnTo>
                    <a:pt x="369189" y="353060"/>
                  </a:lnTo>
                  <a:lnTo>
                    <a:pt x="377571" y="353060"/>
                  </a:lnTo>
                  <a:lnTo>
                    <a:pt x="377571" y="355600"/>
                  </a:lnTo>
                  <a:lnTo>
                    <a:pt x="386080" y="355600"/>
                  </a:lnTo>
                  <a:lnTo>
                    <a:pt x="386080" y="358140"/>
                  </a:lnTo>
                  <a:lnTo>
                    <a:pt x="396240" y="358140"/>
                  </a:lnTo>
                  <a:lnTo>
                    <a:pt x="396240" y="359410"/>
                  </a:lnTo>
                  <a:lnTo>
                    <a:pt x="404622" y="359410"/>
                  </a:lnTo>
                  <a:lnTo>
                    <a:pt x="404622" y="363220"/>
                  </a:lnTo>
                  <a:lnTo>
                    <a:pt x="411213" y="363220"/>
                  </a:lnTo>
                  <a:lnTo>
                    <a:pt x="411213" y="364490"/>
                  </a:lnTo>
                  <a:lnTo>
                    <a:pt x="423291" y="364490"/>
                  </a:lnTo>
                  <a:lnTo>
                    <a:pt x="423291" y="363220"/>
                  </a:lnTo>
                  <a:lnTo>
                    <a:pt x="424675" y="363220"/>
                  </a:lnTo>
                  <a:lnTo>
                    <a:pt x="424675" y="359410"/>
                  </a:lnTo>
                  <a:lnTo>
                    <a:pt x="424675" y="358140"/>
                  </a:lnTo>
                  <a:lnTo>
                    <a:pt x="424675" y="355600"/>
                  </a:lnTo>
                  <a:lnTo>
                    <a:pt x="424675" y="353060"/>
                  </a:lnTo>
                  <a:lnTo>
                    <a:pt x="426720" y="353060"/>
                  </a:lnTo>
                  <a:lnTo>
                    <a:pt x="426720" y="351790"/>
                  </a:lnTo>
                  <a:lnTo>
                    <a:pt x="426720" y="349250"/>
                  </a:lnTo>
                  <a:lnTo>
                    <a:pt x="426720" y="346710"/>
                  </a:lnTo>
                  <a:lnTo>
                    <a:pt x="427850" y="346710"/>
                  </a:lnTo>
                  <a:lnTo>
                    <a:pt x="427850" y="344170"/>
                  </a:lnTo>
                  <a:lnTo>
                    <a:pt x="427850" y="342900"/>
                  </a:lnTo>
                  <a:lnTo>
                    <a:pt x="431673" y="342900"/>
                  </a:lnTo>
                  <a:lnTo>
                    <a:pt x="431673" y="339090"/>
                  </a:lnTo>
                  <a:lnTo>
                    <a:pt x="431673" y="337820"/>
                  </a:lnTo>
                  <a:lnTo>
                    <a:pt x="431673" y="334010"/>
                  </a:lnTo>
                  <a:lnTo>
                    <a:pt x="431673" y="332740"/>
                  </a:lnTo>
                  <a:lnTo>
                    <a:pt x="433197" y="332740"/>
                  </a:lnTo>
                  <a:lnTo>
                    <a:pt x="433197" y="330200"/>
                  </a:lnTo>
                  <a:lnTo>
                    <a:pt x="433197" y="328930"/>
                  </a:lnTo>
                  <a:lnTo>
                    <a:pt x="433197" y="326390"/>
                  </a:lnTo>
                  <a:lnTo>
                    <a:pt x="436372" y="326390"/>
                  </a:lnTo>
                  <a:lnTo>
                    <a:pt x="436372" y="323850"/>
                  </a:lnTo>
                  <a:lnTo>
                    <a:pt x="436372" y="322580"/>
                  </a:lnTo>
                  <a:lnTo>
                    <a:pt x="438277" y="322580"/>
                  </a:lnTo>
                  <a:lnTo>
                    <a:pt x="438277" y="318770"/>
                  </a:lnTo>
                  <a:lnTo>
                    <a:pt x="438277" y="317500"/>
                  </a:lnTo>
                  <a:lnTo>
                    <a:pt x="438277" y="316230"/>
                  </a:lnTo>
                  <a:lnTo>
                    <a:pt x="440182" y="316230"/>
                  </a:lnTo>
                  <a:lnTo>
                    <a:pt x="440182" y="312420"/>
                  </a:lnTo>
                  <a:lnTo>
                    <a:pt x="441452" y="312420"/>
                  </a:lnTo>
                  <a:lnTo>
                    <a:pt x="441452" y="311150"/>
                  </a:lnTo>
                  <a:lnTo>
                    <a:pt x="441452" y="307340"/>
                  </a:lnTo>
                  <a:lnTo>
                    <a:pt x="441452" y="306070"/>
                  </a:lnTo>
                  <a:lnTo>
                    <a:pt x="441452" y="303530"/>
                  </a:lnTo>
                  <a:lnTo>
                    <a:pt x="444754" y="303530"/>
                  </a:lnTo>
                  <a:lnTo>
                    <a:pt x="444754" y="302260"/>
                  </a:lnTo>
                  <a:lnTo>
                    <a:pt x="444754" y="298450"/>
                  </a:lnTo>
                  <a:lnTo>
                    <a:pt x="446786" y="298450"/>
                  </a:lnTo>
                  <a:lnTo>
                    <a:pt x="446786" y="297180"/>
                  </a:lnTo>
                  <a:lnTo>
                    <a:pt x="446786" y="295910"/>
                  </a:lnTo>
                  <a:lnTo>
                    <a:pt x="446786" y="292100"/>
                  </a:lnTo>
                  <a:lnTo>
                    <a:pt x="449834" y="292100"/>
                  </a:lnTo>
                  <a:lnTo>
                    <a:pt x="449834" y="288290"/>
                  </a:lnTo>
                  <a:lnTo>
                    <a:pt x="449834" y="287020"/>
                  </a:lnTo>
                  <a:lnTo>
                    <a:pt x="449834" y="284480"/>
                  </a:lnTo>
                  <a:lnTo>
                    <a:pt x="449834" y="280670"/>
                  </a:lnTo>
                  <a:lnTo>
                    <a:pt x="453250" y="280670"/>
                  </a:lnTo>
                  <a:lnTo>
                    <a:pt x="453250" y="276860"/>
                  </a:lnTo>
                  <a:lnTo>
                    <a:pt x="454901" y="276860"/>
                  </a:lnTo>
                  <a:lnTo>
                    <a:pt x="454901" y="271780"/>
                  </a:lnTo>
                  <a:lnTo>
                    <a:pt x="454901" y="270510"/>
                  </a:lnTo>
                  <a:lnTo>
                    <a:pt x="458343" y="270510"/>
                  </a:lnTo>
                  <a:lnTo>
                    <a:pt x="458343" y="36830"/>
                  </a:lnTo>
                  <a:close/>
                </a:path>
              </a:pathLst>
            </a:custGeom>
            <a:solidFill>
              <a:srgbClr val="0000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81884" y="2951479"/>
              <a:ext cx="280035" cy="59690"/>
            </a:xfrm>
            <a:custGeom>
              <a:avLst/>
              <a:gdLst/>
              <a:ahLst/>
              <a:cxnLst/>
              <a:rect l="l" t="t" r="r" b="b"/>
              <a:pathLst>
                <a:path w="280035" h="59689">
                  <a:moveTo>
                    <a:pt x="64135" y="8890"/>
                  </a:moveTo>
                  <a:lnTo>
                    <a:pt x="54229" y="8890"/>
                  </a:lnTo>
                  <a:lnTo>
                    <a:pt x="54229" y="7620"/>
                  </a:lnTo>
                  <a:lnTo>
                    <a:pt x="45974" y="7620"/>
                  </a:lnTo>
                  <a:lnTo>
                    <a:pt x="45974" y="5080"/>
                  </a:lnTo>
                  <a:lnTo>
                    <a:pt x="37592" y="5080"/>
                  </a:lnTo>
                  <a:lnTo>
                    <a:pt x="37592" y="2540"/>
                  </a:lnTo>
                  <a:lnTo>
                    <a:pt x="27178" y="2540"/>
                  </a:lnTo>
                  <a:lnTo>
                    <a:pt x="27178" y="0"/>
                  </a:lnTo>
                  <a:lnTo>
                    <a:pt x="18923" y="0"/>
                  </a:lnTo>
                  <a:lnTo>
                    <a:pt x="18923" y="2540"/>
                  </a:lnTo>
                  <a:lnTo>
                    <a:pt x="18923" y="5080"/>
                  </a:lnTo>
                  <a:lnTo>
                    <a:pt x="18923" y="7620"/>
                  </a:lnTo>
                  <a:lnTo>
                    <a:pt x="17018" y="7620"/>
                  </a:lnTo>
                  <a:lnTo>
                    <a:pt x="17018" y="8890"/>
                  </a:lnTo>
                  <a:lnTo>
                    <a:pt x="17018" y="12700"/>
                  </a:lnTo>
                  <a:lnTo>
                    <a:pt x="64135" y="12700"/>
                  </a:lnTo>
                  <a:lnTo>
                    <a:pt x="64135" y="8890"/>
                  </a:lnTo>
                  <a:close/>
                </a:path>
                <a:path w="280035" h="59689">
                  <a:moveTo>
                    <a:pt x="279654" y="58420"/>
                  </a:moveTo>
                  <a:lnTo>
                    <a:pt x="271145" y="58420"/>
                  </a:lnTo>
                  <a:lnTo>
                    <a:pt x="271145" y="54610"/>
                  </a:lnTo>
                  <a:lnTo>
                    <a:pt x="260985" y="54610"/>
                  </a:lnTo>
                  <a:lnTo>
                    <a:pt x="260985" y="53340"/>
                  </a:lnTo>
                  <a:lnTo>
                    <a:pt x="252476" y="53340"/>
                  </a:lnTo>
                  <a:lnTo>
                    <a:pt x="252476" y="52070"/>
                  </a:lnTo>
                  <a:lnTo>
                    <a:pt x="240919" y="52070"/>
                  </a:lnTo>
                  <a:lnTo>
                    <a:pt x="240919" y="49530"/>
                  </a:lnTo>
                  <a:lnTo>
                    <a:pt x="234315" y="49530"/>
                  </a:lnTo>
                  <a:lnTo>
                    <a:pt x="234315" y="48260"/>
                  </a:lnTo>
                  <a:lnTo>
                    <a:pt x="221996" y="48260"/>
                  </a:lnTo>
                  <a:lnTo>
                    <a:pt x="221996" y="46990"/>
                  </a:lnTo>
                  <a:lnTo>
                    <a:pt x="213741" y="46990"/>
                  </a:lnTo>
                  <a:lnTo>
                    <a:pt x="213741" y="43180"/>
                  </a:lnTo>
                  <a:lnTo>
                    <a:pt x="203835" y="43180"/>
                  </a:lnTo>
                  <a:lnTo>
                    <a:pt x="203835" y="41910"/>
                  </a:lnTo>
                  <a:lnTo>
                    <a:pt x="195326" y="41910"/>
                  </a:lnTo>
                  <a:lnTo>
                    <a:pt x="195326" y="39370"/>
                  </a:lnTo>
                  <a:lnTo>
                    <a:pt x="185166" y="39370"/>
                  </a:lnTo>
                  <a:lnTo>
                    <a:pt x="185166" y="35560"/>
                  </a:lnTo>
                  <a:lnTo>
                    <a:pt x="176784" y="35560"/>
                  </a:lnTo>
                  <a:lnTo>
                    <a:pt x="176784" y="34290"/>
                  </a:lnTo>
                  <a:lnTo>
                    <a:pt x="167005" y="34290"/>
                  </a:lnTo>
                  <a:lnTo>
                    <a:pt x="167005" y="33020"/>
                  </a:lnTo>
                  <a:lnTo>
                    <a:pt x="158496" y="33020"/>
                  </a:lnTo>
                  <a:lnTo>
                    <a:pt x="158496" y="31750"/>
                  </a:lnTo>
                  <a:lnTo>
                    <a:pt x="148209" y="31750"/>
                  </a:lnTo>
                  <a:lnTo>
                    <a:pt x="148209" y="27940"/>
                  </a:lnTo>
                  <a:lnTo>
                    <a:pt x="139954" y="27940"/>
                  </a:lnTo>
                  <a:lnTo>
                    <a:pt x="139954" y="26670"/>
                  </a:lnTo>
                  <a:lnTo>
                    <a:pt x="121539" y="26670"/>
                  </a:lnTo>
                  <a:lnTo>
                    <a:pt x="121539" y="22860"/>
                  </a:lnTo>
                  <a:lnTo>
                    <a:pt x="109474" y="22860"/>
                  </a:lnTo>
                  <a:lnTo>
                    <a:pt x="109474" y="21590"/>
                  </a:lnTo>
                  <a:lnTo>
                    <a:pt x="102870" y="21590"/>
                  </a:lnTo>
                  <a:lnTo>
                    <a:pt x="102870" y="19050"/>
                  </a:lnTo>
                  <a:lnTo>
                    <a:pt x="91313" y="19050"/>
                  </a:lnTo>
                  <a:lnTo>
                    <a:pt x="91313" y="16510"/>
                  </a:lnTo>
                  <a:lnTo>
                    <a:pt x="84328" y="16510"/>
                  </a:lnTo>
                  <a:lnTo>
                    <a:pt x="84328" y="13970"/>
                  </a:lnTo>
                  <a:lnTo>
                    <a:pt x="84328" y="12700"/>
                  </a:lnTo>
                  <a:lnTo>
                    <a:pt x="72644" y="12700"/>
                  </a:lnTo>
                  <a:lnTo>
                    <a:pt x="72644" y="13970"/>
                  </a:lnTo>
                  <a:lnTo>
                    <a:pt x="17018" y="13970"/>
                  </a:lnTo>
                  <a:lnTo>
                    <a:pt x="17018" y="12700"/>
                  </a:lnTo>
                  <a:lnTo>
                    <a:pt x="15494" y="12700"/>
                  </a:lnTo>
                  <a:lnTo>
                    <a:pt x="15494" y="13970"/>
                  </a:lnTo>
                  <a:lnTo>
                    <a:pt x="15494" y="16510"/>
                  </a:lnTo>
                  <a:lnTo>
                    <a:pt x="15494" y="19050"/>
                  </a:lnTo>
                  <a:lnTo>
                    <a:pt x="15494" y="21590"/>
                  </a:lnTo>
                  <a:lnTo>
                    <a:pt x="13589" y="21590"/>
                  </a:lnTo>
                  <a:lnTo>
                    <a:pt x="13589" y="22860"/>
                  </a:lnTo>
                  <a:lnTo>
                    <a:pt x="13589" y="26670"/>
                  </a:lnTo>
                  <a:lnTo>
                    <a:pt x="10414" y="26670"/>
                  </a:lnTo>
                  <a:lnTo>
                    <a:pt x="10414" y="27940"/>
                  </a:lnTo>
                  <a:lnTo>
                    <a:pt x="10414" y="31750"/>
                  </a:lnTo>
                  <a:lnTo>
                    <a:pt x="8509" y="31750"/>
                  </a:lnTo>
                  <a:lnTo>
                    <a:pt x="8509" y="43180"/>
                  </a:lnTo>
                  <a:lnTo>
                    <a:pt x="5334" y="43180"/>
                  </a:lnTo>
                  <a:lnTo>
                    <a:pt x="5334" y="46990"/>
                  </a:lnTo>
                  <a:lnTo>
                    <a:pt x="5334" y="48260"/>
                  </a:lnTo>
                  <a:lnTo>
                    <a:pt x="3937" y="48260"/>
                  </a:lnTo>
                  <a:lnTo>
                    <a:pt x="3937" y="49530"/>
                  </a:lnTo>
                  <a:lnTo>
                    <a:pt x="3937" y="52070"/>
                  </a:lnTo>
                  <a:lnTo>
                    <a:pt x="3937" y="53340"/>
                  </a:lnTo>
                  <a:lnTo>
                    <a:pt x="0" y="53340"/>
                  </a:lnTo>
                  <a:lnTo>
                    <a:pt x="0" y="54610"/>
                  </a:lnTo>
                  <a:lnTo>
                    <a:pt x="0" y="58420"/>
                  </a:lnTo>
                  <a:lnTo>
                    <a:pt x="0" y="59690"/>
                  </a:lnTo>
                  <a:lnTo>
                    <a:pt x="279654" y="59690"/>
                  </a:lnTo>
                  <a:lnTo>
                    <a:pt x="279654" y="58420"/>
                  </a:lnTo>
                  <a:close/>
                </a:path>
              </a:pathLst>
            </a:custGeom>
            <a:solidFill>
              <a:srgbClr val="0000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881884" y="2992119"/>
              <a:ext cx="429259" cy="382270"/>
            </a:xfrm>
            <a:custGeom>
              <a:avLst/>
              <a:gdLst/>
              <a:ahLst/>
              <a:cxnLst/>
              <a:rect l="l" t="t" r="r" b="b"/>
              <a:pathLst>
                <a:path w="429260" h="382270">
                  <a:moveTo>
                    <a:pt x="49123" y="294411"/>
                  </a:moveTo>
                  <a:lnTo>
                    <a:pt x="40640" y="294411"/>
                  </a:lnTo>
                  <a:lnTo>
                    <a:pt x="40640" y="296926"/>
                  </a:lnTo>
                  <a:lnTo>
                    <a:pt x="49123" y="296926"/>
                  </a:lnTo>
                  <a:lnTo>
                    <a:pt x="49123" y="294411"/>
                  </a:lnTo>
                  <a:close/>
                </a:path>
                <a:path w="429260" h="382270">
                  <a:moveTo>
                    <a:pt x="62738" y="298208"/>
                  </a:moveTo>
                  <a:lnTo>
                    <a:pt x="57658" y="298208"/>
                  </a:lnTo>
                  <a:lnTo>
                    <a:pt x="57658" y="302006"/>
                  </a:lnTo>
                  <a:lnTo>
                    <a:pt x="62738" y="302006"/>
                  </a:lnTo>
                  <a:lnTo>
                    <a:pt x="62738" y="298208"/>
                  </a:lnTo>
                  <a:close/>
                </a:path>
                <a:path w="429260" h="382270">
                  <a:moveTo>
                    <a:pt x="80899" y="302006"/>
                  </a:moveTo>
                  <a:lnTo>
                    <a:pt x="67310" y="302006"/>
                  </a:lnTo>
                  <a:lnTo>
                    <a:pt x="67310" y="303276"/>
                  </a:lnTo>
                  <a:lnTo>
                    <a:pt x="75819" y="303276"/>
                  </a:lnTo>
                  <a:lnTo>
                    <a:pt x="75819" y="304546"/>
                  </a:lnTo>
                  <a:lnTo>
                    <a:pt x="80899" y="304546"/>
                  </a:lnTo>
                  <a:lnTo>
                    <a:pt x="80899" y="302006"/>
                  </a:lnTo>
                  <a:close/>
                </a:path>
                <a:path w="429260" h="382270">
                  <a:moveTo>
                    <a:pt x="343662" y="33020"/>
                  </a:moveTo>
                  <a:lnTo>
                    <a:pt x="335280" y="33020"/>
                  </a:lnTo>
                  <a:lnTo>
                    <a:pt x="335280" y="30480"/>
                  </a:lnTo>
                  <a:lnTo>
                    <a:pt x="324993" y="30480"/>
                  </a:lnTo>
                  <a:lnTo>
                    <a:pt x="324993" y="27940"/>
                  </a:lnTo>
                  <a:lnTo>
                    <a:pt x="316611" y="27940"/>
                  </a:lnTo>
                  <a:lnTo>
                    <a:pt x="316611" y="25400"/>
                  </a:lnTo>
                  <a:lnTo>
                    <a:pt x="306451" y="25400"/>
                  </a:lnTo>
                  <a:lnTo>
                    <a:pt x="306451" y="22860"/>
                  </a:lnTo>
                  <a:lnTo>
                    <a:pt x="288290" y="22860"/>
                  </a:lnTo>
                  <a:lnTo>
                    <a:pt x="288290" y="19050"/>
                  </a:lnTo>
                  <a:lnTo>
                    <a:pt x="279781" y="19050"/>
                  </a:lnTo>
                  <a:lnTo>
                    <a:pt x="279781" y="17780"/>
                  </a:lnTo>
                  <a:lnTo>
                    <a:pt x="279781" y="16510"/>
                  </a:lnTo>
                  <a:lnTo>
                    <a:pt x="271272" y="16510"/>
                  </a:lnTo>
                  <a:lnTo>
                    <a:pt x="271272" y="12700"/>
                  </a:lnTo>
                  <a:lnTo>
                    <a:pt x="261112" y="12700"/>
                  </a:lnTo>
                  <a:lnTo>
                    <a:pt x="261112" y="11430"/>
                  </a:lnTo>
                  <a:lnTo>
                    <a:pt x="252730" y="11430"/>
                  </a:lnTo>
                  <a:lnTo>
                    <a:pt x="252730" y="10160"/>
                  </a:lnTo>
                  <a:lnTo>
                    <a:pt x="241046" y="10160"/>
                  </a:lnTo>
                  <a:lnTo>
                    <a:pt x="241046" y="7620"/>
                  </a:lnTo>
                  <a:lnTo>
                    <a:pt x="234569" y="7620"/>
                  </a:lnTo>
                  <a:lnTo>
                    <a:pt x="234569" y="6350"/>
                  </a:lnTo>
                  <a:lnTo>
                    <a:pt x="222123" y="6350"/>
                  </a:lnTo>
                  <a:lnTo>
                    <a:pt x="222123" y="5080"/>
                  </a:lnTo>
                  <a:lnTo>
                    <a:pt x="213868" y="5080"/>
                  </a:lnTo>
                  <a:lnTo>
                    <a:pt x="213868" y="1270"/>
                  </a:lnTo>
                  <a:lnTo>
                    <a:pt x="203962" y="1270"/>
                  </a:lnTo>
                  <a:lnTo>
                    <a:pt x="203962" y="0"/>
                  </a:lnTo>
                  <a:lnTo>
                    <a:pt x="8509" y="0"/>
                  </a:lnTo>
                  <a:lnTo>
                    <a:pt x="8509" y="1270"/>
                  </a:lnTo>
                  <a:lnTo>
                    <a:pt x="5334" y="1270"/>
                  </a:lnTo>
                  <a:lnTo>
                    <a:pt x="5334" y="5080"/>
                  </a:lnTo>
                  <a:lnTo>
                    <a:pt x="5334" y="6350"/>
                  </a:lnTo>
                  <a:lnTo>
                    <a:pt x="3937" y="6350"/>
                  </a:lnTo>
                  <a:lnTo>
                    <a:pt x="3937" y="7620"/>
                  </a:lnTo>
                  <a:lnTo>
                    <a:pt x="3937" y="10160"/>
                  </a:lnTo>
                  <a:lnTo>
                    <a:pt x="3937" y="11430"/>
                  </a:lnTo>
                  <a:lnTo>
                    <a:pt x="0" y="11430"/>
                  </a:lnTo>
                  <a:lnTo>
                    <a:pt x="0" y="285750"/>
                  </a:lnTo>
                  <a:lnTo>
                    <a:pt x="5334" y="285750"/>
                  </a:lnTo>
                  <a:lnTo>
                    <a:pt x="5334" y="288290"/>
                  </a:lnTo>
                  <a:lnTo>
                    <a:pt x="13589" y="288290"/>
                  </a:lnTo>
                  <a:lnTo>
                    <a:pt x="13589" y="289560"/>
                  </a:lnTo>
                  <a:lnTo>
                    <a:pt x="22098" y="289560"/>
                  </a:lnTo>
                  <a:lnTo>
                    <a:pt x="22098" y="293370"/>
                  </a:lnTo>
                  <a:lnTo>
                    <a:pt x="32512" y="293370"/>
                  </a:lnTo>
                  <a:lnTo>
                    <a:pt x="32512" y="289560"/>
                  </a:lnTo>
                  <a:lnTo>
                    <a:pt x="32512" y="288290"/>
                  </a:lnTo>
                  <a:lnTo>
                    <a:pt x="32512" y="285750"/>
                  </a:lnTo>
                  <a:lnTo>
                    <a:pt x="32512" y="44450"/>
                  </a:lnTo>
                  <a:lnTo>
                    <a:pt x="49149" y="44450"/>
                  </a:lnTo>
                  <a:lnTo>
                    <a:pt x="49149" y="41910"/>
                  </a:lnTo>
                  <a:lnTo>
                    <a:pt x="62738" y="41910"/>
                  </a:lnTo>
                  <a:lnTo>
                    <a:pt x="62738" y="36830"/>
                  </a:lnTo>
                  <a:lnTo>
                    <a:pt x="62484" y="36830"/>
                  </a:lnTo>
                  <a:lnTo>
                    <a:pt x="62484" y="35560"/>
                  </a:lnTo>
                  <a:lnTo>
                    <a:pt x="80772" y="35560"/>
                  </a:lnTo>
                  <a:lnTo>
                    <a:pt x="80772" y="34290"/>
                  </a:lnTo>
                  <a:lnTo>
                    <a:pt x="343662" y="34290"/>
                  </a:lnTo>
                  <a:lnTo>
                    <a:pt x="343662" y="33020"/>
                  </a:lnTo>
                  <a:close/>
                </a:path>
                <a:path w="429260" h="382270">
                  <a:moveTo>
                    <a:pt x="353695" y="34290"/>
                  </a:moveTo>
                  <a:lnTo>
                    <a:pt x="353568" y="34290"/>
                  </a:lnTo>
                  <a:lnTo>
                    <a:pt x="353568" y="35560"/>
                  </a:lnTo>
                  <a:lnTo>
                    <a:pt x="353695" y="35560"/>
                  </a:lnTo>
                  <a:lnTo>
                    <a:pt x="353695" y="34290"/>
                  </a:lnTo>
                  <a:close/>
                </a:path>
                <a:path w="429260" h="382270">
                  <a:moveTo>
                    <a:pt x="380733" y="39370"/>
                  </a:moveTo>
                  <a:lnTo>
                    <a:pt x="372364" y="39370"/>
                  </a:lnTo>
                  <a:lnTo>
                    <a:pt x="372364" y="36830"/>
                  </a:lnTo>
                  <a:lnTo>
                    <a:pt x="367284" y="36830"/>
                  </a:lnTo>
                  <a:lnTo>
                    <a:pt x="367284" y="41910"/>
                  </a:lnTo>
                  <a:lnTo>
                    <a:pt x="380733" y="41910"/>
                  </a:lnTo>
                  <a:lnTo>
                    <a:pt x="380733" y="39370"/>
                  </a:lnTo>
                  <a:close/>
                </a:path>
                <a:path w="429260" h="382270">
                  <a:moveTo>
                    <a:pt x="392391" y="41922"/>
                  </a:moveTo>
                  <a:lnTo>
                    <a:pt x="383908" y="41922"/>
                  </a:lnTo>
                  <a:lnTo>
                    <a:pt x="383908" y="44450"/>
                  </a:lnTo>
                  <a:lnTo>
                    <a:pt x="392391" y="44450"/>
                  </a:lnTo>
                  <a:lnTo>
                    <a:pt x="392391" y="41922"/>
                  </a:lnTo>
                  <a:close/>
                </a:path>
                <a:path w="429260" h="382270">
                  <a:moveTo>
                    <a:pt x="429260" y="53340"/>
                  </a:moveTo>
                  <a:lnTo>
                    <a:pt x="427990" y="53340"/>
                  </a:lnTo>
                  <a:lnTo>
                    <a:pt x="427990" y="49530"/>
                  </a:lnTo>
                  <a:lnTo>
                    <a:pt x="419481" y="49530"/>
                  </a:lnTo>
                  <a:lnTo>
                    <a:pt x="419481" y="48260"/>
                  </a:lnTo>
                  <a:lnTo>
                    <a:pt x="411099" y="48260"/>
                  </a:lnTo>
                  <a:lnTo>
                    <a:pt x="411099" y="45720"/>
                  </a:lnTo>
                  <a:lnTo>
                    <a:pt x="398894" y="45720"/>
                  </a:lnTo>
                  <a:lnTo>
                    <a:pt x="398894" y="48260"/>
                  </a:lnTo>
                  <a:lnTo>
                    <a:pt x="398894" y="49530"/>
                  </a:lnTo>
                  <a:lnTo>
                    <a:pt x="398894" y="53340"/>
                  </a:lnTo>
                  <a:lnTo>
                    <a:pt x="398894" y="294640"/>
                  </a:lnTo>
                  <a:lnTo>
                    <a:pt x="383908" y="294640"/>
                  </a:lnTo>
                  <a:lnTo>
                    <a:pt x="383908" y="298450"/>
                  </a:lnTo>
                  <a:lnTo>
                    <a:pt x="367284" y="298450"/>
                  </a:lnTo>
                  <a:lnTo>
                    <a:pt x="367284" y="302260"/>
                  </a:lnTo>
                  <a:lnTo>
                    <a:pt x="353695" y="302260"/>
                  </a:lnTo>
                  <a:lnTo>
                    <a:pt x="353695" y="304800"/>
                  </a:lnTo>
                  <a:lnTo>
                    <a:pt x="84328" y="304800"/>
                  </a:lnTo>
                  <a:lnTo>
                    <a:pt x="84328" y="306070"/>
                  </a:lnTo>
                  <a:lnTo>
                    <a:pt x="91313" y="306070"/>
                  </a:lnTo>
                  <a:lnTo>
                    <a:pt x="91313" y="309880"/>
                  </a:lnTo>
                  <a:lnTo>
                    <a:pt x="109474" y="309880"/>
                  </a:lnTo>
                  <a:lnTo>
                    <a:pt x="109474" y="313690"/>
                  </a:lnTo>
                  <a:lnTo>
                    <a:pt x="117983" y="313690"/>
                  </a:lnTo>
                  <a:lnTo>
                    <a:pt x="117983" y="314960"/>
                  </a:lnTo>
                  <a:lnTo>
                    <a:pt x="126492" y="314960"/>
                  </a:lnTo>
                  <a:lnTo>
                    <a:pt x="126492" y="316230"/>
                  </a:lnTo>
                  <a:lnTo>
                    <a:pt x="136652" y="316230"/>
                  </a:lnTo>
                  <a:lnTo>
                    <a:pt x="136652" y="320040"/>
                  </a:lnTo>
                  <a:lnTo>
                    <a:pt x="147066" y="320040"/>
                  </a:lnTo>
                  <a:lnTo>
                    <a:pt x="147066" y="321310"/>
                  </a:lnTo>
                  <a:lnTo>
                    <a:pt x="155321" y="321310"/>
                  </a:lnTo>
                  <a:lnTo>
                    <a:pt x="155321" y="323850"/>
                  </a:lnTo>
                  <a:lnTo>
                    <a:pt x="163703" y="323850"/>
                  </a:lnTo>
                  <a:lnTo>
                    <a:pt x="163703" y="325120"/>
                  </a:lnTo>
                  <a:lnTo>
                    <a:pt x="172212" y="325120"/>
                  </a:lnTo>
                  <a:lnTo>
                    <a:pt x="172212" y="328930"/>
                  </a:lnTo>
                  <a:lnTo>
                    <a:pt x="181864" y="328930"/>
                  </a:lnTo>
                  <a:lnTo>
                    <a:pt x="181864" y="330200"/>
                  </a:lnTo>
                  <a:lnTo>
                    <a:pt x="190373" y="330200"/>
                  </a:lnTo>
                  <a:lnTo>
                    <a:pt x="190373" y="334010"/>
                  </a:lnTo>
                  <a:lnTo>
                    <a:pt x="207391" y="334010"/>
                  </a:lnTo>
                  <a:lnTo>
                    <a:pt x="207391" y="335280"/>
                  </a:lnTo>
                  <a:lnTo>
                    <a:pt x="213868" y="335280"/>
                  </a:lnTo>
                  <a:lnTo>
                    <a:pt x="213868" y="336550"/>
                  </a:lnTo>
                  <a:lnTo>
                    <a:pt x="225933" y="336550"/>
                  </a:lnTo>
                  <a:lnTo>
                    <a:pt x="225933" y="340360"/>
                  </a:lnTo>
                  <a:lnTo>
                    <a:pt x="234442" y="340360"/>
                  </a:lnTo>
                  <a:lnTo>
                    <a:pt x="234442" y="341630"/>
                  </a:lnTo>
                  <a:lnTo>
                    <a:pt x="241046" y="341630"/>
                  </a:lnTo>
                  <a:lnTo>
                    <a:pt x="241046" y="344170"/>
                  </a:lnTo>
                  <a:lnTo>
                    <a:pt x="249301" y="344170"/>
                  </a:lnTo>
                  <a:lnTo>
                    <a:pt x="249301" y="346710"/>
                  </a:lnTo>
                  <a:lnTo>
                    <a:pt x="261112" y="346710"/>
                  </a:lnTo>
                  <a:lnTo>
                    <a:pt x="261112" y="347980"/>
                  </a:lnTo>
                  <a:lnTo>
                    <a:pt x="268097" y="347980"/>
                  </a:lnTo>
                  <a:lnTo>
                    <a:pt x="268097" y="350520"/>
                  </a:lnTo>
                  <a:lnTo>
                    <a:pt x="276352" y="350520"/>
                  </a:lnTo>
                  <a:lnTo>
                    <a:pt x="276352" y="351790"/>
                  </a:lnTo>
                  <a:lnTo>
                    <a:pt x="284861" y="351790"/>
                  </a:lnTo>
                  <a:lnTo>
                    <a:pt x="284861" y="355600"/>
                  </a:lnTo>
                  <a:lnTo>
                    <a:pt x="294767" y="355600"/>
                  </a:lnTo>
                  <a:lnTo>
                    <a:pt x="294767" y="356870"/>
                  </a:lnTo>
                  <a:lnTo>
                    <a:pt x="303022" y="356870"/>
                  </a:lnTo>
                  <a:lnTo>
                    <a:pt x="303022" y="360680"/>
                  </a:lnTo>
                  <a:lnTo>
                    <a:pt x="319913" y="360680"/>
                  </a:lnTo>
                  <a:lnTo>
                    <a:pt x="319913" y="361950"/>
                  </a:lnTo>
                  <a:lnTo>
                    <a:pt x="330200" y="361950"/>
                  </a:lnTo>
                  <a:lnTo>
                    <a:pt x="330200" y="364490"/>
                  </a:lnTo>
                  <a:lnTo>
                    <a:pt x="338582" y="364490"/>
                  </a:lnTo>
                  <a:lnTo>
                    <a:pt x="338582" y="367030"/>
                  </a:lnTo>
                  <a:lnTo>
                    <a:pt x="347091" y="367030"/>
                  </a:lnTo>
                  <a:lnTo>
                    <a:pt x="347091" y="369570"/>
                  </a:lnTo>
                  <a:lnTo>
                    <a:pt x="356870" y="369570"/>
                  </a:lnTo>
                  <a:lnTo>
                    <a:pt x="356870" y="370840"/>
                  </a:lnTo>
                  <a:lnTo>
                    <a:pt x="365252" y="370840"/>
                  </a:lnTo>
                  <a:lnTo>
                    <a:pt x="365252" y="373380"/>
                  </a:lnTo>
                  <a:lnTo>
                    <a:pt x="373761" y="373380"/>
                  </a:lnTo>
                  <a:lnTo>
                    <a:pt x="373761" y="375920"/>
                  </a:lnTo>
                  <a:lnTo>
                    <a:pt x="383908" y="375920"/>
                  </a:lnTo>
                  <a:lnTo>
                    <a:pt x="383908" y="377190"/>
                  </a:lnTo>
                  <a:lnTo>
                    <a:pt x="392430" y="377190"/>
                  </a:lnTo>
                  <a:lnTo>
                    <a:pt x="392430" y="381000"/>
                  </a:lnTo>
                  <a:lnTo>
                    <a:pt x="398894" y="381000"/>
                  </a:lnTo>
                  <a:lnTo>
                    <a:pt x="398894" y="382270"/>
                  </a:lnTo>
                  <a:lnTo>
                    <a:pt x="411099" y="382270"/>
                  </a:lnTo>
                  <a:lnTo>
                    <a:pt x="411099" y="381000"/>
                  </a:lnTo>
                  <a:lnTo>
                    <a:pt x="412483" y="381000"/>
                  </a:lnTo>
                  <a:lnTo>
                    <a:pt x="412483" y="377190"/>
                  </a:lnTo>
                  <a:lnTo>
                    <a:pt x="412483" y="375920"/>
                  </a:lnTo>
                  <a:lnTo>
                    <a:pt x="412483" y="373380"/>
                  </a:lnTo>
                  <a:lnTo>
                    <a:pt x="412483" y="370840"/>
                  </a:lnTo>
                  <a:lnTo>
                    <a:pt x="414401" y="370840"/>
                  </a:lnTo>
                  <a:lnTo>
                    <a:pt x="414401" y="369570"/>
                  </a:lnTo>
                  <a:lnTo>
                    <a:pt x="414401" y="367030"/>
                  </a:lnTo>
                  <a:lnTo>
                    <a:pt x="414401" y="364490"/>
                  </a:lnTo>
                  <a:lnTo>
                    <a:pt x="415658" y="364490"/>
                  </a:lnTo>
                  <a:lnTo>
                    <a:pt x="415658" y="361950"/>
                  </a:lnTo>
                  <a:lnTo>
                    <a:pt x="415658" y="360680"/>
                  </a:lnTo>
                  <a:lnTo>
                    <a:pt x="419481" y="360680"/>
                  </a:lnTo>
                  <a:lnTo>
                    <a:pt x="419481" y="356870"/>
                  </a:lnTo>
                  <a:lnTo>
                    <a:pt x="419481" y="355600"/>
                  </a:lnTo>
                  <a:lnTo>
                    <a:pt x="419481" y="351790"/>
                  </a:lnTo>
                  <a:lnTo>
                    <a:pt x="419481" y="350520"/>
                  </a:lnTo>
                  <a:lnTo>
                    <a:pt x="421005" y="350520"/>
                  </a:lnTo>
                  <a:lnTo>
                    <a:pt x="421005" y="347980"/>
                  </a:lnTo>
                  <a:lnTo>
                    <a:pt x="421005" y="346710"/>
                  </a:lnTo>
                  <a:lnTo>
                    <a:pt x="421005" y="344170"/>
                  </a:lnTo>
                  <a:lnTo>
                    <a:pt x="424180" y="344170"/>
                  </a:lnTo>
                  <a:lnTo>
                    <a:pt x="424180" y="341630"/>
                  </a:lnTo>
                  <a:lnTo>
                    <a:pt x="424180" y="340360"/>
                  </a:lnTo>
                  <a:lnTo>
                    <a:pt x="426085" y="340360"/>
                  </a:lnTo>
                  <a:lnTo>
                    <a:pt x="426085" y="336550"/>
                  </a:lnTo>
                  <a:lnTo>
                    <a:pt x="426085" y="335280"/>
                  </a:lnTo>
                  <a:lnTo>
                    <a:pt x="426085" y="334010"/>
                  </a:lnTo>
                  <a:lnTo>
                    <a:pt x="427990" y="334010"/>
                  </a:lnTo>
                  <a:lnTo>
                    <a:pt x="427990" y="330200"/>
                  </a:lnTo>
                  <a:lnTo>
                    <a:pt x="429260" y="330200"/>
                  </a:lnTo>
                  <a:lnTo>
                    <a:pt x="429260" y="328930"/>
                  </a:lnTo>
                  <a:lnTo>
                    <a:pt x="429260" y="294640"/>
                  </a:lnTo>
                  <a:lnTo>
                    <a:pt x="429260" y="53340"/>
                  </a:lnTo>
                  <a:close/>
                </a:path>
              </a:pathLst>
            </a:custGeom>
            <a:solidFill>
              <a:srgbClr val="0000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890393" y="2951479"/>
              <a:ext cx="195580" cy="41910"/>
            </a:xfrm>
            <a:custGeom>
              <a:avLst/>
              <a:gdLst/>
              <a:ahLst/>
              <a:cxnLst/>
              <a:rect l="l" t="t" r="r" b="b"/>
              <a:pathLst>
                <a:path w="195580" h="41910">
                  <a:moveTo>
                    <a:pt x="195453" y="40640"/>
                  </a:moveTo>
                  <a:lnTo>
                    <a:pt x="186944" y="40640"/>
                  </a:lnTo>
                  <a:lnTo>
                    <a:pt x="186944" y="38100"/>
                  </a:lnTo>
                  <a:lnTo>
                    <a:pt x="176784" y="38100"/>
                  </a:lnTo>
                  <a:lnTo>
                    <a:pt x="176784" y="34290"/>
                  </a:lnTo>
                  <a:lnTo>
                    <a:pt x="168402" y="34290"/>
                  </a:lnTo>
                  <a:lnTo>
                    <a:pt x="168402" y="33020"/>
                  </a:lnTo>
                  <a:lnTo>
                    <a:pt x="158623" y="33020"/>
                  </a:lnTo>
                  <a:lnTo>
                    <a:pt x="158623" y="31750"/>
                  </a:lnTo>
                  <a:lnTo>
                    <a:pt x="150114" y="31750"/>
                  </a:lnTo>
                  <a:lnTo>
                    <a:pt x="150114" y="30480"/>
                  </a:lnTo>
                  <a:lnTo>
                    <a:pt x="139700" y="30480"/>
                  </a:lnTo>
                  <a:lnTo>
                    <a:pt x="139700" y="26670"/>
                  </a:lnTo>
                  <a:lnTo>
                    <a:pt x="131445" y="26670"/>
                  </a:lnTo>
                  <a:lnTo>
                    <a:pt x="131445" y="25400"/>
                  </a:lnTo>
                  <a:lnTo>
                    <a:pt x="113157" y="25400"/>
                  </a:lnTo>
                  <a:lnTo>
                    <a:pt x="113157" y="21590"/>
                  </a:lnTo>
                  <a:lnTo>
                    <a:pt x="100965" y="21590"/>
                  </a:lnTo>
                  <a:lnTo>
                    <a:pt x="100965" y="20320"/>
                  </a:lnTo>
                  <a:lnTo>
                    <a:pt x="94488" y="20320"/>
                  </a:lnTo>
                  <a:lnTo>
                    <a:pt x="94488" y="17780"/>
                  </a:lnTo>
                  <a:lnTo>
                    <a:pt x="82804" y="17780"/>
                  </a:lnTo>
                  <a:lnTo>
                    <a:pt x="82804" y="15240"/>
                  </a:lnTo>
                  <a:lnTo>
                    <a:pt x="75819" y="15240"/>
                  </a:lnTo>
                  <a:lnTo>
                    <a:pt x="75819" y="12700"/>
                  </a:lnTo>
                  <a:lnTo>
                    <a:pt x="64135" y="12700"/>
                  </a:lnTo>
                  <a:lnTo>
                    <a:pt x="64135" y="11430"/>
                  </a:lnTo>
                  <a:lnTo>
                    <a:pt x="55753" y="11430"/>
                  </a:lnTo>
                  <a:lnTo>
                    <a:pt x="55753" y="7620"/>
                  </a:lnTo>
                  <a:lnTo>
                    <a:pt x="45720" y="7620"/>
                  </a:lnTo>
                  <a:lnTo>
                    <a:pt x="45720" y="6350"/>
                  </a:lnTo>
                  <a:lnTo>
                    <a:pt x="37465" y="6350"/>
                  </a:lnTo>
                  <a:lnTo>
                    <a:pt x="37465" y="5080"/>
                  </a:lnTo>
                  <a:lnTo>
                    <a:pt x="29083" y="5080"/>
                  </a:lnTo>
                  <a:lnTo>
                    <a:pt x="29083" y="2540"/>
                  </a:lnTo>
                  <a:lnTo>
                    <a:pt x="18669" y="2540"/>
                  </a:lnTo>
                  <a:lnTo>
                    <a:pt x="18669" y="0"/>
                  </a:lnTo>
                  <a:lnTo>
                    <a:pt x="10414" y="0"/>
                  </a:lnTo>
                  <a:lnTo>
                    <a:pt x="10414" y="2540"/>
                  </a:lnTo>
                  <a:lnTo>
                    <a:pt x="10414" y="5080"/>
                  </a:lnTo>
                  <a:lnTo>
                    <a:pt x="10414" y="6350"/>
                  </a:lnTo>
                  <a:lnTo>
                    <a:pt x="8382" y="6350"/>
                  </a:lnTo>
                  <a:lnTo>
                    <a:pt x="8382" y="7620"/>
                  </a:lnTo>
                  <a:lnTo>
                    <a:pt x="8382" y="11430"/>
                  </a:lnTo>
                  <a:lnTo>
                    <a:pt x="8382" y="12700"/>
                  </a:lnTo>
                  <a:lnTo>
                    <a:pt x="6985" y="12700"/>
                  </a:lnTo>
                  <a:lnTo>
                    <a:pt x="6985" y="15240"/>
                  </a:lnTo>
                  <a:lnTo>
                    <a:pt x="6985" y="17780"/>
                  </a:lnTo>
                  <a:lnTo>
                    <a:pt x="6985" y="20320"/>
                  </a:lnTo>
                  <a:lnTo>
                    <a:pt x="5080" y="20320"/>
                  </a:lnTo>
                  <a:lnTo>
                    <a:pt x="5080" y="21590"/>
                  </a:lnTo>
                  <a:lnTo>
                    <a:pt x="5080" y="25400"/>
                  </a:lnTo>
                  <a:lnTo>
                    <a:pt x="1905" y="25400"/>
                  </a:lnTo>
                  <a:lnTo>
                    <a:pt x="1905" y="26670"/>
                  </a:lnTo>
                  <a:lnTo>
                    <a:pt x="1905" y="30480"/>
                  </a:lnTo>
                  <a:lnTo>
                    <a:pt x="0" y="30480"/>
                  </a:lnTo>
                  <a:lnTo>
                    <a:pt x="0" y="41910"/>
                  </a:lnTo>
                  <a:lnTo>
                    <a:pt x="195453" y="41910"/>
                  </a:lnTo>
                  <a:lnTo>
                    <a:pt x="195453" y="40640"/>
                  </a:lnTo>
                  <a:close/>
                </a:path>
              </a:pathLst>
            </a:custGeom>
            <a:solidFill>
              <a:srgbClr val="0000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898648" y="2971799"/>
              <a:ext cx="398780" cy="389890"/>
            </a:xfrm>
            <a:custGeom>
              <a:avLst/>
              <a:gdLst/>
              <a:ahLst/>
              <a:cxnLst/>
              <a:rect l="l" t="t" r="r" b="b"/>
              <a:pathLst>
                <a:path w="398779" h="389889">
                  <a:moveTo>
                    <a:pt x="45847" y="317766"/>
                  </a:moveTo>
                  <a:lnTo>
                    <a:pt x="40767" y="317766"/>
                  </a:lnTo>
                  <a:lnTo>
                    <a:pt x="40767" y="321564"/>
                  </a:lnTo>
                  <a:lnTo>
                    <a:pt x="45847" y="321564"/>
                  </a:lnTo>
                  <a:lnTo>
                    <a:pt x="45847" y="317766"/>
                  </a:lnTo>
                  <a:close/>
                </a:path>
                <a:path w="398779" h="389889">
                  <a:moveTo>
                    <a:pt x="64008" y="321564"/>
                  </a:moveTo>
                  <a:lnTo>
                    <a:pt x="50419" y="321564"/>
                  </a:lnTo>
                  <a:lnTo>
                    <a:pt x="50419" y="322834"/>
                  </a:lnTo>
                  <a:lnTo>
                    <a:pt x="58928" y="322834"/>
                  </a:lnTo>
                  <a:lnTo>
                    <a:pt x="58928" y="324104"/>
                  </a:lnTo>
                  <a:lnTo>
                    <a:pt x="64008" y="324104"/>
                  </a:lnTo>
                  <a:lnTo>
                    <a:pt x="64008" y="321564"/>
                  </a:lnTo>
                  <a:close/>
                </a:path>
                <a:path w="398779" h="389889">
                  <a:moveTo>
                    <a:pt x="336677" y="53340"/>
                  </a:moveTo>
                  <a:lnTo>
                    <a:pt x="326771" y="53340"/>
                  </a:lnTo>
                  <a:lnTo>
                    <a:pt x="326771" y="52070"/>
                  </a:lnTo>
                  <a:lnTo>
                    <a:pt x="318389" y="52070"/>
                  </a:lnTo>
                  <a:lnTo>
                    <a:pt x="318389" y="49530"/>
                  </a:lnTo>
                  <a:lnTo>
                    <a:pt x="308102" y="49530"/>
                  </a:lnTo>
                  <a:lnTo>
                    <a:pt x="308102" y="46990"/>
                  </a:lnTo>
                  <a:lnTo>
                    <a:pt x="299720" y="46990"/>
                  </a:lnTo>
                  <a:lnTo>
                    <a:pt x="299720" y="44450"/>
                  </a:lnTo>
                  <a:lnTo>
                    <a:pt x="289433" y="44450"/>
                  </a:lnTo>
                  <a:lnTo>
                    <a:pt x="289433" y="41910"/>
                  </a:lnTo>
                  <a:lnTo>
                    <a:pt x="271272" y="41910"/>
                  </a:lnTo>
                  <a:lnTo>
                    <a:pt x="271272" y="38100"/>
                  </a:lnTo>
                  <a:lnTo>
                    <a:pt x="262890" y="38100"/>
                  </a:lnTo>
                  <a:lnTo>
                    <a:pt x="262890" y="36830"/>
                  </a:lnTo>
                  <a:lnTo>
                    <a:pt x="254381" y="36830"/>
                  </a:lnTo>
                  <a:lnTo>
                    <a:pt x="254381" y="33020"/>
                  </a:lnTo>
                  <a:lnTo>
                    <a:pt x="244221" y="33020"/>
                  </a:lnTo>
                  <a:lnTo>
                    <a:pt x="244221" y="31750"/>
                  </a:lnTo>
                  <a:lnTo>
                    <a:pt x="235712" y="31750"/>
                  </a:lnTo>
                  <a:lnTo>
                    <a:pt x="235712" y="30480"/>
                  </a:lnTo>
                  <a:lnTo>
                    <a:pt x="224028" y="30480"/>
                  </a:lnTo>
                  <a:lnTo>
                    <a:pt x="224028" y="27940"/>
                  </a:lnTo>
                  <a:lnTo>
                    <a:pt x="217551" y="27940"/>
                  </a:lnTo>
                  <a:lnTo>
                    <a:pt x="217551" y="26670"/>
                  </a:lnTo>
                  <a:lnTo>
                    <a:pt x="205232" y="26670"/>
                  </a:lnTo>
                  <a:lnTo>
                    <a:pt x="205232" y="25400"/>
                  </a:lnTo>
                  <a:lnTo>
                    <a:pt x="196977" y="25400"/>
                  </a:lnTo>
                  <a:lnTo>
                    <a:pt x="196977" y="21590"/>
                  </a:lnTo>
                  <a:lnTo>
                    <a:pt x="187071" y="21590"/>
                  </a:lnTo>
                  <a:lnTo>
                    <a:pt x="187071" y="20320"/>
                  </a:lnTo>
                  <a:lnTo>
                    <a:pt x="178562" y="20320"/>
                  </a:lnTo>
                  <a:lnTo>
                    <a:pt x="178562" y="17780"/>
                  </a:lnTo>
                  <a:lnTo>
                    <a:pt x="168021" y="17780"/>
                  </a:lnTo>
                  <a:lnTo>
                    <a:pt x="168021" y="15240"/>
                  </a:lnTo>
                  <a:lnTo>
                    <a:pt x="159639" y="15240"/>
                  </a:lnTo>
                  <a:lnTo>
                    <a:pt x="159639" y="13970"/>
                  </a:lnTo>
                  <a:lnTo>
                    <a:pt x="149860" y="13970"/>
                  </a:lnTo>
                  <a:lnTo>
                    <a:pt x="149860" y="12700"/>
                  </a:lnTo>
                  <a:lnTo>
                    <a:pt x="141478" y="12700"/>
                  </a:lnTo>
                  <a:lnTo>
                    <a:pt x="141478" y="11430"/>
                  </a:lnTo>
                  <a:lnTo>
                    <a:pt x="131064" y="11430"/>
                  </a:lnTo>
                  <a:lnTo>
                    <a:pt x="131064" y="6350"/>
                  </a:lnTo>
                  <a:lnTo>
                    <a:pt x="122809" y="6350"/>
                  </a:lnTo>
                  <a:lnTo>
                    <a:pt x="122809" y="5080"/>
                  </a:lnTo>
                  <a:lnTo>
                    <a:pt x="104394" y="5080"/>
                  </a:lnTo>
                  <a:lnTo>
                    <a:pt x="104394" y="1270"/>
                  </a:lnTo>
                  <a:lnTo>
                    <a:pt x="92329" y="1270"/>
                  </a:lnTo>
                  <a:lnTo>
                    <a:pt x="92329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5080"/>
                  </a:lnTo>
                  <a:lnTo>
                    <a:pt x="0" y="308610"/>
                  </a:lnTo>
                  <a:lnTo>
                    <a:pt x="5080" y="308610"/>
                  </a:lnTo>
                  <a:lnTo>
                    <a:pt x="5080" y="312420"/>
                  </a:lnTo>
                  <a:lnTo>
                    <a:pt x="15494" y="312420"/>
                  </a:lnTo>
                  <a:lnTo>
                    <a:pt x="15494" y="313690"/>
                  </a:lnTo>
                  <a:lnTo>
                    <a:pt x="23749" y="313690"/>
                  </a:lnTo>
                  <a:lnTo>
                    <a:pt x="23749" y="316230"/>
                  </a:lnTo>
                  <a:lnTo>
                    <a:pt x="32258" y="316230"/>
                  </a:lnTo>
                  <a:lnTo>
                    <a:pt x="32258" y="313690"/>
                  </a:lnTo>
                  <a:lnTo>
                    <a:pt x="32258" y="312420"/>
                  </a:lnTo>
                  <a:lnTo>
                    <a:pt x="32258" y="308610"/>
                  </a:lnTo>
                  <a:lnTo>
                    <a:pt x="32258" y="60960"/>
                  </a:lnTo>
                  <a:lnTo>
                    <a:pt x="45847" y="60960"/>
                  </a:lnTo>
                  <a:lnTo>
                    <a:pt x="45847" y="55880"/>
                  </a:lnTo>
                  <a:lnTo>
                    <a:pt x="64008" y="55880"/>
                  </a:lnTo>
                  <a:lnTo>
                    <a:pt x="64008" y="54610"/>
                  </a:lnTo>
                  <a:lnTo>
                    <a:pt x="336677" y="54610"/>
                  </a:lnTo>
                  <a:lnTo>
                    <a:pt x="336677" y="53340"/>
                  </a:lnTo>
                  <a:close/>
                </a:path>
                <a:path w="398779" h="389889">
                  <a:moveTo>
                    <a:pt x="344919" y="55130"/>
                  </a:moveTo>
                  <a:lnTo>
                    <a:pt x="336804" y="55130"/>
                  </a:lnTo>
                  <a:lnTo>
                    <a:pt x="336804" y="55880"/>
                  </a:lnTo>
                  <a:lnTo>
                    <a:pt x="344919" y="55880"/>
                  </a:lnTo>
                  <a:lnTo>
                    <a:pt x="344919" y="55130"/>
                  </a:lnTo>
                  <a:close/>
                </a:path>
                <a:path w="398779" h="389889">
                  <a:moveTo>
                    <a:pt x="363855" y="56388"/>
                  </a:moveTo>
                  <a:lnTo>
                    <a:pt x="350520" y="56388"/>
                  </a:lnTo>
                  <a:lnTo>
                    <a:pt x="350520" y="61468"/>
                  </a:lnTo>
                  <a:lnTo>
                    <a:pt x="363855" y="61468"/>
                  </a:lnTo>
                  <a:lnTo>
                    <a:pt x="363855" y="56388"/>
                  </a:lnTo>
                  <a:close/>
                </a:path>
                <a:path w="398779" h="389889">
                  <a:moveTo>
                    <a:pt x="398780" y="67310"/>
                  </a:moveTo>
                  <a:lnTo>
                    <a:pt x="394068" y="67310"/>
                  </a:lnTo>
                  <a:lnTo>
                    <a:pt x="394068" y="64770"/>
                  </a:lnTo>
                  <a:lnTo>
                    <a:pt x="382016" y="64770"/>
                  </a:lnTo>
                  <a:lnTo>
                    <a:pt x="382016" y="63500"/>
                  </a:lnTo>
                  <a:lnTo>
                    <a:pt x="375539" y="63500"/>
                  </a:lnTo>
                  <a:lnTo>
                    <a:pt x="375539" y="60960"/>
                  </a:lnTo>
                  <a:lnTo>
                    <a:pt x="367030" y="60960"/>
                  </a:lnTo>
                  <a:lnTo>
                    <a:pt x="367030" y="63500"/>
                  </a:lnTo>
                  <a:lnTo>
                    <a:pt x="367030" y="64770"/>
                  </a:lnTo>
                  <a:lnTo>
                    <a:pt x="367030" y="67310"/>
                  </a:lnTo>
                  <a:lnTo>
                    <a:pt x="367030" y="317500"/>
                  </a:lnTo>
                  <a:lnTo>
                    <a:pt x="350266" y="317500"/>
                  </a:lnTo>
                  <a:lnTo>
                    <a:pt x="350266" y="321310"/>
                  </a:lnTo>
                  <a:lnTo>
                    <a:pt x="336677" y="321310"/>
                  </a:lnTo>
                  <a:lnTo>
                    <a:pt x="336677" y="323850"/>
                  </a:lnTo>
                  <a:lnTo>
                    <a:pt x="67310" y="323850"/>
                  </a:lnTo>
                  <a:lnTo>
                    <a:pt x="67310" y="325120"/>
                  </a:lnTo>
                  <a:lnTo>
                    <a:pt x="74422" y="325120"/>
                  </a:lnTo>
                  <a:lnTo>
                    <a:pt x="74422" y="328930"/>
                  </a:lnTo>
                  <a:lnTo>
                    <a:pt x="92583" y="328930"/>
                  </a:lnTo>
                  <a:lnTo>
                    <a:pt x="92583" y="332740"/>
                  </a:lnTo>
                  <a:lnTo>
                    <a:pt x="100965" y="332740"/>
                  </a:lnTo>
                  <a:lnTo>
                    <a:pt x="100965" y="334010"/>
                  </a:lnTo>
                  <a:lnTo>
                    <a:pt x="109474" y="334010"/>
                  </a:lnTo>
                  <a:lnTo>
                    <a:pt x="109474" y="335280"/>
                  </a:lnTo>
                  <a:lnTo>
                    <a:pt x="119634" y="335280"/>
                  </a:lnTo>
                  <a:lnTo>
                    <a:pt x="119634" y="339090"/>
                  </a:lnTo>
                  <a:lnTo>
                    <a:pt x="130048" y="339090"/>
                  </a:lnTo>
                  <a:lnTo>
                    <a:pt x="130048" y="340360"/>
                  </a:lnTo>
                  <a:lnTo>
                    <a:pt x="138303" y="340360"/>
                  </a:lnTo>
                  <a:lnTo>
                    <a:pt x="138303" y="342900"/>
                  </a:lnTo>
                  <a:lnTo>
                    <a:pt x="146812" y="342900"/>
                  </a:lnTo>
                  <a:lnTo>
                    <a:pt x="146812" y="344170"/>
                  </a:lnTo>
                  <a:lnTo>
                    <a:pt x="155321" y="344170"/>
                  </a:lnTo>
                  <a:lnTo>
                    <a:pt x="155321" y="347980"/>
                  </a:lnTo>
                  <a:lnTo>
                    <a:pt x="164973" y="347980"/>
                  </a:lnTo>
                  <a:lnTo>
                    <a:pt x="164973" y="349250"/>
                  </a:lnTo>
                  <a:lnTo>
                    <a:pt x="173482" y="349250"/>
                  </a:lnTo>
                  <a:lnTo>
                    <a:pt x="173482" y="353060"/>
                  </a:lnTo>
                  <a:lnTo>
                    <a:pt x="190373" y="353060"/>
                  </a:lnTo>
                  <a:lnTo>
                    <a:pt x="190373" y="354330"/>
                  </a:lnTo>
                  <a:lnTo>
                    <a:pt x="196977" y="354330"/>
                  </a:lnTo>
                  <a:lnTo>
                    <a:pt x="196977" y="355600"/>
                  </a:lnTo>
                  <a:lnTo>
                    <a:pt x="209042" y="355600"/>
                  </a:lnTo>
                  <a:lnTo>
                    <a:pt x="209042" y="359410"/>
                  </a:lnTo>
                  <a:lnTo>
                    <a:pt x="217551" y="359410"/>
                  </a:lnTo>
                  <a:lnTo>
                    <a:pt x="217551" y="360680"/>
                  </a:lnTo>
                  <a:lnTo>
                    <a:pt x="224028" y="360680"/>
                  </a:lnTo>
                  <a:lnTo>
                    <a:pt x="224028" y="363220"/>
                  </a:lnTo>
                  <a:lnTo>
                    <a:pt x="232283" y="363220"/>
                  </a:lnTo>
                  <a:lnTo>
                    <a:pt x="232283" y="365760"/>
                  </a:lnTo>
                  <a:lnTo>
                    <a:pt x="244221" y="365760"/>
                  </a:lnTo>
                  <a:lnTo>
                    <a:pt x="244221" y="367030"/>
                  </a:lnTo>
                  <a:lnTo>
                    <a:pt x="251206" y="367030"/>
                  </a:lnTo>
                  <a:lnTo>
                    <a:pt x="251206" y="369570"/>
                  </a:lnTo>
                  <a:lnTo>
                    <a:pt x="259461" y="369570"/>
                  </a:lnTo>
                  <a:lnTo>
                    <a:pt x="259461" y="370840"/>
                  </a:lnTo>
                  <a:lnTo>
                    <a:pt x="267970" y="370840"/>
                  </a:lnTo>
                  <a:lnTo>
                    <a:pt x="267970" y="374650"/>
                  </a:lnTo>
                  <a:lnTo>
                    <a:pt x="277876" y="374650"/>
                  </a:lnTo>
                  <a:lnTo>
                    <a:pt x="277876" y="375920"/>
                  </a:lnTo>
                  <a:lnTo>
                    <a:pt x="286131" y="375920"/>
                  </a:lnTo>
                  <a:lnTo>
                    <a:pt x="286131" y="379730"/>
                  </a:lnTo>
                  <a:lnTo>
                    <a:pt x="303022" y="379730"/>
                  </a:lnTo>
                  <a:lnTo>
                    <a:pt x="303022" y="381000"/>
                  </a:lnTo>
                  <a:lnTo>
                    <a:pt x="313309" y="381000"/>
                  </a:lnTo>
                  <a:lnTo>
                    <a:pt x="313309" y="383540"/>
                  </a:lnTo>
                  <a:lnTo>
                    <a:pt x="321691" y="383540"/>
                  </a:lnTo>
                  <a:lnTo>
                    <a:pt x="321691" y="386080"/>
                  </a:lnTo>
                  <a:lnTo>
                    <a:pt x="330200" y="386080"/>
                  </a:lnTo>
                  <a:lnTo>
                    <a:pt x="330200" y="388620"/>
                  </a:lnTo>
                  <a:lnTo>
                    <a:pt x="339852" y="388620"/>
                  </a:lnTo>
                  <a:lnTo>
                    <a:pt x="339852" y="389890"/>
                  </a:lnTo>
                  <a:lnTo>
                    <a:pt x="397510" y="389890"/>
                  </a:lnTo>
                  <a:lnTo>
                    <a:pt x="397510" y="388620"/>
                  </a:lnTo>
                  <a:lnTo>
                    <a:pt x="397510" y="386080"/>
                  </a:lnTo>
                  <a:lnTo>
                    <a:pt x="397510" y="383540"/>
                  </a:lnTo>
                  <a:lnTo>
                    <a:pt x="398780" y="383540"/>
                  </a:lnTo>
                  <a:lnTo>
                    <a:pt x="398780" y="381000"/>
                  </a:lnTo>
                  <a:lnTo>
                    <a:pt x="398780" y="317500"/>
                  </a:lnTo>
                  <a:lnTo>
                    <a:pt x="398780" y="67310"/>
                  </a:lnTo>
                  <a:close/>
                </a:path>
              </a:pathLst>
            </a:custGeom>
            <a:solidFill>
              <a:srgbClr val="000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898648" y="2964179"/>
              <a:ext cx="92710" cy="8890"/>
            </a:xfrm>
            <a:custGeom>
              <a:avLst/>
              <a:gdLst/>
              <a:ahLst/>
              <a:cxnLst/>
              <a:rect l="l" t="t" r="r" b="b"/>
              <a:pathLst>
                <a:path w="92710" h="8889">
                  <a:moveTo>
                    <a:pt x="92329" y="7620"/>
                  </a:moveTo>
                  <a:lnTo>
                    <a:pt x="85852" y="7620"/>
                  </a:lnTo>
                  <a:lnTo>
                    <a:pt x="85852" y="5080"/>
                  </a:lnTo>
                  <a:lnTo>
                    <a:pt x="74168" y="5080"/>
                  </a:lnTo>
                  <a:lnTo>
                    <a:pt x="74168" y="2540"/>
                  </a:lnTo>
                  <a:lnTo>
                    <a:pt x="67183" y="2540"/>
                  </a:lnTo>
                  <a:lnTo>
                    <a:pt x="67183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8890"/>
                  </a:lnTo>
                  <a:lnTo>
                    <a:pt x="92329" y="8890"/>
                  </a:lnTo>
                  <a:lnTo>
                    <a:pt x="92329" y="7620"/>
                  </a:lnTo>
                  <a:close/>
                </a:path>
              </a:pathLst>
            </a:custGeom>
            <a:solidFill>
              <a:srgbClr val="000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913888" y="2764535"/>
              <a:ext cx="367030" cy="582295"/>
            </a:xfrm>
            <a:custGeom>
              <a:avLst/>
              <a:gdLst/>
              <a:ahLst/>
              <a:cxnLst/>
              <a:rect l="l" t="t" r="r" b="b"/>
              <a:pathLst>
                <a:path w="367029" h="582295">
                  <a:moveTo>
                    <a:pt x="48514" y="528828"/>
                  </a:moveTo>
                  <a:lnTo>
                    <a:pt x="34925" y="528828"/>
                  </a:lnTo>
                  <a:lnTo>
                    <a:pt x="34925" y="530098"/>
                  </a:lnTo>
                  <a:lnTo>
                    <a:pt x="43434" y="530098"/>
                  </a:lnTo>
                  <a:lnTo>
                    <a:pt x="43434" y="531368"/>
                  </a:lnTo>
                  <a:lnTo>
                    <a:pt x="48514" y="531368"/>
                  </a:lnTo>
                  <a:lnTo>
                    <a:pt x="48514" y="528828"/>
                  </a:lnTo>
                  <a:close/>
                </a:path>
                <a:path w="367029" h="582295">
                  <a:moveTo>
                    <a:pt x="311658" y="260604"/>
                  </a:moveTo>
                  <a:lnTo>
                    <a:pt x="303149" y="260604"/>
                  </a:lnTo>
                  <a:lnTo>
                    <a:pt x="303149" y="258064"/>
                  </a:lnTo>
                  <a:lnTo>
                    <a:pt x="292989" y="258064"/>
                  </a:lnTo>
                  <a:lnTo>
                    <a:pt x="292989" y="255524"/>
                  </a:lnTo>
                  <a:lnTo>
                    <a:pt x="284480" y="255524"/>
                  </a:lnTo>
                  <a:lnTo>
                    <a:pt x="284480" y="252984"/>
                  </a:lnTo>
                  <a:lnTo>
                    <a:pt x="274320" y="252984"/>
                  </a:lnTo>
                  <a:lnTo>
                    <a:pt x="274320" y="250444"/>
                  </a:lnTo>
                  <a:lnTo>
                    <a:pt x="256032" y="250444"/>
                  </a:lnTo>
                  <a:lnTo>
                    <a:pt x="256032" y="246634"/>
                  </a:lnTo>
                  <a:lnTo>
                    <a:pt x="247650" y="246634"/>
                  </a:lnTo>
                  <a:lnTo>
                    <a:pt x="247650" y="245364"/>
                  </a:lnTo>
                  <a:lnTo>
                    <a:pt x="239141" y="245364"/>
                  </a:lnTo>
                  <a:lnTo>
                    <a:pt x="239141" y="241554"/>
                  </a:lnTo>
                  <a:lnTo>
                    <a:pt x="228981" y="241554"/>
                  </a:lnTo>
                  <a:lnTo>
                    <a:pt x="228981" y="240284"/>
                  </a:lnTo>
                  <a:lnTo>
                    <a:pt x="220472" y="240284"/>
                  </a:lnTo>
                  <a:lnTo>
                    <a:pt x="220472" y="239014"/>
                  </a:lnTo>
                  <a:lnTo>
                    <a:pt x="208788" y="239014"/>
                  </a:lnTo>
                  <a:lnTo>
                    <a:pt x="208788" y="236474"/>
                  </a:lnTo>
                  <a:lnTo>
                    <a:pt x="202311" y="236474"/>
                  </a:lnTo>
                  <a:lnTo>
                    <a:pt x="202311" y="235204"/>
                  </a:lnTo>
                  <a:lnTo>
                    <a:pt x="189865" y="235204"/>
                  </a:lnTo>
                  <a:lnTo>
                    <a:pt x="189865" y="233934"/>
                  </a:lnTo>
                  <a:lnTo>
                    <a:pt x="181610" y="233934"/>
                  </a:lnTo>
                  <a:lnTo>
                    <a:pt x="181610" y="230124"/>
                  </a:lnTo>
                  <a:lnTo>
                    <a:pt x="171704" y="230124"/>
                  </a:lnTo>
                  <a:lnTo>
                    <a:pt x="171704" y="228854"/>
                  </a:lnTo>
                  <a:lnTo>
                    <a:pt x="163195" y="228854"/>
                  </a:lnTo>
                  <a:lnTo>
                    <a:pt x="163195" y="226314"/>
                  </a:lnTo>
                  <a:lnTo>
                    <a:pt x="153035" y="226314"/>
                  </a:lnTo>
                  <a:lnTo>
                    <a:pt x="153035" y="222504"/>
                  </a:lnTo>
                  <a:lnTo>
                    <a:pt x="144526" y="222504"/>
                  </a:lnTo>
                  <a:lnTo>
                    <a:pt x="144526" y="221234"/>
                  </a:lnTo>
                  <a:lnTo>
                    <a:pt x="134874" y="221234"/>
                  </a:lnTo>
                  <a:lnTo>
                    <a:pt x="134874" y="219964"/>
                  </a:lnTo>
                  <a:lnTo>
                    <a:pt x="126365" y="219964"/>
                  </a:lnTo>
                  <a:lnTo>
                    <a:pt x="126365" y="218694"/>
                  </a:lnTo>
                  <a:lnTo>
                    <a:pt x="115951" y="218694"/>
                  </a:lnTo>
                  <a:lnTo>
                    <a:pt x="115951" y="214884"/>
                  </a:lnTo>
                  <a:lnTo>
                    <a:pt x="0" y="214884"/>
                  </a:lnTo>
                  <a:lnTo>
                    <a:pt x="0" y="218694"/>
                  </a:lnTo>
                  <a:lnTo>
                    <a:pt x="0" y="219964"/>
                  </a:lnTo>
                  <a:lnTo>
                    <a:pt x="0" y="520954"/>
                  </a:lnTo>
                  <a:lnTo>
                    <a:pt x="8255" y="520954"/>
                  </a:lnTo>
                  <a:lnTo>
                    <a:pt x="8255" y="523494"/>
                  </a:lnTo>
                  <a:lnTo>
                    <a:pt x="16764" y="523494"/>
                  </a:lnTo>
                  <a:lnTo>
                    <a:pt x="16764" y="524764"/>
                  </a:lnTo>
                  <a:lnTo>
                    <a:pt x="25273" y="524764"/>
                  </a:lnTo>
                  <a:lnTo>
                    <a:pt x="25273" y="528574"/>
                  </a:lnTo>
                  <a:lnTo>
                    <a:pt x="30353" y="528574"/>
                  </a:lnTo>
                  <a:lnTo>
                    <a:pt x="30353" y="524764"/>
                  </a:lnTo>
                  <a:lnTo>
                    <a:pt x="30353" y="523494"/>
                  </a:lnTo>
                  <a:lnTo>
                    <a:pt x="30353" y="520954"/>
                  </a:lnTo>
                  <a:lnTo>
                    <a:pt x="30353" y="264414"/>
                  </a:lnTo>
                  <a:lnTo>
                    <a:pt x="30480" y="264414"/>
                  </a:lnTo>
                  <a:lnTo>
                    <a:pt x="30480" y="263144"/>
                  </a:lnTo>
                  <a:lnTo>
                    <a:pt x="48768" y="263144"/>
                  </a:lnTo>
                  <a:lnTo>
                    <a:pt x="48768" y="261874"/>
                  </a:lnTo>
                  <a:lnTo>
                    <a:pt x="311658" y="261874"/>
                  </a:lnTo>
                  <a:lnTo>
                    <a:pt x="311658" y="260604"/>
                  </a:lnTo>
                  <a:close/>
                </a:path>
                <a:path w="367029" h="582295">
                  <a:moveTo>
                    <a:pt x="329819" y="0"/>
                  </a:moveTo>
                  <a:lnTo>
                    <a:pt x="321564" y="0"/>
                  </a:lnTo>
                  <a:lnTo>
                    <a:pt x="321564" y="264287"/>
                  </a:lnTo>
                  <a:lnTo>
                    <a:pt x="329819" y="264287"/>
                  </a:lnTo>
                  <a:lnTo>
                    <a:pt x="329819" y="0"/>
                  </a:lnTo>
                  <a:close/>
                </a:path>
                <a:path w="367029" h="582295">
                  <a:moveTo>
                    <a:pt x="366890" y="272034"/>
                  </a:moveTo>
                  <a:lnTo>
                    <a:pt x="360426" y="272034"/>
                  </a:lnTo>
                  <a:lnTo>
                    <a:pt x="360426" y="269494"/>
                  </a:lnTo>
                  <a:lnTo>
                    <a:pt x="348729" y="269494"/>
                  </a:lnTo>
                  <a:lnTo>
                    <a:pt x="348729" y="266954"/>
                  </a:lnTo>
                  <a:lnTo>
                    <a:pt x="340233" y="266954"/>
                  </a:lnTo>
                  <a:lnTo>
                    <a:pt x="340233" y="264414"/>
                  </a:lnTo>
                  <a:lnTo>
                    <a:pt x="335280" y="264414"/>
                  </a:lnTo>
                  <a:lnTo>
                    <a:pt x="335280" y="266954"/>
                  </a:lnTo>
                  <a:lnTo>
                    <a:pt x="335153" y="266954"/>
                  </a:lnTo>
                  <a:lnTo>
                    <a:pt x="335153" y="269494"/>
                  </a:lnTo>
                  <a:lnTo>
                    <a:pt x="335153" y="272034"/>
                  </a:lnTo>
                  <a:lnTo>
                    <a:pt x="335153" y="528574"/>
                  </a:lnTo>
                  <a:lnTo>
                    <a:pt x="321564" y="528574"/>
                  </a:lnTo>
                  <a:lnTo>
                    <a:pt x="321564" y="531114"/>
                  </a:lnTo>
                  <a:lnTo>
                    <a:pt x="51943" y="531114"/>
                  </a:lnTo>
                  <a:lnTo>
                    <a:pt x="51943" y="532384"/>
                  </a:lnTo>
                  <a:lnTo>
                    <a:pt x="58928" y="532384"/>
                  </a:lnTo>
                  <a:lnTo>
                    <a:pt x="58928" y="536194"/>
                  </a:lnTo>
                  <a:lnTo>
                    <a:pt x="77089" y="536194"/>
                  </a:lnTo>
                  <a:lnTo>
                    <a:pt x="77089" y="540004"/>
                  </a:lnTo>
                  <a:lnTo>
                    <a:pt x="85598" y="540004"/>
                  </a:lnTo>
                  <a:lnTo>
                    <a:pt x="85598" y="541274"/>
                  </a:lnTo>
                  <a:lnTo>
                    <a:pt x="94107" y="541274"/>
                  </a:lnTo>
                  <a:lnTo>
                    <a:pt x="94107" y="542544"/>
                  </a:lnTo>
                  <a:lnTo>
                    <a:pt x="104267" y="542544"/>
                  </a:lnTo>
                  <a:lnTo>
                    <a:pt x="104267" y="546354"/>
                  </a:lnTo>
                  <a:lnTo>
                    <a:pt x="114681" y="546354"/>
                  </a:lnTo>
                  <a:lnTo>
                    <a:pt x="114681" y="547624"/>
                  </a:lnTo>
                  <a:lnTo>
                    <a:pt x="122936" y="547624"/>
                  </a:lnTo>
                  <a:lnTo>
                    <a:pt x="122936" y="550164"/>
                  </a:lnTo>
                  <a:lnTo>
                    <a:pt x="131445" y="550164"/>
                  </a:lnTo>
                  <a:lnTo>
                    <a:pt x="131445" y="551434"/>
                  </a:lnTo>
                  <a:lnTo>
                    <a:pt x="139954" y="551434"/>
                  </a:lnTo>
                  <a:lnTo>
                    <a:pt x="139954" y="555244"/>
                  </a:lnTo>
                  <a:lnTo>
                    <a:pt x="149606" y="555244"/>
                  </a:lnTo>
                  <a:lnTo>
                    <a:pt x="149606" y="556514"/>
                  </a:lnTo>
                  <a:lnTo>
                    <a:pt x="158115" y="556514"/>
                  </a:lnTo>
                  <a:lnTo>
                    <a:pt x="158115" y="560324"/>
                  </a:lnTo>
                  <a:lnTo>
                    <a:pt x="175133" y="560324"/>
                  </a:lnTo>
                  <a:lnTo>
                    <a:pt x="175133" y="561594"/>
                  </a:lnTo>
                  <a:lnTo>
                    <a:pt x="181610" y="561594"/>
                  </a:lnTo>
                  <a:lnTo>
                    <a:pt x="181610" y="562864"/>
                  </a:lnTo>
                  <a:lnTo>
                    <a:pt x="193802" y="562864"/>
                  </a:lnTo>
                  <a:lnTo>
                    <a:pt x="193802" y="566674"/>
                  </a:lnTo>
                  <a:lnTo>
                    <a:pt x="202311" y="566674"/>
                  </a:lnTo>
                  <a:lnTo>
                    <a:pt x="202311" y="567944"/>
                  </a:lnTo>
                  <a:lnTo>
                    <a:pt x="208788" y="567944"/>
                  </a:lnTo>
                  <a:lnTo>
                    <a:pt x="208788" y="570484"/>
                  </a:lnTo>
                  <a:lnTo>
                    <a:pt x="217043" y="570484"/>
                  </a:lnTo>
                  <a:lnTo>
                    <a:pt x="217043" y="573024"/>
                  </a:lnTo>
                  <a:lnTo>
                    <a:pt x="228981" y="573024"/>
                  </a:lnTo>
                  <a:lnTo>
                    <a:pt x="228981" y="574294"/>
                  </a:lnTo>
                  <a:lnTo>
                    <a:pt x="235966" y="574294"/>
                  </a:lnTo>
                  <a:lnTo>
                    <a:pt x="235966" y="576834"/>
                  </a:lnTo>
                  <a:lnTo>
                    <a:pt x="244221" y="576834"/>
                  </a:lnTo>
                  <a:lnTo>
                    <a:pt x="244221" y="578104"/>
                  </a:lnTo>
                  <a:lnTo>
                    <a:pt x="252730" y="578104"/>
                  </a:lnTo>
                  <a:lnTo>
                    <a:pt x="252730" y="581914"/>
                  </a:lnTo>
                  <a:lnTo>
                    <a:pt x="366890" y="581914"/>
                  </a:lnTo>
                  <a:lnTo>
                    <a:pt x="366890" y="578104"/>
                  </a:lnTo>
                  <a:lnTo>
                    <a:pt x="366890" y="576834"/>
                  </a:lnTo>
                  <a:lnTo>
                    <a:pt x="366890" y="528574"/>
                  </a:lnTo>
                  <a:lnTo>
                    <a:pt x="366890" y="272034"/>
                  </a:lnTo>
                  <a:close/>
                </a:path>
              </a:pathLst>
            </a:custGeom>
            <a:solidFill>
              <a:srgbClr val="000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930652" y="2997199"/>
              <a:ext cx="335280" cy="334010"/>
            </a:xfrm>
            <a:custGeom>
              <a:avLst/>
              <a:gdLst/>
              <a:ahLst/>
              <a:cxnLst/>
              <a:rect l="l" t="t" r="r" b="b"/>
              <a:pathLst>
                <a:path w="335279" h="334010">
                  <a:moveTo>
                    <a:pt x="304673" y="27940"/>
                  </a:moveTo>
                  <a:lnTo>
                    <a:pt x="294767" y="27940"/>
                  </a:lnTo>
                  <a:lnTo>
                    <a:pt x="294767" y="26670"/>
                  </a:lnTo>
                  <a:lnTo>
                    <a:pt x="286258" y="26670"/>
                  </a:lnTo>
                  <a:lnTo>
                    <a:pt x="286258" y="24130"/>
                  </a:lnTo>
                  <a:lnTo>
                    <a:pt x="276098" y="24130"/>
                  </a:lnTo>
                  <a:lnTo>
                    <a:pt x="276098" y="21590"/>
                  </a:lnTo>
                  <a:lnTo>
                    <a:pt x="267589" y="21590"/>
                  </a:lnTo>
                  <a:lnTo>
                    <a:pt x="267589" y="19050"/>
                  </a:lnTo>
                  <a:lnTo>
                    <a:pt x="257429" y="19050"/>
                  </a:lnTo>
                  <a:lnTo>
                    <a:pt x="257429" y="16510"/>
                  </a:lnTo>
                  <a:lnTo>
                    <a:pt x="239268" y="16510"/>
                  </a:lnTo>
                  <a:lnTo>
                    <a:pt x="239268" y="12700"/>
                  </a:lnTo>
                  <a:lnTo>
                    <a:pt x="230759" y="12700"/>
                  </a:lnTo>
                  <a:lnTo>
                    <a:pt x="230759" y="11430"/>
                  </a:lnTo>
                  <a:lnTo>
                    <a:pt x="222250" y="11430"/>
                  </a:lnTo>
                  <a:lnTo>
                    <a:pt x="222250" y="7620"/>
                  </a:lnTo>
                  <a:lnTo>
                    <a:pt x="212090" y="7620"/>
                  </a:lnTo>
                  <a:lnTo>
                    <a:pt x="212090" y="6350"/>
                  </a:lnTo>
                  <a:lnTo>
                    <a:pt x="203581" y="6350"/>
                  </a:lnTo>
                  <a:lnTo>
                    <a:pt x="203581" y="5080"/>
                  </a:lnTo>
                  <a:lnTo>
                    <a:pt x="192024" y="5080"/>
                  </a:lnTo>
                  <a:lnTo>
                    <a:pt x="192024" y="2540"/>
                  </a:lnTo>
                  <a:lnTo>
                    <a:pt x="185420" y="2540"/>
                  </a:lnTo>
                  <a:lnTo>
                    <a:pt x="185420" y="1270"/>
                  </a:lnTo>
                  <a:lnTo>
                    <a:pt x="173101" y="1270"/>
                  </a:lnTo>
                  <a:lnTo>
                    <a:pt x="173101" y="0"/>
                  </a:lnTo>
                  <a:lnTo>
                    <a:pt x="0" y="0"/>
                  </a:lnTo>
                  <a:lnTo>
                    <a:pt x="0" y="292100"/>
                  </a:lnTo>
                  <a:lnTo>
                    <a:pt x="8509" y="292100"/>
                  </a:lnTo>
                  <a:lnTo>
                    <a:pt x="8509" y="295910"/>
                  </a:lnTo>
                  <a:lnTo>
                    <a:pt x="18161" y="295910"/>
                  </a:lnTo>
                  <a:lnTo>
                    <a:pt x="18161" y="297180"/>
                  </a:lnTo>
                  <a:lnTo>
                    <a:pt x="26670" y="297180"/>
                  </a:lnTo>
                  <a:lnTo>
                    <a:pt x="26670" y="298450"/>
                  </a:lnTo>
                  <a:lnTo>
                    <a:pt x="31750" y="298450"/>
                  </a:lnTo>
                  <a:lnTo>
                    <a:pt x="31750" y="297180"/>
                  </a:lnTo>
                  <a:lnTo>
                    <a:pt x="31750" y="295910"/>
                  </a:lnTo>
                  <a:lnTo>
                    <a:pt x="31750" y="292100"/>
                  </a:lnTo>
                  <a:lnTo>
                    <a:pt x="31750" y="29210"/>
                  </a:lnTo>
                  <a:lnTo>
                    <a:pt x="304673" y="29210"/>
                  </a:lnTo>
                  <a:lnTo>
                    <a:pt x="304673" y="27940"/>
                  </a:lnTo>
                  <a:close/>
                </a:path>
                <a:path w="335279" h="334010">
                  <a:moveTo>
                    <a:pt x="335026" y="35560"/>
                  </a:moveTo>
                  <a:lnTo>
                    <a:pt x="331851" y="35560"/>
                  </a:lnTo>
                  <a:lnTo>
                    <a:pt x="331851" y="33020"/>
                  </a:lnTo>
                  <a:lnTo>
                    <a:pt x="323342" y="33020"/>
                  </a:lnTo>
                  <a:lnTo>
                    <a:pt x="323342" y="30480"/>
                  </a:lnTo>
                  <a:lnTo>
                    <a:pt x="312928" y="30480"/>
                  </a:lnTo>
                  <a:lnTo>
                    <a:pt x="312928" y="29210"/>
                  </a:lnTo>
                  <a:lnTo>
                    <a:pt x="304800" y="29210"/>
                  </a:lnTo>
                  <a:lnTo>
                    <a:pt x="304800" y="30480"/>
                  </a:lnTo>
                  <a:lnTo>
                    <a:pt x="304673" y="30480"/>
                  </a:lnTo>
                  <a:lnTo>
                    <a:pt x="304673" y="33020"/>
                  </a:lnTo>
                  <a:lnTo>
                    <a:pt x="304673" y="35560"/>
                  </a:lnTo>
                  <a:lnTo>
                    <a:pt x="304673" y="298450"/>
                  </a:lnTo>
                  <a:lnTo>
                    <a:pt x="35179" y="298450"/>
                  </a:lnTo>
                  <a:lnTo>
                    <a:pt x="35179" y="299720"/>
                  </a:lnTo>
                  <a:lnTo>
                    <a:pt x="42164" y="299720"/>
                  </a:lnTo>
                  <a:lnTo>
                    <a:pt x="42164" y="303530"/>
                  </a:lnTo>
                  <a:lnTo>
                    <a:pt x="60325" y="303530"/>
                  </a:lnTo>
                  <a:lnTo>
                    <a:pt x="60325" y="307340"/>
                  </a:lnTo>
                  <a:lnTo>
                    <a:pt x="68834" y="307340"/>
                  </a:lnTo>
                  <a:lnTo>
                    <a:pt x="68834" y="308610"/>
                  </a:lnTo>
                  <a:lnTo>
                    <a:pt x="77343" y="308610"/>
                  </a:lnTo>
                  <a:lnTo>
                    <a:pt x="77343" y="309880"/>
                  </a:lnTo>
                  <a:lnTo>
                    <a:pt x="87503" y="309880"/>
                  </a:lnTo>
                  <a:lnTo>
                    <a:pt x="87503" y="313690"/>
                  </a:lnTo>
                  <a:lnTo>
                    <a:pt x="97917" y="313690"/>
                  </a:lnTo>
                  <a:lnTo>
                    <a:pt x="97917" y="314960"/>
                  </a:lnTo>
                  <a:lnTo>
                    <a:pt x="106172" y="314960"/>
                  </a:lnTo>
                  <a:lnTo>
                    <a:pt x="106172" y="317500"/>
                  </a:lnTo>
                  <a:lnTo>
                    <a:pt x="114681" y="317500"/>
                  </a:lnTo>
                  <a:lnTo>
                    <a:pt x="114681" y="318770"/>
                  </a:lnTo>
                  <a:lnTo>
                    <a:pt x="123190" y="318770"/>
                  </a:lnTo>
                  <a:lnTo>
                    <a:pt x="123190" y="322580"/>
                  </a:lnTo>
                  <a:lnTo>
                    <a:pt x="132842" y="322580"/>
                  </a:lnTo>
                  <a:lnTo>
                    <a:pt x="132842" y="323850"/>
                  </a:lnTo>
                  <a:lnTo>
                    <a:pt x="141351" y="323850"/>
                  </a:lnTo>
                  <a:lnTo>
                    <a:pt x="141351" y="327660"/>
                  </a:lnTo>
                  <a:lnTo>
                    <a:pt x="158242" y="327660"/>
                  </a:lnTo>
                  <a:lnTo>
                    <a:pt x="158242" y="328930"/>
                  </a:lnTo>
                  <a:lnTo>
                    <a:pt x="164846" y="328930"/>
                  </a:lnTo>
                  <a:lnTo>
                    <a:pt x="164846" y="330200"/>
                  </a:lnTo>
                  <a:lnTo>
                    <a:pt x="176911" y="330200"/>
                  </a:lnTo>
                  <a:lnTo>
                    <a:pt x="176911" y="334010"/>
                  </a:lnTo>
                  <a:lnTo>
                    <a:pt x="335026" y="334010"/>
                  </a:lnTo>
                  <a:lnTo>
                    <a:pt x="335026" y="298450"/>
                  </a:lnTo>
                  <a:lnTo>
                    <a:pt x="335026" y="35560"/>
                  </a:lnTo>
                  <a:close/>
                </a:path>
              </a:pathLst>
            </a:custGeom>
            <a:solidFill>
              <a:srgbClr val="000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008122" y="3305809"/>
              <a:ext cx="241300" cy="8890"/>
            </a:xfrm>
            <a:custGeom>
              <a:avLst/>
              <a:gdLst/>
              <a:ahLst/>
              <a:cxnLst/>
              <a:rect l="l" t="t" r="r" b="b"/>
              <a:pathLst>
                <a:path w="241300" h="8889">
                  <a:moveTo>
                    <a:pt x="241046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10160" y="1270"/>
                  </a:lnTo>
                  <a:lnTo>
                    <a:pt x="10160" y="5080"/>
                  </a:lnTo>
                  <a:lnTo>
                    <a:pt x="20574" y="5080"/>
                  </a:lnTo>
                  <a:lnTo>
                    <a:pt x="20574" y="6350"/>
                  </a:lnTo>
                  <a:lnTo>
                    <a:pt x="28829" y="6350"/>
                  </a:lnTo>
                  <a:lnTo>
                    <a:pt x="28829" y="8890"/>
                  </a:lnTo>
                  <a:lnTo>
                    <a:pt x="241046" y="8890"/>
                  </a:lnTo>
                  <a:lnTo>
                    <a:pt x="241046" y="6350"/>
                  </a:lnTo>
                  <a:lnTo>
                    <a:pt x="241046" y="5080"/>
                  </a:lnTo>
                  <a:lnTo>
                    <a:pt x="241046" y="1270"/>
                  </a:lnTo>
                  <a:lnTo>
                    <a:pt x="241046" y="0"/>
                  </a:lnTo>
                  <a:close/>
                </a:path>
              </a:pathLst>
            </a:custGeom>
            <a:solidFill>
              <a:srgbClr val="000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44367" y="3009900"/>
              <a:ext cx="304800" cy="29591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791967" y="2951988"/>
              <a:ext cx="609600" cy="421005"/>
            </a:xfrm>
            <a:custGeom>
              <a:avLst/>
              <a:gdLst/>
              <a:ahLst/>
              <a:cxnLst/>
              <a:rect l="l" t="t" r="r" b="b"/>
              <a:pathLst>
                <a:path w="609600" h="421004">
                  <a:moveTo>
                    <a:pt x="109219" y="0"/>
                  </a:moveTo>
                  <a:lnTo>
                    <a:pt x="0" y="302767"/>
                  </a:lnTo>
                  <a:lnTo>
                    <a:pt x="496823" y="420497"/>
                  </a:lnTo>
                  <a:lnTo>
                    <a:pt x="500506" y="415416"/>
                  </a:lnTo>
                  <a:lnTo>
                    <a:pt x="500506" y="413385"/>
                  </a:lnTo>
                  <a:lnTo>
                    <a:pt x="501904" y="406908"/>
                  </a:lnTo>
                  <a:lnTo>
                    <a:pt x="503935" y="400431"/>
                  </a:lnTo>
                  <a:lnTo>
                    <a:pt x="509016" y="391922"/>
                  </a:lnTo>
                  <a:lnTo>
                    <a:pt x="509016" y="383666"/>
                  </a:lnTo>
                  <a:lnTo>
                    <a:pt x="513587" y="375158"/>
                  </a:lnTo>
                  <a:lnTo>
                    <a:pt x="517397" y="363092"/>
                  </a:lnTo>
                  <a:lnTo>
                    <a:pt x="521969" y="353187"/>
                  </a:lnTo>
                  <a:lnTo>
                    <a:pt x="527049" y="341629"/>
                  </a:lnTo>
                  <a:lnTo>
                    <a:pt x="530479" y="328040"/>
                  </a:lnTo>
                  <a:lnTo>
                    <a:pt x="535558" y="316229"/>
                  </a:lnTo>
                  <a:lnTo>
                    <a:pt x="540639" y="302767"/>
                  </a:lnTo>
                  <a:lnTo>
                    <a:pt x="545719" y="289178"/>
                  </a:lnTo>
                  <a:lnTo>
                    <a:pt x="550544" y="274447"/>
                  </a:lnTo>
                  <a:lnTo>
                    <a:pt x="555624" y="262127"/>
                  </a:lnTo>
                  <a:lnTo>
                    <a:pt x="560705" y="247269"/>
                  </a:lnTo>
                  <a:lnTo>
                    <a:pt x="564133" y="233552"/>
                  </a:lnTo>
                  <a:lnTo>
                    <a:pt x="572261" y="219963"/>
                  </a:lnTo>
                  <a:lnTo>
                    <a:pt x="575691" y="207010"/>
                  </a:lnTo>
                  <a:lnTo>
                    <a:pt x="580770" y="193421"/>
                  </a:lnTo>
                  <a:lnTo>
                    <a:pt x="584072" y="179832"/>
                  </a:lnTo>
                  <a:lnTo>
                    <a:pt x="587756" y="171703"/>
                  </a:lnTo>
                  <a:lnTo>
                    <a:pt x="592328" y="157861"/>
                  </a:lnTo>
                  <a:lnTo>
                    <a:pt x="596265" y="149606"/>
                  </a:lnTo>
                  <a:lnTo>
                    <a:pt x="599312" y="139700"/>
                  </a:lnTo>
                  <a:lnTo>
                    <a:pt x="602742" y="131317"/>
                  </a:lnTo>
                  <a:lnTo>
                    <a:pt x="604646" y="124333"/>
                  </a:lnTo>
                  <a:lnTo>
                    <a:pt x="607821" y="119252"/>
                  </a:lnTo>
                  <a:lnTo>
                    <a:pt x="609219" y="116077"/>
                  </a:lnTo>
                  <a:lnTo>
                    <a:pt x="609219" y="110744"/>
                  </a:lnTo>
                  <a:lnTo>
                    <a:pt x="1092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7371" y="3226308"/>
              <a:ext cx="103630" cy="17526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812541" y="2422398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200" y="0"/>
                  </a:moveTo>
                  <a:lnTo>
                    <a:pt x="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3802379" y="2805683"/>
            <a:ext cx="1066800" cy="640080"/>
            <a:chOff x="3802379" y="2805683"/>
            <a:chExt cx="1066800" cy="640080"/>
          </a:xfrm>
        </p:grpSpPr>
        <p:sp>
          <p:nvSpPr>
            <p:cNvPr id="90" name="object 90"/>
            <p:cNvSpPr/>
            <p:nvPr/>
          </p:nvSpPr>
          <p:spPr>
            <a:xfrm>
              <a:off x="3802380" y="2805683"/>
              <a:ext cx="1066800" cy="640080"/>
            </a:xfrm>
            <a:custGeom>
              <a:avLst/>
              <a:gdLst/>
              <a:ahLst/>
              <a:cxnLst/>
              <a:rect l="l" t="t" r="r" b="b"/>
              <a:pathLst>
                <a:path w="1066800" h="640079">
                  <a:moveTo>
                    <a:pt x="859917" y="337820"/>
                  </a:moveTo>
                  <a:lnTo>
                    <a:pt x="847090" y="302006"/>
                  </a:lnTo>
                  <a:lnTo>
                    <a:pt x="101219" y="568071"/>
                  </a:lnTo>
                  <a:lnTo>
                    <a:pt x="88519" y="532257"/>
                  </a:lnTo>
                  <a:lnTo>
                    <a:pt x="0" y="624332"/>
                  </a:lnTo>
                  <a:lnTo>
                    <a:pt x="126873" y="639826"/>
                  </a:lnTo>
                  <a:lnTo>
                    <a:pt x="114046" y="603885"/>
                  </a:lnTo>
                  <a:lnTo>
                    <a:pt x="859917" y="337820"/>
                  </a:lnTo>
                  <a:close/>
                </a:path>
                <a:path w="1066800" h="640079">
                  <a:moveTo>
                    <a:pt x="1066800" y="15367"/>
                  </a:moveTo>
                  <a:lnTo>
                    <a:pt x="940054" y="0"/>
                  </a:lnTo>
                  <a:lnTo>
                    <a:pt x="952881" y="35814"/>
                  </a:lnTo>
                  <a:lnTo>
                    <a:pt x="207010" y="302006"/>
                  </a:lnTo>
                  <a:lnTo>
                    <a:pt x="219837" y="337820"/>
                  </a:lnTo>
                  <a:lnTo>
                    <a:pt x="965581" y="71755"/>
                  </a:lnTo>
                  <a:lnTo>
                    <a:pt x="978408" y="107569"/>
                  </a:lnTo>
                  <a:lnTo>
                    <a:pt x="1066800" y="153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016501" y="3126485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8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5479016" y="1374899"/>
            <a:ext cx="4838700" cy="2268855"/>
            <a:chOff x="5479016" y="1374899"/>
            <a:chExt cx="4838700" cy="2268855"/>
          </a:xfrm>
        </p:grpSpPr>
        <p:sp>
          <p:nvSpPr>
            <p:cNvPr id="93" name="object 93"/>
            <p:cNvSpPr/>
            <p:nvPr/>
          </p:nvSpPr>
          <p:spPr>
            <a:xfrm>
              <a:off x="5498592" y="3637152"/>
              <a:ext cx="934085" cy="6985"/>
            </a:xfrm>
            <a:custGeom>
              <a:avLst/>
              <a:gdLst/>
              <a:ahLst/>
              <a:cxnLst/>
              <a:rect l="l" t="t" r="r" b="b"/>
              <a:pathLst>
                <a:path w="934085" h="6985">
                  <a:moveTo>
                    <a:pt x="56642" y="0"/>
                  </a:moveTo>
                  <a:lnTo>
                    <a:pt x="0" y="0"/>
                  </a:lnTo>
                  <a:lnTo>
                    <a:pt x="0" y="6477"/>
                  </a:lnTo>
                  <a:lnTo>
                    <a:pt x="56642" y="6477"/>
                  </a:lnTo>
                  <a:lnTo>
                    <a:pt x="56642" y="0"/>
                  </a:lnTo>
                  <a:close/>
                </a:path>
                <a:path w="934085" h="6985">
                  <a:moveTo>
                    <a:pt x="933958" y="0"/>
                  </a:moveTo>
                  <a:lnTo>
                    <a:pt x="877316" y="0"/>
                  </a:lnTo>
                  <a:lnTo>
                    <a:pt x="877316" y="6477"/>
                  </a:lnTo>
                  <a:lnTo>
                    <a:pt x="933958" y="6477"/>
                  </a:lnTo>
                  <a:lnTo>
                    <a:pt x="93395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481827" y="3281172"/>
              <a:ext cx="972185" cy="133985"/>
            </a:xfrm>
            <a:custGeom>
              <a:avLst/>
              <a:gdLst/>
              <a:ahLst/>
              <a:cxnLst/>
              <a:rect l="l" t="t" r="r" b="b"/>
              <a:pathLst>
                <a:path w="972185" h="133985">
                  <a:moveTo>
                    <a:pt x="827913" y="0"/>
                  </a:moveTo>
                  <a:lnTo>
                    <a:pt x="142112" y="0"/>
                  </a:lnTo>
                  <a:lnTo>
                    <a:pt x="0" y="133603"/>
                  </a:lnTo>
                  <a:lnTo>
                    <a:pt x="972185" y="133603"/>
                  </a:lnTo>
                  <a:lnTo>
                    <a:pt x="82791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481827" y="3281172"/>
              <a:ext cx="972185" cy="133985"/>
            </a:xfrm>
            <a:custGeom>
              <a:avLst/>
              <a:gdLst/>
              <a:ahLst/>
              <a:cxnLst/>
              <a:rect l="l" t="t" r="r" b="b"/>
              <a:pathLst>
                <a:path w="972185" h="133985">
                  <a:moveTo>
                    <a:pt x="0" y="133603"/>
                  </a:moveTo>
                  <a:lnTo>
                    <a:pt x="142112" y="0"/>
                  </a:lnTo>
                  <a:lnTo>
                    <a:pt x="827913" y="0"/>
                  </a:lnTo>
                  <a:lnTo>
                    <a:pt x="972185" y="133603"/>
                  </a:lnTo>
                  <a:lnTo>
                    <a:pt x="0" y="133603"/>
                  </a:lnTo>
                </a:path>
              </a:pathLst>
            </a:custGeom>
            <a:ln w="56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481827" y="3415258"/>
              <a:ext cx="969010" cy="222250"/>
            </a:xfrm>
            <a:custGeom>
              <a:avLst/>
              <a:gdLst/>
              <a:ahLst/>
              <a:cxnLst/>
              <a:rect l="l" t="t" r="r" b="b"/>
              <a:pathLst>
                <a:path w="969010" h="222250">
                  <a:moveTo>
                    <a:pt x="968692" y="0"/>
                  </a:moveTo>
                  <a:lnTo>
                    <a:pt x="0" y="0"/>
                  </a:lnTo>
                  <a:lnTo>
                    <a:pt x="0" y="221894"/>
                  </a:lnTo>
                  <a:lnTo>
                    <a:pt x="968692" y="221894"/>
                  </a:lnTo>
                  <a:lnTo>
                    <a:pt x="96869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481827" y="3415258"/>
              <a:ext cx="969010" cy="222250"/>
            </a:xfrm>
            <a:custGeom>
              <a:avLst/>
              <a:gdLst/>
              <a:ahLst/>
              <a:cxnLst/>
              <a:rect l="l" t="t" r="r" b="b"/>
              <a:pathLst>
                <a:path w="969010" h="222250">
                  <a:moveTo>
                    <a:pt x="0" y="221894"/>
                  </a:moveTo>
                  <a:lnTo>
                    <a:pt x="968692" y="221894"/>
                  </a:lnTo>
                  <a:lnTo>
                    <a:pt x="968692" y="0"/>
                  </a:lnTo>
                  <a:lnTo>
                    <a:pt x="0" y="0"/>
                  </a:lnTo>
                  <a:lnTo>
                    <a:pt x="0" y="221894"/>
                  </a:lnTo>
                  <a:close/>
                </a:path>
              </a:pathLst>
            </a:custGeom>
            <a:ln w="56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497067" y="3429012"/>
              <a:ext cx="938530" cy="195580"/>
            </a:xfrm>
            <a:custGeom>
              <a:avLst/>
              <a:gdLst/>
              <a:ahLst/>
              <a:cxnLst/>
              <a:rect l="l" t="t" r="r" b="b"/>
              <a:pathLst>
                <a:path w="938529" h="195579">
                  <a:moveTo>
                    <a:pt x="938364" y="0"/>
                  </a:moveTo>
                  <a:lnTo>
                    <a:pt x="0" y="0"/>
                  </a:lnTo>
                  <a:lnTo>
                    <a:pt x="0" y="195059"/>
                  </a:lnTo>
                  <a:lnTo>
                    <a:pt x="938364" y="195059"/>
                  </a:lnTo>
                  <a:lnTo>
                    <a:pt x="93836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497067" y="3429012"/>
              <a:ext cx="938530" cy="195580"/>
            </a:xfrm>
            <a:custGeom>
              <a:avLst/>
              <a:gdLst/>
              <a:ahLst/>
              <a:cxnLst/>
              <a:rect l="l" t="t" r="r" b="b"/>
              <a:pathLst>
                <a:path w="938529" h="195579">
                  <a:moveTo>
                    <a:pt x="0" y="195059"/>
                  </a:moveTo>
                  <a:lnTo>
                    <a:pt x="938364" y="195059"/>
                  </a:lnTo>
                  <a:lnTo>
                    <a:pt x="938364" y="0"/>
                  </a:lnTo>
                  <a:lnTo>
                    <a:pt x="0" y="0"/>
                  </a:lnTo>
                  <a:lnTo>
                    <a:pt x="0" y="195059"/>
                  </a:lnTo>
                  <a:close/>
                </a:path>
              </a:pathLst>
            </a:custGeom>
            <a:ln w="56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518403" y="3456393"/>
              <a:ext cx="68580" cy="69850"/>
            </a:xfrm>
            <a:custGeom>
              <a:avLst/>
              <a:gdLst/>
              <a:ahLst/>
              <a:cxnLst/>
              <a:rect l="l" t="t" r="r" b="b"/>
              <a:pathLst>
                <a:path w="68579" h="69850">
                  <a:moveTo>
                    <a:pt x="68519" y="0"/>
                  </a:moveTo>
                  <a:lnTo>
                    <a:pt x="0" y="0"/>
                  </a:lnTo>
                  <a:lnTo>
                    <a:pt x="0" y="69634"/>
                  </a:lnTo>
                  <a:lnTo>
                    <a:pt x="68519" y="69634"/>
                  </a:lnTo>
                  <a:lnTo>
                    <a:pt x="68519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518403" y="3456393"/>
              <a:ext cx="68580" cy="69850"/>
            </a:xfrm>
            <a:custGeom>
              <a:avLst/>
              <a:gdLst/>
              <a:ahLst/>
              <a:cxnLst/>
              <a:rect l="l" t="t" r="r" b="b"/>
              <a:pathLst>
                <a:path w="68579" h="69850">
                  <a:moveTo>
                    <a:pt x="0" y="69634"/>
                  </a:moveTo>
                  <a:lnTo>
                    <a:pt x="68519" y="69634"/>
                  </a:lnTo>
                  <a:lnTo>
                    <a:pt x="68519" y="0"/>
                  </a:lnTo>
                  <a:lnTo>
                    <a:pt x="0" y="0"/>
                  </a:lnTo>
                  <a:lnTo>
                    <a:pt x="0" y="69634"/>
                  </a:lnTo>
                  <a:close/>
                </a:path>
              </a:pathLst>
            </a:custGeom>
            <a:ln w="5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518403" y="3572226"/>
              <a:ext cx="41275" cy="22860"/>
            </a:xfrm>
            <a:custGeom>
              <a:avLst/>
              <a:gdLst/>
              <a:ahLst/>
              <a:cxnLst/>
              <a:rect l="l" t="t" r="r" b="b"/>
              <a:pathLst>
                <a:path w="41275" h="22860">
                  <a:moveTo>
                    <a:pt x="40779" y="0"/>
                  </a:moveTo>
                  <a:lnTo>
                    <a:pt x="0" y="0"/>
                  </a:lnTo>
                  <a:lnTo>
                    <a:pt x="0" y="22508"/>
                  </a:lnTo>
                  <a:lnTo>
                    <a:pt x="40779" y="22508"/>
                  </a:lnTo>
                  <a:lnTo>
                    <a:pt x="4077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518403" y="3572226"/>
              <a:ext cx="41275" cy="22860"/>
            </a:xfrm>
            <a:custGeom>
              <a:avLst/>
              <a:gdLst/>
              <a:ahLst/>
              <a:cxnLst/>
              <a:rect l="l" t="t" r="r" b="b"/>
              <a:pathLst>
                <a:path w="41275" h="22860">
                  <a:moveTo>
                    <a:pt x="0" y="22508"/>
                  </a:moveTo>
                  <a:lnTo>
                    <a:pt x="40779" y="22508"/>
                  </a:lnTo>
                  <a:lnTo>
                    <a:pt x="40779" y="0"/>
                  </a:lnTo>
                  <a:lnTo>
                    <a:pt x="0" y="0"/>
                  </a:lnTo>
                  <a:lnTo>
                    <a:pt x="0" y="22508"/>
                  </a:lnTo>
                  <a:close/>
                </a:path>
              </a:pathLst>
            </a:custGeom>
            <a:ln w="56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823203" y="3447262"/>
              <a:ext cx="579120" cy="157480"/>
            </a:xfrm>
            <a:custGeom>
              <a:avLst/>
              <a:gdLst/>
              <a:ahLst/>
              <a:cxnLst/>
              <a:rect l="l" t="t" r="r" b="b"/>
              <a:pathLst>
                <a:path w="579120" h="157479">
                  <a:moveTo>
                    <a:pt x="579069" y="0"/>
                  </a:moveTo>
                  <a:lnTo>
                    <a:pt x="0" y="0"/>
                  </a:lnTo>
                  <a:lnTo>
                    <a:pt x="0" y="156870"/>
                  </a:lnTo>
                  <a:lnTo>
                    <a:pt x="579069" y="156870"/>
                  </a:lnTo>
                  <a:lnTo>
                    <a:pt x="5790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823203" y="3447262"/>
              <a:ext cx="579120" cy="157480"/>
            </a:xfrm>
            <a:custGeom>
              <a:avLst/>
              <a:gdLst/>
              <a:ahLst/>
              <a:cxnLst/>
              <a:rect l="l" t="t" r="r" b="b"/>
              <a:pathLst>
                <a:path w="579120" h="157479">
                  <a:moveTo>
                    <a:pt x="0" y="156870"/>
                  </a:moveTo>
                  <a:lnTo>
                    <a:pt x="579069" y="156870"/>
                  </a:lnTo>
                  <a:lnTo>
                    <a:pt x="579069" y="0"/>
                  </a:lnTo>
                  <a:lnTo>
                    <a:pt x="0" y="0"/>
                  </a:lnTo>
                  <a:lnTo>
                    <a:pt x="0" y="156870"/>
                  </a:lnTo>
                  <a:close/>
                </a:path>
              </a:pathLst>
            </a:custGeom>
            <a:ln w="56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81343" y="3461004"/>
              <a:ext cx="210312" cy="117348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838443" y="3459479"/>
              <a:ext cx="10795" cy="89535"/>
            </a:xfrm>
            <a:custGeom>
              <a:avLst/>
              <a:gdLst/>
              <a:ahLst/>
              <a:cxnLst/>
              <a:rect l="l" t="t" r="r" b="b"/>
              <a:pathLst>
                <a:path w="10795" h="89535">
                  <a:moveTo>
                    <a:pt x="0" y="0"/>
                  </a:moveTo>
                  <a:lnTo>
                    <a:pt x="0" y="89408"/>
                  </a:lnTo>
                  <a:lnTo>
                    <a:pt x="10413" y="78359"/>
                  </a:lnTo>
                  <a:lnTo>
                    <a:pt x="10413" y="104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838443" y="3459479"/>
              <a:ext cx="551815" cy="10160"/>
            </a:xfrm>
            <a:custGeom>
              <a:avLst/>
              <a:gdLst/>
              <a:ahLst/>
              <a:cxnLst/>
              <a:rect l="l" t="t" r="r" b="b"/>
              <a:pathLst>
                <a:path w="551814" h="10160">
                  <a:moveTo>
                    <a:pt x="55168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551688" y="10160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838443" y="3537204"/>
              <a:ext cx="551180" cy="10795"/>
            </a:xfrm>
            <a:custGeom>
              <a:avLst/>
              <a:gdLst/>
              <a:ahLst/>
              <a:cxnLst/>
              <a:rect l="l" t="t" r="r" b="b"/>
              <a:pathLst>
                <a:path w="551179" h="10795">
                  <a:moveTo>
                    <a:pt x="551179" y="0"/>
                  </a:moveTo>
                  <a:lnTo>
                    <a:pt x="0" y="0"/>
                  </a:lnTo>
                  <a:lnTo>
                    <a:pt x="0" y="10287"/>
                  </a:lnTo>
                  <a:lnTo>
                    <a:pt x="551179" y="10287"/>
                  </a:lnTo>
                  <a:lnTo>
                    <a:pt x="55117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849111" y="3470207"/>
              <a:ext cx="528955" cy="67310"/>
            </a:xfrm>
            <a:custGeom>
              <a:avLst/>
              <a:gdLst/>
              <a:ahLst/>
              <a:cxnLst/>
              <a:rect l="l" t="t" r="r" b="b"/>
              <a:pathLst>
                <a:path w="528954" h="67310">
                  <a:moveTo>
                    <a:pt x="528637" y="0"/>
                  </a:moveTo>
                  <a:lnTo>
                    <a:pt x="0" y="0"/>
                  </a:lnTo>
                  <a:lnTo>
                    <a:pt x="0" y="66996"/>
                  </a:lnTo>
                  <a:lnTo>
                    <a:pt x="528637" y="66996"/>
                  </a:lnTo>
                  <a:lnTo>
                    <a:pt x="52863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838443" y="3459450"/>
              <a:ext cx="549910" cy="86360"/>
            </a:xfrm>
            <a:custGeom>
              <a:avLst/>
              <a:gdLst/>
              <a:ahLst/>
              <a:cxnLst/>
              <a:rect l="l" t="t" r="r" b="b"/>
              <a:pathLst>
                <a:path w="549910" h="86360">
                  <a:moveTo>
                    <a:pt x="0" y="86262"/>
                  </a:moveTo>
                  <a:lnTo>
                    <a:pt x="549579" y="86262"/>
                  </a:lnTo>
                  <a:lnTo>
                    <a:pt x="549579" y="0"/>
                  </a:lnTo>
                  <a:lnTo>
                    <a:pt x="0" y="0"/>
                  </a:lnTo>
                  <a:lnTo>
                    <a:pt x="0" y="86262"/>
                  </a:lnTo>
                  <a:close/>
                </a:path>
              </a:pathLst>
            </a:custGeom>
            <a:ln w="56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076187" y="3552389"/>
              <a:ext cx="50165" cy="46990"/>
            </a:xfrm>
            <a:custGeom>
              <a:avLst/>
              <a:gdLst/>
              <a:ahLst/>
              <a:cxnLst/>
              <a:rect l="l" t="t" r="r" b="b"/>
              <a:pathLst>
                <a:path w="50164" h="46989">
                  <a:moveTo>
                    <a:pt x="49817" y="0"/>
                  </a:moveTo>
                  <a:lnTo>
                    <a:pt x="0" y="0"/>
                  </a:lnTo>
                  <a:lnTo>
                    <a:pt x="0" y="46663"/>
                  </a:lnTo>
                  <a:lnTo>
                    <a:pt x="49817" y="46663"/>
                  </a:lnTo>
                  <a:lnTo>
                    <a:pt x="49817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076187" y="3552389"/>
              <a:ext cx="50165" cy="46990"/>
            </a:xfrm>
            <a:custGeom>
              <a:avLst/>
              <a:gdLst/>
              <a:ahLst/>
              <a:cxnLst/>
              <a:rect l="l" t="t" r="r" b="b"/>
              <a:pathLst>
                <a:path w="50164" h="46989">
                  <a:moveTo>
                    <a:pt x="0" y="46663"/>
                  </a:moveTo>
                  <a:lnTo>
                    <a:pt x="49817" y="46663"/>
                  </a:lnTo>
                  <a:lnTo>
                    <a:pt x="49817" y="0"/>
                  </a:lnTo>
                  <a:lnTo>
                    <a:pt x="0" y="0"/>
                  </a:lnTo>
                  <a:lnTo>
                    <a:pt x="0" y="46663"/>
                  </a:lnTo>
                  <a:close/>
                </a:path>
              </a:pathLst>
            </a:custGeom>
            <a:ln w="56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913119" y="3584460"/>
              <a:ext cx="13970" cy="13335"/>
            </a:xfrm>
            <a:custGeom>
              <a:avLst/>
              <a:gdLst/>
              <a:ahLst/>
              <a:cxnLst/>
              <a:rect l="l" t="t" r="r" b="b"/>
              <a:pathLst>
                <a:path w="13970" h="13335">
                  <a:moveTo>
                    <a:pt x="13454" y="0"/>
                  </a:moveTo>
                  <a:lnTo>
                    <a:pt x="0" y="0"/>
                  </a:lnTo>
                  <a:lnTo>
                    <a:pt x="0" y="13195"/>
                  </a:lnTo>
                  <a:lnTo>
                    <a:pt x="13454" y="13195"/>
                  </a:lnTo>
                  <a:lnTo>
                    <a:pt x="13454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951219" y="3584460"/>
              <a:ext cx="13970" cy="13335"/>
            </a:xfrm>
            <a:custGeom>
              <a:avLst/>
              <a:gdLst/>
              <a:ahLst/>
              <a:cxnLst/>
              <a:rect l="l" t="t" r="r" b="b"/>
              <a:pathLst>
                <a:path w="13970" h="13335">
                  <a:moveTo>
                    <a:pt x="13454" y="0"/>
                  </a:moveTo>
                  <a:lnTo>
                    <a:pt x="0" y="0"/>
                  </a:lnTo>
                  <a:lnTo>
                    <a:pt x="0" y="13195"/>
                  </a:lnTo>
                  <a:lnTo>
                    <a:pt x="13454" y="13195"/>
                  </a:lnTo>
                  <a:lnTo>
                    <a:pt x="134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836920" y="3584447"/>
              <a:ext cx="549910" cy="13970"/>
            </a:xfrm>
            <a:custGeom>
              <a:avLst/>
              <a:gdLst/>
              <a:ahLst/>
              <a:cxnLst/>
              <a:rect l="l" t="t" r="r" b="b"/>
              <a:pathLst>
                <a:path w="549910" h="13970">
                  <a:moveTo>
                    <a:pt x="3517" y="0"/>
                  </a:moveTo>
                  <a:lnTo>
                    <a:pt x="0" y="0"/>
                  </a:lnTo>
                  <a:lnTo>
                    <a:pt x="0" y="13462"/>
                  </a:lnTo>
                  <a:lnTo>
                    <a:pt x="3517" y="13462"/>
                  </a:lnTo>
                  <a:lnTo>
                    <a:pt x="3517" y="0"/>
                  </a:lnTo>
                  <a:close/>
                </a:path>
                <a:path w="549910" h="13970">
                  <a:moveTo>
                    <a:pt x="13106" y="0"/>
                  </a:moveTo>
                  <a:lnTo>
                    <a:pt x="9525" y="0"/>
                  </a:lnTo>
                  <a:lnTo>
                    <a:pt x="9525" y="13462"/>
                  </a:lnTo>
                  <a:lnTo>
                    <a:pt x="13106" y="13462"/>
                  </a:lnTo>
                  <a:lnTo>
                    <a:pt x="13106" y="0"/>
                  </a:lnTo>
                  <a:close/>
                </a:path>
                <a:path w="549910" h="13970">
                  <a:moveTo>
                    <a:pt x="22555" y="0"/>
                  </a:moveTo>
                  <a:lnTo>
                    <a:pt x="19050" y="0"/>
                  </a:lnTo>
                  <a:lnTo>
                    <a:pt x="19050" y="13462"/>
                  </a:lnTo>
                  <a:lnTo>
                    <a:pt x="22555" y="13462"/>
                  </a:lnTo>
                  <a:lnTo>
                    <a:pt x="22555" y="0"/>
                  </a:lnTo>
                  <a:close/>
                </a:path>
                <a:path w="549910" h="13970">
                  <a:moveTo>
                    <a:pt x="32207" y="0"/>
                  </a:moveTo>
                  <a:lnTo>
                    <a:pt x="28702" y="0"/>
                  </a:lnTo>
                  <a:lnTo>
                    <a:pt x="28702" y="13462"/>
                  </a:lnTo>
                  <a:lnTo>
                    <a:pt x="32207" y="13462"/>
                  </a:lnTo>
                  <a:lnTo>
                    <a:pt x="32207" y="0"/>
                  </a:lnTo>
                  <a:close/>
                </a:path>
                <a:path w="549910" h="13970">
                  <a:moveTo>
                    <a:pt x="41808" y="0"/>
                  </a:moveTo>
                  <a:lnTo>
                    <a:pt x="38227" y="0"/>
                  </a:lnTo>
                  <a:lnTo>
                    <a:pt x="38227" y="13462"/>
                  </a:lnTo>
                  <a:lnTo>
                    <a:pt x="41808" y="13462"/>
                  </a:lnTo>
                  <a:lnTo>
                    <a:pt x="41808" y="0"/>
                  </a:lnTo>
                  <a:close/>
                </a:path>
                <a:path w="549910" h="13970">
                  <a:moveTo>
                    <a:pt x="51269" y="0"/>
                  </a:moveTo>
                  <a:lnTo>
                    <a:pt x="47752" y="0"/>
                  </a:lnTo>
                  <a:lnTo>
                    <a:pt x="47752" y="13462"/>
                  </a:lnTo>
                  <a:lnTo>
                    <a:pt x="51269" y="13462"/>
                  </a:lnTo>
                  <a:lnTo>
                    <a:pt x="51269" y="0"/>
                  </a:lnTo>
                  <a:close/>
                </a:path>
                <a:path w="549910" h="13970">
                  <a:moveTo>
                    <a:pt x="60794" y="0"/>
                  </a:moveTo>
                  <a:lnTo>
                    <a:pt x="57277" y="0"/>
                  </a:lnTo>
                  <a:lnTo>
                    <a:pt x="57277" y="13462"/>
                  </a:lnTo>
                  <a:lnTo>
                    <a:pt x="60794" y="13462"/>
                  </a:lnTo>
                  <a:lnTo>
                    <a:pt x="60794" y="0"/>
                  </a:lnTo>
                  <a:close/>
                </a:path>
                <a:path w="549910" h="13970">
                  <a:moveTo>
                    <a:pt x="70434" y="0"/>
                  </a:moveTo>
                  <a:lnTo>
                    <a:pt x="66929" y="0"/>
                  </a:lnTo>
                  <a:lnTo>
                    <a:pt x="66929" y="13462"/>
                  </a:lnTo>
                  <a:lnTo>
                    <a:pt x="70434" y="13462"/>
                  </a:lnTo>
                  <a:lnTo>
                    <a:pt x="70434" y="0"/>
                  </a:lnTo>
                  <a:close/>
                </a:path>
                <a:path w="549910" h="13970">
                  <a:moveTo>
                    <a:pt x="99021" y="0"/>
                  </a:moveTo>
                  <a:lnTo>
                    <a:pt x="95504" y="0"/>
                  </a:lnTo>
                  <a:lnTo>
                    <a:pt x="95504" y="13462"/>
                  </a:lnTo>
                  <a:lnTo>
                    <a:pt x="99021" y="13462"/>
                  </a:lnTo>
                  <a:lnTo>
                    <a:pt x="99021" y="0"/>
                  </a:lnTo>
                  <a:close/>
                </a:path>
                <a:path w="549910" h="13970">
                  <a:moveTo>
                    <a:pt x="108610" y="0"/>
                  </a:moveTo>
                  <a:lnTo>
                    <a:pt x="105029" y="0"/>
                  </a:lnTo>
                  <a:lnTo>
                    <a:pt x="105029" y="13462"/>
                  </a:lnTo>
                  <a:lnTo>
                    <a:pt x="108610" y="13462"/>
                  </a:lnTo>
                  <a:lnTo>
                    <a:pt x="108610" y="0"/>
                  </a:lnTo>
                  <a:close/>
                </a:path>
                <a:path w="549910" h="13970">
                  <a:moveTo>
                    <a:pt x="137299" y="0"/>
                  </a:moveTo>
                  <a:lnTo>
                    <a:pt x="133731" y="0"/>
                  </a:lnTo>
                  <a:lnTo>
                    <a:pt x="133731" y="13462"/>
                  </a:lnTo>
                  <a:lnTo>
                    <a:pt x="137299" y="13462"/>
                  </a:lnTo>
                  <a:lnTo>
                    <a:pt x="137299" y="0"/>
                  </a:lnTo>
                  <a:close/>
                </a:path>
                <a:path w="549910" h="13970">
                  <a:moveTo>
                    <a:pt x="146837" y="0"/>
                  </a:moveTo>
                  <a:lnTo>
                    <a:pt x="143256" y="0"/>
                  </a:lnTo>
                  <a:lnTo>
                    <a:pt x="143256" y="13462"/>
                  </a:lnTo>
                  <a:lnTo>
                    <a:pt x="146837" y="13462"/>
                  </a:lnTo>
                  <a:lnTo>
                    <a:pt x="146837" y="0"/>
                  </a:lnTo>
                  <a:close/>
                </a:path>
                <a:path w="549910" h="13970">
                  <a:moveTo>
                    <a:pt x="156425" y="0"/>
                  </a:moveTo>
                  <a:lnTo>
                    <a:pt x="152908" y="0"/>
                  </a:lnTo>
                  <a:lnTo>
                    <a:pt x="152908" y="13462"/>
                  </a:lnTo>
                  <a:lnTo>
                    <a:pt x="156425" y="13462"/>
                  </a:lnTo>
                  <a:lnTo>
                    <a:pt x="156425" y="0"/>
                  </a:lnTo>
                  <a:close/>
                </a:path>
                <a:path w="549910" h="13970">
                  <a:moveTo>
                    <a:pt x="165938" y="0"/>
                  </a:moveTo>
                  <a:lnTo>
                    <a:pt x="162433" y="0"/>
                  </a:lnTo>
                  <a:lnTo>
                    <a:pt x="162433" y="13462"/>
                  </a:lnTo>
                  <a:lnTo>
                    <a:pt x="165938" y="13462"/>
                  </a:lnTo>
                  <a:lnTo>
                    <a:pt x="165938" y="0"/>
                  </a:lnTo>
                  <a:close/>
                </a:path>
                <a:path w="549910" h="13970">
                  <a:moveTo>
                    <a:pt x="175539" y="0"/>
                  </a:moveTo>
                  <a:lnTo>
                    <a:pt x="171958" y="0"/>
                  </a:lnTo>
                  <a:lnTo>
                    <a:pt x="171958" y="13462"/>
                  </a:lnTo>
                  <a:lnTo>
                    <a:pt x="175539" y="13462"/>
                  </a:lnTo>
                  <a:lnTo>
                    <a:pt x="175539" y="0"/>
                  </a:lnTo>
                  <a:close/>
                </a:path>
                <a:path w="549910" h="13970">
                  <a:moveTo>
                    <a:pt x="184988" y="0"/>
                  </a:moveTo>
                  <a:lnTo>
                    <a:pt x="181483" y="0"/>
                  </a:lnTo>
                  <a:lnTo>
                    <a:pt x="181483" y="13462"/>
                  </a:lnTo>
                  <a:lnTo>
                    <a:pt x="184988" y="13462"/>
                  </a:lnTo>
                  <a:lnTo>
                    <a:pt x="184988" y="0"/>
                  </a:lnTo>
                  <a:close/>
                </a:path>
                <a:path w="549910" h="13970">
                  <a:moveTo>
                    <a:pt x="194652" y="0"/>
                  </a:moveTo>
                  <a:lnTo>
                    <a:pt x="191135" y="0"/>
                  </a:lnTo>
                  <a:lnTo>
                    <a:pt x="191135" y="13462"/>
                  </a:lnTo>
                  <a:lnTo>
                    <a:pt x="194652" y="13462"/>
                  </a:lnTo>
                  <a:lnTo>
                    <a:pt x="194652" y="0"/>
                  </a:lnTo>
                  <a:close/>
                </a:path>
                <a:path w="549910" h="13970">
                  <a:moveTo>
                    <a:pt x="204114" y="0"/>
                  </a:moveTo>
                  <a:lnTo>
                    <a:pt x="200533" y="0"/>
                  </a:lnTo>
                  <a:lnTo>
                    <a:pt x="200533" y="13462"/>
                  </a:lnTo>
                  <a:lnTo>
                    <a:pt x="204114" y="13462"/>
                  </a:lnTo>
                  <a:lnTo>
                    <a:pt x="204114" y="0"/>
                  </a:lnTo>
                  <a:close/>
                </a:path>
                <a:path w="549910" h="13970">
                  <a:moveTo>
                    <a:pt x="213766" y="0"/>
                  </a:moveTo>
                  <a:lnTo>
                    <a:pt x="210185" y="0"/>
                  </a:lnTo>
                  <a:lnTo>
                    <a:pt x="210185" y="13462"/>
                  </a:lnTo>
                  <a:lnTo>
                    <a:pt x="213766" y="13462"/>
                  </a:lnTo>
                  <a:lnTo>
                    <a:pt x="213766" y="0"/>
                  </a:lnTo>
                  <a:close/>
                </a:path>
                <a:path w="549910" h="13970">
                  <a:moveTo>
                    <a:pt x="223215" y="0"/>
                  </a:moveTo>
                  <a:lnTo>
                    <a:pt x="219710" y="0"/>
                  </a:lnTo>
                  <a:lnTo>
                    <a:pt x="219710" y="13462"/>
                  </a:lnTo>
                  <a:lnTo>
                    <a:pt x="223215" y="13462"/>
                  </a:lnTo>
                  <a:lnTo>
                    <a:pt x="223215" y="0"/>
                  </a:lnTo>
                  <a:close/>
                </a:path>
                <a:path w="549910" h="13970">
                  <a:moveTo>
                    <a:pt x="232879" y="0"/>
                  </a:moveTo>
                  <a:lnTo>
                    <a:pt x="229362" y="0"/>
                  </a:lnTo>
                  <a:lnTo>
                    <a:pt x="229362" y="13462"/>
                  </a:lnTo>
                  <a:lnTo>
                    <a:pt x="232879" y="13462"/>
                  </a:lnTo>
                  <a:lnTo>
                    <a:pt x="232879" y="0"/>
                  </a:lnTo>
                  <a:close/>
                </a:path>
                <a:path w="549910" h="13970">
                  <a:moveTo>
                    <a:pt x="299681" y="0"/>
                  </a:moveTo>
                  <a:lnTo>
                    <a:pt x="296164" y="0"/>
                  </a:lnTo>
                  <a:lnTo>
                    <a:pt x="296164" y="13462"/>
                  </a:lnTo>
                  <a:lnTo>
                    <a:pt x="299681" y="13462"/>
                  </a:lnTo>
                  <a:lnTo>
                    <a:pt x="299681" y="0"/>
                  </a:lnTo>
                  <a:close/>
                </a:path>
                <a:path w="549910" h="13970">
                  <a:moveTo>
                    <a:pt x="309270" y="0"/>
                  </a:moveTo>
                  <a:lnTo>
                    <a:pt x="305689" y="0"/>
                  </a:lnTo>
                  <a:lnTo>
                    <a:pt x="305689" y="13462"/>
                  </a:lnTo>
                  <a:lnTo>
                    <a:pt x="309270" y="13462"/>
                  </a:lnTo>
                  <a:lnTo>
                    <a:pt x="309270" y="0"/>
                  </a:lnTo>
                  <a:close/>
                </a:path>
                <a:path w="549910" h="13970">
                  <a:moveTo>
                    <a:pt x="318846" y="0"/>
                  </a:moveTo>
                  <a:lnTo>
                    <a:pt x="315341" y="0"/>
                  </a:lnTo>
                  <a:lnTo>
                    <a:pt x="315341" y="13462"/>
                  </a:lnTo>
                  <a:lnTo>
                    <a:pt x="318846" y="13462"/>
                  </a:lnTo>
                  <a:lnTo>
                    <a:pt x="318846" y="0"/>
                  </a:lnTo>
                  <a:close/>
                </a:path>
                <a:path w="549910" h="13970">
                  <a:moveTo>
                    <a:pt x="328371" y="0"/>
                  </a:moveTo>
                  <a:lnTo>
                    <a:pt x="324866" y="0"/>
                  </a:lnTo>
                  <a:lnTo>
                    <a:pt x="324866" y="13462"/>
                  </a:lnTo>
                  <a:lnTo>
                    <a:pt x="328371" y="13462"/>
                  </a:lnTo>
                  <a:lnTo>
                    <a:pt x="328371" y="0"/>
                  </a:lnTo>
                  <a:close/>
                </a:path>
                <a:path w="549910" h="13970">
                  <a:moveTo>
                    <a:pt x="337972" y="0"/>
                  </a:moveTo>
                  <a:lnTo>
                    <a:pt x="334391" y="0"/>
                  </a:lnTo>
                  <a:lnTo>
                    <a:pt x="334391" y="13462"/>
                  </a:lnTo>
                  <a:lnTo>
                    <a:pt x="337972" y="13462"/>
                  </a:lnTo>
                  <a:lnTo>
                    <a:pt x="337972" y="0"/>
                  </a:lnTo>
                  <a:close/>
                </a:path>
                <a:path w="549910" h="13970">
                  <a:moveTo>
                    <a:pt x="347433" y="0"/>
                  </a:moveTo>
                  <a:lnTo>
                    <a:pt x="343916" y="0"/>
                  </a:lnTo>
                  <a:lnTo>
                    <a:pt x="343916" y="13462"/>
                  </a:lnTo>
                  <a:lnTo>
                    <a:pt x="347433" y="13462"/>
                  </a:lnTo>
                  <a:lnTo>
                    <a:pt x="347433" y="0"/>
                  </a:lnTo>
                  <a:close/>
                </a:path>
                <a:path w="549910" h="13970">
                  <a:moveTo>
                    <a:pt x="356958" y="0"/>
                  </a:moveTo>
                  <a:lnTo>
                    <a:pt x="353441" y="0"/>
                  </a:lnTo>
                  <a:lnTo>
                    <a:pt x="353441" y="13462"/>
                  </a:lnTo>
                  <a:lnTo>
                    <a:pt x="356958" y="13462"/>
                  </a:lnTo>
                  <a:lnTo>
                    <a:pt x="356958" y="0"/>
                  </a:lnTo>
                  <a:close/>
                </a:path>
                <a:path w="549910" h="13970">
                  <a:moveTo>
                    <a:pt x="366598" y="0"/>
                  </a:moveTo>
                  <a:lnTo>
                    <a:pt x="363093" y="0"/>
                  </a:lnTo>
                  <a:lnTo>
                    <a:pt x="363093" y="13462"/>
                  </a:lnTo>
                  <a:lnTo>
                    <a:pt x="366598" y="13462"/>
                  </a:lnTo>
                  <a:lnTo>
                    <a:pt x="366598" y="0"/>
                  </a:lnTo>
                  <a:close/>
                </a:path>
                <a:path w="549910" h="13970">
                  <a:moveTo>
                    <a:pt x="376542" y="0"/>
                  </a:moveTo>
                  <a:lnTo>
                    <a:pt x="372618" y="0"/>
                  </a:lnTo>
                  <a:lnTo>
                    <a:pt x="372618" y="13462"/>
                  </a:lnTo>
                  <a:lnTo>
                    <a:pt x="376542" y="13462"/>
                  </a:lnTo>
                  <a:lnTo>
                    <a:pt x="376542" y="0"/>
                  </a:lnTo>
                  <a:close/>
                </a:path>
                <a:path w="549910" h="13970">
                  <a:moveTo>
                    <a:pt x="386029" y="0"/>
                  </a:moveTo>
                  <a:lnTo>
                    <a:pt x="382524" y="0"/>
                  </a:lnTo>
                  <a:lnTo>
                    <a:pt x="382524" y="13462"/>
                  </a:lnTo>
                  <a:lnTo>
                    <a:pt x="386029" y="13462"/>
                  </a:lnTo>
                  <a:lnTo>
                    <a:pt x="386029" y="0"/>
                  </a:lnTo>
                  <a:close/>
                </a:path>
                <a:path w="549910" h="13970">
                  <a:moveTo>
                    <a:pt x="395554" y="0"/>
                  </a:moveTo>
                  <a:lnTo>
                    <a:pt x="392049" y="0"/>
                  </a:lnTo>
                  <a:lnTo>
                    <a:pt x="392049" y="13462"/>
                  </a:lnTo>
                  <a:lnTo>
                    <a:pt x="395554" y="13462"/>
                  </a:lnTo>
                  <a:lnTo>
                    <a:pt x="395554" y="0"/>
                  </a:lnTo>
                  <a:close/>
                </a:path>
                <a:path w="549910" h="13970">
                  <a:moveTo>
                    <a:pt x="405155" y="0"/>
                  </a:moveTo>
                  <a:lnTo>
                    <a:pt x="401574" y="0"/>
                  </a:lnTo>
                  <a:lnTo>
                    <a:pt x="401574" y="13462"/>
                  </a:lnTo>
                  <a:lnTo>
                    <a:pt x="405155" y="13462"/>
                  </a:lnTo>
                  <a:lnTo>
                    <a:pt x="405155" y="0"/>
                  </a:lnTo>
                  <a:close/>
                </a:path>
                <a:path w="549910" h="13970">
                  <a:moveTo>
                    <a:pt x="414680" y="0"/>
                  </a:moveTo>
                  <a:lnTo>
                    <a:pt x="411099" y="0"/>
                  </a:lnTo>
                  <a:lnTo>
                    <a:pt x="411099" y="13462"/>
                  </a:lnTo>
                  <a:lnTo>
                    <a:pt x="414680" y="13462"/>
                  </a:lnTo>
                  <a:lnTo>
                    <a:pt x="414680" y="0"/>
                  </a:lnTo>
                  <a:close/>
                </a:path>
                <a:path w="549910" h="13970">
                  <a:moveTo>
                    <a:pt x="424268" y="0"/>
                  </a:moveTo>
                  <a:lnTo>
                    <a:pt x="420751" y="0"/>
                  </a:lnTo>
                  <a:lnTo>
                    <a:pt x="420751" y="13462"/>
                  </a:lnTo>
                  <a:lnTo>
                    <a:pt x="424268" y="13462"/>
                  </a:lnTo>
                  <a:lnTo>
                    <a:pt x="424268" y="0"/>
                  </a:lnTo>
                  <a:close/>
                </a:path>
                <a:path w="549910" h="13970">
                  <a:moveTo>
                    <a:pt x="433781" y="0"/>
                  </a:moveTo>
                  <a:lnTo>
                    <a:pt x="430276" y="0"/>
                  </a:lnTo>
                  <a:lnTo>
                    <a:pt x="430276" y="13462"/>
                  </a:lnTo>
                  <a:lnTo>
                    <a:pt x="433781" y="13462"/>
                  </a:lnTo>
                  <a:lnTo>
                    <a:pt x="433781" y="0"/>
                  </a:lnTo>
                  <a:close/>
                </a:path>
                <a:path w="549910" h="13970">
                  <a:moveTo>
                    <a:pt x="443382" y="0"/>
                  </a:moveTo>
                  <a:lnTo>
                    <a:pt x="439801" y="0"/>
                  </a:lnTo>
                  <a:lnTo>
                    <a:pt x="439801" y="13462"/>
                  </a:lnTo>
                  <a:lnTo>
                    <a:pt x="443382" y="13462"/>
                  </a:lnTo>
                  <a:lnTo>
                    <a:pt x="443382" y="0"/>
                  </a:lnTo>
                  <a:close/>
                </a:path>
                <a:path w="549910" h="13970">
                  <a:moveTo>
                    <a:pt x="452958" y="0"/>
                  </a:moveTo>
                  <a:lnTo>
                    <a:pt x="449453" y="0"/>
                  </a:lnTo>
                  <a:lnTo>
                    <a:pt x="449453" y="13462"/>
                  </a:lnTo>
                  <a:lnTo>
                    <a:pt x="452958" y="13462"/>
                  </a:lnTo>
                  <a:lnTo>
                    <a:pt x="452958" y="0"/>
                  </a:lnTo>
                  <a:close/>
                </a:path>
                <a:path w="549910" h="13970">
                  <a:moveTo>
                    <a:pt x="462495" y="0"/>
                  </a:moveTo>
                  <a:lnTo>
                    <a:pt x="458978" y="0"/>
                  </a:lnTo>
                  <a:lnTo>
                    <a:pt x="458978" y="13462"/>
                  </a:lnTo>
                  <a:lnTo>
                    <a:pt x="462495" y="13462"/>
                  </a:lnTo>
                  <a:lnTo>
                    <a:pt x="462495" y="0"/>
                  </a:lnTo>
                  <a:close/>
                </a:path>
                <a:path w="549910" h="13970">
                  <a:moveTo>
                    <a:pt x="472084" y="0"/>
                  </a:moveTo>
                  <a:lnTo>
                    <a:pt x="468503" y="0"/>
                  </a:lnTo>
                  <a:lnTo>
                    <a:pt x="468503" y="13462"/>
                  </a:lnTo>
                  <a:lnTo>
                    <a:pt x="472084" y="13462"/>
                  </a:lnTo>
                  <a:lnTo>
                    <a:pt x="472084" y="0"/>
                  </a:lnTo>
                  <a:close/>
                </a:path>
                <a:path w="549910" h="13970">
                  <a:moveTo>
                    <a:pt x="481596" y="0"/>
                  </a:moveTo>
                  <a:lnTo>
                    <a:pt x="478028" y="0"/>
                  </a:lnTo>
                  <a:lnTo>
                    <a:pt x="478028" y="13462"/>
                  </a:lnTo>
                  <a:lnTo>
                    <a:pt x="481596" y="13462"/>
                  </a:lnTo>
                  <a:lnTo>
                    <a:pt x="481596" y="0"/>
                  </a:lnTo>
                  <a:close/>
                </a:path>
                <a:path w="549910" h="13970">
                  <a:moveTo>
                    <a:pt x="491185" y="0"/>
                  </a:moveTo>
                  <a:lnTo>
                    <a:pt x="487680" y="0"/>
                  </a:lnTo>
                  <a:lnTo>
                    <a:pt x="487680" y="13462"/>
                  </a:lnTo>
                  <a:lnTo>
                    <a:pt x="491185" y="13462"/>
                  </a:lnTo>
                  <a:lnTo>
                    <a:pt x="491185" y="0"/>
                  </a:lnTo>
                  <a:close/>
                </a:path>
                <a:path w="549910" h="13970">
                  <a:moveTo>
                    <a:pt x="500722" y="0"/>
                  </a:moveTo>
                  <a:lnTo>
                    <a:pt x="497205" y="0"/>
                  </a:lnTo>
                  <a:lnTo>
                    <a:pt x="497205" y="13462"/>
                  </a:lnTo>
                  <a:lnTo>
                    <a:pt x="500722" y="13462"/>
                  </a:lnTo>
                  <a:lnTo>
                    <a:pt x="500722" y="0"/>
                  </a:lnTo>
                  <a:close/>
                </a:path>
                <a:path w="549910" h="13970">
                  <a:moveTo>
                    <a:pt x="510311" y="0"/>
                  </a:moveTo>
                  <a:lnTo>
                    <a:pt x="506730" y="0"/>
                  </a:lnTo>
                  <a:lnTo>
                    <a:pt x="506730" y="13462"/>
                  </a:lnTo>
                  <a:lnTo>
                    <a:pt x="510311" y="13462"/>
                  </a:lnTo>
                  <a:lnTo>
                    <a:pt x="510311" y="0"/>
                  </a:lnTo>
                  <a:close/>
                </a:path>
                <a:path w="549910" h="13970">
                  <a:moveTo>
                    <a:pt x="519772" y="0"/>
                  </a:moveTo>
                  <a:lnTo>
                    <a:pt x="516255" y="0"/>
                  </a:lnTo>
                  <a:lnTo>
                    <a:pt x="516255" y="13462"/>
                  </a:lnTo>
                  <a:lnTo>
                    <a:pt x="519772" y="13462"/>
                  </a:lnTo>
                  <a:lnTo>
                    <a:pt x="519772" y="0"/>
                  </a:lnTo>
                  <a:close/>
                </a:path>
                <a:path w="549910" h="13970">
                  <a:moveTo>
                    <a:pt x="530504" y="0"/>
                  </a:moveTo>
                  <a:lnTo>
                    <a:pt x="526923" y="0"/>
                  </a:lnTo>
                  <a:lnTo>
                    <a:pt x="526923" y="13462"/>
                  </a:lnTo>
                  <a:lnTo>
                    <a:pt x="530504" y="13462"/>
                  </a:lnTo>
                  <a:lnTo>
                    <a:pt x="530504" y="0"/>
                  </a:lnTo>
                  <a:close/>
                </a:path>
                <a:path w="549910" h="13970">
                  <a:moveTo>
                    <a:pt x="539965" y="0"/>
                  </a:moveTo>
                  <a:lnTo>
                    <a:pt x="536448" y="0"/>
                  </a:lnTo>
                  <a:lnTo>
                    <a:pt x="536448" y="13462"/>
                  </a:lnTo>
                  <a:lnTo>
                    <a:pt x="539965" y="13462"/>
                  </a:lnTo>
                  <a:lnTo>
                    <a:pt x="539965" y="0"/>
                  </a:lnTo>
                  <a:close/>
                </a:path>
                <a:path w="549910" h="13970">
                  <a:moveTo>
                    <a:pt x="549605" y="0"/>
                  </a:moveTo>
                  <a:lnTo>
                    <a:pt x="546100" y="0"/>
                  </a:lnTo>
                  <a:lnTo>
                    <a:pt x="546100" y="13462"/>
                  </a:lnTo>
                  <a:lnTo>
                    <a:pt x="549605" y="13462"/>
                  </a:lnTo>
                  <a:lnTo>
                    <a:pt x="54960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631941" y="2745486"/>
              <a:ext cx="635" cy="533400"/>
            </a:xfrm>
            <a:custGeom>
              <a:avLst/>
              <a:gdLst/>
              <a:ahLst/>
              <a:cxnLst/>
              <a:rect l="l" t="t" r="r" b="b"/>
              <a:pathLst>
                <a:path w="635" h="533400">
                  <a:moveTo>
                    <a:pt x="0" y="533400"/>
                  </a:moveTo>
                  <a:lnTo>
                    <a:pt x="2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859779" y="2820923"/>
              <a:ext cx="4419600" cy="635"/>
            </a:xfrm>
            <a:custGeom>
              <a:avLst/>
              <a:gdLst/>
              <a:ahLst/>
              <a:cxnLst/>
              <a:rect l="l" t="t" r="r" b="b"/>
              <a:pathLst>
                <a:path w="4419600" h="635">
                  <a:moveTo>
                    <a:pt x="0" y="0"/>
                  </a:moveTo>
                  <a:lnTo>
                    <a:pt x="4419600" y="253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088379" y="2211323"/>
              <a:ext cx="464820" cy="1066800"/>
            </a:xfrm>
            <a:custGeom>
              <a:avLst/>
              <a:gdLst/>
              <a:ahLst/>
              <a:cxnLst/>
              <a:rect l="l" t="t" r="r" b="b"/>
              <a:pathLst>
                <a:path w="464820" h="1066800">
                  <a:moveTo>
                    <a:pt x="0" y="1066800"/>
                  </a:moveTo>
                  <a:lnTo>
                    <a:pt x="127" y="609600"/>
                  </a:lnTo>
                </a:path>
                <a:path w="464820" h="1066800">
                  <a:moveTo>
                    <a:pt x="464566" y="609600"/>
                  </a:moveTo>
                  <a:lnTo>
                    <a:pt x="46456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23275" y="1447799"/>
              <a:ext cx="769620" cy="1373124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6318504" y="2154910"/>
              <a:ext cx="593090" cy="125095"/>
            </a:xfrm>
            <a:custGeom>
              <a:avLst/>
              <a:gdLst/>
              <a:ahLst/>
              <a:cxnLst/>
              <a:rect l="l" t="t" r="r" b="b"/>
              <a:pathLst>
                <a:path w="593090" h="125094">
                  <a:moveTo>
                    <a:pt x="18884" y="91059"/>
                  </a:moveTo>
                  <a:lnTo>
                    <a:pt x="0" y="91059"/>
                  </a:lnTo>
                  <a:lnTo>
                    <a:pt x="0" y="124739"/>
                  </a:lnTo>
                  <a:lnTo>
                    <a:pt x="18884" y="124739"/>
                  </a:lnTo>
                  <a:lnTo>
                    <a:pt x="18884" y="91059"/>
                  </a:lnTo>
                  <a:close/>
                </a:path>
                <a:path w="593090" h="125094">
                  <a:moveTo>
                    <a:pt x="592556" y="0"/>
                  </a:moveTo>
                  <a:lnTo>
                    <a:pt x="573659" y="0"/>
                  </a:lnTo>
                  <a:lnTo>
                    <a:pt x="573659" y="33680"/>
                  </a:lnTo>
                  <a:lnTo>
                    <a:pt x="592556" y="33680"/>
                  </a:lnTo>
                  <a:lnTo>
                    <a:pt x="59255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099047" y="1397507"/>
              <a:ext cx="142875" cy="850265"/>
            </a:xfrm>
            <a:custGeom>
              <a:avLst/>
              <a:gdLst/>
              <a:ahLst/>
              <a:cxnLst/>
              <a:rect l="l" t="t" r="r" b="b"/>
              <a:pathLst>
                <a:path w="142875" h="850264">
                  <a:moveTo>
                    <a:pt x="0" y="0"/>
                  </a:moveTo>
                  <a:lnTo>
                    <a:pt x="0" y="765301"/>
                  </a:lnTo>
                  <a:lnTo>
                    <a:pt x="142748" y="850011"/>
                  </a:lnTo>
                  <a:lnTo>
                    <a:pt x="142748" y="1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099047" y="1397507"/>
              <a:ext cx="142875" cy="850265"/>
            </a:xfrm>
            <a:custGeom>
              <a:avLst/>
              <a:gdLst/>
              <a:ahLst/>
              <a:cxnLst/>
              <a:rect l="l" t="t" r="r" b="b"/>
              <a:pathLst>
                <a:path w="142875" h="850264">
                  <a:moveTo>
                    <a:pt x="0" y="0"/>
                  </a:moveTo>
                  <a:lnTo>
                    <a:pt x="142748" y="1396"/>
                  </a:lnTo>
                  <a:lnTo>
                    <a:pt x="142748" y="850011"/>
                  </a:lnTo>
                  <a:lnTo>
                    <a:pt x="0" y="765301"/>
                  </a:lnTo>
                  <a:lnTo>
                    <a:pt x="0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289547" y="1377695"/>
              <a:ext cx="644525" cy="74930"/>
            </a:xfrm>
            <a:custGeom>
              <a:avLst/>
              <a:gdLst/>
              <a:ahLst/>
              <a:cxnLst/>
              <a:rect l="l" t="t" r="r" b="b"/>
              <a:pathLst>
                <a:path w="644525" h="74930">
                  <a:moveTo>
                    <a:pt x="644398" y="0"/>
                  </a:moveTo>
                  <a:lnTo>
                    <a:pt x="0" y="16509"/>
                  </a:lnTo>
                  <a:lnTo>
                    <a:pt x="0" y="74549"/>
                  </a:lnTo>
                  <a:lnTo>
                    <a:pt x="643381" y="51688"/>
                  </a:lnTo>
                  <a:lnTo>
                    <a:pt x="64439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289547" y="1377695"/>
              <a:ext cx="644525" cy="74930"/>
            </a:xfrm>
            <a:custGeom>
              <a:avLst/>
              <a:gdLst/>
              <a:ahLst/>
              <a:cxnLst/>
              <a:rect l="l" t="t" r="r" b="b"/>
              <a:pathLst>
                <a:path w="644525" h="74930">
                  <a:moveTo>
                    <a:pt x="644398" y="0"/>
                  </a:moveTo>
                  <a:lnTo>
                    <a:pt x="0" y="16509"/>
                  </a:lnTo>
                  <a:lnTo>
                    <a:pt x="0" y="74549"/>
                  </a:lnTo>
                  <a:lnTo>
                    <a:pt x="643381" y="51688"/>
                  </a:lnTo>
                  <a:lnTo>
                    <a:pt x="644398" y="0"/>
                  </a:lnTo>
                </a:path>
              </a:pathLst>
            </a:custGeom>
            <a:ln w="5591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288023" y="1429511"/>
              <a:ext cx="645795" cy="716280"/>
            </a:xfrm>
            <a:custGeom>
              <a:avLst/>
              <a:gdLst/>
              <a:ahLst/>
              <a:cxnLst/>
              <a:rect l="l" t="t" r="r" b="b"/>
              <a:pathLst>
                <a:path w="645795" h="716280">
                  <a:moveTo>
                    <a:pt x="645541" y="0"/>
                  </a:moveTo>
                  <a:lnTo>
                    <a:pt x="0" y="22733"/>
                  </a:lnTo>
                  <a:lnTo>
                    <a:pt x="0" y="716026"/>
                  </a:lnTo>
                  <a:lnTo>
                    <a:pt x="645541" y="621284"/>
                  </a:lnTo>
                  <a:lnTo>
                    <a:pt x="645541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288023" y="1429511"/>
              <a:ext cx="645795" cy="716280"/>
            </a:xfrm>
            <a:custGeom>
              <a:avLst/>
              <a:gdLst/>
              <a:ahLst/>
              <a:cxnLst/>
              <a:rect l="l" t="t" r="r" b="b"/>
              <a:pathLst>
                <a:path w="645795" h="716280">
                  <a:moveTo>
                    <a:pt x="645541" y="0"/>
                  </a:moveTo>
                  <a:lnTo>
                    <a:pt x="0" y="22733"/>
                  </a:lnTo>
                  <a:lnTo>
                    <a:pt x="0" y="716026"/>
                  </a:lnTo>
                  <a:lnTo>
                    <a:pt x="645541" y="621284"/>
                  </a:lnTo>
                  <a:lnTo>
                    <a:pt x="645541" y="0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297167" y="1490471"/>
              <a:ext cx="26034" cy="588645"/>
            </a:xfrm>
            <a:custGeom>
              <a:avLst/>
              <a:gdLst/>
              <a:ahLst/>
              <a:cxnLst/>
              <a:rect l="l" t="t" r="r" b="b"/>
              <a:pathLst>
                <a:path w="26035" h="588644">
                  <a:moveTo>
                    <a:pt x="25273" y="0"/>
                  </a:moveTo>
                  <a:lnTo>
                    <a:pt x="0" y="1650"/>
                  </a:lnTo>
                  <a:lnTo>
                    <a:pt x="0" y="588137"/>
                  </a:lnTo>
                  <a:lnTo>
                    <a:pt x="25654" y="583818"/>
                  </a:lnTo>
                  <a:lnTo>
                    <a:pt x="2527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297167" y="1490471"/>
              <a:ext cx="26034" cy="588645"/>
            </a:xfrm>
            <a:custGeom>
              <a:avLst/>
              <a:gdLst/>
              <a:ahLst/>
              <a:cxnLst/>
              <a:rect l="l" t="t" r="r" b="b"/>
              <a:pathLst>
                <a:path w="26035" h="588644">
                  <a:moveTo>
                    <a:pt x="25273" y="0"/>
                  </a:moveTo>
                  <a:lnTo>
                    <a:pt x="0" y="1650"/>
                  </a:lnTo>
                  <a:lnTo>
                    <a:pt x="0" y="588137"/>
                  </a:lnTo>
                  <a:lnTo>
                    <a:pt x="25654" y="583818"/>
                  </a:lnTo>
                  <a:lnTo>
                    <a:pt x="25273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350507" y="1485899"/>
              <a:ext cx="26034" cy="583565"/>
            </a:xfrm>
            <a:custGeom>
              <a:avLst/>
              <a:gdLst/>
              <a:ahLst/>
              <a:cxnLst/>
              <a:rect l="l" t="t" r="r" b="b"/>
              <a:pathLst>
                <a:path w="26035" h="583564">
                  <a:moveTo>
                    <a:pt x="25780" y="0"/>
                  </a:moveTo>
                  <a:lnTo>
                    <a:pt x="0" y="762"/>
                  </a:lnTo>
                  <a:lnTo>
                    <a:pt x="0" y="583438"/>
                  </a:lnTo>
                  <a:lnTo>
                    <a:pt x="25400" y="578612"/>
                  </a:lnTo>
                  <a:lnTo>
                    <a:pt x="257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350507" y="1485899"/>
              <a:ext cx="26034" cy="583565"/>
            </a:xfrm>
            <a:custGeom>
              <a:avLst/>
              <a:gdLst/>
              <a:ahLst/>
              <a:cxnLst/>
              <a:rect l="l" t="t" r="r" b="b"/>
              <a:pathLst>
                <a:path w="26035" h="583564">
                  <a:moveTo>
                    <a:pt x="25780" y="0"/>
                  </a:moveTo>
                  <a:lnTo>
                    <a:pt x="0" y="762"/>
                  </a:lnTo>
                  <a:lnTo>
                    <a:pt x="0" y="583438"/>
                  </a:lnTo>
                  <a:lnTo>
                    <a:pt x="25400" y="578612"/>
                  </a:lnTo>
                  <a:lnTo>
                    <a:pt x="25780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400799" y="1484375"/>
              <a:ext cx="24130" cy="577850"/>
            </a:xfrm>
            <a:custGeom>
              <a:avLst/>
              <a:gdLst/>
              <a:ahLst/>
              <a:cxnLst/>
              <a:rect l="l" t="t" r="r" b="b"/>
              <a:pathLst>
                <a:path w="24129" h="577850">
                  <a:moveTo>
                    <a:pt x="23749" y="0"/>
                  </a:moveTo>
                  <a:lnTo>
                    <a:pt x="0" y="2032"/>
                  </a:lnTo>
                  <a:lnTo>
                    <a:pt x="0" y="577596"/>
                  </a:lnTo>
                  <a:lnTo>
                    <a:pt x="24129" y="573786"/>
                  </a:lnTo>
                  <a:lnTo>
                    <a:pt x="2374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400799" y="1484375"/>
              <a:ext cx="24130" cy="577850"/>
            </a:xfrm>
            <a:custGeom>
              <a:avLst/>
              <a:gdLst/>
              <a:ahLst/>
              <a:cxnLst/>
              <a:rect l="l" t="t" r="r" b="b"/>
              <a:pathLst>
                <a:path w="24129" h="577850">
                  <a:moveTo>
                    <a:pt x="23749" y="0"/>
                  </a:moveTo>
                  <a:lnTo>
                    <a:pt x="0" y="2032"/>
                  </a:lnTo>
                  <a:lnTo>
                    <a:pt x="0" y="577596"/>
                  </a:lnTo>
                  <a:lnTo>
                    <a:pt x="24129" y="573786"/>
                  </a:lnTo>
                  <a:lnTo>
                    <a:pt x="23749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448043" y="1482851"/>
              <a:ext cx="26034" cy="572770"/>
            </a:xfrm>
            <a:custGeom>
              <a:avLst/>
              <a:gdLst/>
              <a:ahLst/>
              <a:cxnLst/>
              <a:rect l="l" t="t" r="r" b="b"/>
              <a:pathLst>
                <a:path w="26035" h="572769">
                  <a:moveTo>
                    <a:pt x="25780" y="0"/>
                  </a:moveTo>
                  <a:lnTo>
                    <a:pt x="0" y="1650"/>
                  </a:lnTo>
                  <a:lnTo>
                    <a:pt x="0" y="572770"/>
                  </a:lnTo>
                  <a:lnTo>
                    <a:pt x="25526" y="567944"/>
                  </a:lnTo>
                  <a:lnTo>
                    <a:pt x="257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448043" y="1482851"/>
              <a:ext cx="26034" cy="572770"/>
            </a:xfrm>
            <a:custGeom>
              <a:avLst/>
              <a:gdLst/>
              <a:ahLst/>
              <a:cxnLst/>
              <a:rect l="l" t="t" r="r" b="b"/>
              <a:pathLst>
                <a:path w="26035" h="572769">
                  <a:moveTo>
                    <a:pt x="25780" y="0"/>
                  </a:moveTo>
                  <a:lnTo>
                    <a:pt x="0" y="1650"/>
                  </a:lnTo>
                  <a:lnTo>
                    <a:pt x="0" y="572770"/>
                  </a:lnTo>
                  <a:lnTo>
                    <a:pt x="25526" y="567944"/>
                  </a:lnTo>
                  <a:lnTo>
                    <a:pt x="25780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498335" y="1478279"/>
              <a:ext cx="26034" cy="570230"/>
            </a:xfrm>
            <a:custGeom>
              <a:avLst/>
              <a:gdLst/>
              <a:ahLst/>
              <a:cxnLst/>
              <a:rect l="l" t="t" r="r" b="b"/>
              <a:pathLst>
                <a:path w="26034" h="570230">
                  <a:moveTo>
                    <a:pt x="25272" y="0"/>
                  </a:moveTo>
                  <a:lnTo>
                    <a:pt x="0" y="2159"/>
                  </a:lnTo>
                  <a:lnTo>
                    <a:pt x="0" y="569722"/>
                  </a:lnTo>
                  <a:lnTo>
                    <a:pt x="25654" y="564515"/>
                  </a:lnTo>
                  <a:lnTo>
                    <a:pt x="2527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498335" y="1478279"/>
              <a:ext cx="26034" cy="570230"/>
            </a:xfrm>
            <a:custGeom>
              <a:avLst/>
              <a:gdLst/>
              <a:ahLst/>
              <a:cxnLst/>
              <a:rect l="l" t="t" r="r" b="b"/>
              <a:pathLst>
                <a:path w="26034" h="570230">
                  <a:moveTo>
                    <a:pt x="25272" y="0"/>
                  </a:moveTo>
                  <a:lnTo>
                    <a:pt x="0" y="2159"/>
                  </a:lnTo>
                  <a:lnTo>
                    <a:pt x="0" y="569722"/>
                  </a:lnTo>
                  <a:lnTo>
                    <a:pt x="25654" y="564515"/>
                  </a:lnTo>
                  <a:lnTo>
                    <a:pt x="25272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547103" y="1475231"/>
              <a:ext cx="26034" cy="565785"/>
            </a:xfrm>
            <a:custGeom>
              <a:avLst/>
              <a:gdLst/>
              <a:ahLst/>
              <a:cxnLst/>
              <a:rect l="l" t="t" r="r" b="b"/>
              <a:pathLst>
                <a:path w="26034" h="565785">
                  <a:moveTo>
                    <a:pt x="25526" y="0"/>
                  </a:moveTo>
                  <a:lnTo>
                    <a:pt x="0" y="2793"/>
                  </a:lnTo>
                  <a:lnTo>
                    <a:pt x="0" y="565403"/>
                  </a:lnTo>
                  <a:lnTo>
                    <a:pt x="25146" y="560451"/>
                  </a:lnTo>
                  <a:lnTo>
                    <a:pt x="2552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547103" y="1475231"/>
              <a:ext cx="26034" cy="565785"/>
            </a:xfrm>
            <a:custGeom>
              <a:avLst/>
              <a:gdLst/>
              <a:ahLst/>
              <a:cxnLst/>
              <a:rect l="l" t="t" r="r" b="b"/>
              <a:pathLst>
                <a:path w="26034" h="565785">
                  <a:moveTo>
                    <a:pt x="25526" y="0"/>
                  </a:moveTo>
                  <a:lnTo>
                    <a:pt x="0" y="2793"/>
                  </a:lnTo>
                  <a:lnTo>
                    <a:pt x="0" y="565403"/>
                  </a:lnTo>
                  <a:lnTo>
                    <a:pt x="25146" y="560451"/>
                  </a:lnTo>
                  <a:lnTo>
                    <a:pt x="25526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594347" y="1473707"/>
              <a:ext cx="26034" cy="560705"/>
            </a:xfrm>
            <a:custGeom>
              <a:avLst/>
              <a:gdLst/>
              <a:ahLst/>
              <a:cxnLst/>
              <a:rect l="l" t="t" r="r" b="b"/>
              <a:pathLst>
                <a:path w="26034" h="560705">
                  <a:moveTo>
                    <a:pt x="25780" y="0"/>
                  </a:moveTo>
                  <a:lnTo>
                    <a:pt x="0" y="2793"/>
                  </a:lnTo>
                  <a:lnTo>
                    <a:pt x="0" y="560577"/>
                  </a:lnTo>
                  <a:lnTo>
                    <a:pt x="25526" y="555751"/>
                  </a:lnTo>
                  <a:lnTo>
                    <a:pt x="257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594347" y="1473707"/>
              <a:ext cx="26034" cy="560705"/>
            </a:xfrm>
            <a:custGeom>
              <a:avLst/>
              <a:gdLst/>
              <a:ahLst/>
              <a:cxnLst/>
              <a:rect l="l" t="t" r="r" b="b"/>
              <a:pathLst>
                <a:path w="26034" h="560705">
                  <a:moveTo>
                    <a:pt x="25780" y="0"/>
                  </a:moveTo>
                  <a:lnTo>
                    <a:pt x="0" y="2793"/>
                  </a:lnTo>
                  <a:lnTo>
                    <a:pt x="0" y="560577"/>
                  </a:lnTo>
                  <a:lnTo>
                    <a:pt x="25526" y="555751"/>
                  </a:lnTo>
                  <a:lnTo>
                    <a:pt x="25780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638543" y="1473707"/>
              <a:ext cx="25400" cy="553085"/>
            </a:xfrm>
            <a:custGeom>
              <a:avLst/>
              <a:gdLst/>
              <a:ahLst/>
              <a:cxnLst/>
              <a:rect l="l" t="t" r="r" b="b"/>
              <a:pathLst>
                <a:path w="25400" h="553085">
                  <a:moveTo>
                    <a:pt x="25146" y="0"/>
                  </a:moveTo>
                  <a:lnTo>
                    <a:pt x="0" y="2031"/>
                  </a:lnTo>
                  <a:lnTo>
                    <a:pt x="0" y="552957"/>
                  </a:lnTo>
                  <a:lnTo>
                    <a:pt x="25400" y="54902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638543" y="1473707"/>
              <a:ext cx="25400" cy="553085"/>
            </a:xfrm>
            <a:custGeom>
              <a:avLst/>
              <a:gdLst/>
              <a:ahLst/>
              <a:cxnLst/>
              <a:rect l="l" t="t" r="r" b="b"/>
              <a:pathLst>
                <a:path w="25400" h="553085">
                  <a:moveTo>
                    <a:pt x="25146" y="0"/>
                  </a:moveTo>
                  <a:lnTo>
                    <a:pt x="0" y="2031"/>
                  </a:lnTo>
                  <a:lnTo>
                    <a:pt x="0" y="552957"/>
                  </a:lnTo>
                  <a:lnTo>
                    <a:pt x="25400" y="549020"/>
                  </a:lnTo>
                  <a:lnTo>
                    <a:pt x="25146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681215" y="1472183"/>
              <a:ext cx="26034" cy="549910"/>
            </a:xfrm>
            <a:custGeom>
              <a:avLst/>
              <a:gdLst/>
              <a:ahLst/>
              <a:cxnLst/>
              <a:rect l="l" t="t" r="r" b="b"/>
              <a:pathLst>
                <a:path w="26034" h="549910">
                  <a:moveTo>
                    <a:pt x="25780" y="0"/>
                  </a:moveTo>
                  <a:lnTo>
                    <a:pt x="0" y="1396"/>
                  </a:lnTo>
                  <a:lnTo>
                    <a:pt x="0" y="549655"/>
                  </a:lnTo>
                  <a:lnTo>
                    <a:pt x="25526" y="544702"/>
                  </a:lnTo>
                  <a:lnTo>
                    <a:pt x="257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681215" y="1472183"/>
              <a:ext cx="26034" cy="549910"/>
            </a:xfrm>
            <a:custGeom>
              <a:avLst/>
              <a:gdLst/>
              <a:ahLst/>
              <a:cxnLst/>
              <a:rect l="l" t="t" r="r" b="b"/>
              <a:pathLst>
                <a:path w="26034" h="549910">
                  <a:moveTo>
                    <a:pt x="25780" y="0"/>
                  </a:moveTo>
                  <a:lnTo>
                    <a:pt x="0" y="1396"/>
                  </a:lnTo>
                  <a:lnTo>
                    <a:pt x="0" y="549655"/>
                  </a:lnTo>
                  <a:lnTo>
                    <a:pt x="25526" y="544702"/>
                  </a:lnTo>
                  <a:lnTo>
                    <a:pt x="25780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754367" y="1467611"/>
              <a:ext cx="24130" cy="541020"/>
            </a:xfrm>
            <a:custGeom>
              <a:avLst/>
              <a:gdLst/>
              <a:ahLst/>
              <a:cxnLst/>
              <a:rect l="l" t="t" r="r" b="b"/>
              <a:pathLst>
                <a:path w="24129" h="541019">
                  <a:moveTo>
                    <a:pt x="23749" y="0"/>
                  </a:moveTo>
                  <a:lnTo>
                    <a:pt x="0" y="2159"/>
                  </a:lnTo>
                  <a:lnTo>
                    <a:pt x="0" y="540892"/>
                  </a:lnTo>
                  <a:lnTo>
                    <a:pt x="23495" y="536321"/>
                  </a:lnTo>
                  <a:lnTo>
                    <a:pt x="2374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754367" y="1467611"/>
              <a:ext cx="24130" cy="541020"/>
            </a:xfrm>
            <a:custGeom>
              <a:avLst/>
              <a:gdLst/>
              <a:ahLst/>
              <a:cxnLst/>
              <a:rect l="l" t="t" r="r" b="b"/>
              <a:pathLst>
                <a:path w="24129" h="541019">
                  <a:moveTo>
                    <a:pt x="23749" y="0"/>
                  </a:moveTo>
                  <a:lnTo>
                    <a:pt x="0" y="2159"/>
                  </a:lnTo>
                  <a:lnTo>
                    <a:pt x="0" y="540892"/>
                  </a:lnTo>
                  <a:lnTo>
                    <a:pt x="23495" y="536321"/>
                  </a:lnTo>
                  <a:lnTo>
                    <a:pt x="23749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806183" y="1466087"/>
              <a:ext cx="25400" cy="536575"/>
            </a:xfrm>
            <a:custGeom>
              <a:avLst/>
              <a:gdLst/>
              <a:ahLst/>
              <a:cxnLst/>
              <a:rect l="l" t="t" r="r" b="b"/>
              <a:pathLst>
                <a:path w="25400" h="536575">
                  <a:moveTo>
                    <a:pt x="25019" y="0"/>
                  </a:moveTo>
                  <a:lnTo>
                    <a:pt x="381" y="2032"/>
                  </a:lnTo>
                  <a:lnTo>
                    <a:pt x="0" y="536321"/>
                  </a:lnTo>
                  <a:lnTo>
                    <a:pt x="25400" y="531367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806183" y="1466087"/>
              <a:ext cx="25400" cy="536575"/>
            </a:xfrm>
            <a:custGeom>
              <a:avLst/>
              <a:gdLst/>
              <a:ahLst/>
              <a:cxnLst/>
              <a:rect l="l" t="t" r="r" b="b"/>
              <a:pathLst>
                <a:path w="25400" h="536575">
                  <a:moveTo>
                    <a:pt x="25019" y="0"/>
                  </a:moveTo>
                  <a:lnTo>
                    <a:pt x="381" y="2032"/>
                  </a:lnTo>
                  <a:lnTo>
                    <a:pt x="0" y="536321"/>
                  </a:lnTo>
                  <a:lnTo>
                    <a:pt x="25400" y="531367"/>
                  </a:lnTo>
                  <a:lnTo>
                    <a:pt x="25019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240779" y="1394459"/>
              <a:ext cx="47625" cy="886460"/>
            </a:xfrm>
            <a:custGeom>
              <a:avLst/>
              <a:gdLst/>
              <a:ahLst/>
              <a:cxnLst/>
              <a:rect l="l" t="t" r="r" b="b"/>
              <a:pathLst>
                <a:path w="47625" h="886460">
                  <a:moveTo>
                    <a:pt x="47244" y="0"/>
                  </a:moveTo>
                  <a:lnTo>
                    <a:pt x="0" y="1015"/>
                  </a:lnTo>
                  <a:lnTo>
                    <a:pt x="381" y="886460"/>
                  </a:lnTo>
                  <a:lnTo>
                    <a:pt x="46862" y="878459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240779" y="1394459"/>
              <a:ext cx="47625" cy="886460"/>
            </a:xfrm>
            <a:custGeom>
              <a:avLst/>
              <a:gdLst/>
              <a:ahLst/>
              <a:cxnLst/>
              <a:rect l="l" t="t" r="r" b="b"/>
              <a:pathLst>
                <a:path w="47625" h="886460">
                  <a:moveTo>
                    <a:pt x="381" y="886460"/>
                  </a:moveTo>
                  <a:lnTo>
                    <a:pt x="46862" y="878459"/>
                  </a:lnTo>
                  <a:lnTo>
                    <a:pt x="47244" y="0"/>
                  </a:lnTo>
                  <a:lnTo>
                    <a:pt x="0" y="1015"/>
                  </a:lnTo>
                  <a:lnTo>
                    <a:pt x="381" y="88646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288023" y="2049779"/>
              <a:ext cx="645795" cy="222250"/>
            </a:xfrm>
            <a:custGeom>
              <a:avLst/>
              <a:gdLst/>
              <a:ahLst/>
              <a:cxnLst/>
              <a:rect l="l" t="t" r="r" b="b"/>
              <a:pathLst>
                <a:path w="645795" h="222250">
                  <a:moveTo>
                    <a:pt x="645668" y="0"/>
                  </a:moveTo>
                  <a:lnTo>
                    <a:pt x="0" y="96012"/>
                  </a:lnTo>
                  <a:lnTo>
                    <a:pt x="0" y="222123"/>
                  </a:lnTo>
                  <a:lnTo>
                    <a:pt x="645668" y="123317"/>
                  </a:lnTo>
                  <a:lnTo>
                    <a:pt x="64566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288023" y="2049779"/>
              <a:ext cx="645795" cy="222250"/>
            </a:xfrm>
            <a:custGeom>
              <a:avLst/>
              <a:gdLst/>
              <a:ahLst/>
              <a:cxnLst/>
              <a:rect l="l" t="t" r="r" b="b"/>
              <a:pathLst>
                <a:path w="645795" h="222250">
                  <a:moveTo>
                    <a:pt x="645668" y="0"/>
                  </a:moveTo>
                  <a:lnTo>
                    <a:pt x="0" y="96012"/>
                  </a:lnTo>
                  <a:lnTo>
                    <a:pt x="0" y="222123"/>
                  </a:lnTo>
                  <a:lnTo>
                    <a:pt x="645668" y="123317"/>
                  </a:lnTo>
                  <a:lnTo>
                    <a:pt x="645668" y="0"/>
                  </a:lnTo>
                </a:path>
              </a:pathLst>
            </a:custGeom>
            <a:ln w="5591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332220" y="1443291"/>
              <a:ext cx="203835" cy="695325"/>
            </a:xfrm>
            <a:custGeom>
              <a:avLst/>
              <a:gdLst/>
              <a:ahLst/>
              <a:cxnLst/>
              <a:rect l="l" t="t" r="r" b="b"/>
              <a:pathLst>
                <a:path w="203834" h="695325">
                  <a:moveTo>
                    <a:pt x="2781" y="7340"/>
                  </a:moveTo>
                  <a:lnTo>
                    <a:pt x="0" y="7340"/>
                  </a:lnTo>
                  <a:lnTo>
                    <a:pt x="0" y="694753"/>
                  </a:lnTo>
                  <a:lnTo>
                    <a:pt x="2781" y="694753"/>
                  </a:lnTo>
                  <a:lnTo>
                    <a:pt x="2781" y="7340"/>
                  </a:lnTo>
                  <a:close/>
                </a:path>
                <a:path w="203834" h="695325">
                  <a:moveTo>
                    <a:pt x="58407" y="3162"/>
                  </a:moveTo>
                  <a:lnTo>
                    <a:pt x="55626" y="3162"/>
                  </a:lnTo>
                  <a:lnTo>
                    <a:pt x="55626" y="687768"/>
                  </a:lnTo>
                  <a:lnTo>
                    <a:pt x="58407" y="687768"/>
                  </a:lnTo>
                  <a:lnTo>
                    <a:pt x="58407" y="3162"/>
                  </a:lnTo>
                  <a:close/>
                </a:path>
                <a:path w="203834" h="695325">
                  <a:moveTo>
                    <a:pt x="105397" y="4191"/>
                  </a:moveTo>
                  <a:lnTo>
                    <a:pt x="102616" y="4191"/>
                  </a:lnTo>
                  <a:lnTo>
                    <a:pt x="102616" y="680402"/>
                  </a:lnTo>
                  <a:lnTo>
                    <a:pt x="105397" y="680402"/>
                  </a:lnTo>
                  <a:lnTo>
                    <a:pt x="105397" y="4191"/>
                  </a:lnTo>
                  <a:close/>
                </a:path>
                <a:path w="203834" h="695325">
                  <a:moveTo>
                    <a:pt x="154673" y="1092"/>
                  </a:moveTo>
                  <a:lnTo>
                    <a:pt x="151892" y="1092"/>
                  </a:lnTo>
                  <a:lnTo>
                    <a:pt x="151892" y="673417"/>
                  </a:lnTo>
                  <a:lnTo>
                    <a:pt x="154673" y="673417"/>
                  </a:lnTo>
                  <a:lnTo>
                    <a:pt x="154673" y="1092"/>
                  </a:lnTo>
                  <a:close/>
                </a:path>
                <a:path w="203834" h="695325">
                  <a:moveTo>
                    <a:pt x="203695" y="0"/>
                  </a:moveTo>
                  <a:lnTo>
                    <a:pt x="200901" y="0"/>
                  </a:lnTo>
                  <a:lnTo>
                    <a:pt x="200901" y="666051"/>
                  </a:lnTo>
                  <a:lnTo>
                    <a:pt x="203695" y="666051"/>
                  </a:lnTo>
                  <a:lnTo>
                    <a:pt x="20369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582028" y="1441068"/>
              <a:ext cx="0" cy="659765"/>
            </a:xfrm>
            <a:custGeom>
              <a:avLst/>
              <a:gdLst/>
              <a:ahLst/>
              <a:cxnLst/>
              <a:rect l="l" t="t" r="r" b="b"/>
              <a:pathLst>
                <a:path h="659764">
                  <a:moveTo>
                    <a:pt x="0" y="0"/>
                  </a:moveTo>
                  <a:lnTo>
                    <a:pt x="0" y="659510"/>
                  </a:lnTo>
                </a:path>
              </a:pathLst>
            </a:custGeom>
            <a:ln w="387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626352" y="1438668"/>
              <a:ext cx="48260" cy="658495"/>
            </a:xfrm>
            <a:custGeom>
              <a:avLst/>
              <a:gdLst/>
              <a:ahLst/>
              <a:cxnLst/>
              <a:rect l="l" t="t" r="r" b="b"/>
              <a:pathLst>
                <a:path w="48259" h="658494">
                  <a:moveTo>
                    <a:pt x="2857" y="3149"/>
                  </a:moveTo>
                  <a:lnTo>
                    <a:pt x="0" y="3149"/>
                  </a:lnTo>
                  <a:lnTo>
                    <a:pt x="0" y="658101"/>
                  </a:lnTo>
                  <a:lnTo>
                    <a:pt x="2857" y="658101"/>
                  </a:lnTo>
                  <a:lnTo>
                    <a:pt x="2857" y="3149"/>
                  </a:lnTo>
                  <a:close/>
                </a:path>
                <a:path w="48259" h="658494">
                  <a:moveTo>
                    <a:pt x="48196" y="0"/>
                  </a:moveTo>
                  <a:lnTo>
                    <a:pt x="45339" y="0"/>
                  </a:lnTo>
                  <a:lnTo>
                    <a:pt x="45339" y="651878"/>
                  </a:lnTo>
                  <a:lnTo>
                    <a:pt x="48196" y="651878"/>
                  </a:lnTo>
                  <a:lnTo>
                    <a:pt x="4819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714743" y="1437131"/>
              <a:ext cx="1270" cy="646430"/>
            </a:xfrm>
            <a:custGeom>
              <a:avLst/>
              <a:gdLst/>
              <a:ahLst/>
              <a:cxnLst/>
              <a:rect l="l" t="t" r="r" b="b"/>
              <a:pathLst>
                <a:path w="1270" h="646430">
                  <a:moveTo>
                    <a:pt x="888" y="0"/>
                  </a:moveTo>
                  <a:lnTo>
                    <a:pt x="0" y="645921"/>
                  </a:lnTo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722363" y="1470659"/>
              <a:ext cx="26034" cy="591185"/>
            </a:xfrm>
            <a:custGeom>
              <a:avLst/>
              <a:gdLst/>
              <a:ahLst/>
              <a:cxnLst/>
              <a:rect l="l" t="t" r="r" b="b"/>
              <a:pathLst>
                <a:path w="26034" h="591185">
                  <a:moveTo>
                    <a:pt x="25526" y="0"/>
                  </a:moveTo>
                  <a:lnTo>
                    <a:pt x="380" y="1397"/>
                  </a:lnTo>
                  <a:lnTo>
                    <a:pt x="0" y="591185"/>
                  </a:lnTo>
                  <a:lnTo>
                    <a:pt x="25272" y="586613"/>
                  </a:lnTo>
                  <a:lnTo>
                    <a:pt x="2552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722363" y="1470659"/>
              <a:ext cx="26034" cy="591185"/>
            </a:xfrm>
            <a:custGeom>
              <a:avLst/>
              <a:gdLst/>
              <a:ahLst/>
              <a:cxnLst/>
              <a:rect l="l" t="t" r="r" b="b"/>
              <a:pathLst>
                <a:path w="26034" h="591185">
                  <a:moveTo>
                    <a:pt x="25526" y="0"/>
                  </a:moveTo>
                  <a:lnTo>
                    <a:pt x="25272" y="586613"/>
                  </a:lnTo>
                  <a:lnTo>
                    <a:pt x="0" y="591185"/>
                  </a:lnTo>
                  <a:lnTo>
                    <a:pt x="380" y="1397"/>
                  </a:lnTo>
                  <a:lnTo>
                    <a:pt x="25526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789419" y="1435607"/>
              <a:ext cx="1270" cy="635635"/>
            </a:xfrm>
            <a:custGeom>
              <a:avLst/>
              <a:gdLst/>
              <a:ahLst/>
              <a:cxnLst/>
              <a:rect l="l" t="t" r="r" b="b"/>
              <a:pathLst>
                <a:path w="1270" h="635635">
                  <a:moveTo>
                    <a:pt x="888" y="0"/>
                  </a:moveTo>
                  <a:lnTo>
                    <a:pt x="0" y="635380"/>
                  </a:lnTo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6844283" y="1432521"/>
              <a:ext cx="4445" cy="630555"/>
            </a:xfrm>
            <a:custGeom>
              <a:avLst/>
              <a:gdLst/>
              <a:ahLst/>
              <a:cxnLst/>
              <a:rect l="l" t="t" r="r" b="b"/>
              <a:pathLst>
                <a:path w="4445" h="630555">
                  <a:moveTo>
                    <a:pt x="4019" y="0"/>
                  </a:moveTo>
                  <a:lnTo>
                    <a:pt x="0" y="0"/>
                  </a:lnTo>
                  <a:lnTo>
                    <a:pt x="0" y="630339"/>
                  </a:lnTo>
                  <a:lnTo>
                    <a:pt x="4019" y="630339"/>
                  </a:lnTo>
                  <a:lnTo>
                    <a:pt x="401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6865619" y="1938527"/>
              <a:ext cx="42545" cy="42545"/>
            </a:xfrm>
            <a:custGeom>
              <a:avLst/>
              <a:gdLst/>
              <a:ahLst/>
              <a:cxnLst/>
              <a:rect l="l" t="t" r="r" b="b"/>
              <a:pathLst>
                <a:path w="42545" h="42544">
                  <a:moveTo>
                    <a:pt x="42418" y="0"/>
                  </a:moveTo>
                  <a:lnTo>
                    <a:pt x="0" y="2159"/>
                  </a:lnTo>
                  <a:lnTo>
                    <a:pt x="380" y="42037"/>
                  </a:lnTo>
                  <a:lnTo>
                    <a:pt x="42418" y="38862"/>
                  </a:lnTo>
                  <a:lnTo>
                    <a:pt x="4241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865619" y="1938527"/>
              <a:ext cx="42545" cy="42545"/>
            </a:xfrm>
            <a:custGeom>
              <a:avLst/>
              <a:gdLst/>
              <a:ahLst/>
              <a:cxnLst/>
              <a:rect l="l" t="t" r="r" b="b"/>
              <a:pathLst>
                <a:path w="42545" h="42544">
                  <a:moveTo>
                    <a:pt x="42418" y="0"/>
                  </a:moveTo>
                  <a:lnTo>
                    <a:pt x="0" y="2159"/>
                  </a:lnTo>
                  <a:lnTo>
                    <a:pt x="380" y="42037"/>
                  </a:lnTo>
                  <a:lnTo>
                    <a:pt x="42418" y="38862"/>
                  </a:lnTo>
                  <a:lnTo>
                    <a:pt x="42418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6871715" y="1726691"/>
              <a:ext cx="36195" cy="41275"/>
            </a:xfrm>
            <a:custGeom>
              <a:avLst/>
              <a:gdLst/>
              <a:ahLst/>
              <a:cxnLst/>
              <a:rect l="l" t="t" r="r" b="b"/>
              <a:pathLst>
                <a:path w="36195" h="41275">
                  <a:moveTo>
                    <a:pt x="18033" y="0"/>
                  </a:moveTo>
                  <a:lnTo>
                    <a:pt x="10922" y="1650"/>
                  </a:lnTo>
                  <a:lnTo>
                    <a:pt x="5206" y="6096"/>
                  </a:lnTo>
                  <a:lnTo>
                    <a:pt x="1397" y="12573"/>
                  </a:lnTo>
                  <a:lnTo>
                    <a:pt x="0" y="20574"/>
                  </a:lnTo>
                  <a:lnTo>
                    <a:pt x="1397" y="28575"/>
                  </a:lnTo>
                  <a:lnTo>
                    <a:pt x="5206" y="35052"/>
                  </a:lnTo>
                  <a:lnTo>
                    <a:pt x="10922" y="39497"/>
                  </a:lnTo>
                  <a:lnTo>
                    <a:pt x="18033" y="41148"/>
                  </a:lnTo>
                  <a:lnTo>
                    <a:pt x="25145" y="39497"/>
                  </a:lnTo>
                  <a:lnTo>
                    <a:pt x="30860" y="35052"/>
                  </a:lnTo>
                  <a:lnTo>
                    <a:pt x="34670" y="28575"/>
                  </a:lnTo>
                  <a:lnTo>
                    <a:pt x="36067" y="20574"/>
                  </a:lnTo>
                  <a:lnTo>
                    <a:pt x="34670" y="12573"/>
                  </a:lnTo>
                  <a:lnTo>
                    <a:pt x="30860" y="6096"/>
                  </a:lnTo>
                  <a:lnTo>
                    <a:pt x="25145" y="1650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871715" y="1726691"/>
              <a:ext cx="36195" cy="41275"/>
            </a:xfrm>
            <a:custGeom>
              <a:avLst/>
              <a:gdLst/>
              <a:ahLst/>
              <a:cxnLst/>
              <a:rect l="l" t="t" r="r" b="b"/>
              <a:pathLst>
                <a:path w="36195" h="41275">
                  <a:moveTo>
                    <a:pt x="0" y="20574"/>
                  </a:moveTo>
                  <a:lnTo>
                    <a:pt x="1397" y="28575"/>
                  </a:lnTo>
                  <a:lnTo>
                    <a:pt x="5206" y="35052"/>
                  </a:lnTo>
                  <a:lnTo>
                    <a:pt x="10922" y="39497"/>
                  </a:lnTo>
                  <a:lnTo>
                    <a:pt x="18033" y="41148"/>
                  </a:lnTo>
                  <a:lnTo>
                    <a:pt x="25145" y="39497"/>
                  </a:lnTo>
                  <a:lnTo>
                    <a:pt x="30860" y="35052"/>
                  </a:lnTo>
                  <a:lnTo>
                    <a:pt x="34670" y="28575"/>
                  </a:lnTo>
                  <a:lnTo>
                    <a:pt x="36067" y="20574"/>
                  </a:lnTo>
                  <a:lnTo>
                    <a:pt x="34670" y="12573"/>
                  </a:lnTo>
                  <a:lnTo>
                    <a:pt x="30860" y="6096"/>
                  </a:lnTo>
                  <a:lnTo>
                    <a:pt x="25145" y="1650"/>
                  </a:lnTo>
                  <a:lnTo>
                    <a:pt x="18033" y="0"/>
                  </a:lnTo>
                  <a:lnTo>
                    <a:pt x="10922" y="1650"/>
                  </a:lnTo>
                  <a:lnTo>
                    <a:pt x="5206" y="6096"/>
                  </a:lnTo>
                  <a:lnTo>
                    <a:pt x="1397" y="12573"/>
                  </a:lnTo>
                  <a:lnTo>
                    <a:pt x="0" y="20574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6934199" y="1377695"/>
              <a:ext cx="34925" cy="795655"/>
            </a:xfrm>
            <a:custGeom>
              <a:avLst/>
              <a:gdLst/>
              <a:ahLst/>
              <a:cxnLst/>
              <a:rect l="l" t="t" r="r" b="b"/>
              <a:pathLst>
                <a:path w="34925" h="795655">
                  <a:moveTo>
                    <a:pt x="34925" y="0"/>
                  </a:moveTo>
                  <a:lnTo>
                    <a:pt x="0" y="0"/>
                  </a:lnTo>
                  <a:lnTo>
                    <a:pt x="0" y="795274"/>
                  </a:lnTo>
                  <a:lnTo>
                    <a:pt x="34925" y="787273"/>
                  </a:lnTo>
                  <a:lnTo>
                    <a:pt x="3492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6934199" y="1377695"/>
              <a:ext cx="34925" cy="795655"/>
            </a:xfrm>
            <a:custGeom>
              <a:avLst/>
              <a:gdLst/>
              <a:ahLst/>
              <a:cxnLst/>
              <a:rect l="l" t="t" r="r" b="b"/>
              <a:pathLst>
                <a:path w="34925" h="795655">
                  <a:moveTo>
                    <a:pt x="34925" y="0"/>
                  </a:moveTo>
                  <a:lnTo>
                    <a:pt x="0" y="0"/>
                  </a:lnTo>
                  <a:lnTo>
                    <a:pt x="0" y="795274"/>
                  </a:lnTo>
                  <a:lnTo>
                    <a:pt x="34925" y="787273"/>
                  </a:lnTo>
                  <a:lnTo>
                    <a:pt x="34925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6867143" y="2007107"/>
              <a:ext cx="62865" cy="15240"/>
            </a:xfrm>
            <a:custGeom>
              <a:avLst/>
              <a:gdLst/>
              <a:ahLst/>
              <a:cxnLst/>
              <a:rect l="l" t="t" r="r" b="b"/>
              <a:pathLst>
                <a:path w="62865" h="15239">
                  <a:moveTo>
                    <a:pt x="0" y="4317"/>
                  </a:moveTo>
                  <a:lnTo>
                    <a:pt x="16382" y="14986"/>
                  </a:lnTo>
                  <a:lnTo>
                    <a:pt x="62356" y="8762"/>
                  </a:lnTo>
                  <a:lnTo>
                    <a:pt x="43814" y="0"/>
                  </a:lnTo>
                </a:path>
              </a:pathLst>
            </a:custGeom>
            <a:ln w="5591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6861047" y="1694687"/>
              <a:ext cx="56515" cy="24130"/>
            </a:xfrm>
            <a:custGeom>
              <a:avLst/>
              <a:gdLst/>
              <a:ahLst/>
              <a:cxnLst/>
              <a:rect l="l" t="t" r="r" b="b"/>
              <a:pathLst>
                <a:path w="56515" h="24130">
                  <a:moveTo>
                    <a:pt x="0" y="1015"/>
                  </a:moveTo>
                  <a:lnTo>
                    <a:pt x="56260" y="0"/>
                  </a:lnTo>
                  <a:lnTo>
                    <a:pt x="55879" y="23367"/>
                  </a:lnTo>
                  <a:lnTo>
                    <a:pt x="0" y="24002"/>
                  </a:lnTo>
                  <a:lnTo>
                    <a:pt x="0" y="1015"/>
                  </a:lnTo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6353555" y="1720595"/>
              <a:ext cx="16510" cy="311150"/>
            </a:xfrm>
            <a:custGeom>
              <a:avLst/>
              <a:gdLst/>
              <a:ahLst/>
              <a:cxnLst/>
              <a:rect l="l" t="t" r="r" b="b"/>
              <a:pathLst>
                <a:path w="16510" h="311150">
                  <a:moveTo>
                    <a:pt x="16129" y="0"/>
                  </a:moveTo>
                  <a:lnTo>
                    <a:pt x="0" y="0"/>
                  </a:lnTo>
                  <a:lnTo>
                    <a:pt x="381" y="310641"/>
                  </a:lnTo>
                  <a:lnTo>
                    <a:pt x="16383" y="30962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6353555" y="1720595"/>
              <a:ext cx="16510" cy="311150"/>
            </a:xfrm>
            <a:custGeom>
              <a:avLst/>
              <a:gdLst/>
              <a:ahLst/>
              <a:cxnLst/>
              <a:rect l="l" t="t" r="r" b="b"/>
              <a:pathLst>
                <a:path w="16510" h="311150">
                  <a:moveTo>
                    <a:pt x="16129" y="0"/>
                  </a:moveTo>
                  <a:lnTo>
                    <a:pt x="0" y="0"/>
                  </a:lnTo>
                  <a:lnTo>
                    <a:pt x="381" y="310641"/>
                  </a:lnTo>
                  <a:lnTo>
                    <a:pt x="16383" y="309625"/>
                  </a:lnTo>
                  <a:lnTo>
                    <a:pt x="16129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6403847" y="1716023"/>
              <a:ext cx="17145" cy="309245"/>
            </a:xfrm>
            <a:custGeom>
              <a:avLst/>
              <a:gdLst/>
              <a:ahLst/>
              <a:cxnLst/>
              <a:rect l="l" t="t" r="r" b="b"/>
              <a:pathLst>
                <a:path w="17145" h="309244">
                  <a:moveTo>
                    <a:pt x="16382" y="0"/>
                  </a:moveTo>
                  <a:lnTo>
                    <a:pt x="0" y="0"/>
                  </a:lnTo>
                  <a:lnTo>
                    <a:pt x="380" y="309117"/>
                  </a:lnTo>
                  <a:lnTo>
                    <a:pt x="16763" y="305942"/>
                  </a:lnTo>
                  <a:lnTo>
                    <a:pt x="163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6403847" y="1716023"/>
              <a:ext cx="17145" cy="309245"/>
            </a:xfrm>
            <a:custGeom>
              <a:avLst/>
              <a:gdLst/>
              <a:ahLst/>
              <a:cxnLst/>
              <a:rect l="l" t="t" r="r" b="b"/>
              <a:pathLst>
                <a:path w="17145" h="309244">
                  <a:moveTo>
                    <a:pt x="16382" y="0"/>
                  </a:moveTo>
                  <a:lnTo>
                    <a:pt x="0" y="0"/>
                  </a:lnTo>
                  <a:lnTo>
                    <a:pt x="380" y="309117"/>
                  </a:lnTo>
                  <a:lnTo>
                    <a:pt x="16763" y="305942"/>
                  </a:lnTo>
                  <a:lnTo>
                    <a:pt x="16382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452615" y="1712975"/>
              <a:ext cx="16510" cy="304800"/>
            </a:xfrm>
            <a:custGeom>
              <a:avLst/>
              <a:gdLst/>
              <a:ahLst/>
              <a:cxnLst/>
              <a:rect l="l" t="t" r="r" b="b"/>
              <a:pathLst>
                <a:path w="16510" h="304800">
                  <a:moveTo>
                    <a:pt x="16129" y="0"/>
                  </a:moveTo>
                  <a:lnTo>
                    <a:pt x="0" y="0"/>
                  </a:lnTo>
                  <a:lnTo>
                    <a:pt x="381" y="304800"/>
                  </a:lnTo>
                  <a:lnTo>
                    <a:pt x="16510" y="302768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452615" y="1712975"/>
              <a:ext cx="16510" cy="304800"/>
            </a:xfrm>
            <a:custGeom>
              <a:avLst/>
              <a:gdLst/>
              <a:ahLst/>
              <a:cxnLst/>
              <a:rect l="l" t="t" r="r" b="b"/>
              <a:pathLst>
                <a:path w="16510" h="304800">
                  <a:moveTo>
                    <a:pt x="16129" y="0"/>
                  </a:moveTo>
                  <a:lnTo>
                    <a:pt x="0" y="0"/>
                  </a:lnTo>
                  <a:lnTo>
                    <a:pt x="381" y="304800"/>
                  </a:lnTo>
                  <a:lnTo>
                    <a:pt x="16510" y="302768"/>
                  </a:lnTo>
                  <a:lnTo>
                    <a:pt x="16129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502907" y="1708403"/>
              <a:ext cx="17145" cy="301625"/>
            </a:xfrm>
            <a:custGeom>
              <a:avLst/>
              <a:gdLst/>
              <a:ahLst/>
              <a:cxnLst/>
              <a:rect l="l" t="t" r="r" b="b"/>
              <a:pathLst>
                <a:path w="17145" h="301625">
                  <a:moveTo>
                    <a:pt x="16764" y="0"/>
                  </a:moveTo>
                  <a:lnTo>
                    <a:pt x="0" y="0"/>
                  </a:lnTo>
                  <a:lnTo>
                    <a:pt x="381" y="301244"/>
                  </a:lnTo>
                  <a:lnTo>
                    <a:pt x="16764" y="299085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502907" y="1708403"/>
              <a:ext cx="17145" cy="301625"/>
            </a:xfrm>
            <a:custGeom>
              <a:avLst/>
              <a:gdLst/>
              <a:ahLst/>
              <a:cxnLst/>
              <a:rect l="l" t="t" r="r" b="b"/>
              <a:pathLst>
                <a:path w="17145" h="301625">
                  <a:moveTo>
                    <a:pt x="16764" y="0"/>
                  </a:moveTo>
                  <a:lnTo>
                    <a:pt x="0" y="0"/>
                  </a:lnTo>
                  <a:lnTo>
                    <a:pt x="381" y="301244"/>
                  </a:lnTo>
                  <a:lnTo>
                    <a:pt x="16764" y="299085"/>
                  </a:lnTo>
                  <a:lnTo>
                    <a:pt x="16764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550151" y="1703831"/>
              <a:ext cx="18415" cy="303530"/>
            </a:xfrm>
            <a:custGeom>
              <a:avLst/>
              <a:gdLst/>
              <a:ahLst/>
              <a:cxnLst/>
              <a:rect l="l" t="t" r="r" b="b"/>
              <a:pathLst>
                <a:path w="18415" h="303530">
                  <a:moveTo>
                    <a:pt x="17525" y="0"/>
                  </a:moveTo>
                  <a:lnTo>
                    <a:pt x="0" y="0"/>
                  </a:lnTo>
                  <a:lnTo>
                    <a:pt x="380" y="303275"/>
                  </a:lnTo>
                  <a:lnTo>
                    <a:pt x="17906" y="301116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550151" y="1703831"/>
              <a:ext cx="18415" cy="303530"/>
            </a:xfrm>
            <a:custGeom>
              <a:avLst/>
              <a:gdLst/>
              <a:ahLst/>
              <a:cxnLst/>
              <a:rect l="l" t="t" r="r" b="b"/>
              <a:pathLst>
                <a:path w="18415" h="303530">
                  <a:moveTo>
                    <a:pt x="17525" y="0"/>
                  </a:moveTo>
                  <a:lnTo>
                    <a:pt x="0" y="0"/>
                  </a:lnTo>
                  <a:lnTo>
                    <a:pt x="380" y="303275"/>
                  </a:lnTo>
                  <a:lnTo>
                    <a:pt x="17906" y="301116"/>
                  </a:lnTo>
                  <a:lnTo>
                    <a:pt x="17525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597395" y="1699259"/>
              <a:ext cx="18415" cy="301625"/>
            </a:xfrm>
            <a:custGeom>
              <a:avLst/>
              <a:gdLst/>
              <a:ahLst/>
              <a:cxnLst/>
              <a:rect l="l" t="t" r="r" b="b"/>
              <a:pathLst>
                <a:path w="18415" h="301625">
                  <a:moveTo>
                    <a:pt x="17525" y="0"/>
                  </a:moveTo>
                  <a:lnTo>
                    <a:pt x="0" y="0"/>
                  </a:lnTo>
                  <a:lnTo>
                    <a:pt x="380" y="301370"/>
                  </a:lnTo>
                  <a:lnTo>
                    <a:pt x="17906" y="298195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6597395" y="1699259"/>
              <a:ext cx="18415" cy="301625"/>
            </a:xfrm>
            <a:custGeom>
              <a:avLst/>
              <a:gdLst/>
              <a:ahLst/>
              <a:cxnLst/>
              <a:rect l="l" t="t" r="r" b="b"/>
              <a:pathLst>
                <a:path w="18415" h="301625">
                  <a:moveTo>
                    <a:pt x="17525" y="0"/>
                  </a:moveTo>
                  <a:lnTo>
                    <a:pt x="0" y="0"/>
                  </a:lnTo>
                  <a:lnTo>
                    <a:pt x="380" y="301370"/>
                  </a:lnTo>
                  <a:lnTo>
                    <a:pt x="17906" y="298195"/>
                  </a:lnTo>
                  <a:lnTo>
                    <a:pt x="17525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6643115" y="1694687"/>
              <a:ext cx="16510" cy="302260"/>
            </a:xfrm>
            <a:custGeom>
              <a:avLst/>
              <a:gdLst/>
              <a:ahLst/>
              <a:cxnLst/>
              <a:rect l="l" t="t" r="r" b="b"/>
              <a:pathLst>
                <a:path w="16509" h="302260">
                  <a:moveTo>
                    <a:pt x="16128" y="0"/>
                  </a:moveTo>
                  <a:lnTo>
                    <a:pt x="0" y="1015"/>
                  </a:lnTo>
                  <a:lnTo>
                    <a:pt x="380" y="301751"/>
                  </a:lnTo>
                  <a:lnTo>
                    <a:pt x="16509" y="299592"/>
                  </a:lnTo>
                  <a:lnTo>
                    <a:pt x="161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643115" y="1694687"/>
              <a:ext cx="16510" cy="302260"/>
            </a:xfrm>
            <a:custGeom>
              <a:avLst/>
              <a:gdLst/>
              <a:ahLst/>
              <a:cxnLst/>
              <a:rect l="l" t="t" r="r" b="b"/>
              <a:pathLst>
                <a:path w="16509" h="302260">
                  <a:moveTo>
                    <a:pt x="16128" y="0"/>
                  </a:moveTo>
                  <a:lnTo>
                    <a:pt x="0" y="1015"/>
                  </a:lnTo>
                  <a:lnTo>
                    <a:pt x="380" y="301751"/>
                  </a:lnTo>
                  <a:lnTo>
                    <a:pt x="16509" y="299592"/>
                  </a:lnTo>
                  <a:lnTo>
                    <a:pt x="16128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6684263" y="1691639"/>
              <a:ext cx="16510" cy="297180"/>
            </a:xfrm>
            <a:custGeom>
              <a:avLst/>
              <a:gdLst/>
              <a:ahLst/>
              <a:cxnLst/>
              <a:rect l="l" t="t" r="r" b="b"/>
              <a:pathLst>
                <a:path w="16509" h="297180">
                  <a:moveTo>
                    <a:pt x="16001" y="0"/>
                  </a:moveTo>
                  <a:lnTo>
                    <a:pt x="0" y="0"/>
                  </a:lnTo>
                  <a:lnTo>
                    <a:pt x="380" y="296799"/>
                  </a:lnTo>
                  <a:lnTo>
                    <a:pt x="16509" y="294639"/>
                  </a:lnTo>
                  <a:lnTo>
                    <a:pt x="1600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684263" y="1691639"/>
              <a:ext cx="16510" cy="297180"/>
            </a:xfrm>
            <a:custGeom>
              <a:avLst/>
              <a:gdLst/>
              <a:ahLst/>
              <a:cxnLst/>
              <a:rect l="l" t="t" r="r" b="b"/>
              <a:pathLst>
                <a:path w="16509" h="297180">
                  <a:moveTo>
                    <a:pt x="16001" y="0"/>
                  </a:moveTo>
                  <a:lnTo>
                    <a:pt x="0" y="0"/>
                  </a:lnTo>
                  <a:lnTo>
                    <a:pt x="380" y="296799"/>
                  </a:lnTo>
                  <a:lnTo>
                    <a:pt x="16509" y="294639"/>
                  </a:lnTo>
                  <a:lnTo>
                    <a:pt x="16001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6757415" y="1685543"/>
              <a:ext cx="16510" cy="295910"/>
            </a:xfrm>
            <a:custGeom>
              <a:avLst/>
              <a:gdLst/>
              <a:ahLst/>
              <a:cxnLst/>
              <a:rect l="l" t="t" r="r" b="b"/>
              <a:pathLst>
                <a:path w="16509" h="295910">
                  <a:moveTo>
                    <a:pt x="16509" y="0"/>
                  </a:moveTo>
                  <a:lnTo>
                    <a:pt x="380" y="0"/>
                  </a:lnTo>
                  <a:lnTo>
                    <a:pt x="0" y="295401"/>
                  </a:lnTo>
                  <a:lnTo>
                    <a:pt x="16128" y="292100"/>
                  </a:lnTo>
                  <a:lnTo>
                    <a:pt x="1650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6757415" y="1685543"/>
              <a:ext cx="16510" cy="295910"/>
            </a:xfrm>
            <a:custGeom>
              <a:avLst/>
              <a:gdLst/>
              <a:ahLst/>
              <a:cxnLst/>
              <a:rect l="l" t="t" r="r" b="b"/>
              <a:pathLst>
                <a:path w="16509" h="295910">
                  <a:moveTo>
                    <a:pt x="16509" y="0"/>
                  </a:moveTo>
                  <a:lnTo>
                    <a:pt x="380" y="0"/>
                  </a:lnTo>
                  <a:lnTo>
                    <a:pt x="0" y="295401"/>
                  </a:lnTo>
                  <a:lnTo>
                    <a:pt x="16128" y="292100"/>
                  </a:lnTo>
                  <a:lnTo>
                    <a:pt x="16509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6809231" y="1680971"/>
              <a:ext cx="18415" cy="294005"/>
            </a:xfrm>
            <a:custGeom>
              <a:avLst/>
              <a:gdLst/>
              <a:ahLst/>
              <a:cxnLst/>
              <a:rect l="l" t="t" r="r" b="b"/>
              <a:pathLst>
                <a:path w="18415" h="294005">
                  <a:moveTo>
                    <a:pt x="17907" y="0"/>
                  </a:moveTo>
                  <a:lnTo>
                    <a:pt x="381" y="0"/>
                  </a:lnTo>
                  <a:lnTo>
                    <a:pt x="0" y="293624"/>
                  </a:lnTo>
                  <a:lnTo>
                    <a:pt x="17652" y="290829"/>
                  </a:lnTo>
                  <a:lnTo>
                    <a:pt x="17907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6809231" y="1680971"/>
              <a:ext cx="18415" cy="294005"/>
            </a:xfrm>
            <a:custGeom>
              <a:avLst/>
              <a:gdLst/>
              <a:ahLst/>
              <a:cxnLst/>
              <a:rect l="l" t="t" r="r" b="b"/>
              <a:pathLst>
                <a:path w="18415" h="294005">
                  <a:moveTo>
                    <a:pt x="17907" y="0"/>
                  </a:moveTo>
                  <a:lnTo>
                    <a:pt x="381" y="0"/>
                  </a:lnTo>
                  <a:lnTo>
                    <a:pt x="0" y="293624"/>
                  </a:lnTo>
                  <a:lnTo>
                    <a:pt x="17652" y="290829"/>
                  </a:lnTo>
                  <a:lnTo>
                    <a:pt x="17907" y="0"/>
                  </a:lnTo>
                </a:path>
              </a:pathLst>
            </a:custGeom>
            <a:ln w="558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6905243" y="2083307"/>
              <a:ext cx="22225" cy="56515"/>
            </a:xfrm>
            <a:custGeom>
              <a:avLst/>
              <a:gdLst/>
              <a:ahLst/>
              <a:cxnLst/>
              <a:rect l="l" t="t" r="r" b="b"/>
              <a:pathLst>
                <a:path w="22225" h="56514">
                  <a:moveTo>
                    <a:pt x="1015" y="0"/>
                  </a:moveTo>
                  <a:lnTo>
                    <a:pt x="21971" y="7492"/>
                  </a:lnTo>
                  <a:lnTo>
                    <a:pt x="22225" y="56133"/>
                  </a:lnTo>
                  <a:lnTo>
                    <a:pt x="0" y="4800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6252971" y="204215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2953" y="0"/>
                  </a:moveTo>
                  <a:lnTo>
                    <a:pt x="3682" y="0"/>
                  </a:lnTo>
                  <a:lnTo>
                    <a:pt x="0" y="3682"/>
                  </a:lnTo>
                  <a:lnTo>
                    <a:pt x="0" y="12953"/>
                  </a:lnTo>
                  <a:lnTo>
                    <a:pt x="3682" y="16637"/>
                  </a:lnTo>
                  <a:lnTo>
                    <a:pt x="12953" y="16637"/>
                  </a:lnTo>
                  <a:lnTo>
                    <a:pt x="16637" y="12953"/>
                  </a:lnTo>
                  <a:lnTo>
                    <a:pt x="16637" y="3682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6252971" y="204215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2953" y="0"/>
                  </a:moveTo>
                  <a:lnTo>
                    <a:pt x="3682" y="0"/>
                  </a:lnTo>
                  <a:lnTo>
                    <a:pt x="0" y="3682"/>
                  </a:lnTo>
                  <a:lnTo>
                    <a:pt x="0" y="12953"/>
                  </a:lnTo>
                  <a:lnTo>
                    <a:pt x="3682" y="16637"/>
                  </a:lnTo>
                  <a:lnTo>
                    <a:pt x="8508" y="16637"/>
                  </a:lnTo>
                  <a:lnTo>
                    <a:pt x="12953" y="16637"/>
                  </a:lnTo>
                  <a:lnTo>
                    <a:pt x="16637" y="12953"/>
                  </a:lnTo>
                  <a:lnTo>
                    <a:pt x="16637" y="8127"/>
                  </a:lnTo>
                  <a:lnTo>
                    <a:pt x="16637" y="3682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6252971" y="2164079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39">
                  <a:moveTo>
                    <a:pt x="12953" y="0"/>
                  </a:moveTo>
                  <a:lnTo>
                    <a:pt x="3682" y="0"/>
                  </a:lnTo>
                  <a:lnTo>
                    <a:pt x="0" y="3302"/>
                  </a:lnTo>
                  <a:lnTo>
                    <a:pt x="0" y="11684"/>
                  </a:lnTo>
                  <a:lnTo>
                    <a:pt x="3682" y="15112"/>
                  </a:lnTo>
                  <a:lnTo>
                    <a:pt x="12953" y="15112"/>
                  </a:lnTo>
                  <a:lnTo>
                    <a:pt x="16637" y="11684"/>
                  </a:lnTo>
                  <a:lnTo>
                    <a:pt x="16637" y="3302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6252971" y="2164079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39">
                  <a:moveTo>
                    <a:pt x="12953" y="0"/>
                  </a:moveTo>
                  <a:lnTo>
                    <a:pt x="3682" y="0"/>
                  </a:lnTo>
                  <a:lnTo>
                    <a:pt x="0" y="3302"/>
                  </a:lnTo>
                  <a:lnTo>
                    <a:pt x="0" y="11684"/>
                  </a:lnTo>
                  <a:lnTo>
                    <a:pt x="3682" y="15112"/>
                  </a:lnTo>
                  <a:lnTo>
                    <a:pt x="8508" y="15112"/>
                  </a:lnTo>
                  <a:lnTo>
                    <a:pt x="12953" y="15112"/>
                  </a:lnTo>
                  <a:lnTo>
                    <a:pt x="16637" y="11684"/>
                  </a:lnTo>
                  <a:lnTo>
                    <a:pt x="16637" y="7366"/>
                  </a:lnTo>
                  <a:lnTo>
                    <a:pt x="16637" y="3302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6252971" y="21991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2953" y="0"/>
                  </a:moveTo>
                  <a:lnTo>
                    <a:pt x="3682" y="0"/>
                  </a:lnTo>
                  <a:lnTo>
                    <a:pt x="0" y="3682"/>
                  </a:lnTo>
                  <a:lnTo>
                    <a:pt x="0" y="12953"/>
                  </a:lnTo>
                  <a:lnTo>
                    <a:pt x="3682" y="16637"/>
                  </a:lnTo>
                  <a:lnTo>
                    <a:pt x="12953" y="16637"/>
                  </a:lnTo>
                  <a:lnTo>
                    <a:pt x="16637" y="12953"/>
                  </a:lnTo>
                  <a:lnTo>
                    <a:pt x="16637" y="3682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6252971" y="21991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2953" y="0"/>
                  </a:moveTo>
                  <a:lnTo>
                    <a:pt x="3682" y="0"/>
                  </a:lnTo>
                  <a:lnTo>
                    <a:pt x="0" y="3682"/>
                  </a:lnTo>
                  <a:lnTo>
                    <a:pt x="0" y="12953"/>
                  </a:lnTo>
                  <a:lnTo>
                    <a:pt x="3682" y="16637"/>
                  </a:lnTo>
                  <a:lnTo>
                    <a:pt x="8508" y="16637"/>
                  </a:lnTo>
                  <a:lnTo>
                    <a:pt x="12953" y="16637"/>
                  </a:lnTo>
                  <a:lnTo>
                    <a:pt x="16637" y="12953"/>
                  </a:lnTo>
                  <a:lnTo>
                    <a:pt x="16637" y="8127"/>
                  </a:lnTo>
                  <a:lnTo>
                    <a:pt x="16637" y="3682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6252971" y="2232659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39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684"/>
                  </a:lnTo>
                  <a:lnTo>
                    <a:pt x="3682" y="15112"/>
                  </a:lnTo>
                  <a:lnTo>
                    <a:pt x="12953" y="15112"/>
                  </a:lnTo>
                  <a:lnTo>
                    <a:pt x="16637" y="11684"/>
                  </a:lnTo>
                  <a:lnTo>
                    <a:pt x="16637" y="3301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6252971" y="2232659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39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684"/>
                  </a:lnTo>
                  <a:lnTo>
                    <a:pt x="3682" y="15112"/>
                  </a:lnTo>
                  <a:lnTo>
                    <a:pt x="8508" y="15112"/>
                  </a:lnTo>
                  <a:lnTo>
                    <a:pt x="12953" y="15112"/>
                  </a:lnTo>
                  <a:lnTo>
                    <a:pt x="16637" y="11684"/>
                  </a:lnTo>
                  <a:lnTo>
                    <a:pt x="16637" y="7365"/>
                  </a:lnTo>
                  <a:lnTo>
                    <a:pt x="16637" y="3301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6252971" y="1603247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811"/>
                  </a:lnTo>
                  <a:lnTo>
                    <a:pt x="3682" y="15112"/>
                  </a:lnTo>
                  <a:lnTo>
                    <a:pt x="12953" y="15112"/>
                  </a:lnTo>
                  <a:lnTo>
                    <a:pt x="16637" y="11811"/>
                  </a:lnTo>
                  <a:lnTo>
                    <a:pt x="16637" y="3301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6252971" y="1603247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811"/>
                  </a:lnTo>
                  <a:lnTo>
                    <a:pt x="3682" y="15112"/>
                  </a:lnTo>
                  <a:lnTo>
                    <a:pt x="8508" y="15112"/>
                  </a:lnTo>
                  <a:lnTo>
                    <a:pt x="12953" y="15112"/>
                  </a:lnTo>
                  <a:lnTo>
                    <a:pt x="16637" y="11811"/>
                  </a:lnTo>
                  <a:lnTo>
                    <a:pt x="16637" y="7747"/>
                  </a:lnTo>
                  <a:lnTo>
                    <a:pt x="16637" y="3301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6252971" y="1499615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811"/>
                  </a:lnTo>
                  <a:lnTo>
                    <a:pt x="3682" y="15112"/>
                  </a:lnTo>
                  <a:lnTo>
                    <a:pt x="12953" y="15112"/>
                  </a:lnTo>
                  <a:lnTo>
                    <a:pt x="16637" y="11811"/>
                  </a:lnTo>
                  <a:lnTo>
                    <a:pt x="16637" y="3301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6252971" y="1499615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811"/>
                  </a:lnTo>
                  <a:lnTo>
                    <a:pt x="3682" y="15112"/>
                  </a:lnTo>
                  <a:lnTo>
                    <a:pt x="8508" y="15112"/>
                  </a:lnTo>
                  <a:lnTo>
                    <a:pt x="12953" y="15112"/>
                  </a:lnTo>
                  <a:lnTo>
                    <a:pt x="16637" y="11811"/>
                  </a:lnTo>
                  <a:lnTo>
                    <a:pt x="16637" y="7747"/>
                  </a:lnTo>
                  <a:lnTo>
                    <a:pt x="16637" y="3301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6252971" y="1461515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811"/>
                  </a:lnTo>
                  <a:lnTo>
                    <a:pt x="3682" y="15112"/>
                  </a:lnTo>
                  <a:lnTo>
                    <a:pt x="12953" y="15112"/>
                  </a:lnTo>
                  <a:lnTo>
                    <a:pt x="16637" y="11811"/>
                  </a:lnTo>
                  <a:lnTo>
                    <a:pt x="16637" y="3301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6252971" y="1461515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1"/>
                  </a:lnTo>
                  <a:lnTo>
                    <a:pt x="0" y="11811"/>
                  </a:lnTo>
                  <a:lnTo>
                    <a:pt x="3682" y="15112"/>
                  </a:lnTo>
                  <a:lnTo>
                    <a:pt x="8508" y="15112"/>
                  </a:lnTo>
                  <a:lnTo>
                    <a:pt x="12953" y="15112"/>
                  </a:lnTo>
                  <a:lnTo>
                    <a:pt x="16637" y="11811"/>
                  </a:lnTo>
                  <a:lnTo>
                    <a:pt x="16637" y="7747"/>
                  </a:lnTo>
                  <a:lnTo>
                    <a:pt x="16637" y="3301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6252971" y="1420367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2"/>
                  </a:lnTo>
                  <a:lnTo>
                    <a:pt x="0" y="11684"/>
                  </a:lnTo>
                  <a:lnTo>
                    <a:pt x="3682" y="15112"/>
                  </a:lnTo>
                  <a:lnTo>
                    <a:pt x="12953" y="15112"/>
                  </a:lnTo>
                  <a:lnTo>
                    <a:pt x="16637" y="11684"/>
                  </a:lnTo>
                  <a:lnTo>
                    <a:pt x="16637" y="3302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252971" y="1420367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953" y="0"/>
                  </a:moveTo>
                  <a:lnTo>
                    <a:pt x="3682" y="0"/>
                  </a:lnTo>
                  <a:lnTo>
                    <a:pt x="0" y="3302"/>
                  </a:lnTo>
                  <a:lnTo>
                    <a:pt x="0" y="11684"/>
                  </a:lnTo>
                  <a:lnTo>
                    <a:pt x="3682" y="15112"/>
                  </a:lnTo>
                  <a:lnTo>
                    <a:pt x="8508" y="15112"/>
                  </a:lnTo>
                  <a:lnTo>
                    <a:pt x="12953" y="15112"/>
                  </a:lnTo>
                  <a:lnTo>
                    <a:pt x="16637" y="11684"/>
                  </a:lnTo>
                  <a:lnTo>
                    <a:pt x="16637" y="7747"/>
                  </a:lnTo>
                  <a:lnTo>
                    <a:pt x="16637" y="3302"/>
                  </a:lnTo>
                  <a:lnTo>
                    <a:pt x="12953" y="0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946391" y="1958339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39">
                  <a:moveTo>
                    <a:pt x="9016" y="0"/>
                  </a:moveTo>
                  <a:lnTo>
                    <a:pt x="2539" y="0"/>
                  </a:lnTo>
                  <a:lnTo>
                    <a:pt x="0" y="3301"/>
                  </a:lnTo>
                  <a:lnTo>
                    <a:pt x="0" y="11811"/>
                  </a:lnTo>
                  <a:lnTo>
                    <a:pt x="2539" y="14986"/>
                  </a:lnTo>
                  <a:lnTo>
                    <a:pt x="9016" y="14986"/>
                  </a:lnTo>
                  <a:lnTo>
                    <a:pt x="11937" y="11811"/>
                  </a:lnTo>
                  <a:lnTo>
                    <a:pt x="11937" y="3301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946391" y="1958339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39">
                  <a:moveTo>
                    <a:pt x="0" y="7365"/>
                  </a:moveTo>
                  <a:lnTo>
                    <a:pt x="0" y="11811"/>
                  </a:lnTo>
                  <a:lnTo>
                    <a:pt x="2539" y="14986"/>
                  </a:lnTo>
                  <a:lnTo>
                    <a:pt x="5841" y="14986"/>
                  </a:lnTo>
                  <a:lnTo>
                    <a:pt x="9016" y="14986"/>
                  </a:lnTo>
                  <a:lnTo>
                    <a:pt x="11937" y="11811"/>
                  </a:lnTo>
                  <a:lnTo>
                    <a:pt x="11937" y="3301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946391" y="2069591"/>
              <a:ext cx="12065" cy="13970"/>
            </a:xfrm>
            <a:custGeom>
              <a:avLst/>
              <a:gdLst/>
              <a:ahLst/>
              <a:cxnLst/>
              <a:rect l="l" t="t" r="r" b="b"/>
              <a:pathLst>
                <a:path w="12065" h="13969">
                  <a:moveTo>
                    <a:pt x="9016" y="0"/>
                  </a:moveTo>
                  <a:lnTo>
                    <a:pt x="2539" y="0"/>
                  </a:lnTo>
                  <a:lnTo>
                    <a:pt x="0" y="2921"/>
                  </a:lnTo>
                  <a:lnTo>
                    <a:pt x="0" y="10541"/>
                  </a:lnTo>
                  <a:lnTo>
                    <a:pt x="2539" y="13462"/>
                  </a:lnTo>
                  <a:lnTo>
                    <a:pt x="9016" y="13462"/>
                  </a:lnTo>
                  <a:lnTo>
                    <a:pt x="11937" y="10541"/>
                  </a:lnTo>
                  <a:lnTo>
                    <a:pt x="11937" y="2921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6946391" y="2069591"/>
              <a:ext cx="12065" cy="13970"/>
            </a:xfrm>
            <a:custGeom>
              <a:avLst/>
              <a:gdLst/>
              <a:ahLst/>
              <a:cxnLst/>
              <a:rect l="l" t="t" r="r" b="b"/>
              <a:pathLst>
                <a:path w="12065" h="13969">
                  <a:moveTo>
                    <a:pt x="0" y="6477"/>
                  </a:moveTo>
                  <a:lnTo>
                    <a:pt x="0" y="10541"/>
                  </a:lnTo>
                  <a:lnTo>
                    <a:pt x="2539" y="13462"/>
                  </a:lnTo>
                  <a:lnTo>
                    <a:pt x="5841" y="13462"/>
                  </a:lnTo>
                  <a:lnTo>
                    <a:pt x="9016" y="13462"/>
                  </a:lnTo>
                  <a:lnTo>
                    <a:pt x="11937" y="10541"/>
                  </a:lnTo>
                  <a:lnTo>
                    <a:pt x="11937" y="2921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2921"/>
                  </a:lnTo>
                  <a:lnTo>
                    <a:pt x="0" y="6477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6946391" y="2101595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39">
                  <a:moveTo>
                    <a:pt x="9016" y="0"/>
                  </a:moveTo>
                  <a:lnTo>
                    <a:pt x="2539" y="0"/>
                  </a:lnTo>
                  <a:lnTo>
                    <a:pt x="0" y="3301"/>
                  </a:lnTo>
                  <a:lnTo>
                    <a:pt x="0" y="11683"/>
                  </a:lnTo>
                  <a:lnTo>
                    <a:pt x="2539" y="14986"/>
                  </a:lnTo>
                  <a:lnTo>
                    <a:pt x="9016" y="14986"/>
                  </a:lnTo>
                  <a:lnTo>
                    <a:pt x="11937" y="11683"/>
                  </a:lnTo>
                  <a:lnTo>
                    <a:pt x="11937" y="3301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6946391" y="2101595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39">
                  <a:moveTo>
                    <a:pt x="0" y="7238"/>
                  </a:moveTo>
                  <a:lnTo>
                    <a:pt x="0" y="11683"/>
                  </a:lnTo>
                  <a:lnTo>
                    <a:pt x="2539" y="14986"/>
                  </a:lnTo>
                  <a:lnTo>
                    <a:pt x="5841" y="14986"/>
                  </a:lnTo>
                  <a:lnTo>
                    <a:pt x="9016" y="14986"/>
                  </a:lnTo>
                  <a:lnTo>
                    <a:pt x="11937" y="11683"/>
                  </a:lnTo>
                  <a:lnTo>
                    <a:pt x="11937" y="3301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3301"/>
                  </a:lnTo>
                  <a:lnTo>
                    <a:pt x="0" y="7238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6946391" y="2132075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5" h="14605">
                  <a:moveTo>
                    <a:pt x="9016" y="0"/>
                  </a:moveTo>
                  <a:lnTo>
                    <a:pt x="2539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2539" y="14604"/>
                  </a:lnTo>
                  <a:lnTo>
                    <a:pt x="9016" y="14604"/>
                  </a:lnTo>
                  <a:lnTo>
                    <a:pt x="11937" y="11302"/>
                  </a:lnTo>
                  <a:lnTo>
                    <a:pt x="11937" y="3301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6946391" y="2132075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5" h="14605">
                  <a:moveTo>
                    <a:pt x="0" y="7365"/>
                  </a:moveTo>
                  <a:lnTo>
                    <a:pt x="0" y="11302"/>
                  </a:lnTo>
                  <a:lnTo>
                    <a:pt x="2539" y="14604"/>
                  </a:lnTo>
                  <a:lnTo>
                    <a:pt x="5841" y="14604"/>
                  </a:lnTo>
                  <a:lnTo>
                    <a:pt x="9016" y="14604"/>
                  </a:lnTo>
                  <a:lnTo>
                    <a:pt x="11937" y="11302"/>
                  </a:lnTo>
                  <a:lnTo>
                    <a:pt x="11937" y="3301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6946391" y="1557527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40">
                  <a:moveTo>
                    <a:pt x="9016" y="0"/>
                  </a:moveTo>
                  <a:lnTo>
                    <a:pt x="2539" y="0"/>
                  </a:lnTo>
                  <a:lnTo>
                    <a:pt x="0" y="3301"/>
                  </a:lnTo>
                  <a:lnTo>
                    <a:pt x="0" y="11684"/>
                  </a:lnTo>
                  <a:lnTo>
                    <a:pt x="2539" y="14986"/>
                  </a:lnTo>
                  <a:lnTo>
                    <a:pt x="9016" y="14986"/>
                  </a:lnTo>
                  <a:lnTo>
                    <a:pt x="11937" y="11684"/>
                  </a:lnTo>
                  <a:lnTo>
                    <a:pt x="11937" y="3301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6946391" y="1557527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40">
                  <a:moveTo>
                    <a:pt x="0" y="7620"/>
                  </a:moveTo>
                  <a:lnTo>
                    <a:pt x="0" y="11684"/>
                  </a:lnTo>
                  <a:lnTo>
                    <a:pt x="2539" y="14986"/>
                  </a:lnTo>
                  <a:lnTo>
                    <a:pt x="5841" y="14986"/>
                  </a:lnTo>
                  <a:lnTo>
                    <a:pt x="9016" y="14986"/>
                  </a:lnTo>
                  <a:lnTo>
                    <a:pt x="11937" y="11684"/>
                  </a:lnTo>
                  <a:lnTo>
                    <a:pt x="11937" y="3301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3301"/>
                  </a:lnTo>
                  <a:lnTo>
                    <a:pt x="0" y="7620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6946391" y="1463039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5" h="13334">
                  <a:moveTo>
                    <a:pt x="9016" y="0"/>
                  </a:moveTo>
                  <a:lnTo>
                    <a:pt x="2539" y="0"/>
                  </a:lnTo>
                  <a:lnTo>
                    <a:pt x="0" y="3048"/>
                  </a:lnTo>
                  <a:lnTo>
                    <a:pt x="0" y="10287"/>
                  </a:lnTo>
                  <a:lnTo>
                    <a:pt x="2539" y="13208"/>
                  </a:lnTo>
                  <a:lnTo>
                    <a:pt x="9016" y="13208"/>
                  </a:lnTo>
                  <a:lnTo>
                    <a:pt x="11937" y="10287"/>
                  </a:lnTo>
                  <a:lnTo>
                    <a:pt x="11937" y="3048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6946391" y="1463039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5" h="13334">
                  <a:moveTo>
                    <a:pt x="0" y="6604"/>
                  </a:moveTo>
                  <a:lnTo>
                    <a:pt x="0" y="10287"/>
                  </a:lnTo>
                  <a:lnTo>
                    <a:pt x="2539" y="13208"/>
                  </a:lnTo>
                  <a:lnTo>
                    <a:pt x="5841" y="13208"/>
                  </a:lnTo>
                  <a:lnTo>
                    <a:pt x="9016" y="13208"/>
                  </a:lnTo>
                  <a:lnTo>
                    <a:pt x="11937" y="10287"/>
                  </a:lnTo>
                  <a:lnTo>
                    <a:pt x="11937" y="3048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3048"/>
                  </a:lnTo>
                  <a:lnTo>
                    <a:pt x="0" y="6604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6946391" y="1427987"/>
              <a:ext cx="12065" cy="13970"/>
            </a:xfrm>
            <a:custGeom>
              <a:avLst/>
              <a:gdLst/>
              <a:ahLst/>
              <a:cxnLst/>
              <a:rect l="l" t="t" r="r" b="b"/>
              <a:pathLst>
                <a:path w="12065" h="13969">
                  <a:moveTo>
                    <a:pt x="9016" y="0"/>
                  </a:moveTo>
                  <a:lnTo>
                    <a:pt x="2539" y="0"/>
                  </a:lnTo>
                  <a:lnTo>
                    <a:pt x="0" y="3048"/>
                  </a:lnTo>
                  <a:lnTo>
                    <a:pt x="0" y="10540"/>
                  </a:lnTo>
                  <a:lnTo>
                    <a:pt x="2539" y="13462"/>
                  </a:lnTo>
                  <a:lnTo>
                    <a:pt x="9016" y="13462"/>
                  </a:lnTo>
                  <a:lnTo>
                    <a:pt x="11937" y="10540"/>
                  </a:lnTo>
                  <a:lnTo>
                    <a:pt x="11937" y="3048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6946391" y="1427987"/>
              <a:ext cx="12065" cy="13970"/>
            </a:xfrm>
            <a:custGeom>
              <a:avLst/>
              <a:gdLst/>
              <a:ahLst/>
              <a:cxnLst/>
              <a:rect l="l" t="t" r="r" b="b"/>
              <a:pathLst>
                <a:path w="12065" h="13969">
                  <a:moveTo>
                    <a:pt x="0" y="6858"/>
                  </a:moveTo>
                  <a:lnTo>
                    <a:pt x="0" y="10540"/>
                  </a:lnTo>
                  <a:lnTo>
                    <a:pt x="2539" y="13462"/>
                  </a:lnTo>
                  <a:lnTo>
                    <a:pt x="5841" y="13462"/>
                  </a:lnTo>
                  <a:lnTo>
                    <a:pt x="9016" y="13462"/>
                  </a:lnTo>
                  <a:lnTo>
                    <a:pt x="11937" y="10540"/>
                  </a:lnTo>
                  <a:lnTo>
                    <a:pt x="11937" y="3048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6946391" y="1389887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40">
                  <a:moveTo>
                    <a:pt x="9016" y="0"/>
                  </a:moveTo>
                  <a:lnTo>
                    <a:pt x="2539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2539" y="14732"/>
                  </a:lnTo>
                  <a:lnTo>
                    <a:pt x="9016" y="14732"/>
                  </a:lnTo>
                  <a:lnTo>
                    <a:pt x="11937" y="11302"/>
                  </a:lnTo>
                  <a:lnTo>
                    <a:pt x="11937" y="3301"/>
                  </a:lnTo>
                  <a:lnTo>
                    <a:pt x="90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6946391" y="1389887"/>
              <a:ext cx="12065" cy="15240"/>
            </a:xfrm>
            <a:custGeom>
              <a:avLst/>
              <a:gdLst/>
              <a:ahLst/>
              <a:cxnLst/>
              <a:rect l="l" t="t" r="r" b="b"/>
              <a:pathLst>
                <a:path w="12065" h="15240">
                  <a:moveTo>
                    <a:pt x="0" y="7365"/>
                  </a:moveTo>
                  <a:lnTo>
                    <a:pt x="0" y="11302"/>
                  </a:lnTo>
                  <a:lnTo>
                    <a:pt x="2539" y="14732"/>
                  </a:lnTo>
                  <a:lnTo>
                    <a:pt x="5841" y="14732"/>
                  </a:lnTo>
                  <a:lnTo>
                    <a:pt x="9016" y="14732"/>
                  </a:lnTo>
                  <a:lnTo>
                    <a:pt x="11937" y="11302"/>
                  </a:lnTo>
                  <a:lnTo>
                    <a:pt x="11937" y="3301"/>
                  </a:lnTo>
                  <a:lnTo>
                    <a:pt x="9016" y="0"/>
                  </a:lnTo>
                  <a:lnTo>
                    <a:pt x="2539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6298691" y="1594103"/>
              <a:ext cx="1905" cy="68580"/>
            </a:xfrm>
            <a:custGeom>
              <a:avLst/>
              <a:gdLst/>
              <a:ahLst/>
              <a:cxnLst/>
              <a:rect l="l" t="t" r="r" b="b"/>
              <a:pathLst>
                <a:path w="1904" h="68580">
                  <a:moveTo>
                    <a:pt x="0" y="68325"/>
                  </a:moveTo>
                  <a:lnTo>
                    <a:pt x="1524" y="68325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68325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6298691" y="1594103"/>
              <a:ext cx="22860" cy="68580"/>
            </a:xfrm>
            <a:custGeom>
              <a:avLst/>
              <a:gdLst/>
              <a:ahLst/>
              <a:cxnLst/>
              <a:rect l="l" t="t" r="r" b="b"/>
              <a:pathLst>
                <a:path w="22860" h="68580">
                  <a:moveTo>
                    <a:pt x="22479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22479" y="68325"/>
                  </a:lnTo>
                  <a:lnTo>
                    <a:pt x="22479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6300216" y="1568195"/>
              <a:ext cx="27305" cy="94615"/>
            </a:xfrm>
            <a:custGeom>
              <a:avLst/>
              <a:gdLst/>
              <a:ahLst/>
              <a:cxnLst/>
              <a:rect l="l" t="t" r="r" b="b"/>
              <a:pathLst>
                <a:path w="27304" h="94614">
                  <a:moveTo>
                    <a:pt x="27178" y="18669"/>
                  </a:moveTo>
                  <a:lnTo>
                    <a:pt x="19939" y="15494"/>
                  </a:lnTo>
                  <a:lnTo>
                    <a:pt x="20955" y="0"/>
                  </a:lnTo>
                  <a:lnTo>
                    <a:pt x="4064" y="0"/>
                  </a:lnTo>
                  <a:lnTo>
                    <a:pt x="4826" y="17653"/>
                  </a:lnTo>
                  <a:lnTo>
                    <a:pt x="0" y="18669"/>
                  </a:lnTo>
                  <a:lnTo>
                    <a:pt x="0" y="91186"/>
                  </a:lnTo>
                  <a:lnTo>
                    <a:pt x="7874" y="94234"/>
                  </a:lnTo>
                  <a:lnTo>
                    <a:pt x="7874" y="25019"/>
                  </a:lnTo>
                  <a:lnTo>
                    <a:pt x="19939" y="25019"/>
                  </a:lnTo>
                  <a:lnTo>
                    <a:pt x="19939" y="92202"/>
                  </a:lnTo>
                  <a:lnTo>
                    <a:pt x="27178" y="93218"/>
                  </a:lnTo>
                  <a:lnTo>
                    <a:pt x="27178" y="25019"/>
                  </a:lnTo>
                  <a:lnTo>
                    <a:pt x="27178" y="1866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6300215" y="1568195"/>
              <a:ext cx="27305" cy="94615"/>
            </a:xfrm>
            <a:custGeom>
              <a:avLst/>
              <a:gdLst/>
              <a:ahLst/>
              <a:cxnLst/>
              <a:rect l="l" t="t" r="r" b="b"/>
              <a:pathLst>
                <a:path w="27304" h="94614">
                  <a:moveTo>
                    <a:pt x="20955" y="0"/>
                  </a:moveTo>
                  <a:lnTo>
                    <a:pt x="4063" y="0"/>
                  </a:lnTo>
                  <a:lnTo>
                    <a:pt x="4825" y="17652"/>
                  </a:lnTo>
                  <a:lnTo>
                    <a:pt x="0" y="18668"/>
                  </a:lnTo>
                  <a:lnTo>
                    <a:pt x="0" y="91186"/>
                  </a:lnTo>
                  <a:lnTo>
                    <a:pt x="7874" y="94233"/>
                  </a:lnTo>
                  <a:lnTo>
                    <a:pt x="7874" y="25018"/>
                  </a:lnTo>
                  <a:lnTo>
                    <a:pt x="19938" y="25018"/>
                  </a:lnTo>
                  <a:lnTo>
                    <a:pt x="27178" y="25018"/>
                  </a:lnTo>
                  <a:lnTo>
                    <a:pt x="27178" y="18668"/>
                  </a:lnTo>
                  <a:lnTo>
                    <a:pt x="19938" y="15493"/>
                  </a:lnTo>
                  <a:lnTo>
                    <a:pt x="20955" y="0"/>
                  </a:lnTo>
                </a:path>
                <a:path w="27304" h="94614">
                  <a:moveTo>
                    <a:pt x="27178" y="25018"/>
                  </a:moveTo>
                  <a:lnTo>
                    <a:pt x="19938" y="25018"/>
                  </a:lnTo>
                  <a:lnTo>
                    <a:pt x="19938" y="92201"/>
                  </a:lnTo>
                  <a:lnTo>
                    <a:pt x="27178" y="93217"/>
                  </a:lnTo>
                  <a:lnTo>
                    <a:pt x="27178" y="25018"/>
                  </a:lnTo>
                </a:path>
              </a:pathLst>
            </a:custGeom>
            <a:ln w="55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6358127" y="1495094"/>
              <a:ext cx="7620" cy="208915"/>
            </a:xfrm>
            <a:custGeom>
              <a:avLst/>
              <a:gdLst/>
              <a:ahLst/>
              <a:cxnLst/>
              <a:rect l="l" t="t" r="r" b="b"/>
              <a:pathLst>
                <a:path w="7620" h="208914">
                  <a:moveTo>
                    <a:pt x="7417" y="0"/>
                  </a:moveTo>
                  <a:lnTo>
                    <a:pt x="0" y="0"/>
                  </a:lnTo>
                  <a:lnTo>
                    <a:pt x="0" y="208610"/>
                  </a:lnTo>
                  <a:lnTo>
                    <a:pt x="7417" y="208610"/>
                  </a:lnTo>
                  <a:lnTo>
                    <a:pt x="741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6353556" y="1501127"/>
              <a:ext cx="17780" cy="200025"/>
            </a:xfrm>
            <a:custGeom>
              <a:avLst/>
              <a:gdLst/>
              <a:ahLst/>
              <a:cxnLst/>
              <a:rect l="l" t="t" r="r" b="b"/>
              <a:pathLst>
                <a:path w="17779" h="200025">
                  <a:moveTo>
                    <a:pt x="16700" y="189572"/>
                  </a:moveTo>
                  <a:lnTo>
                    <a:pt x="0" y="189572"/>
                  </a:lnTo>
                  <a:lnTo>
                    <a:pt x="0" y="199402"/>
                  </a:lnTo>
                  <a:lnTo>
                    <a:pt x="16700" y="199402"/>
                  </a:lnTo>
                  <a:lnTo>
                    <a:pt x="16700" y="189572"/>
                  </a:lnTo>
                  <a:close/>
                </a:path>
                <a:path w="17779" h="200025">
                  <a:moveTo>
                    <a:pt x="16700" y="174142"/>
                  </a:moveTo>
                  <a:lnTo>
                    <a:pt x="0" y="174142"/>
                  </a:lnTo>
                  <a:lnTo>
                    <a:pt x="0" y="183908"/>
                  </a:lnTo>
                  <a:lnTo>
                    <a:pt x="16700" y="183908"/>
                  </a:lnTo>
                  <a:lnTo>
                    <a:pt x="16700" y="174142"/>
                  </a:lnTo>
                  <a:close/>
                </a:path>
                <a:path w="17779" h="200025">
                  <a:moveTo>
                    <a:pt x="16700" y="158750"/>
                  </a:moveTo>
                  <a:lnTo>
                    <a:pt x="0" y="158750"/>
                  </a:lnTo>
                  <a:lnTo>
                    <a:pt x="0" y="168160"/>
                  </a:lnTo>
                  <a:lnTo>
                    <a:pt x="16700" y="168160"/>
                  </a:lnTo>
                  <a:lnTo>
                    <a:pt x="16700" y="158750"/>
                  </a:lnTo>
                  <a:close/>
                </a:path>
                <a:path w="17779" h="200025">
                  <a:moveTo>
                    <a:pt x="16700" y="79222"/>
                  </a:moveTo>
                  <a:lnTo>
                    <a:pt x="0" y="79222"/>
                  </a:lnTo>
                  <a:lnTo>
                    <a:pt x="0" y="89039"/>
                  </a:lnTo>
                  <a:lnTo>
                    <a:pt x="16700" y="89039"/>
                  </a:lnTo>
                  <a:lnTo>
                    <a:pt x="16700" y="79222"/>
                  </a:lnTo>
                  <a:close/>
                </a:path>
                <a:path w="17779" h="200025">
                  <a:moveTo>
                    <a:pt x="16700" y="15417"/>
                  </a:moveTo>
                  <a:lnTo>
                    <a:pt x="0" y="15417"/>
                  </a:lnTo>
                  <a:lnTo>
                    <a:pt x="0" y="24904"/>
                  </a:lnTo>
                  <a:lnTo>
                    <a:pt x="16700" y="24904"/>
                  </a:lnTo>
                  <a:lnTo>
                    <a:pt x="16700" y="15417"/>
                  </a:lnTo>
                  <a:close/>
                </a:path>
                <a:path w="17779" h="200025">
                  <a:moveTo>
                    <a:pt x="17716" y="143306"/>
                  </a:moveTo>
                  <a:lnTo>
                    <a:pt x="1016" y="143306"/>
                  </a:lnTo>
                  <a:lnTo>
                    <a:pt x="1016" y="152793"/>
                  </a:lnTo>
                  <a:lnTo>
                    <a:pt x="17716" y="152793"/>
                  </a:lnTo>
                  <a:lnTo>
                    <a:pt x="17716" y="143306"/>
                  </a:lnTo>
                  <a:close/>
                </a:path>
                <a:path w="17779" h="200025">
                  <a:moveTo>
                    <a:pt x="17716" y="127812"/>
                  </a:moveTo>
                  <a:lnTo>
                    <a:pt x="1016" y="127812"/>
                  </a:lnTo>
                  <a:lnTo>
                    <a:pt x="1016" y="137299"/>
                  </a:lnTo>
                  <a:lnTo>
                    <a:pt x="17716" y="137299"/>
                  </a:lnTo>
                  <a:lnTo>
                    <a:pt x="17716" y="127812"/>
                  </a:lnTo>
                  <a:close/>
                </a:path>
                <a:path w="17779" h="200025">
                  <a:moveTo>
                    <a:pt x="17716" y="112522"/>
                  </a:moveTo>
                  <a:lnTo>
                    <a:pt x="1016" y="112522"/>
                  </a:lnTo>
                  <a:lnTo>
                    <a:pt x="1016" y="121932"/>
                  </a:lnTo>
                  <a:lnTo>
                    <a:pt x="17716" y="121932"/>
                  </a:lnTo>
                  <a:lnTo>
                    <a:pt x="17716" y="112522"/>
                  </a:lnTo>
                  <a:close/>
                </a:path>
                <a:path w="17779" h="200025">
                  <a:moveTo>
                    <a:pt x="17716" y="95948"/>
                  </a:moveTo>
                  <a:lnTo>
                    <a:pt x="1016" y="95948"/>
                  </a:lnTo>
                  <a:lnTo>
                    <a:pt x="1016" y="105422"/>
                  </a:lnTo>
                  <a:lnTo>
                    <a:pt x="17716" y="105422"/>
                  </a:lnTo>
                  <a:lnTo>
                    <a:pt x="17716" y="95948"/>
                  </a:lnTo>
                  <a:close/>
                </a:path>
                <a:path w="17779" h="200025">
                  <a:moveTo>
                    <a:pt x="17716" y="62699"/>
                  </a:moveTo>
                  <a:lnTo>
                    <a:pt x="1016" y="62699"/>
                  </a:lnTo>
                  <a:lnTo>
                    <a:pt x="1016" y="72529"/>
                  </a:lnTo>
                  <a:lnTo>
                    <a:pt x="17716" y="72529"/>
                  </a:lnTo>
                  <a:lnTo>
                    <a:pt x="17716" y="62699"/>
                  </a:lnTo>
                  <a:close/>
                </a:path>
                <a:path w="17779" h="200025">
                  <a:moveTo>
                    <a:pt x="17716" y="47320"/>
                  </a:moveTo>
                  <a:lnTo>
                    <a:pt x="1016" y="47320"/>
                  </a:lnTo>
                  <a:lnTo>
                    <a:pt x="1016" y="57162"/>
                  </a:lnTo>
                  <a:lnTo>
                    <a:pt x="17716" y="57162"/>
                  </a:lnTo>
                  <a:lnTo>
                    <a:pt x="17716" y="47320"/>
                  </a:lnTo>
                  <a:close/>
                </a:path>
                <a:path w="17779" h="200025">
                  <a:moveTo>
                    <a:pt x="17716" y="31915"/>
                  </a:moveTo>
                  <a:lnTo>
                    <a:pt x="1016" y="31915"/>
                  </a:lnTo>
                  <a:lnTo>
                    <a:pt x="1016" y="41668"/>
                  </a:lnTo>
                  <a:lnTo>
                    <a:pt x="17716" y="41668"/>
                  </a:lnTo>
                  <a:lnTo>
                    <a:pt x="17716" y="31915"/>
                  </a:lnTo>
                  <a:close/>
                </a:path>
                <a:path w="17779" h="200025">
                  <a:moveTo>
                    <a:pt x="17716" y="0"/>
                  </a:moveTo>
                  <a:lnTo>
                    <a:pt x="1016" y="0"/>
                  </a:lnTo>
                  <a:lnTo>
                    <a:pt x="1016" y="9410"/>
                  </a:lnTo>
                  <a:lnTo>
                    <a:pt x="17716" y="9410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6408419" y="1493558"/>
              <a:ext cx="9525" cy="207645"/>
            </a:xfrm>
            <a:custGeom>
              <a:avLst/>
              <a:gdLst/>
              <a:ahLst/>
              <a:cxnLst/>
              <a:rect l="l" t="t" r="r" b="b"/>
              <a:pathLst>
                <a:path w="9525" h="207644">
                  <a:moveTo>
                    <a:pt x="8976" y="0"/>
                  </a:moveTo>
                  <a:lnTo>
                    <a:pt x="0" y="0"/>
                  </a:lnTo>
                  <a:lnTo>
                    <a:pt x="0" y="207098"/>
                  </a:lnTo>
                  <a:lnTo>
                    <a:pt x="8976" y="207098"/>
                  </a:lnTo>
                  <a:lnTo>
                    <a:pt x="897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6405372" y="1498079"/>
              <a:ext cx="16510" cy="200025"/>
            </a:xfrm>
            <a:custGeom>
              <a:avLst/>
              <a:gdLst/>
              <a:ahLst/>
              <a:cxnLst/>
              <a:rect l="l" t="t" r="r" b="b"/>
              <a:pathLst>
                <a:path w="16510" h="200025">
                  <a:moveTo>
                    <a:pt x="15468" y="189661"/>
                  </a:moveTo>
                  <a:lnTo>
                    <a:pt x="0" y="189661"/>
                  </a:lnTo>
                  <a:lnTo>
                    <a:pt x="0" y="199402"/>
                  </a:lnTo>
                  <a:lnTo>
                    <a:pt x="15468" y="199402"/>
                  </a:lnTo>
                  <a:lnTo>
                    <a:pt x="15468" y="189661"/>
                  </a:lnTo>
                  <a:close/>
                </a:path>
                <a:path w="16510" h="200025">
                  <a:moveTo>
                    <a:pt x="15468" y="174155"/>
                  </a:moveTo>
                  <a:lnTo>
                    <a:pt x="0" y="174155"/>
                  </a:lnTo>
                  <a:lnTo>
                    <a:pt x="0" y="183908"/>
                  </a:lnTo>
                  <a:lnTo>
                    <a:pt x="15468" y="183908"/>
                  </a:lnTo>
                  <a:lnTo>
                    <a:pt x="15468" y="174155"/>
                  </a:lnTo>
                  <a:close/>
                </a:path>
                <a:path w="16510" h="200025">
                  <a:moveTo>
                    <a:pt x="15468" y="158724"/>
                  </a:moveTo>
                  <a:lnTo>
                    <a:pt x="0" y="158724"/>
                  </a:lnTo>
                  <a:lnTo>
                    <a:pt x="0" y="168541"/>
                  </a:lnTo>
                  <a:lnTo>
                    <a:pt x="15468" y="168541"/>
                  </a:lnTo>
                  <a:lnTo>
                    <a:pt x="15468" y="158724"/>
                  </a:lnTo>
                  <a:close/>
                </a:path>
                <a:path w="16510" h="200025">
                  <a:moveTo>
                    <a:pt x="15468" y="79629"/>
                  </a:moveTo>
                  <a:lnTo>
                    <a:pt x="0" y="79629"/>
                  </a:lnTo>
                  <a:lnTo>
                    <a:pt x="0" y="89039"/>
                  </a:lnTo>
                  <a:lnTo>
                    <a:pt x="15468" y="89039"/>
                  </a:lnTo>
                  <a:lnTo>
                    <a:pt x="15468" y="79629"/>
                  </a:lnTo>
                  <a:close/>
                </a:path>
                <a:path w="16510" h="200025">
                  <a:moveTo>
                    <a:pt x="15468" y="15392"/>
                  </a:moveTo>
                  <a:lnTo>
                    <a:pt x="0" y="15392"/>
                  </a:lnTo>
                  <a:lnTo>
                    <a:pt x="0" y="25158"/>
                  </a:lnTo>
                  <a:lnTo>
                    <a:pt x="15468" y="25158"/>
                  </a:lnTo>
                  <a:lnTo>
                    <a:pt x="15468" y="15392"/>
                  </a:lnTo>
                  <a:close/>
                </a:path>
                <a:path w="16510" h="200025">
                  <a:moveTo>
                    <a:pt x="16497" y="143306"/>
                  </a:moveTo>
                  <a:lnTo>
                    <a:pt x="635" y="143306"/>
                  </a:lnTo>
                  <a:lnTo>
                    <a:pt x="635" y="152793"/>
                  </a:lnTo>
                  <a:lnTo>
                    <a:pt x="16497" y="152793"/>
                  </a:lnTo>
                  <a:lnTo>
                    <a:pt x="16497" y="143306"/>
                  </a:lnTo>
                  <a:close/>
                </a:path>
                <a:path w="16510" h="200025">
                  <a:moveTo>
                    <a:pt x="16497" y="127876"/>
                  </a:moveTo>
                  <a:lnTo>
                    <a:pt x="635" y="127876"/>
                  </a:lnTo>
                  <a:lnTo>
                    <a:pt x="635" y="137299"/>
                  </a:lnTo>
                  <a:lnTo>
                    <a:pt x="16497" y="137299"/>
                  </a:lnTo>
                  <a:lnTo>
                    <a:pt x="16497" y="127876"/>
                  </a:lnTo>
                  <a:close/>
                </a:path>
                <a:path w="16510" h="200025">
                  <a:moveTo>
                    <a:pt x="16497" y="112522"/>
                  </a:moveTo>
                  <a:lnTo>
                    <a:pt x="635" y="112522"/>
                  </a:lnTo>
                  <a:lnTo>
                    <a:pt x="635" y="121932"/>
                  </a:lnTo>
                  <a:lnTo>
                    <a:pt x="16497" y="121932"/>
                  </a:lnTo>
                  <a:lnTo>
                    <a:pt x="16497" y="112522"/>
                  </a:lnTo>
                  <a:close/>
                </a:path>
                <a:path w="16510" h="200025">
                  <a:moveTo>
                    <a:pt x="16497" y="96012"/>
                  </a:moveTo>
                  <a:lnTo>
                    <a:pt x="635" y="96012"/>
                  </a:lnTo>
                  <a:lnTo>
                    <a:pt x="635" y="105422"/>
                  </a:lnTo>
                  <a:lnTo>
                    <a:pt x="16497" y="105422"/>
                  </a:lnTo>
                  <a:lnTo>
                    <a:pt x="16497" y="96012"/>
                  </a:lnTo>
                  <a:close/>
                </a:path>
                <a:path w="16510" h="200025">
                  <a:moveTo>
                    <a:pt x="16497" y="63042"/>
                  </a:moveTo>
                  <a:lnTo>
                    <a:pt x="635" y="63042"/>
                  </a:lnTo>
                  <a:lnTo>
                    <a:pt x="635" y="72529"/>
                  </a:lnTo>
                  <a:lnTo>
                    <a:pt x="16497" y="72529"/>
                  </a:lnTo>
                  <a:lnTo>
                    <a:pt x="16497" y="63042"/>
                  </a:lnTo>
                  <a:close/>
                </a:path>
                <a:path w="16510" h="200025">
                  <a:moveTo>
                    <a:pt x="16497" y="47294"/>
                  </a:moveTo>
                  <a:lnTo>
                    <a:pt x="635" y="47294"/>
                  </a:lnTo>
                  <a:lnTo>
                    <a:pt x="635" y="57035"/>
                  </a:lnTo>
                  <a:lnTo>
                    <a:pt x="16497" y="57035"/>
                  </a:lnTo>
                  <a:lnTo>
                    <a:pt x="16497" y="47294"/>
                  </a:lnTo>
                  <a:close/>
                </a:path>
                <a:path w="16510" h="200025">
                  <a:moveTo>
                    <a:pt x="16497" y="31915"/>
                  </a:moveTo>
                  <a:lnTo>
                    <a:pt x="635" y="31915"/>
                  </a:lnTo>
                  <a:lnTo>
                    <a:pt x="635" y="41668"/>
                  </a:lnTo>
                  <a:lnTo>
                    <a:pt x="16497" y="41668"/>
                  </a:lnTo>
                  <a:lnTo>
                    <a:pt x="16497" y="31915"/>
                  </a:lnTo>
                  <a:close/>
                </a:path>
                <a:path w="16510" h="200025">
                  <a:moveTo>
                    <a:pt x="16497" y="0"/>
                  </a:moveTo>
                  <a:lnTo>
                    <a:pt x="635" y="0"/>
                  </a:lnTo>
                  <a:lnTo>
                    <a:pt x="635" y="9410"/>
                  </a:lnTo>
                  <a:lnTo>
                    <a:pt x="16497" y="9410"/>
                  </a:lnTo>
                  <a:lnTo>
                    <a:pt x="1649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6457187" y="1488998"/>
              <a:ext cx="7620" cy="208915"/>
            </a:xfrm>
            <a:custGeom>
              <a:avLst/>
              <a:gdLst/>
              <a:ahLst/>
              <a:cxnLst/>
              <a:rect l="l" t="t" r="r" b="b"/>
              <a:pathLst>
                <a:path w="7620" h="208914">
                  <a:moveTo>
                    <a:pt x="7480" y="0"/>
                  </a:moveTo>
                  <a:lnTo>
                    <a:pt x="0" y="0"/>
                  </a:lnTo>
                  <a:lnTo>
                    <a:pt x="0" y="208610"/>
                  </a:lnTo>
                  <a:lnTo>
                    <a:pt x="7480" y="208610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6452616" y="1495005"/>
              <a:ext cx="17780" cy="200025"/>
            </a:xfrm>
            <a:custGeom>
              <a:avLst/>
              <a:gdLst/>
              <a:ahLst/>
              <a:cxnLst/>
              <a:rect l="l" t="t" r="r" b="b"/>
              <a:pathLst>
                <a:path w="17779" h="200025">
                  <a:moveTo>
                    <a:pt x="16687" y="189941"/>
                  </a:moveTo>
                  <a:lnTo>
                    <a:pt x="0" y="189941"/>
                  </a:lnTo>
                  <a:lnTo>
                    <a:pt x="0" y="199428"/>
                  </a:lnTo>
                  <a:lnTo>
                    <a:pt x="16687" y="199428"/>
                  </a:lnTo>
                  <a:lnTo>
                    <a:pt x="16687" y="189941"/>
                  </a:lnTo>
                  <a:close/>
                </a:path>
                <a:path w="17779" h="200025">
                  <a:moveTo>
                    <a:pt x="16687" y="174218"/>
                  </a:moveTo>
                  <a:lnTo>
                    <a:pt x="0" y="174218"/>
                  </a:lnTo>
                  <a:lnTo>
                    <a:pt x="0" y="184061"/>
                  </a:lnTo>
                  <a:lnTo>
                    <a:pt x="16687" y="184061"/>
                  </a:lnTo>
                  <a:lnTo>
                    <a:pt x="16687" y="174218"/>
                  </a:lnTo>
                  <a:close/>
                </a:path>
                <a:path w="17779" h="200025">
                  <a:moveTo>
                    <a:pt x="16687" y="158750"/>
                  </a:moveTo>
                  <a:lnTo>
                    <a:pt x="0" y="158750"/>
                  </a:lnTo>
                  <a:lnTo>
                    <a:pt x="0" y="168567"/>
                  </a:lnTo>
                  <a:lnTo>
                    <a:pt x="16687" y="168567"/>
                  </a:lnTo>
                  <a:lnTo>
                    <a:pt x="16687" y="158750"/>
                  </a:lnTo>
                  <a:close/>
                </a:path>
                <a:path w="17779" h="200025">
                  <a:moveTo>
                    <a:pt x="16687" y="79527"/>
                  </a:moveTo>
                  <a:lnTo>
                    <a:pt x="0" y="79527"/>
                  </a:lnTo>
                  <a:lnTo>
                    <a:pt x="0" y="88938"/>
                  </a:lnTo>
                  <a:lnTo>
                    <a:pt x="16687" y="88938"/>
                  </a:lnTo>
                  <a:lnTo>
                    <a:pt x="16687" y="79527"/>
                  </a:lnTo>
                  <a:close/>
                </a:path>
                <a:path w="17779" h="200025">
                  <a:moveTo>
                    <a:pt x="16687" y="15494"/>
                  </a:moveTo>
                  <a:lnTo>
                    <a:pt x="0" y="15494"/>
                  </a:lnTo>
                  <a:lnTo>
                    <a:pt x="0" y="25311"/>
                  </a:lnTo>
                  <a:lnTo>
                    <a:pt x="16687" y="25311"/>
                  </a:lnTo>
                  <a:lnTo>
                    <a:pt x="16687" y="15494"/>
                  </a:lnTo>
                  <a:close/>
                </a:path>
                <a:path w="17779" h="200025">
                  <a:moveTo>
                    <a:pt x="17716" y="143433"/>
                  </a:moveTo>
                  <a:lnTo>
                    <a:pt x="1016" y="143433"/>
                  </a:lnTo>
                  <a:lnTo>
                    <a:pt x="1016" y="153200"/>
                  </a:lnTo>
                  <a:lnTo>
                    <a:pt x="17716" y="153200"/>
                  </a:lnTo>
                  <a:lnTo>
                    <a:pt x="17716" y="143433"/>
                  </a:lnTo>
                  <a:close/>
                </a:path>
                <a:path w="17779" h="200025">
                  <a:moveTo>
                    <a:pt x="17716" y="127889"/>
                  </a:moveTo>
                  <a:lnTo>
                    <a:pt x="1016" y="127889"/>
                  </a:lnTo>
                  <a:lnTo>
                    <a:pt x="1016" y="137706"/>
                  </a:lnTo>
                  <a:lnTo>
                    <a:pt x="17716" y="137706"/>
                  </a:lnTo>
                  <a:lnTo>
                    <a:pt x="17716" y="127889"/>
                  </a:lnTo>
                  <a:close/>
                </a:path>
                <a:path w="17779" h="200025">
                  <a:moveTo>
                    <a:pt x="17716" y="112471"/>
                  </a:moveTo>
                  <a:lnTo>
                    <a:pt x="1016" y="112471"/>
                  </a:lnTo>
                  <a:lnTo>
                    <a:pt x="1016" y="121958"/>
                  </a:lnTo>
                  <a:lnTo>
                    <a:pt x="17716" y="121958"/>
                  </a:lnTo>
                  <a:lnTo>
                    <a:pt x="17716" y="112471"/>
                  </a:lnTo>
                  <a:close/>
                </a:path>
                <a:path w="17779" h="200025">
                  <a:moveTo>
                    <a:pt x="17716" y="96100"/>
                  </a:moveTo>
                  <a:lnTo>
                    <a:pt x="1016" y="96100"/>
                  </a:lnTo>
                  <a:lnTo>
                    <a:pt x="1016" y="105575"/>
                  </a:lnTo>
                  <a:lnTo>
                    <a:pt x="17716" y="105575"/>
                  </a:lnTo>
                  <a:lnTo>
                    <a:pt x="17716" y="96100"/>
                  </a:lnTo>
                  <a:close/>
                </a:path>
                <a:path w="17779" h="200025">
                  <a:moveTo>
                    <a:pt x="17716" y="63144"/>
                  </a:moveTo>
                  <a:lnTo>
                    <a:pt x="1016" y="63144"/>
                  </a:lnTo>
                  <a:lnTo>
                    <a:pt x="1016" y="72555"/>
                  </a:lnTo>
                  <a:lnTo>
                    <a:pt x="17716" y="72555"/>
                  </a:lnTo>
                  <a:lnTo>
                    <a:pt x="17716" y="63144"/>
                  </a:lnTo>
                  <a:close/>
                </a:path>
                <a:path w="17779" h="200025">
                  <a:moveTo>
                    <a:pt x="17716" y="47701"/>
                  </a:moveTo>
                  <a:lnTo>
                    <a:pt x="1016" y="47701"/>
                  </a:lnTo>
                  <a:lnTo>
                    <a:pt x="1016" y="57188"/>
                  </a:lnTo>
                  <a:lnTo>
                    <a:pt x="17716" y="57188"/>
                  </a:lnTo>
                  <a:lnTo>
                    <a:pt x="17716" y="47701"/>
                  </a:lnTo>
                  <a:close/>
                </a:path>
                <a:path w="17779" h="200025">
                  <a:moveTo>
                    <a:pt x="17716" y="31978"/>
                  </a:moveTo>
                  <a:lnTo>
                    <a:pt x="1016" y="31978"/>
                  </a:lnTo>
                  <a:lnTo>
                    <a:pt x="1016" y="41821"/>
                  </a:lnTo>
                  <a:lnTo>
                    <a:pt x="17716" y="41821"/>
                  </a:lnTo>
                  <a:lnTo>
                    <a:pt x="17716" y="31978"/>
                  </a:lnTo>
                  <a:close/>
                </a:path>
                <a:path w="17779" h="200025">
                  <a:moveTo>
                    <a:pt x="17716" y="0"/>
                  </a:moveTo>
                  <a:lnTo>
                    <a:pt x="1016" y="0"/>
                  </a:lnTo>
                  <a:lnTo>
                    <a:pt x="1016" y="9817"/>
                  </a:lnTo>
                  <a:lnTo>
                    <a:pt x="17716" y="9817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6505955" y="1487462"/>
              <a:ext cx="8890" cy="207645"/>
            </a:xfrm>
            <a:custGeom>
              <a:avLst/>
              <a:gdLst/>
              <a:ahLst/>
              <a:cxnLst/>
              <a:rect l="l" t="t" r="r" b="b"/>
              <a:pathLst>
                <a:path w="8890" h="207644">
                  <a:moveTo>
                    <a:pt x="8686" y="0"/>
                  </a:moveTo>
                  <a:lnTo>
                    <a:pt x="0" y="0"/>
                  </a:lnTo>
                  <a:lnTo>
                    <a:pt x="0" y="207098"/>
                  </a:lnTo>
                  <a:lnTo>
                    <a:pt x="8686" y="207098"/>
                  </a:lnTo>
                  <a:lnTo>
                    <a:pt x="868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6502895" y="1492021"/>
              <a:ext cx="17145" cy="199390"/>
            </a:xfrm>
            <a:custGeom>
              <a:avLst/>
              <a:gdLst/>
              <a:ahLst/>
              <a:cxnLst/>
              <a:rect l="l" t="t" r="r" b="b"/>
              <a:pathLst>
                <a:path w="17145" h="199389">
                  <a:moveTo>
                    <a:pt x="15862" y="189890"/>
                  </a:moveTo>
                  <a:lnTo>
                    <a:pt x="0" y="189890"/>
                  </a:lnTo>
                  <a:lnTo>
                    <a:pt x="0" y="199364"/>
                  </a:lnTo>
                  <a:lnTo>
                    <a:pt x="15862" y="199364"/>
                  </a:lnTo>
                  <a:lnTo>
                    <a:pt x="15862" y="189890"/>
                  </a:lnTo>
                  <a:close/>
                </a:path>
                <a:path w="17145" h="199389">
                  <a:moveTo>
                    <a:pt x="15862" y="174459"/>
                  </a:moveTo>
                  <a:lnTo>
                    <a:pt x="0" y="174459"/>
                  </a:lnTo>
                  <a:lnTo>
                    <a:pt x="0" y="183870"/>
                  </a:lnTo>
                  <a:lnTo>
                    <a:pt x="15862" y="183870"/>
                  </a:lnTo>
                  <a:lnTo>
                    <a:pt x="15862" y="174459"/>
                  </a:lnTo>
                  <a:close/>
                </a:path>
                <a:path w="17145" h="199389">
                  <a:moveTo>
                    <a:pt x="15862" y="158737"/>
                  </a:moveTo>
                  <a:lnTo>
                    <a:pt x="0" y="158737"/>
                  </a:lnTo>
                  <a:lnTo>
                    <a:pt x="0" y="168503"/>
                  </a:lnTo>
                  <a:lnTo>
                    <a:pt x="15862" y="168503"/>
                  </a:lnTo>
                  <a:lnTo>
                    <a:pt x="15862" y="158737"/>
                  </a:lnTo>
                  <a:close/>
                </a:path>
                <a:path w="17145" h="199389">
                  <a:moveTo>
                    <a:pt x="15862" y="79514"/>
                  </a:moveTo>
                  <a:lnTo>
                    <a:pt x="0" y="79514"/>
                  </a:lnTo>
                  <a:lnTo>
                    <a:pt x="0" y="89001"/>
                  </a:lnTo>
                  <a:lnTo>
                    <a:pt x="15862" y="89001"/>
                  </a:lnTo>
                  <a:lnTo>
                    <a:pt x="15862" y="79514"/>
                  </a:lnTo>
                  <a:close/>
                </a:path>
                <a:path w="17145" h="199389">
                  <a:moveTo>
                    <a:pt x="15862" y="15760"/>
                  </a:moveTo>
                  <a:lnTo>
                    <a:pt x="0" y="15760"/>
                  </a:lnTo>
                  <a:lnTo>
                    <a:pt x="0" y="25247"/>
                  </a:lnTo>
                  <a:lnTo>
                    <a:pt x="15862" y="25247"/>
                  </a:lnTo>
                  <a:lnTo>
                    <a:pt x="15862" y="15760"/>
                  </a:lnTo>
                  <a:close/>
                </a:path>
                <a:path w="17145" h="199389">
                  <a:moveTo>
                    <a:pt x="16560" y="143319"/>
                  </a:moveTo>
                  <a:lnTo>
                    <a:pt x="1028" y="143319"/>
                  </a:lnTo>
                  <a:lnTo>
                    <a:pt x="1028" y="153136"/>
                  </a:lnTo>
                  <a:lnTo>
                    <a:pt x="16560" y="153136"/>
                  </a:lnTo>
                  <a:lnTo>
                    <a:pt x="16560" y="143319"/>
                  </a:lnTo>
                  <a:close/>
                </a:path>
                <a:path w="17145" h="199389">
                  <a:moveTo>
                    <a:pt x="16560" y="127825"/>
                  </a:moveTo>
                  <a:lnTo>
                    <a:pt x="1028" y="127825"/>
                  </a:lnTo>
                  <a:lnTo>
                    <a:pt x="1028" y="137642"/>
                  </a:lnTo>
                  <a:lnTo>
                    <a:pt x="16560" y="137642"/>
                  </a:lnTo>
                  <a:lnTo>
                    <a:pt x="16560" y="127825"/>
                  </a:lnTo>
                  <a:close/>
                </a:path>
                <a:path w="17145" h="199389">
                  <a:moveTo>
                    <a:pt x="16560" y="112420"/>
                  </a:moveTo>
                  <a:lnTo>
                    <a:pt x="1028" y="112420"/>
                  </a:lnTo>
                  <a:lnTo>
                    <a:pt x="1028" y="121894"/>
                  </a:lnTo>
                  <a:lnTo>
                    <a:pt x="16560" y="121894"/>
                  </a:lnTo>
                  <a:lnTo>
                    <a:pt x="16560" y="112420"/>
                  </a:lnTo>
                  <a:close/>
                </a:path>
                <a:path w="17145" h="199389">
                  <a:moveTo>
                    <a:pt x="16560" y="95910"/>
                  </a:moveTo>
                  <a:lnTo>
                    <a:pt x="1028" y="95910"/>
                  </a:lnTo>
                  <a:lnTo>
                    <a:pt x="1028" y="105384"/>
                  </a:lnTo>
                  <a:lnTo>
                    <a:pt x="16560" y="105384"/>
                  </a:lnTo>
                  <a:lnTo>
                    <a:pt x="16560" y="95910"/>
                  </a:lnTo>
                  <a:close/>
                </a:path>
                <a:path w="17145" h="199389">
                  <a:moveTo>
                    <a:pt x="16560" y="63004"/>
                  </a:moveTo>
                  <a:lnTo>
                    <a:pt x="1028" y="63004"/>
                  </a:lnTo>
                  <a:lnTo>
                    <a:pt x="1028" y="72491"/>
                  </a:lnTo>
                  <a:lnTo>
                    <a:pt x="16560" y="72491"/>
                  </a:lnTo>
                  <a:lnTo>
                    <a:pt x="16560" y="63004"/>
                  </a:lnTo>
                  <a:close/>
                </a:path>
                <a:path w="17145" h="199389">
                  <a:moveTo>
                    <a:pt x="16560" y="47637"/>
                  </a:moveTo>
                  <a:lnTo>
                    <a:pt x="1028" y="47637"/>
                  </a:lnTo>
                  <a:lnTo>
                    <a:pt x="1028" y="57124"/>
                  </a:lnTo>
                  <a:lnTo>
                    <a:pt x="16560" y="57124"/>
                  </a:lnTo>
                  <a:lnTo>
                    <a:pt x="16560" y="47637"/>
                  </a:lnTo>
                  <a:close/>
                </a:path>
                <a:path w="17145" h="199389">
                  <a:moveTo>
                    <a:pt x="16560" y="32219"/>
                  </a:moveTo>
                  <a:lnTo>
                    <a:pt x="1028" y="32219"/>
                  </a:lnTo>
                  <a:lnTo>
                    <a:pt x="1028" y="41630"/>
                  </a:lnTo>
                  <a:lnTo>
                    <a:pt x="16560" y="41630"/>
                  </a:lnTo>
                  <a:lnTo>
                    <a:pt x="16560" y="32219"/>
                  </a:lnTo>
                  <a:close/>
                </a:path>
                <a:path w="17145" h="199389">
                  <a:moveTo>
                    <a:pt x="16560" y="0"/>
                  </a:moveTo>
                  <a:lnTo>
                    <a:pt x="1028" y="0"/>
                  </a:lnTo>
                  <a:lnTo>
                    <a:pt x="1028" y="9753"/>
                  </a:lnTo>
                  <a:lnTo>
                    <a:pt x="16560" y="9753"/>
                  </a:lnTo>
                  <a:lnTo>
                    <a:pt x="1656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554723" y="1485874"/>
              <a:ext cx="7620" cy="208915"/>
            </a:xfrm>
            <a:custGeom>
              <a:avLst/>
              <a:gdLst/>
              <a:ahLst/>
              <a:cxnLst/>
              <a:rect l="l" t="t" r="r" b="b"/>
              <a:pathLst>
                <a:path w="7620" h="208914">
                  <a:moveTo>
                    <a:pt x="7480" y="0"/>
                  </a:moveTo>
                  <a:lnTo>
                    <a:pt x="0" y="0"/>
                  </a:lnTo>
                  <a:lnTo>
                    <a:pt x="0" y="208686"/>
                  </a:lnTo>
                  <a:lnTo>
                    <a:pt x="7480" y="208686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6550152" y="1492008"/>
              <a:ext cx="18415" cy="198120"/>
            </a:xfrm>
            <a:custGeom>
              <a:avLst/>
              <a:gdLst/>
              <a:ahLst/>
              <a:cxnLst/>
              <a:rect l="l" t="t" r="r" b="b"/>
              <a:pathLst>
                <a:path w="18415" h="198119">
                  <a:moveTo>
                    <a:pt x="16700" y="188493"/>
                  </a:moveTo>
                  <a:lnTo>
                    <a:pt x="0" y="188493"/>
                  </a:lnTo>
                  <a:lnTo>
                    <a:pt x="0" y="197853"/>
                  </a:lnTo>
                  <a:lnTo>
                    <a:pt x="16700" y="197853"/>
                  </a:lnTo>
                  <a:lnTo>
                    <a:pt x="16700" y="188493"/>
                  </a:lnTo>
                  <a:close/>
                </a:path>
                <a:path w="18415" h="198119">
                  <a:moveTo>
                    <a:pt x="16700" y="173202"/>
                  </a:moveTo>
                  <a:lnTo>
                    <a:pt x="0" y="173202"/>
                  </a:lnTo>
                  <a:lnTo>
                    <a:pt x="0" y="182613"/>
                  </a:lnTo>
                  <a:lnTo>
                    <a:pt x="16700" y="182613"/>
                  </a:lnTo>
                  <a:lnTo>
                    <a:pt x="16700" y="173202"/>
                  </a:lnTo>
                  <a:close/>
                </a:path>
                <a:path w="18415" h="198119">
                  <a:moveTo>
                    <a:pt x="16700" y="157822"/>
                  </a:moveTo>
                  <a:lnTo>
                    <a:pt x="0" y="157822"/>
                  </a:lnTo>
                  <a:lnTo>
                    <a:pt x="0" y="167246"/>
                  </a:lnTo>
                  <a:lnTo>
                    <a:pt x="16700" y="167246"/>
                  </a:lnTo>
                  <a:lnTo>
                    <a:pt x="16700" y="157822"/>
                  </a:lnTo>
                  <a:close/>
                </a:path>
                <a:path w="18415" h="198119">
                  <a:moveTo>
                    <a:pt x="16700" y="78905"/>
                  </a:moveTo>
                  <a:lnTo>
                    <a:pt x="0" y="78905"/>
                  </a:lnTo>
                  <a:lnTo>
                    <a:pt x="0" y="88252"/>
                  </a:lnTo>
                  <a:lnTo>
                    <a:pt x="16700" y="88252"/>
                  </a:lnTo>
                  <a:lnTo>
                    <a:pt x="16700" y="78905"/>
                  </a:lnTo>
                  <a:close/>
                </a:path>
                <a:path w="18415" h="198119">
                  <a:moveTo>
                    <a:pt x="16700" y="15582"/>
                  </a:moveTo>
                  <a:lnTo>
                    <a:pt x="0" y="15582"/>
                  </a:lnTo>
                  <a:lnTo>
                    <a:pt x="0" y="25006"/>
                  </a:lnTo>
                  <a:lnTo>
                    <a:pt x="16700" y="25006"/>
                  </a:lnTo>
                  <a:lnTo>
                    <a:pt x="16700" y="15582"/>
                  </a:lnTo>
                  <a:close/>
                </a:path>
                <a:path w="18415" h="198119">
                  <a:moveTo>
                    <a:pt x="17830" y="142189"/>
                  </a:moveTo>
                  <a:lnTo>
                    <a:pt x="1143" y="142189"/>
                  </a:lnTo>
                  <a:lnTo>
                    <a:pt x="1143" y="151879"/>
                  </a:lnTo>
                  <a:lnTo>
                    <a:pt x="17830" y="151879"/>
                  </a:lnTo>
                  <a:lnTo>
                    <a:pt x="17830" y="142189"/>
                  </a:lnTo>
                  <a:close/>
                </a:path>
                <a:path w="18415" h="198119">
                  <a:moveTo>
                    <a:pt x="17830" y="126949"/>
                  </a:moveTo>
                  <a:lnTo>
                    <a:pt x="1143" y="126949"/>
                  </a:lnTo>
                  <a:lnTo>
                    <a:pt x="1143" y="136639"/>
                  </a:lnTo>
                  <a:lnTo>
                    <a:pt x="17830" y="136639"/>
                  </a:lnTo>
                  <a:lnTo>
                    <a:pt x="17830" y="126949"/>
                  </a:lnTo>
                  <a:close/>
                </a:path>
                <a:path w="18415" h="198119">
                  <a:moveTo>
                    <a:pt x="17830" y="111633"/>
                  </a:moveTo>
                  <a:lnTo>
                    <a:pt x="1143" y="111633"/>
                  </a:lnTo>
                  <a:lnTo>
                    <a:pt x="1143" y="121399"/>
                  </a:lnTo>
                  <a:lnTo>
                    <a:pt x="17830" y="121399"/>
                  </a:lnTo>
                  <a:lnTo>
                    <a:pt x="17830" y="111633"/>
                  </a:lnTo>
                  <a:close/>
                </a:path>
                <a:path w="18415" h="198119">
                  <a:moveTo>
                    <a:pt x="17830" y="95288"/>
                  </a:moveTo>
                  <a:lnTo>
                    <a:pt x="1143" y="95288"/>
                  </a:lnTo>
                  <a:lnTo>
                    <a:pt x="1143" y="104635"/>
                  </a:lnTo>
                  <a:lnTo>
                    <a:pt x="17830" y="104635"/>
                  </a:lnTo>
                  <a:lnTo>
                    <a:pt x="17830" y="95288"/>
                  </a:lnTo>
                  <a:close/>
                </a:path>
                <a:path w="18415" h="198119">
                  <a:moveTo>
                    <a:pt x="17830" y="62649"/>
                  </a:moveTo>
                  <a:lnTo>
                    <a:pt x="1143" y="62649"/>
                  </a:lnTo>
                  <a:lnTo>
                    <a:pt x="1143" y="71996"/>
                  </a:lnTo>
                  <a:lnTo>
                    <a:pt x="17830" y="71996"/>
                  </a:lnTo>
                  <a:lnTo>
                    <a:pt x="17830" y="62649"/>
                  </a:lnTo>
                  <a:close/>
                </a:path>
                <a:path w="18415" h="198119">
                  <a:moveTo>
                    <a:pt x="17830" y="47269"/>
                  </a:moveTo>
                  <a:lnTo>
                    <a:pt x="1143" y="47269"/>
                  </a:lnTo>
                  <a:lnTo>
                    <a:pt x="1143" y="56629"/>
                  </a:lnTo>
                  <a:lnTo>
                    <a:pt x="17830" y="56629"/>
                  </a:lnTo>
                  <a:lnTo>
                    <a:pt x="17830" y="47269"/>
                  </a:lnTo>
                  <a:close/>
                </a:path>
                <a:path w="18415" h="198119">
                  <a:moveTo>
                    <a:pt x="17830" y="31978"/>
                  </a:moveTo>
                  <a:lnTo>
                    <a:pt x="1143" y="31978"/>
                  </a:lnTo>
                  <a:lnTo>
                    <a:pt x="1143" y="41389"/>
                  </a:lnTo>
                  <a:lnTo>
                    <a:pt x="17830" y="41389"/>
                  </a:lnTo>
                  <a:lnTo>
                    <a:pt x="17830" y="31978"/>
                  </a:lnTo>
                  <a:close/>
                </a:path>
                <a:path w="18415" h="198119">
                  <a:moveTo>
                    <a:pt x="17830" y="0"/>
                  </a:moveTo>
                  <a:lnTo>
                    <a:pt x="1143" y="0"/>
                  </a:lnTo>
                  <a:lnTo>
                    <a:pt x="1143" y="9766"/>
                  </a:lnTo>
                  <a:lnTo>
                    <a:pt x="17830" y="9766"/>
                  </a:lnTo>
                  <a:lnTo>
                    <a:pt x="1783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6601967" y="1482902"/>
              <a:ext cx="7620" cy="207010"/>
            </a:xfrm>
            <a:custGeom>
              <a:avLst/>
              <a:gdLst/>
              <a:ahLst/>
              <a:cxnLst/>
              <a:rect l="l" t="t" r="r" b="b"/>
              <a:pathLst>
                <a:path w="7620" h="207010">
                  <a:moveTo>
                    <a:pt x="7353" y="0"/>
                  </a:moveTo>
                  <a:lnTo>
                    <a:pt x="0" y="0"/>
                  </a:lnTo>
                  <a:lnTo>
                    <a:pt x="0" y="206705"/>
                  </a:lnTo>
                  <a:lnTo>
                    <a:pt x="7353" y="206705"/>
                  </a:lnTo>
                  <a:lnTo>
                    <a:pt x="73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598920" y="1488896"/>
              <a:ext cx="17145" cy="198120"/>
            </a:xfrm>
            <a:custGeom>
              <a:avLst/>
              <a:gdLst/>
              <a:ahLst/>
              <a:cxnLst/>
              <a:rect l="l" t="t" r="r" b="b"/>
              <a:pathLst>
                <a:path w="17145" h="198119">
                  <a:moveTo>
                    <a:pt x="15976" y="188341"/>
                  </a:moveTo>
                  <a:lnTo>
                    <a:pt x="0" y="188341"/>
                  </a:lnTo>
                  <a:lnTo>
                    <a:pt x="0" y="197789"/>
                  </a:lnTo>
                  <a:lnTo>
                    <a:pt x="15976" y="197789"/>
                  </a:lnTo>
                  <a:lnTo>
                    <a:pt x="15976" y="188341"/>
                  </a:lnTo>
                  <a:close/>
                </a:path>
                <a:path w="17145" h="198119">
                  <a:moveTo>
                    <a:pt x="15976" y="173050"/>
                  </a:moveTo>
                  <a:lnTo>
                    <a:pt x="0" y="173050"/>
                  </a:lnTo>
                  <a:lnTo>
                    <a:pt x="0" y="182422"/>
                  </a:lnTo>
                  <a:lnTo>
                    <a:pt x="15976" y="182422"/>
                  </a:lnTo>
                  <a:lnTo>
                    <a:pt x="15976" y="173050"/>
                  </a:lnTo>
                  <a:close/>
                </a:path>
                <a:path w="17145" h="198119">
                  <a:moveTo>
                    <a:pt x="15976" y="157734"/>
                  </a:moveTo>
                  <a:lnTo>
                    <a:pt x="0" y="157734"/>
                  </a:lnTo>
                  <a:lnTo>
                    <a:pt x="0" y="167182"/>
                  </a:lnTo>
                  <a:lnTo>
                    <a:pt x="15976" y="167182"/>
                  </a:lnTo>
                  <a:lnTo>
                    <a:pt x="15976" y="157734"/>
                  </a:lnTo>
                  <a:close/>
                </a:path>
                <a:path w="17145" h="198119">
                  <a:moveTo>
                    <a:pt x="15976" y="78917"/>
                  </a:moveTo>
                  <a:lnTo>
                    <a:pt x="0" y="78917"/>
                  </a:lnTo>
                  <a:lnTo>
                    <a:pt x="0" y="88696"/>
                  </a:lnTo>
                  <a:lnTo>
                    <a:pt x="15976" y="88696"/>
                  </a:lnTo>
                  <a:lnTo>
                    <a:pt x="15976" y="78917"/>
                  </a:lnTo>
                  <a:close/>
                </a:path>
                <a:path w="17145" h="198119">
                  <a:moveTo>
                    <a:pt x="15976" y="15443"/>
                  </a:moveTo>
                  <a:lnTo>
                    <a:pt x="0" y="15443"/>
                  </a:lnTo>
                  <a:lnTo>
                    <a:pt x="0" y="24815"/>
                  </a:lnTo>
                  <a:lnTo>
                    <a:pt x="15976" y="24815"/>
                  </a:lnTo>
                  <a:lnTo>
                    <a:pt x="15976" y="15443"/>
                  </a:lnTo>
                  <a:close/>
                </a:path>
                <a:path w="17145" h="198119">
                  <a:moveTo>
                    <a:pt x="16802" y="142379"/>
                  </a:moveTo>
                  <a:lnTo>
                    <a:pt x="749" y="142379"/>
                  </a:lnTo>
                  <a:lnTo>
                    <a:pt x="749" y="151815"/>
                  </a:lnTo>
                  <a:lnTo>
                    <a:pt x="16802" y="151815"/>
                  </a:lnTo>
                  <a:lnTo>
                    <a:pt x="16802" y="142379"/>
                  </a:lnTo>
                  <a:close/>
                </a:path>
                <a:path w="17145" h="198119">
                  <a:moveTo>
                    <a:pt x="16802" y="126669"/>
                  </a:moveTo>
                  <a:lnTo>
                    <a:pt x="749" y="126669"/>
                  </a:lnTo>
                  <a:lnTo>
                    <a:pt x="749" y="136448"/>
                  </a:lnTo>
                  <a:lnTo>
                    <a:pt x="16802" y="136448"/>
                  </a:lnTo>
                  <a:lnTo>
                    <a:pt x="16802" y="126669"/>
                  </a:lnTo>
                  <a:close/>
                </a:path>
                <a:path w="17145" h="198119">
                  <a:moveTo>
                    <a:pt x="16802" y="111366"/>
                  </a:moveTo>
                  <a:lnTo>
                    <a:pt x="749" y="111366"/>
                  </a:lnTo>
                  <a:lnTo>
                    <a:pt x="749" y="121081"/>
                  </a:lnTo>
                  <a:lnTo>
                    <a:pt x="16802" y="121081"/>
                  </a:lnTo>
                  <a:lnTo>
                    <a:pt x="16802" y="111366"/>
                  </a:lnTo>
                  <a:close/>
                </a:path>
                <a:path w="17145" h="198119">
                  <a:moveTo>
                    <a:pt x="16802" y="95326"/>
                  </a:moveTo>
                  <a:lnTo>
                    <a:pt x="749" y="95326"/>
                  </a:lnTo>
                  <a:lnTo>
                    <a:pt x="749" y="104698"/>
                  </a:lnTo>
                  <a:lnTo>
                    <a:pt x="16802" y="104698"/>
                  </a:lnTo>
                  <a:lnTo>
                    <a:pt x="16802" y="95326"/>
                  </a:lnTo>
                  <a:close/>
                </a:path>
                <a:path w="17145" h="198119">
                  <a:moveTo>
                    <a:pt x="16802" y="62534"/>
                  </a:moveTo>
                  <a:lnTo>
                    <a:pt x="749" y="62534"/>
                  </a:lnTo>
                  <a:lnTo>
                    <a:pt x="749" y="72313"/>
                  </a:lnTo>
                  <a:lnTo>
                    <a:pt x="16802" y="72313"/>
                  </a:lnTo>
                  <a:lnTo>
                    <a:pt x="16802" y="62534"/>
                  </a:lnTo>
                  <a:close/>
                </a:path>
                <a:path w="17145" h="198119">
                  <a:moveTo>
                    <a:pt x="16802" y="47193"/>
                  </a:moveTo>
                  <a:lnTo>
                    <a:pt x="749" y="47193"/>
                  </a:lnTo>
                  <a:lnTo>
                    <a:pt x="749" y="56565"/>
                  </a:lnTo>
                  <a:lnTo>
                    <a:pt x="16802" y="56565"/>
                  </a:lnTo>
                  <a:lnTo>
                    <a:pt x="16802" y="47193"/>
                  </a:lnTo>
                  <a:close/>
                </a:path>
                <a:path w="17145" h="198119">
                  <a:moveTo>
                    <a:pt x="16802" y="31826"/>
                  </a:moveTo>
                  <a:lnTo>
                    <a:pt x="749" y="31826"/>
                  </a:lnTo>
                  <a:lnTo>
                    <a:pt x="749" y="41198"/>
                  </a:lnTo>
                  <a:lnTo>
                    <a:pt x="16802" y="41198"/>
                  </a:lnTo>
                  <a:lnTo>
                    <a:pt x="16802" y="31826"/>
                  </a:lnTo>
                  <a:close/>
                </a:path>
                <a:path w="17145" h="198119">
                  <a:moveTo>
                    <a:pt x="16802" y="0"/>
                  </a:moveTo>
                  <a:lnTo>
                    <a:pt x="749" y="0"/>
                  </a:lnTo>
                  <a:lnTo>
                    <a:pt x="749" y="9448"/>
                  </a:lnTo>
                  <a:lnTo>
                    <a:pt x="16802" y="9448"/>
                  </a:lnTo>
                  <a:lnTo>
                    <a:pt x="1680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646163" y="1479816"/>
              <a:ext cx="7620" cy="203835"/>
            </a:xfrm>
            <a:custGeom>
              <a:avLst/>
              <a:gdLst/>
              <a:ahLst/>
              <a:cxnLst/>
              <a:rect l="l" t="t" r="r" b="b"/>
              <a:pathLst>
                <a:path w="7620" h="203835">
                  <a:moveTo>
                    <a:pt x="7205" y="0"/>
                  </a:moveTo>
                  <a:lnTo>
                    <a:pt x="0" y="0"/>
                  </a:lnTo>
                  <a:lnTo>
                    <a:pt x="0" y="203695"/>
                  </a:lnTo>
                  <a:lnTo>
                    <a:pt x="7205" y="203695"/>
                  </a:lnTo>
                  <a:lnTo>
                    <a:pt x="720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6643116" y="1484350"/>
              <a:ext cx="15240" cy="196215"/>
            </a:xfrm>
            <a:custGeom>
              <a:avLst/>
              <a:gdLst/>
              <a:ahLst/>
              <a:cxnLst/>
              <a:rect l="l" t="t" r="r" b="b"/>
              <a:pathLst>
                <a:path w="15240" h="196214">
                  <a:moveTo>
                    <a:pt x="14122" y="186156"/>
                  </a:moveTo>
                  <a:lnTo>
                    <a:pt x="0" y="186156"/>
                  </a:lnTo>
                  <a:lnTo>
                    <a:pt x="0" y="195986"/>
                  </a:lnTo>
                  <a:lnTo>
                    <a:pt x="14122" y="195986"/>
                  </a:lnTo>
                  <a:lnTo>
                    <a:pt x="14122" y="186156"/>
                  </a:lnTo>
                  <a:close/>
                </a:path>
                <a:path w="15240" h="196214">
                  <a:moveTo>
                    <a:pt x="14122" y="171234"/>
                  </a:moveTo>
                  <a:lnTo>
                    <a:pt x="0" y="171234"/>
                  </a:lnTo>
                  <a:lnTo>
                    <a:pt x="0" y="181000"/>
                  </a:lnTo>
                  <a:lnTo>
                    <a:pt x="14122" y="181000"/>
                  </a:lnTo>
                  <a:lnTo>
                    <a:pt x="14122" y="171234"/>
                  </a:lnTo>
                  <a:close/>
                </a:path>
                <a:path w="15240" h="196214">
                  <a:moveTo>
                    <a:pt x="14122" y="156044"/>
                  </a:moveTo>
                  <a:lnTo>
                    <a:pt x="0" y="156044"/>
                  </a:lnTo>
                  <a:lnTo>
                    <a:pt x="0" y="165125"/>
                  </a:lnTo>
                  <a:lnTo>
                    <a:pt x="14122" y="165125"/>
                  </a:lnTo>
                  <a:lnTo>
                    <a:pt x="14122" y="156044"/>
                  </a:lnTo>
                  <a:close/>
                </a:path>
                <a:path w="15240" h="196214">
                  <a:moveTo>
                    <a:pt x="14122" y="77889"/>
                  </a:moveTo>
                  <a:lnTo>
                    <a:pt x="0" y="77889"/>
                  </a:lnTo>
                  <a:lnTo>
                    <a:pt x="0" y="87655"/>
                  </a:lnTo>
                  <a:lnTo>
                    <a:pt x="14122" y="87655"/>
                  </a:lnTo>
                  <a:lnTo>
                    <a:pt x="14122" y="77889"/>
                  </a:lnTo>
                  <a:close/>
                </a:path>
                <a:path w="15240" h="196214">
                  <a:moveTo>
                    <a:pt x="14122" y="15049"/>
                  </a:moveTo>
                  <a:lnTo>
                    <a:pt x="0" y="15049"/>
                  </a:lnTo>
                  <a:lnTo>
                    <a:pt x="0" y="24536"/>
                  </a:lnTo>
                  <a:lnTo>
                    <a:pt x="14122" y="24536"/>
                  </a:lnTo>
                  <a:lnTo>
                    <a:pt x="14122" y="15049"/>
                  </a:lnTo>
                  <a:close/>
                </a:path>
                <a:path w="15240" h="196214">
                  <a:moveTo>
                    <a:pt x="14871" y="140995"/>
                  </a:moveTo>
                  <a:lnTo>
                    <a:pt x="762" y="140995"/>
                  </a:lnTo>
                  <a:lnTo>
                    <a:pt x="762" y="150139"/>
                  </a:lnTo>
                  <a:lnTo>
                    <a:pt x="14871" y="150139"/>
                  </a:lnTo>
                  <a:lnTo>
                    <a:pt x="14871" y="140995"/>
                  </a:lnTo>
                  <a:close/>
                </a:path>
                <a:path w="15240" h="196214">
                  <a:moveTo>
                    <a:pt x="14871" y="125933"/>
                  </a:moveTo>
                  <a:lnTo>
                    <a:pt x="762" y="125933"/>
                  </a:lnTo>
                  <a:lnTo>
                    <a:pt x="762" y="135026"/>
                  </a:lnTo>
                  <a:lnTo>
                    <a:pt x="14871" y="135026"/>
                  </a:lnTo>
                  <a:lnTo>
                    <a:pt x="14871" y="125933"/>
                  </a:lnTo>
                  <a:close/>
                </a:path>
                <a:path w="15240" h="196214">
                  <a:moveTo>
                    <a:pt x="14871" y="110490"/>
                  </a:moveTo>
                  <a:lnTo>
                    <a:pt x="762" y="110490"/>
                  </a:lnTo>
                  <a:lnTo>
                    <a:pt x="762" y="119913"/>
                  </a:lnTo>
                  <a:lnTo>
                    <a:pt x="14871" y="119913"/>
                  </a:lnTo>
                  <a:lnTo>
                    <a:pt x="14871" y="110490"/>
                  </a:lnTo>
                  <a:close/>
                </a:path>
                <a:path w="15240" h="196214">
                  <a:moveTo>
                    <a:pt x="14871" y="94361"/>
                  </a:moveTo>
                  <a:lnTo>
                    <a:pt x="762" y="94361"/>
                  </a:lnTo>
                  <a:lnTo>
                    <a:pt x="762" y="103784"/>
                  </a:lnTo>
                  <a:lnTo>
                    <a:pt x="14871" y="103784"/>
                  </a:lnTo>
                  <a:lnTo>
                    <a:pt x="14871" y="94361"/>
                  </a:lnTo>
                  <a:close/>
                </a:path>
                <a:path w="15240" h="196214">
                  <a:moveTo>
                    <a:pt x="14871" y="61722"/>
                  </a:moveTo>
                  <a:lnTo>
                    <a:pt x="762" y="61722"/>
                  </a:lnTo>
                  <a:lnTo>
                    <a:pt x="762" y="71145"/>
                  </a:lnTo>
                  <a:lnTo>
                    <a:pt x="14871" y="71145"/>
                  </a:lnTo>
                  <a:lnTo>
                    <a:pt x="14871" y="61722"/>
                  </a:lnTo>
                  <a:close/>
                </a:path>
                <a:path w="15240" h="196214">
                  <a:moveTo>
                    <a:pt x="14871" y="46672"/>
                  </a:moveTo>
                  <a:lnTo>
                    <a:pt x="762" y="46672"/>
                  </a:lnTo>
                  <a:lnTo>
                    <a:pt x="762" y="56159"/>
                  </a:lnTo>
                  <a:lnTo>
                    <a:pt x="14871" y="56159"/>
                  </a:lnTo>
                  <a:lnTo>
                    <a:pt x="14871" y="46672"/>
                  </a:lnTo>
                  <a:close/>
                </a:path>
                <a:path w="15240" h="196214">
                  <a:moveTo>
                    <a:pt x="14871" y="31584"/>
                  </a:moveTo>
                  <a:lnTo>
                    <a:pt x="762" y="31584"/>
                  </a:lnTo>
                  <a:lnTo>
                    <a:pt x="762" y="40665"/>
                  </a:lnTo>
                  <a:lnTo>
                    <a:pt x="14871" y="40665"/>
                  </a:lnTo>
                  <a:lnTo>
                    <a:pt x="14871" y="31584"/>
                  </a:lnTo>
                  <a:close/>
                </a:path>
                <a:path w="15240" h="196214">
                  <a:moveTo>
                    <a:pt x="14871" y="0"/>
                  </a:moveTo>
                  <a:lnTo>
                    <a:pt x="762" y="0"/>
                  </a:lnTo>
                  <a:lnTo>
                    <a:pt x="762" y="9423"/>
                  </a:lnTo>
                  <a:lnTo>
                    <a:pt x="14871" y="9423"/>
                  </a:lnTo>
                  <a:lnTo>
                    <a:pt x="1487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6688835" y="1479765"/>
              <a:ext cx="6350" cy="200660"/>
            </a:xfrm>
            <a:custGeom>
              <a:avLst/>
              <a:gdLst/>
              <a:ahLst/>
              <a:cxnLst/>
              <a:rect l="l" t="t" r="r" b="b"/>
              <a:pathLst>
                <a:path w="6350" h="200660">
                  <a:moveTo>
                    <a:pt x="6013" y="0"/>
                  </a:moveTo>
                  <a:lnTo>
                    <a:pt x="0" y="0"/>
                  </a:lnTo>
                  <a:lnTo>
                    <a:pt x="0" y="200571"/>
                  </a:lnTo>
                  <a:lnTo>
                    <a:pt x="6013" y="200571"/>
                  </a:lnTo>
                  <a:lnTo>
                    <a:pt x="601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6685788" y="1484324"/>
              <a:ext cx="15240" cy="191770"/>
            </a:xfrm>
            <a:custGeom>
              <a:avLst/>
              <a:gdLst/>
              <a:ahLst/>
              <a:cxnLst/>
              <a:rect l="l" t="t" r="r" b="b"/>
              <a:pathLst>
                <a:path w="15240" h="191769">
                  <a:moveTo>
                    <a:pt x="14274" y="182613"/>
                  </a:moveTo>
                  <a:lnTo>
                    <a:pt x="0" y="182613"/>
                  </a:lnTo>
                  <a:lnTo>
                    <a:pt x="0" y="191693"/>
                  </a:lnTo>
                  <a:lnTo>
                    <a:pt x="14274" y="191693"/>
                  </a:lnTo>
                  <a:lnTo>
                    <a:pt x="14274" y="182613"/>
                  </a:lnTo>
                  <a:close/>
                </a:path>
                <a:path w="15240" h="191769">
                  <a:moveTo>
                    <a:pt x="14274" y="167487"/>
                  </a:moveTo>
                  <a:lnTo>
                    <a:pt x="0" y="167487"/>
                  </a:lnTo>
                  <a:lnTo>
                    <a:pt x="0" y="176961"/>
                  </a:lnTo>
                  <a:lnTo>
                    <a:pt x="14274" y="176961"/>
                  </a:lnTo>
                  <a:lnTo>
                    <a:pt x="14274" y="167487"/>
                  </a:lnTo>
                  <a:close/>
                </a:path>
                <a:path w="15240" h="191769">
                  <a:moveTo>
                    <a:pt x="14274" y="152806"/>
                  </a:moveTo>
                  <a:lnTo>
                    <a:pt x="0" y="152806"/>
                  </a:lnTo>
                  <a:lnTo>
                    <a:pt x="0" y="162229"/>
                  </a:lnTo>
                  <a:lnTo>
                    <a:pt x="14274" y="162229"/>
                  </a:lnTo>
                  <a:lnTo>
                    <a:pt x="14274" y="152806"/>
                  </a:lnTo>
                  <a:close/>
                </a:path>
                <a:path w="15240" h="191769">
                  <a:moveTo>
                    <a:pt x="14274" y="76377"/>
                  </a:moveTo>
                  <a:lnTo>
                    <a:pt x="0" y="76377"/>
                  </a:lnTo>
                  <a:lnTo>
                    <a:pt x="0" y="85521"/>
                  </a:lnTo>
                  <a:lnTo>
                    <a:pt x="14274" y="85521"/>
                  </a:lnTo>
                  <a:lnTo>
                    <a:pt x="14274" y="76377"/>
                  </a:lnTo>
                  <a:close/>
                </a:path>
                <a:path w="15240" h="191769">
                  <a:moveTo>
                    <a:pt x="14274" y="14782"/>
                  </a:moveTo>
                  <a:lnTo>
                    <a:pt x="0" y="14782"/>
                  </a:lnTo>
                  <a:lnTo>
                    <a:pt x="0" y="23926"/>
                  </a:lnTo>
                  <a:lnTo>
                    <a:pt x="14274" y="23926"/>
                  </a:lnTo>
                  <a:lnTo>
                    <a:pt x="14274" y="14782"/>
                  </a:lnTo>
                  <a:close/>
                </a:path>
                <a:path w="15240" h="191769">
                  <a:moveTo>
                    <a:pt x="14973" y="137756"/>
                  </a:moveTo>
                  <a:lnTo>
                    <a:pt x="762" y="137756"/>
                  </a:lnTo>
                  <a:lnTo>
                    <a:pt x="762" y="147243"/>
                  </a:lnTo>
                  <a:lnTo>
                    <a:pt x="14973" y="147243"/>
                  </a:lnTo>
                  <a:lnTo>
                    <a:pt x="14973" y="137756"/>
                  </a:lnTo>
                  <a:close/>
                </a:path>
                <a:path w="15240" h="191769">
                  <a:moveTo>
                    <a:pt x="14973" y="123050"/>
                  </a:moveTo>
                  <a:lnTo>
                    <a:pt x="762" y="123050"/>
                  </a:lnTo>
                  <a:lnTo>
                    <a:pt x="762" y="132130"/>
                  </a:lnTo>
                  <a:lnTo>
                    <a:pt x="14973" y="132130"/>
                  </a:lnTo>
                  <a:lnTo>
                    <a:pt x="14973" y="123050"/>
                  </a:lnTo>
                  <a:close/>
                </a:path>
                <a:path w="15240" h="191769">
                  <a:moveTo>
                    <a:pt x="14973" y="108381"/>
                  </a:moveTo>
                  <a:lnTo>
                    <a:pt x="762" y="108381"/>
                  </a:lnTo>
                  <a:lnTo>
                    <a:pt x="762" y="117525"/>
                  </a:lnTo>
                  <a:lnTo>
                    <a:pt x="14973" y="117525"/>
                  </a:lnTo>
                  <a:lnTo>
                    <a:pt x="14973" y="108381"/>
                  </a:lnTo>
                  <a:close/>
                </a:path>
                <a:path w="15240" h="191769">
                  <a:moveTo>
                    <a:pt x="14973" y="92252"/>
                  </a:moveTo>
                  <a:lnTo>
                    <a:pt x="762" y="92252"/>
                  </a:lnTo>
                  <a:lnTo>
                    <a:pt x="762" y="101396"/>
                  </a:lnTo>
                  <a:lnTo>
                    <a:pt x="14973" y="101396"/>
                  </a:lnTo>
                  <a:lnTo>
                    <a:pt x="14973" y="92252"/>
                  </a:lnTo>
                  <a:close/>
                </a:path>
                <a:path w="15240" h="191769">
                  <a:moveTo>
                    <a:pt x="14973" y="60299"/>
                  </a:moveTo>
                  <a:lnTo>
                    <a:pt x="762" y="60299"/>
                  </a:lnTo>
                  <a:lnTo>
                    <a:pt x="762" y="69773"/>
                  </a:lnTo>
                  <a:lnTo>
                    <a:pt x="14973" y="69773"/>
                  </a:lnTo>
                  <a:lnTo>
                    <a:pt x="14973" y="60299"/>
                  </a:lnTo>
                  <a:close/>
                </a:path>
                <a:path w="15240" h="191769">
                  <a:moveTo>
                    <a:pt x="14973" y="45631"/>
                  </a:moveTo>
                  <a:lnTo>
                    <a:pt x="762" y="45631"/>
                  </a:lnTo>
                  <a:lnTo>
                    <a:pt x="762" y="55041"/>
                  </a:lnTo>
                  <a:lnTo>
                    <a:pt x="14973" y="55041"/>
                  </a:lnTo>
                  <a:lnTo>
                    <a:pt x="14973" y="45631"/>
                  </a:lnTo>
                  <a:close/>
                </a:path>
                <a:path w="15240" h="191769">
                  <a:moveTo>
                    <a:pt x="14973" y="30581"/>
                  </a:moveTo>
                  <a:lnTo>
                    <a:pt x="762" y="30581"/>
                  </a:lnTo>
                  <a:lnTo>
                    <a:pt x="762" y="40055"/>
                  </a:lnTo>
                  <a:lnTo>
                    <a:pt x="14973" y="40055"/>
                  </a:lnTo>
                  <a:lnTo>
                    <a:pt x="14973" y="30581"/>
                  </a:lnTo>
                  <a:close/>
                </a:path>
                <a:path w="15240" h="191769">
                  <a:moveTo>
                    <a:pt x="14973" y="0"/>
                  </a:moveTo>
                  <a:lnTo>
                    <a:pt x="762" y="0"/>
                  </a:lnTo>
                  <a:lnTo>
                    <a:pt x="762" y="9067"/>
                  </a:lnTo>
                  <a:lnTo>
                    <a:pt x="14973" y="9067"/>
                  </a:lnTo>
                  <a:lnTo>
                    <a:pt x="1497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6763511" y="1478305"/>
              <a:ext cx="6350" cy="199390"/>
            </a:xfrm>
            <a:custGeom>
              <a:avLst/>
              <a:gdLst/>
              <a:ahLst/>
              <a:cxnLst/>
              <a:rect l="l" t="t" r="r" b="b"/>
              <a:pathLst>
                <a:path w="6350" h="199389">
                  <a:moveTo>
                    <a:pt x="6013" y="0"/>
                  </a:moveTo>
                  <a:lnTo>
                    <a:pt x="0" y="0"/>
                  </a:lnTo>
                  <a:lnTo>
                    <a:pt x="0" y="199110"/>
                  </a:lnTo>
                  <a:lnTo>
                    <a:pt x="6013" y="199110"/>
                  </a:lnTo>
                  <a:lnTo>
                    <a:pt x="601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6760464" y="1482800"/>
              <a:ext cx="13970" cy="191770"/>
            </a:xfrm>
            <a:custGeom>
              <a:avLst/>
              <a:gdLst/>
              <a:ahLst/>
              <a:cxnLst/>
              <a:rect l="l" t="t" r="r" b="b"/>
              <a:pathLst>
                <a:path w="13970" h="191769">
                  <a:moveTo>
                    <a:pt x="12852" y="182600"/>
                  </a:moveTo>
                  <a:lnTo>
                    <a:pt x="0" y="182600"/>
                  </a:lnTo>
                  <a:lnTo>
                    <a:pt x="0" y="191693"/>
                  </a:lnTo>
                  <a:lnTo>
                    <a:pt x="12852" y="191693"/>
                  </a:lnTo>
                  <a:lnTo>
                    <a:pt x="12852" y="182600"/>
                  </a:lnTo>
                  <a:close/>
                </a:path>
                <a:path w="13970" h="191769">
                  <a:moveTo>
                    <a:pt x="12852" y="167894"/>
                  </a:moveTo>
                  <a:lnTo>
                    <a:pt x="0" y="167894"/>
                  </a:lnTo>
                  <a:lnTo>
                    <a:pt x="0" y="176961"/>
                  </a:lnTo>
                  <a:lnTo>
                    <a:pt x="12852" y="176961"/>
                  </a:lnTo>
                  <a:lnTo>
                    <a:pt x="12852" y="167894"/>
                  </a:lnTo>
                  <a:close/>
                </a:path>
                <a:path w="13970" h="191769">
                  <a:moveTo>
                    <a:pt x="12852" y="152806"/>
                  </a:moveTo>
                  <a:lnTo>
                    <a:pt x="0" y="152806"/>
                  </a:lnTo>
                  <a:lnTo>
                    <a:pt x="0" y="162229"/>
                  </a:lnTo>
                  <a:lnTo>
                    <a:pt x="12852" y="162229"/>
                  </a:lnTo>
                  <a:lnTo>
                    <a:pt x="12852" y="152806"/>
                  </a:lnTo>
                  <a:close/>
                </a:path>
                <a:path w="13970" h="191769">
                  <a:moveTo>
                    <a:pt x="12852" y="76377"/>
                  </a:moveTo>
                  <a:lnTo>
                    <a:pt x="0" y="76377"/>
                  </a:lnTo>
                  <a:lnTo>
                    <a:pt x="0" y="85521"/>
                  </a:lnTo>
                  <a:lnTo>
                    <a:pt x="12852" y="85521"/>
                  </a:lnTo>
                  <a:lnTo>
                    <a:pt x="12852" y="76377"/>
                  </a:lnTo>
                  <a:close/>
                </a:path>
                <a:path w="13970" h="191769">
                  <a:moveTo>
                    <a:pt x="12852" y="14757"/>
                  </a:moveTo>
                  <a:lnTo>
                    <a:pt x="0" y="14757"/>
                  </a:lnTo>
                  <a:lnTo>
                    <a:pt x="0" y="24180"/>
                  </a:lnTo>
                  <a:lnTo>
                    <a:pt x="12852" y="24180"/>
                  </a:lnTo>
                  <a:lnTo>
                    <a:pt x="12852" y="14757"/>
                  </a:lnTo>
                  <a:close/>
                </a:path>
                <a:path w="13970" h="191769">
                  <a:moveTo>
                    <a:pt x="13538" y="137756"/>
                  </a:moveTo>
                  <a:lnTo>
                    <a:pt x="762" y="137756"/>
                  </a:lnTo>
                  <a:lnTo>
                    <a:pt x="762" y="147243"/>
                  </a:lnTo>
                  <a:lnTo>
                    <a:pt x="13538" y="147243"/>
                  </a:lnTo>
                  <a:lnTo>
                    <a:pt x="13538" y="137756"/>
                  </a:lnTo>
                  <a:close/>
                </a:path>
                <a:path w="13970" h="191769">
                  <a:moveTo>
                    <a:pt x="13538" y="123063"/>
                  </a:moveTo>
                  <a:lnTo>
                    <a:pt x="762" y="123063"/>
                  </a:lnTo>
                  <a:lnTo>
                    <a:pt x="762" y="132130"/>
                  </a:lnTo>
                  <a:lnTo>
                    <a:pt x="13538" y="132130"/>
                  </a:lnTo>
                  <a:lnTo>
                    <a:pt x="13538" y="123063"/>
                  </a:lnTo>
                  <a:close/>
                </a:path>
                <a:path w="13970" h="191769">
                  <a:moveTo>
                    <a:pt x="13538" y="108254"/>
                  </a:moveTo>
                  <a:lnTo>
                    <a:pt x="762" y="108254"/>
                  </a:lnTo>
                  <a:lnTo>
                    <a:pt x="762" y="117398"/>
                  </a:lnTo>
                  <a:lnTo>
                    <a:pt x="13538" y="117398"/>
                  </a:lnTo>
                  <a:lnTo>
                    <a:pt x="13538" y="108254"/>
                  </a:lnTo>
                  <a:close/>
                </a:path>
                <a:path w="13970" h="191769">
                  <a:moveTo>
                    <a:pt x="13538" y="92125"/>
                  </a:moveTo>
                  <a:lnTo>
                    <a:pt x="762" y="92125"/>
                  </a:lnTo>
                  <a:lnTo>
                    <a:pt x="762" y="101269"/>
                  </a:lnTo>
                  <a:lnTo>
                    <a:pt x="13538" y="101269"/>
                  </a:lnTo>
                  <a:lnTo>
                    <a:pt x="13538" y="92125"/>
                  </a:lnTo>
                  <a:close/>
                </a:path>
                <a:path w="13970" h="191769">
                  <a:moveTo>
                    <a:pt x="13538" y="60706"/>
                  </a:moveTo>
                  <a:lnTo>
                    <a:pt x="762" y="60706"/>
                  </a:lnTo>
                  <a:lnTo>
                    <a:pt x="762" y="69773"/>
                  </a:lnTo>
                  <a:lnTo>
                    <a:pt x="13538" y="69773"/>
                  </a:lnTo>
                  <a:lnTo>
                    <a:pt x="13538" y="60706"/>
                  </a:lnTo>
                  <a:close/>
                </a:path>
                <a:path w="13970" h="191769">
                  <a:moveTo>
                    <a:pt x="13538" y="45567"/>
                  </a:moveTo>
                  <a:lnTo>
                    <a:pt x="762" y="45567"/>
                  </a:lnTo>
                  <a:lnTo>
                    <a:pt x="762" y="55041"/>
                  </a:lnTo>
                  <a:lnTo>
                    <a:pt x="13538" y="55041"/>
                  </a:lnTo>
                  <a:lnTo>
                    <a:pt x="13538" y="45567"/>
                  </a:lnTo>
                  <a:close/>
                </a:path>
                <a:path w="13970" h="191769">
                  <a:moveTo>
                    <a:pt x="13538" y="30429"/>
                  </a:moveTo>
                  <a:lnTo>
                    <a:pt x="762" y="30429"/>
                  </a:lnTo>
                  <a:lnTo>
                    <a:pt x="762" y="39928"/>
                  </a:lnTo>
                  <a:lnTo>
                    <a:pt x="13538" y="39928"/>
                  </a:lnTo>
                  <a:lnTo>
                    <a:pt x="13538" y="30429"/>
                  </a:lnTo>
                  <a:close/>
                </a:path>
                <a:path w="13970" h="191769">
                  <a:moveTo>
                    <a:pt x="13538" y="0"/>
                  </a:moveTo>
                  <a:lnTo>
                    <a:pt x="762" y="0"/>
                  </a:lnTo>
                  <a:lnTo>
                    <a:pt x="762" y="9067"/>
                  </a:lnTo>
                  <a:lnTo>
                    <a:pt x="13538" y="9067"/>
                  </a:lnTo>
                  <a:lnTo>
                    <a:pt x="1353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6815327" y="1472234"/>
              <a:ext cx="6350" cy="199390"/>
            </a:xfrm>
            <a:custGeom>
              <a:avLst/>
              <a:gdLst/>
              <a:ahLst/>
              <a:cxnLst/>
              <a:rect l="l" t="t" r="r" b="b"/>
              <a:pathLst>
                <a:path w="6350" h="199389">
                  <a:moveTo>
                    <a:pt x="6013" y="0"/>
                  </a:moveTo>
                  <a:lnTo>
                    <a:pt x="0" y="0"/>
                  </a:lnTo>
                  <a:lnTo>
                    <a:pt x="0" y="199339"/>
                  </a:lnTo>
                  <a:lnTo>
                    <a:pt x="6013" y="199339"/>
                  </a:lnTo>
                  <a:lnTo>
                    <a:pt x="601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6812280" y="1476743"/>
              <a:ext cx="13970" cy="191770"/>
            </a:xfrm>
            <a:custGeom>
              <a:avLst/>
              <a:gdLst/>
              <a:ahLst/>
              <a:cxnLst/>
              <a:rect l="l" t="t" r="r" b="b"/>
              <a:pathLst>
                <a:path w="13970" h="191769">
                  <a:moveTo>
                    <a:pt x="12852" y="182587"/>
                  </a:moveTo>
                  <a:lnTo>
                    <a:pt x="0" y="182587"/>
                  </a:lnTo>
                  <a:lnTo>
                    <a:pt x="0" y="191655"/>
                  </a:lnTo>
                  <a:lnTo>
                    <a:pt x="12852" y="191655"/>
                  </a:lnTo>
                  <a:lnTo>
                    <a:pt x="12852" y="182587"/>
                  </a:lnTo>
                  <a:close/>
                </a:path>
                <a:path w="13970" h="191769">
                  <a:moveTo>
                    <a:pt x="12852" y="167779"/>
                  </a:moveTo>
                  <a:lnTo>
                    <a:pt x="0" y="167779"/>
                  </a:lnTo>
                  <a:lnTo>
                    <a:pt x="0" y="176923"/>
                  </a:lnTo>
                  <a:lnTo>
                    <a:pt x="12852" y="176923"/>
                  </a:lnTo>
                  <a:lnTo>
                    <a:pt x="12852" y="167779"/>
                  </a:lnTo>
                  <a:close/>
                </a:path>
                <a:path w="13970" h="191769">
                  <a:moveTo>
                    <a:pt x="12852" y="153111"/>
                  </a:moveTo>
                  <a:lnTo>
                    <a:pt x="0" y="153111"/>
                  </a:lnTo>
                  <a:lnTo>
                    <a:pt x="0" y="162191"/>
                  </a:lnTo>
                  <a:lnTo>
                    <a:pt x="12852" y="162191"/>
                  </a:lnTo>
                  <a:lnTo>
                    <a:pt x="12852" y="153111"/>
                  </a:lnTo>
                  <a:close/>
                </a:path>
                <a:path w="13970" h="191769">
                  <a:moveTo>
                    <a:pt x="12852" y="76352"/>
                  </a:moveTo>
                  <a:lnTo>
                    <a:pt x="0" y="76352"/>
                  </a:lnTo>
                  <a:lnTo>
                    <a:pt x="0" y="85483"/>
                  </a:lnTo>
                  <a:lnTo>
                    <a:pt x="12852" y="85483"/>
                  </a:lnTo>
                  <a:lnTo>
                    <a:pt x="12852" y="76352"/>
                  </a:lnTo>
                  <a:close/>
                </a:path>
                <a:path w="13970" h="191769">
                  <a:moveTo>
                    <a:pt x="12852" y="14668"/>
                  </a:moveTo>
                  <a:lnTo>
                    <a:pt x="0" y="14668"/>
                  </a:lnTo>
                  <a:lnTo>
                    <a:pt x="0" y="24142"/>
                  </a:lnTo>
                  <a:lnTo>
                    <a:pt x="12852" y="24142"/>
                  </a:lnTo>
                  <a:lnTo>
                    <a:pt x="12852" y="14668"/>
                  </a:lnTo>
                  <a:close/>
                </a:path>
                <a:path w="13970" h="191769">
                  <a:moveTo>
                    <a:pt x="13474" y="138061"/>
                  </a:moveTo>
                  <a:lnTo>
                    <a:pt x="635" y="138061"/>
                  </a:lnTo>
                  <a:lnTo>
                    <a:pt x="635" y="147205"/>
                  </a:lnTo>
                  <a:lnTo>
                    <a:pt x="13474" y="147205"/>
                  </a:lnTo>
                  <a:lnTo>
                    <a:pt x="13474" y="138061"/>
                  </a:lnTo>
                  <a:close/>
                </a:path>
                <a:path w="13970" h="191769">
                  <a:moveTo>
                    <a:pt x="13474" y="123050"/>
                  </a:moveTo>
                  <a:lnTo>
                    <a:pt x="635" y="123050"/>
                  </a:lnTo>
                  <a:lnTo>
                    <a:pt x="635" y="132473"/>
                  </a:lnTo>
                  <a:lnTo>
                    <a:pt x="13474" y="132473"/>
                  </a:lnTo>
                  <a:lnTo>
                    <a:pt x="13474" y="123050"/>
                  </a:lnTo>
                  <a:close/>
                </a:path>
                <a:path w="13970" h="191769">
                  <a:moveTo>
                    <a:pt x="13474" y="108254"/>
                  </a:moveTo>
                  <a:lnTo>
                    <a:pt x="635" y="108254"/>
                  </a:lnTo>
                  <a:lnTo>
                    <a:pt x="635" y="117741"/>
                  </a:lnTo>
                  <a:lnTo>
                    <a:pt x="13474" y="117741"/>
                  </a:lnTo>
                  <a:lnTo>
                    <a:pt x="13474" y="108254"/>
                  </a:lnTo>
                  <a:close/>
                </a:path>
                <a:path w="13970" h="191769">
                  <a:moveTo>
                    <a:pt x="13474" y="92138"/>
                  </a:moveTo>
                  <a:lnTo>
                    <a:pt x="635" y="92138"/>
                  </a:lnTo>
                  <a:lnTo>
                    <a:pt x="635" y="101612"/>
                  </a:lnTo>
                  <a:lnTo>
                    <a:pt x="13474" y="101612"/>
                  </a:lnTo>
                  <a:lnTo>
                    <a:pt x="13474" y="92138"/>
                  </a:lnTo>
                  <a:close/>
                </a:path>
                <a:path w="13970" h="191769">
                  <a:moveTo>
                    <a:pt x="13474" y="60591"/>
                  </a:moveTo>
                  <a:lnTo>
                    <a:pt x="635" y="60591"/>
                  </a:lnTo>
                  <a:lnTo>
                    <a:pt x="635" y="69735"/>
                  </a:lnTo>
                  <a:lnTo>
                    <a:pt x="13474" y="69735"/>
                  </a:lnTo>
                  <a:lnTo>
                    <a:pt x="13474" y="60591"/>
                  </a:lnTo>
                  <a:close/>
                </a:path>
                <a:path w="13970" h="191769">
                  <a:moveTo>
                    <a:pt x="13474" y="45923"/>
                  </a:moveTo>
                  <a:lnTo>
                    <a:pt x="635" y="45923"/>
                  </a:lnTo>
                  <a:lnTo>
                    <a:pt x="635" y="55003"/>
                  </a:lnTo>
                  <a:lnTo>
                    <a:pt x="13474" y="55003"/>
                  </a:lnTo>
                  <a:lnTo>
                    <a:pt x="13474" y="45923"/>
                  </a:lnTo>
                  <a:close/>
                </a:path>
                <a:path w="13970" h="191769">
                  <a:moveTo>
                    <a:pt x="13474" y="30873"/>
                  </a:moveTo>
                  <a:lnTo>
                    <a:pt x="635" y="30873"/>
                  </a:lnTo>
                  <a:lnTo>
                    <a:pt x="635" y="40017"/>
                  </a:lnTo>
                  <a:lnTo>
                    <a:pt x="13474" y="40017"/>
                  </a:lnTo>
                  <a:lnTo>
                    <a:pt x="13474" y="30873"/>
                  </a:lnTo>
                  <a:close/>
                </a:path>
                <a:path w="13970" h="191769">
                  <a:moveTo>
                    <a:pt x="13474" y="0"/>
                  </a:moveTo>
                  <a:lnTo>
                    <a:pt x="635" y="0"/>
                  </a:lnTo>
                  <a:lnTo>
                    <a:pt x="635" y="9410"/>
                  </a:lnTo>
                  <a:lnTo>
                    <a:pt x="13474" y="9410"/>
                  </a:lnTo>
                  <a:lnTo>
                    <a:pt x="1347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6868667" y="1781555"/>
              <a:ext cx="46990" cy="53340"/>
            </a:xfrm>
            <a:custGeom>
              <a:avLst/>
              <a:gdLst/>
              <a:ahLst/>
              <a:cxnLst/>
              <a:rect l="l" t="t" r="r" b="b"/>
              <a:pathLst>
                <a:path w="46990" h="53339">
                  <a:moveTo>
                    <a:pt x="46989" y="0"/>
                  </a:moveTo>
                  <a:lnTo>
                    <a:pt x="0" y="3175"/>
                  </a:lnTo>
                  <a:lnTo>
                    <a:pt x="0" y="53086"/>
                  </a:lnTo>
                  <a:lnTo>
                    <a:pt x="46989" y="49911"/>
                  </a:lnTo>
                  <a:lnTo>
                    <a:pt x="4698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6868667" y="1781555"/>
              <a:ext cx="46990" cy="53340"/>
            </a:xfrm>
            <a:custGeom>
              <a:avLst/>
              <a:gdLst/>
              <a:ahLst/>
              <a:cxnLst/>
              <a:rect l="l" t="t" r="r" b="b"/>
              <a:pathLst>
                <a:path w="46990" h="53339">
                  <a:moveTo>
                    <a:pt x="46989" y="0"/>
                  </a:moveTo>
                  <a:lnTo>
                    <a:pt x="0" y="3175"/>
                  </a:lnTo>
                  <a:lnTo>
                    <a:pt x="0" y="53086"/>
                  </a:lnTo>
                  <a:lnTo>
                    <a:pt x="46989" y="49911"/>
                  </a:lnTo>
                  <a:lnTo>
                    <a:pt x="46989" y="0"/>
                  </a:lnTo>
                </a:path>
              </a:pathLst>
            </a:custGeom>
            <a:ln w="55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6877811" y="1787651"/>
              <a:ext cx="31750" cy="39370"/>
            </a:xfrm>
            <a:custGeom>
              <a:avLst/>
              <a:gdLst/>
              <a:ahLst/>
              <a:cxnLst/>
              <a:rect l="l" t="t" r="r" b="b"/>
              <a:pathLst>
                <a:path w="31750" h="39369">
                  <a:moveTo>
                    <a:pt x="31750" y="0"/>
                  </a:moveTo>
                  <a:lnTo>
                    <a:pt x="0" y="2032"/>
                  </a:lnTo>
                  <a:lnTo>
                    <a:pt x="0" y="39115"/>
                  </a:lnTo>
                  <a:lnTo>
                    <a:pt x="31750" y="36702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6888480" y="1793709"/>
              <a:ext cx="7620" cy="25400"/>
            </a:xfrm>
            <a:custGeom>
              <a:avLst/>
              <a:gdLst/>
              <a:ahLst/>
              <a:cxnLst/>
              <a:rect l="l" t="t" r="r" b="b"/>
              <a:pathLst>
                <a:path w="7620" h="25400">
                  <a:moveTo>
                    <a:pt x="6451" y="0"/>
                  </a:moveTo>
                  <a:lnTo>
                    <a:pt x="0" y="0"/>
                  </a:lnTo>
                  <a:lnTo>
                    <a:pt x="0" y="8547"/>
                  </a:lnTo>
                  <a:lnTo>
                    <a:pt x="6451" y="8547"/>
                  </a:lnTo>
                  <a:lnTo>
                    <a:pt x="6451" y="0"/>
                  </a:lnTo>
                  <a:close/>
                </a:path>
                <a:path w="7620" h="25400">
                  <a:moveTo>
                    <a:pt x="7607" y="17106"/>
                  </a:moveTo>
                  <a:lnTo>
                    <a:pt x="1143" y="17106"/>
                  </a:lnTo>
                  <a:lnTo>
                    <a:pt x="1143" y="25311"/>
                  </a:lnTo>
                  <a:lnTo>
                    <a:pt x="7607" y="25311"/>
                  </a:lnTo>
                  <a:lnTo>
                    <a:pt x="7607" y="17106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6815327" y="2013203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5" h="45719">
                  <a:moveTo>
                    <a:pt x="11811" y="0"/>
                  </a:moveTo>
                  <a:lnTo>
                    <a:pt x="0" y="1016"/>
                  </a:lnTo>
                  <a:lnTo>
                    <a:pt x="0" y="45466"/>
                  </a:lnTo>
                  <a:lnTo>
                    <a:pt x="11811" y="42418"/>
                  </a:lnTo>
                  <a:lnTo>
                    <a:pt x="11811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6815327" y="2013203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5" h="45719">
                  <a:moveTo>
                    <a:pt x="11811" y="0"/>
                  </a:moveTo>
                  <a:lnTo>
                    <a:pt x="0" y="1016"/>
                  </a:lnTo>
                  <a:lnTo>
                    <a:pt x="0" y="45466"/>
                  </a:lnTo>
                  <a:lnTo>
                    <a:pt x="11811" y="42418"/>
                  </a:lnTo>
                  <a:lnTo>
                    <a:pt x="11811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6761987" y="2020823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5" h="45719">
                  <a:moveTo>
                    <a:pt x="11810" y="0"/>
                  </a:moveTo>
                  <a:lnTo>
                    <a:pt x="0" y="1142"/>
                  </a:lnTo>
                  <a:lnTo>
                    <a:pt x="0" y="45212"/>
                  </a:lnTo>
                  <a:lnTo>
                    <a:pt x="11810" y="42037"/>
                  </a:lnTo>
                  <a:lnTo>
                    <a:pt x="1181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6761987" y="2020823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5" h="45719">
                  <a:moveTo>
                    <a:pt x="11810" y="0"/>
                  </a:moveTo>
                  <a:lnTo>
                    <a:pt x="0" y="1142"/>
                  </a:lnTo>
                  <a:lnTo>
                    <a:pt x="0" y="45212"/>
                  </a:lnTo>
                  <a:lnTo>
                    <a:pt x="11810" y="42037"/>
                  </a:lnTo>
                  <a:lnTo>
                    <a:pt x="11810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6687311" y="2031491"/>
              <a:ext cx="13335" cy="45720"/>
            </a:xfrm>
            <a:custGeom>
              <a:avLst/>
              <a:gdLst/>
              <a:ahLst/>
              <a:cxnLst/>
              <a:rect l="l" t="t" r="r" b="b"/>
              <a:pathLst>
                <a:path w="13334" h="45719">
                  <a:moveTo>
                    <a:pt x="13208" y="0"/>
                  </a:moveTo>
                  <a:lnTo>
                    <a:pt x="0" y="1016"/>
                  </a:lnTo>
                  <a:lnTo>
                    <a:pt x="0" y="45466"/>
                  </a:lnTo>
                  <a:lnTo>
                    <a:pt x="13208" y="42291"/>
                  </a:lnTo>
                  <a:lnTo>
                    <a:pt x="1320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6687311" y="2031491"/>
              <a:ext cx="13335" cy="45720"/>
            </a:xfrm>
            <a:custGeom>
              <a:avLst/>
              <a:gdLst/>
              <a:ahLst/>
              <a:cxnLst/>
              <a:rect l="l" t="t" r="r" b="b"/>
              <a:pathLst>
                <a:path w="13334" h="45719">
                  <a:moveTo>
                    <a:pt x="13208" y="0"/>
                  </a:moveTo>
                  <a:lnTo>
                    <a:pt x="0" y="1016"/>
                  </a:lnTo>
                  <a:lnTo>
                    <a:pt x="0" y="45466"/>
                  </a:lnTo>
                  <a:lnTo>
                    <a:pt x="13208" y="42291"/>
                  </a:lnTo>
                  <a:lnTo>
                    <a:pt x="13208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6646163" y="2037587"/>
              <a:ext cx="12065" cy="44450"/>
            </a:xfrm>
            <a:custGeom>
              <a:avLst/>
              <a:gdLst/>
              <a:ahLst/>
              <a:cxnLst/>
              <a:rect l="l" t="t" r="r" b="b"/>
              <a:pathLst>
                <a:path w="12065" h="44450">
                  <a:moveTo>
                    <a:pt x="11810" y="0"/>
                  </a:moveTo>
                  <a:lnTo>
                    <a:pt x="0" y="1015"/>
                  </a:lnTo>
                  <a:lnTo>
                    <a:pt x="0" y="44196"/>
                  </a:lnTo>
                  <a:lnTo>
                    <a:pt x="11810" y="41148"/>
                  </a:lnTo>
                  <a:lnTo>
                    <a:pt x="1181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6646163" y="2037587"/>
              <a:ext cx="12065" cy="44450"/>
            </a:xfrm>
            <a:custGeom>
              <a:avLst/>
              <a:gdLst/>
              <a:ahLst/>
              <a:cxnLst/>
              <a:rect l="l" t="t" r="r" b="b"/>
              <a:pathLst>
                <a:path w="12065" h="44450">
                  <a:moveTo>
                    <a:pt x="11810" y="0"/>
                  </a:moveTo>
                  <a:lnTo>
                    <a:pt x="0" y="1015"/>
                  </a:lnTo>
                  <a:lnTo>
                    <a:pt x="0" y="44196"/>
                  </a:lnTo>
                  <a:lnTo>
                    <a:pt x="11810" y="41148"/>
                  </a:lnTo>
                  <a:lnTo>
                    <a:pt x="11810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6598919" y="2045207"/>
              <a:ext cx="13335" cy="45720"/>
            </a:xfrm>
            <a:custGeom>
              <a:avLst/>
              <a:gdLst/>
              <a:ahLst/>
              <a:cxnLst/>
              <a:rect l="l" t="t" r="r" b="b"/>
              <a:pathLst>
                <a:path w="13334" h="45719">
                  <a:moveTo>
                    <a:pt x="13207" y="0"/>
                  </a:moveTo>
                  <a:lnTo>
                    <a:pt x="0" y="1015"/>
                  </a:lnTo>
                  <a:lnTo>
                    <a:pt x="0" y="45465"/>
                  </a:lnTo>
                  <a:lnTo>
                    <a:pt x="13207" y="42290"/>
                  </a:lnTo>
                  <a:lnTo>
                    <a:pt x="1320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6598919" y="2045207"/>
              <a:ext cx="13335" cy="45720"/>
            </a:xfrm>
            <a:custGeom>
              <a:avLst/>
              <a:gdLst/>
              <a:ahLst/>
              <a:cxnLst/>
              <a:rect l="l" t="t" r="r" b="b"/>
              <a:pathLst>
                <a:path w="13334" h="45719">
                  <a:moveTo>
                    <a:pt x="13207" y="0"/>
                  </a:moveTo>
                  <a:lnTo>
                    <a:pt x="0" y="1015"/>
                  </a:lnTo>
                  <a:lnTo>
                    <a:pt x="0" y="45465"/>
                  </a:lnTo>
                  <a:lnTo>
                    <a:pt x="13207" y="42290"/>
                  </a:lnTo>
                  <a:lnTo>
                    <a:pt x="13207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553199" y="2052827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5" h="45719">
                  <a:moveTo>
                    <a:pt x="11810" y="0"/>
                  </a:moveTo>
                  <a:lnTo>
                    <a:pt x="0" y="1016"/>
                  </a:lnTo>
                  <a:lnTo>
                    <a:pt x="0" y="45212"/>
                  </a:lnTo>
                  <a:lnTo>
                    <a:pt x="11810" y="42418"/>
                  </a:lnTo>
                  <a:lnTo>
                    <a:pt x="1181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553199" y="2052827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5" h="45719">
                  <a:moveTo>
                    <a:pt x="11810" y="0"/>
                  </a:moveTo>
                  <a:lnTo>
                    <a:pt x="0" y="1016"/>
                  </a:lnTo>
                  <a:lnTo>
                    <a:pt x="0" y="45212"/>
                  </a:lnTo>
                  <a:lnTo>
                    <a:pt x="11810" y="42418"/>
                  </a:lnTo>
                  <a:lnTo>
                    <a:pt x="11810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6507479" y="2060447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19">
                  <a:moveTo>
                    <a:pt x="12192" y="0"/>
                  </a:moveTo>
                  <a:lnTo>
                    <a:pt x="0" y="1142"/>
                  </a:lnTo>
                  <a:lnTo>
                    <a:pt x="0" y="45465"/>
                  </a:lnTo>
                  <a:lnTo>
                    <a:pt x="12192" y="42417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6507479" y="2060447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19">
                  <a:moveTo>
                    <a:pt x="12192" y="0"/>
                  </a:moveTo>
                  <a:lnTo>
                    <a:pt x="0" y="1142"/>
                  </a:lnTo>
                  <a:lnTo>
                    <a:pt x="0" y="45465"/>
                  </a:lnTo>
                  <a:lnTo>
                    <a:pt x="12192" y="42417"/>
                  </a:lnTo>
                  <a:lnTo>
                    <a:pt x="12192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6457187" y="2066543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4" h="45719">
                  <a:moveTo>
                    <a:pt x="11811" y="0"/>
                  </a:moveTo>
                  <a:lnTo>
                    <a:pt x="0" y="1015"/>
                  </a:lnTo>
                  <a:lnTo>
                    <a:pt x="0" y="45465"/>
                  </a:lnTo>
                  <a:lnTo>
                    <a:pt x="11811" y="42290"/>
                  </a:lnTo>
                  <a:lnTo>
                    <a:pt x="11811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6457187" y="2066543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4" h="45719">
                  <a:moveTo>
                    <a:pt x="11811" y="0"/>
                  </a:moveTo>
                  <a:lnTo>
                    <a:pt x="0" y="1015"/>
                  </a:lnTo>
                  <a:lnTo>
                    <a:pt x="0" y="45465"/>
                  </a:lnTo>
                  <a:lnTo>
                    <a:pt x="11811" y="42290"/>
                  </a:lnTo>
                  <a:lnTo>
                    <a:pt x="11811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6406895" y="2075687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19">
                  <a:moveTo>
                    <a:pt x="12191" y="0"/>
                  </a:moveTo>
                  <a:lnTo>
                    <a:pt x="0" y="1015"/>
                  </a:lnTo>
                  <a:lnTo>
                    <a:pt x="0" y="45212"/>
                  </a:lnTo>
                  <a:lnTo>
                    <a:pt x="12191" y="41910"/>
                  </a:lnTo>
                  <a:lnTo>
                    <a:pt x="12191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406895" y="2075687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19">
                  <a:moveTo>
                    <a:pt x="12191" y="0"/>
                  </a:moveTo>
                  <a:lnTo>
                    <a:pt x="0" y="1015"/>
                  </a:lnTo>
                  <a:lnTo>
                    <a:pt x="0" y="45212"/>
                  </a:lnTo>
                  <a:lnTo>
                    <a:pt x="12191" y="41910"/>
                  </a:lnTo>
                  <a:lnTo>
                    <a:pt x="12191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6358127" y="2080259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4" h="45719">
                  <a:moveTo>
                    <a:pt x="11811" y="0"/>
                  </a:moveTo>
                  <a:lnTo>
                    <a:pt x="0" y="1015"/>
                  </a:lnTo>
                  <a:lnTo>
                    <a:pt x="0" y="45465"/>
                  </a:lnTo>
                  <a:lnTo>
                    <a:pt x="11811" y="42417"/>
                  </a:lnTo>
                  <a:lnTo>
                    <a:pt x="11811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6358127" y="2080259"/>
              <a:ext cx="12065" cy="45720"/>
            </a:xfrm>
            <a:custGeom>
              <a:avLst/>
              <a:gdLst/>
              <a:ahLst/>
              <a:cxnLst/>
              <a:rect l="l" t="t" r="r" b="b"/>
              <a:pathLst>
                <a:path w="12064" h="45719">
                  <a:moveTo>
                    <a:pt x="11811" y="0"/>
                  </a:moveTo>
                  <a:lnTo>
                    <a:pt x="0" y="1015"/>
                  </a:lnTo>
                  <a:lnTo>
                    <a:pt x="0" y="45465"/>
                  </a:lnTo>
                  <a:lnTo>
                    <a:pt x="11811" y="42417"/>
                  </a:lnTo>
                  <a:lnTo>
                    <a:pt x="11811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6306311" y="2090927"/>
              <a:ext cx="12065" cy="44450"/>
            </a:xfrm>
            <a:custGeom>
              <a:avLst/>
              <a:gdLst/>
              <a:ahLst/>
              <a:cxnLst/>
              <a:rect l="l" t="t" r="r" b="b"/>
              <a:pathLst>
                <a:path w="12064" h="44450">
                  <a:moveTo>
                    <a:pt x="12064" y="0"/>
                  </a:moveTo>
                  <a:lnTo>
                    <a:pt x="0" y="1016"/>
                  </a:lnTo>
                  <a:lnTo>
                    <a:pt x="0" y="44196"/>
                  </a:lnTo>
                  <a:lnTo>
                    <a:pt x="12064" y="41148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6306311" y="2090927"/>
              <a:ext cx="12065" cy="44450"/>
            </a:xfrm>
            <a:custGeom>
              <a:avLst/>
              <a:gdLst/>
              <a:ahLst/>
              <a:cxnLst/>
              <a:rect l="l" t="t" r="r" b="b"/>
              <a:pathLst>
                <a:path w="12064" h="44450">
                  <a:moveTo>
                    <a:pt x="12064" y="0"/>
                  </a:moveTo>
                  <a:lnTo>
                    <a:pt x="0" y="1016"/>
                  </a:lnTo>
                  <a:lnTo>
                    <a:pt x="0" y="44196"/>
                  </a:lnTo>
                  <a:lnTo>
                    <a:pt x="12064" y="41148"/>
                  </a:lnTo>
                  <a:lnTo>
                    <a:pt x="12064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6321551" y="2087879"/>
              <a:ext cx="574675" cy="137160"/>
            </a:xfrm>
            <a:custGeom>
              <a:avLst/>
              <a:gdLst/>
              <a:ahLst/>
              <a:cxnLst/>
              <a:rect l="l" t="t" r="r" b="b"/>
              <a:pathLst>
                <a:path w="574675" h="137160">
                  <a:moveTo>
                    <a:pt x="574548" y="0"/>
                  </a:moveTo>
                  <a:lnTo>
                    <a:pt x="0" y="83693"/>
                  </a:lnTo>
                  <a:lnTo>
                    <a:pt x="0" y="136652"/>
                  </a:lnTo>
                  <a:lnTo>
                    <a:pt x="574548" y="44577"/>
                  </a:lnTo>
                  <a:lnTo>
                    <a:pt x="57454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6315456" y="2065045"/>
              <a:ext cx="579755" cy="184785"/>
            </a:xfrm>
            <a:custGeom>
              <a:avLst/>
              <a:gdLst/>
              <a:ahLst/>
              <a:cxnLst/>
              <a:rect l="l" t="t" r="r" b="b"/>
              <a:pathLst>
                <a:path w="579754" h="184785">
                  <a:moveTo>
                    <a:pt x="13652" y="89598"/>
                  </a:moveTo>
                  <a:lnTo>
                    <a:pt x="0" y="89598"/>
                  </a:lnTo>
                  <a:lnTo>
                    <a:pt x="0" y="184251"/>
                  </a:lnTo>
                  <a:lnTo>
                    <a:pt x="13652" y="184251"/>
                  </a:lnTo>
                  <a:lnTo>
                    <a:pt x="13652" y="89598"/>
                  </a:lnTo>
                  <a:close/>
                </a:path>
                <a:path w="579754" h="184785">
                  <a:moveTo>
                    <a:pt x="32080" y="83654"/>
                  </a:moveTo>
                  <a:lnTo>
                    <a:pt x="27940" y="83654"/>
                  </a:lnTo>
                  <a:lnTo>
                    <a:pt x="27940" y="177901"/>
                  </a:lnTo>
                  <a:lnTo>
                    <a:pt x="32080" y="177901"/>
                  </a:lnTo>
                  <a:lnTo>
                    <a:pt x="32080" y="83654"/>
                  </a:lnTo>
                  <a:close/>
                </a:path>
                <a:path w="579754" h="184785">
                  <a:moveTo>
                    <a:pt x="50685" y="83654"/>
                  </a:moveTo>
                  <a:lnTo>
                    <a:pt x="46482" y="83654"/>
                  </a:lnTo>
                  <a:lnTo>
                    <a:pt x="46482" y="177901"/>
                  </a:lnTo>
                  <a:lnTo>
                    <a:pt x="50685" y="177901"/>
                  </a:lnTo>
                  <a:lnTo>
                    <a:pt x="50685" y="83654"/>
                  </a:lnTo>
                  <a:close/>
                </a:path>
                <a:path w="579754" h="184785">
                  <a:moveTo>
                    <a:pt x="71348" y="79590"/>
                  </a:moveTo>
                  <a:lnTo>
                    <a:pt x="66802" y="79590"/>
                  </a:lnTo>
                  <a:lnTo>
                    <a:pt x="66802" y="173837"/>
                  </a:lnTo>
                  <a:lnTo>
                    <a:pt x="71348" y="173837"/>
                  </a:lnTo>
                  <a:lnTo>
                    <a:pt x="71348" y="79590"/>
                  </a:lnTo>
                  <a:close/>
                </a:path>
                <a:path w="579754" h="184785">
                  <a:moveTo>
                    <a:pt x="92735" y="74295"/>
                  </a:moveTo>
                  <a:lnTo>
                    <a:pt x="88519" y="74295"/>
                  </a:lnTo>
                  <a:lnTo>
                    <a:pt x="88519" y="168884"/>
                  </a:lnTo>
                  <a:lnTo>
                    <a:pt x="92735" y="168884"/>
                  </a:lnTo>
                  <a:lnTo>
                    <a:pt x="92735" y="74295"/>
                  </a:lnTo>
                  <a:close/>
                </a:path>
                <a:path w="579754" h="184785">
                  <a:moveTo>
                    <a:pt x="113258" y="77431"/>
                  </a:moveTo>
                  <a:lnTo>
                    <a:pt x="108712" y="77431"/>
                  </a:lnTo>
                  <a:lnTo>
                    <a:pt x="108712" y="171678"/>
                  </a:lnTo>
                  <a:lnTo>
                    <a:pt x="113258" y="171678"/>
                  </a:lnTo>
                  <a:lnTo>
                    <a:pt x="113258" y="77431"/>
                  </a:lnTo>
                  <a:close/>
                </a:path>
                <a:path w="579754" h="184785">
                  <a:moveTo>
                    <a:pt x="136664" y="68961"/>
                  </a:moveTo>
                  <a:lnTo>
                    <a:pt x="132461" y="68961"/>
                  </a:lnTo>
                  <a:lnTo>
                    <a:pt x="132461" y="163550"/>
                  </a:lnTo>
                  <a:lnTo>
                    <a:pt x="136664" y="163550"/>
                  </a:lnTo>
                  <a:lnTo>
                    <a:pt x="136664" y="68961"/>
                  </a:lnTo>
                  <a:close/>
                </a:path>
                <a:path w="579754" h="184785">
                  <a:moveTo>
                    <a:pt x="158343" y="65112"/>
                  </a:moveTo>
                  <a:lnTo>
                    <a:pt x="153797" y="65112"/>
                  </a:lnTo>
                  <a:lnTo>
                    <a:pt x="153797" y="159359"/>
                  </a:lnTo>
                  <a:lnTo>
                    <a:pt x="158343" y="159359"/>
                  </a:lnTo>
                  <a:lnTo>
                    <a:pt x="158343" y="65112"/>
                  </a:lnTo>
                  <a:close/>
                </a:path>
                <a:path w="579754" h="184785">
                  <a:moveTo>
                    <a:pt x="179781" y="61937"/>
                  </a:moveTo>
                  <a:lnTo>
                    <a:pt x="175641" y="61937"/>
                  </a:lnTo>
                  <a:lnTo>
                    <a:pt x="175641" y="156184"/>
                  </a:lnTo>
                  <a:lnTo>
                    <a:pt x="179781" y="156184"/>
                  </a:lnTo>
                  <a:lnTo>
                    <a:pt x="179781" y="61937"/>
                  </a:lnTo>
                  <a:close/>
                </a:path>
                <a:path w="579754" h="184785">
                  <a:moveTo>
                    <a:pt x="201396" y="60909"/>
                  </a:moveTo>
                  <a:lnTo>
                    <a:pt x="196850" y="60909"/>
                  </a:lnTo>
                  <a:lnTo>
                    <a:pt x="196850" y="155168"/>
                  </a:lnTo>
                  <a:lnTo>
                    <a:pt x="201396" y="155168"/>
                  </a:lnTo>
                  <a:lnTo>
                    <a:pt x="201396" y="60909"/>
                  </a:lnTo>
                  <a:close/>
                </a:path>
                <a:path w="579754" h="184785">
                  <a:moveTo>
                    <a:pt x="220675" y="50419"/>
                  </a:moveTo>
                  <a:lnTo>
                    <a:pt x="216535" y="50419"/>
                  </a:lnTo>
                  <a:lnTo>
                    <a:pt x="216535" y="145008"/>
                  </a:lnTo>
                  <a:lnTo>
                    <a:pt x="220675" y="145008"/>
                  </a:lnTo>
                  <a:lnTo>
                    <a:pt x="220675" y="50419"/>
                  </a:lnTo>
                  <a:close/>
                </a:path>
                <a:path w="579754" h="184785">
                  <a:moveTo>
                    <a:pt x="243433" y="55753"/>
                  </a:moveTo>
                  <a:lnTo>
                    <a:pt x="238887" y="55753"/>
                  </a:lnTo>
                  <a:lnTo>
                    <a:pt x="238887" y="150342"/>
                  </a:lnTo>
                  <a:lnTo>
                    <a:pt x="243433" y="150342"/>
                  </a:lnTo>
                  <a:lnTo>
                    <a:pt x="243433" y="55753"/>
                  </a:lnTo>
                  <a:close/>
                </a:path>
                <a:path w="579754" h="184785">
                  <a:moveTo>
                    <a:pt x="262648" y="49339"/>
                  </a:moveTo>
                  <a:lnTo>
                    <a:pt x="258445" y="49339"/>
                  </a:lnTo>
                  <a:lnTo>
                    <a:pt x="258445" y="143992"/>
                  </a:lnTo>
                  <a:lnTo>
                    <a:pt x="262648" y="143992"/>
                  </a:lnTo>
                  <a:lnTo>
                    <a:pt x="262648" y="49339"/>
                  </a:lnTo>
                  <a:close/>
                </a:path>
                <a:path w="579754" h="184785">
                  <a:moveTo>
                    <a:pt x="283311" y="48729"/>
                  </a:moveTo>
                  <a:lnTo>
                    <a:pt x="278765" y="48729"/>
                  </a:lnTo>
                  <a:lnTo>
                    <a:pt x="278765" y="142976"/>
                  </a:lnTo>
                  <a:lnTo>
                    <a:pt x="283311" y="142976"/>
                  </a:lnTo>
                  <a:lnTo>
                    <a:pt x="283311" y="48729"/>
                  </a:lnTo>
                  <a:close/>
                </a:path>
                <a:path w="579754" h="184785">
                  <a:moveTo>
                    <a:pt x="304571" y="44475"/>
                  </a:moveTo>
                  <a:lnTo>
                    <a:pt x="300342" y="44475"/>
                  </a:lnTo>
                  <a:lnTo>
                    <a:pt x="300342" y="138785"/>
                  </a:lnTo>
                  <a:lnTo>
                    <a:pt x="304571" y="138785"/>
                  </a:lnTo>
                  <a:lnTo>
                    <a:pt x="304571" y="44475"/>
                  </a:lnTo>
                  <a:close/>
                </a:path>
                <a:path w="579754" h="184785">
                  <a:moveTo>
                    <a:pt x="325221" y="45554"/>
                  </a:moveTo>
                  <a:lnTo>
                    <a:pt x="320675" y="45554"/>
                  </a:lnTo>
                  <a:lnTo>
                    <a:pt x="320675" y="139801"/>
                  </a:lnTo>
                  <a:lnTo>
                    <a:pt x="325221" y="139801"/>
                  </a:lnTo>
                  <a:lnTo>
                    <a:pt x="325221" y="45554"/>
                  </a:lnTo>
                  <a:close/>
                </a:path>
                <a:path w="579754" h="184785">
                  <a:moveTo>
                    <a:pt x="346532" y="37084"/>
                  </a:moveTo>
                  <a:lnTo>
                    <a:pt x="342392" y="37084"/>
                  </a:lnTo>
                  <a:lnTo>
                    <a:pt x="342392" y="131673"/>
                  </a:lnTo>
                  <a:lnTo>
                    <a:pt x="346532" y="131673"/>
                  </a:lnTo>
                  <a:lnTo>
                    <a:pt x="346532" y="37084"/>
                  </a:lnTo>
                  <a:close/>
                </a:path>
                <a:path w="579754" h="184785">
                  <a:moveTo>
                    <a:pt x="368211" y="37084"/>
                  </a:moveTo>
                  <a:lnTo>
                    <a:pt x="363728" y="37084"/>
                  </a:lnTo>
                  <a:lnTo>
                    <a:pt x="363728" y="131673"/>
                  </a:lnTo>
                  <a:lnTo>
                    <a:pt x="368211" y="131673"/>
                  </a:lnTo>
                  <a:lnTo>
                    <a:pt x="368211" y="37084"/>
                  </a:lnTo>
                  <a:close/>
                </a:path>
                <a:path w="579754" h="184785">
                  <a:moveTo>
                    <a:pt x="388518" y="31203"/>
                  </a:moveTo>
                  <a:lnTo>
                    <a:pt x="384302" y="31203"/>
                  </a:lnTo>
                  <a:lnTo>
                    <a:pt x="384302" y="125450"/>
                  </a:lnTo>
                  <a:lnTo>
                    <a:pt x="388518" y="125450"/>
                  </a:lnTo>
                  <a:lnTo>
                    <a:pt x="388518" y="31203"/>
                  </a:lnTo>
                  <a:close/>
                </a:path>
                <a:path w="579754" h="184785">
                  <a:moveTo>
                    <a:pt x="408063" y="31203"/>
                  </a:moveTo>
                  <a:lnTo>
                    <a:pt x="403860" y="31203"/>
                  </a:lnTo>
                  <a:lnTo>
                    <a:pt x="403860" y="125450"/>
                  </a:lnTo>
                  <a:lnTo>
                    <a:pt x="408063" y="125450"/>
                  </a:lnTo>
                  <a:lnTo>
                    <a:pt x="408063" y="31203"/>
                  </a:lnTo>
                  <a:close/>
                </a:path>
                <a:path w="579754" h="184785">
                  <a:moveTo>
                    <a:pt x="427710" y="29044"/>
                  </a:moveTo>
                  <a:lnTo>
                    <a:pt x="423164" y="29044"/>
                  </a:lnTo>
                  <a:lnTo>
                    <a:pt x="423164" y="123291"/>
                  </a:lnTo>
                  <a:lnTo>
                    <a:pt x="427710" y="123291"/>
                  </a:lnTo>
                  <a:lnTo>
                    <a:pt x="427710" y="29044"/>
                  </a:lnTo>
                  <a:close/>
                </a:path>
                <a:path w="579754" h="184785">
                  <a:moveTo>
                    <a:pt x="447941" y="21717"/>
                  </a:moveTo>
                  <a:lnTo>
                    <a:pt x="443738" y="21717"/>
                  </a:lnTo>
                  <a:lnTo>
                    <a:pt x="443738" y="116306"/>
                  </a:lnTo>
                  <a:lnTo>
                    <a:pt x="447941" y="116306"/>
                  </a:lnTo>
                  <a:lnTo>
                    <a:pt x="447941" y="21717"/>
                  </a:lnTo>
                  <a:close/>
                </a:path>
                <a:path w="579754" h="184785">
                  <a:moveTo>
                    <a:pt x="468617" y="20701"/>
                  </a:moveTo>
                  <a:lnTo>
                    <a:pt x="464058" y="20701"/>
                  </a:lnTo>
                  <a:lnTo>
                    <a:pt x="464058" y="115290"/>
                  </a:lnTo>
                  <a:lnTo>
                    <a:pt x="468617" y="115290"/>
                  </a:lnTo>
                  <a:lnTo>
                    <a:pt x="468617" y="20701"/>
                  </a:lnTo>
                  <a:close/>
                </a:path>
                <a:path w="579754" h="184785">
                  <a:moveTo>
                    <a:pt x="488835" y="23837"/>
                  </a:moveTo>
                  <a:lnTo>
                    <a:pt x="484632" y="23837"/>
                  </a:lnTo>
                  <a:lnTo>
                    <a:pt x="484632" y="118084"/>
                  </a:lnTo>
                  <a:lnTo>
                    <a:pt x="488835" y="118084"/>
                  </a:lnTo>
                  <a:lnTo>
                    <a:pt x="488835" y="23837"/>
                  </a:lnTo>
                  <a:close/>
                </a:path>
                <a:path w="579754" h="184785">
                  <a:moveTo>
                    <a:pt x="506298" y="16383"/>
                  </a:moveTo>
                  <a:lnTo>
                    <a:pt x="502158" y="16383"/>
                  </a:lnTo>
                  <a:lnTo>
                    <a:pt x="502158" y="110972"/>
                  </a:lnTo>
                  <a:lnTo>
                    <a:pt x="506298" y="110972"/>
                  </a:lnTo>
                  <a:lnTo>
                    <a:pt x="506298" y="16383"/>
                  </a:lnTo>
                  <a:close/>
                </a:path>
                <a:path w="579754" h="184785">
                  <a:moveTo>
                    <a:pt x="524865" y="13677"/>
                  </a:moveTo>
                  <a:lnTo>
                    <a:pt x="520319" y="13677"/>
                  </a:lnTo>
                  <a:lnTo>
                    <a:pt x="520319" y="107924"/>
                  </a:lnTo>
                  <a:lnTo>
                    <a:pt x="524865" y="107924"/>
                  </a:lnTo>
                  <a:lnTo>
                    <a:pt x="524865" y="13677"/>
                  </a:lnTo>
                  <a:close/>
                </a:path>
                <a:path w="579754" h="184785">
                  <a:moveTo>
                    <a:pt x="544487" y="2032"/>
                  </a:moveTo>
                  <a:lnTo>
                    <a:pt x="540004" y="2032"/>
                  </a:lnTo>
                  <a:lnTo>
                    <a:pt x="540004" y="96621"/>
                  </a:lnTo>
                  <a:lnTo>
                    <a:pt x="544487" y="96621"/>
                  </a:lnTo>
                  <a:lnTo>
                    <a:pt x="544487" y="2032"/>
                  </a:lnTo>
                  <a:close/>
                </a:path>
                <a:path w="579754" h="184785">
                  <a:moveTo>
                    <a:pt x="560603" y="6311"/>
                  </a:moveTo>
                  <a:lnTo>
                    <a:pt x="556387" y="6311"/>
                  </a:lnTo>
                  <a:lnTo>
                    <a:pt x="556387" y="100558"/>
                  </a:lnTo>
                  <a:lnTo>
                    <a:pt x="560603" y="100558"/>
                  </a:lnTo>
                  <a:lnTo>
                    <a:pt x="560603" y="6311"/>
                  </a:lnTo>
                  <a:close/>
                </a:path>
                <a:path w="579754" h="184785">
                  <a:moveTo>
                    <a:pt x="579132" y="0"/>
                  </a:moveTo>
                  <a:lnTo>
                    <a:pt x="574929" y="0"/>
                  </a:lnTo>
                  <a:lnTo>
                    <a:pt x="574929" y="94589"/>
                  </a:lnTo>
                  <a:lnTo>
                    <a:pt x="579132" y="94589"/>
                  </a:lnTo>
                  <a:lnTo>
                    <a:pt x="57913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6318503" y="2170175"/>
              <a:ext cx="22860" cy="60960"/>
            </a:xfrm>
            <a:custGeom>
              <a:avLst/>
              <a:gdLst/>
              <a:ahLst/>
              <a:cxnLst/>
              <a:rect l="l" t="t" r="r" b="b"/>
              <a:pathLst>
                <a:path w="22860" h="60960">
                  <a:moveTo>
                    <a:pt x="3175" y="0"/>
                  </a:moveTo>
                  <a:lnTo>
                    <a:pt x="22479" y="8382"/>
                  </a:lnTo>
                  <a:lnTo>
                    <a:pt x="22479" y="60578"/>
                  </a:lnTo>
                  <a:lnTo>
                    <a:pt x="0" y="51053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6295643" y="1469135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5" h="13334">
                  <a:moveTo>
                    <a:pt x="5587" y="0"/>
                  </a:moveTo>
                  <a:lnTo>
                    <a:pt x="1396" y="0"/>
                  </a:lnTo>
                  <a:lnTo>
                    <a:pt x="0" y="3048"/>
                  </a:lnTo>
                  <a:lnTo>
                    <a:pt x="0" y="10287"/>
                  </a:lnTo>
                  <a:lnTo>
                    <a:pt x="1396" y="13335"/>
                  </a:lnTo>
                  <a:lnTo>
                    <a:pt x="5587" y="13335"/>
                  </a:lnTo>
                  <a:lnTo>
                    <a:pt x="6984" y="10287"/>
                  </a:lnTo>
                  <a:lnTo>
                    <a:pt x="6984" y="3048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6295643" y="1469135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5" h="13334">
                  <a:moveTo>
                    <a:pt x="0" y="6858"/>
                  </a:moveTo>
                  <a:lnTo>
                    <a:pt x="0" y="10287"/>
                  </a:lnTo>
                  <a:lnTo>
                    <a:pt x="1396" y="13335"/>
                  </a:lnTo>
                  <a:lnTo>
                    <a:pt x="3428" y="13335"/>
                  </a:lnTo>
                  <a:lnTo>
                    <a:pt x="5587" y="13335"/>
                  </a:lnTo>
                  <a:lnTo>
                    <a:pt x="6984" y="10287"/>
                  </a:lnTo>
                  <a:lnTo>
                    <a:pt x="6984" y="3048"/>
                  </a:lnTo>
                  <a:lnTo>
                    <a:pt x="5587" y="0"/>
                  </a:lnTo>
                  <a:lnTo>
                    <a:pt x="1396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6300215" y="1469086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8966" y="0"/>
                  </a:moveTo>
                  <a:lnTo>
                    <a:pt x="0" y="0"/>
                  </a:lnTo>
                  <a:lnTo>
                    <a:pt x="0" y="13130"/>
                  </a:lnTo>
                  <a:lnTo>
                    <a:pt x="8966" y="13130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6300215" y="1469086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0" y="13130"/>
                  </a:moveTo>
                  <a:lnTo>
                    <a:pt x="8966" y="13130"/>
                  </a:lnTo>
                  <a:lnTo>
                    <a:pt x="8966" y="0"/>
                  </a:lnTo>
                  <a:lnTo>
                    <a:pt x="0" y="0"/>
                  </a:lnTo>
                  <a:lnTo>
                    <a:pt x="0" y="13130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6304787" y="1469135"/>
              <a:ext cx="8890" cy="13335"/>
            </a:xfrm>
            <a:custGeom>
              <a:avLst/>
              <a:gdLst/>
              <a:ahLst/>
              <a:cxnLst/>
              <a:rect l="l" t="t" r="r" b="b"/>
              <a:pathLst>
                <a:path w="8889" h="13334">
                  <a:moveTo>
                    <a:pt x="6603" y="0"/>
                  </a:moveTo>
                  <a:lnTo>
                    <a:pt x="1904" y="0"/>
                  </a:lnTo>
                  <a:lnTo>
                    <a:pt x="0" y="2921"/>
                  </a:lnTo>
                  <a:lnTo>
                    <a:pt x="0" y="10160"/>
                  </a:lnTo>
                  <a:lnTo>
                    <a:pt x="1904" y="13080"/>
                  </a:lnTo>
                  <a:lnTo>
                    <a:pt x="6603" y="13080"/>
                  </a:lnTo>
                  <a:lnTo>
                    <a:pt x="8509" y="10160"/>
                  </a:lnTo>
                  <a:lnTo>
                    <a:pt x="8509" y="2921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6304787" y="1469135"/>
              <a:ext cx="8890" cy="13335"/>
            </a:xfrm>
            <a:custGeom>
              <a:avLst/>
              <a:gdLst/>
              <a:ahLst/>
              <a:cxnLst/>
              <a:rect l="l" t="t" r="r" b="b"/>
              <a:pathLst>
                <a:path w="8889" h="13334">
                  <a:moveTo>
                    <a:pt x="0" y="6476"/>
                  </a:moveTo>
                  <a:lnTo>
                    <a:pt x="0" y="10160"/>
                  </a:lnTo>
                  <a:lnTo>
                    <a:pt x="1904" y="13080"/>
                  </a:lnTo>
                  <a:lnTo>
                    <a:pt x="4190" y="13080"/>
                  </a:lnTo>
                  <a:lnTo>
                    <a:pt x="6603" y="13080"/>
                  </a:lnTo>
                  <a:lnTo>
                    <a:pt x="8509" y="10160"/>
                  </a:lnTo>
                  <a:lnTo>
                    <a:pt x="8509" y="2921"/>
                  </a:lnTo>
                  <a:lnTo>
                    <a:pt x="6603" y="0"/>
                  </a:lnTo>
                  <a:lnTo>
                    <a:pt x="1904" y="0"/>
                  </a:lnTo>
                  <a:lnTo>
                    <a:pt x="0" y="2921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6298692" y="1466087"/>
              <a:ext cx="56515" cy="15240"/>
            </a:xfrm>
            <a:custGeom>
              <a:avLst/>
              <a:gdLst/>
              <a:ahLst/>
              <a:cxnLst/>
              <a:rect l="l" t="t" r="r" b="b"/>
              <a:pathLst>
                <a:path w="56514" h="15240">
                  <a:moveTo>
                    <a:pt x="3048" y="6858"/>
                  </a:moveTo>
                  <a:lnTo>
                    <a:pt x="2413" y="4572"/>
                  </a:lnTo>
                  <a:lnTo>
                    <a:pt x="635" y="4572"/>
                  </a:lnTo>
                  <a:lnTo>
                    <a:pt x="0" y="6858"/>
                  </a:lnTo>
                  <a:lnTo>
                    <a:pt x="0" y="12446"/>
                  </a:lnTo>
                  <a:lnTo>
                    <a:pt x="635" y="14732"/>
                  </a:lnTo>
                  <a:lnTo>
                    <a:pt x="2413" y="14732"/>
                  </a:lnTo>
                  <a:lnTo>
                    <a:pt x="3048" y="12446"/>
                  </a:lnTo>
                  <a:lnTo>
                    <a:pt x="3048" y="6858"/>
                  </a:lnTo>
                  <a:close/>
                </a:path>
                <a:path w="56514" h="15240">
                  <a:moveTo>
                    <a:pt x="56134" y="3048"/>
                  </a:moveTo>
                  <a:lnTo>
                    <a:pt x="54737" y="0"/>
                  </a:lnTo>
                  <a:lnTo>
                    <a:pt x="50419" y="0"/>
                  </a:lnTo>
                  <a:lnTo>
                    <a:pt x="48768" y="3048"/>
                  </a:lnTo>
                  <a:lnTo>
                    <a:pt x="48768" y="10287"/>
                  </a:lnTo>
                  <a:lnTo>
                    <a:pt x="50419" y="13335"/>
                  </a:lnTo>
                  <a:lnTo>
                    <a:pt x="54737" y="13335"/>
                  </a:lnTo>
                  <a:lnTo>
                    <a:pt x="56134" y="10287"/>
                  </a:lnTo>
                  <a:lnTo>
                    <a:pt x="56134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6347459" y="1466087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858"/>
                  </a:moveTo>
                  <a:lnTo>
                    <a:pt x="0" y="10287"/>
                  </a:lnTo>
                  <a:lnTo>
                    <a:pt x="1650" y="13335"/>
                  </a:lnTo>
                  <a:lnTo>
                    <a:pt x="3810" y="13335"/>
                  </a:lnTo>
                  <a:lnTo>
                    <a:pt x="5968" y="13335"/>
                  </a:lnTo>
                  <a:lnTo>
                    <a:pt x="7365" y="10287"/>
                  </a:lnTo>
                  <a:lnTo>
                    <a:pt x="7365" y="3048"/>
                  </a:lnTo>
                  <a:lnTo>
                    <a:pt x="5968" y="0"/>
                  </a:lnTo>
                  <a:lnTo>
                    <a:pt x="1650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6352031" y="1466104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9035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9035" y="14588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6352031" y="1466104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14588"/>
                  </a:moveTo>
                  <a:lnTo>
                    <a:pt x="9035" y="14588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6358127" y="1466087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969" y="0"/>
                  </a:moveTo>
                  <a:lnTo>
                    <a:pt x="177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777" y="14604"/>
                  </a:lnTo>
                  <a:lnTo>
                    <a:pt x="5969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6358127" y="1466087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5"/>
                  </a:moveTo>
                  <a:lnTo>
                    <a:pt x="0" y="11302"/>
                  </a:lnTo>
                  <a:lnTo>
                    <a:pt x="1777" y="14604"/>
                  </a:lnTo>
                  <a:lnTo>
                    <a:pt x="3810" y="14604"/>
                  </a:lnTo>
                  <a:lnTo>
                    <a:pt x="5969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969" y="0"/>
                  </a:lnTo>
                  <a:lnTo>
                    <a:pt x="1777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6350508" y="1466087"/>
              <a:ext cx="55880" cy="13335"/>
            </a:xfrm>
            <a:custGeom>
              <a:avLst/>
              <a:gdLst/>
              <a:ahLst/>
              <a:cxnLst/>
              <a:rect l="l" t="t" r="r" b="b"/>
              <a:pathLst>
                <a:path w="55879" h="13334">
                  <a:moveTo>
                    <a:pt x="2794" y="4064"/>
                  </a:moveTo>
                  <a:lnTo>
                    <a:pt x="2286" y="1524"/>
                  </a:lnTo>
                  <a:lnTo>
                    <a:pt x="508" y="1524"/>
                  </a:lnTo>
                  <a:lnTo>
                    <a:pt x="0" y="4064"/>
                  </a:lnTo>
                  <a:lnTo>
                    <a:pt x="0" y="10414"/>
                  </a:lnTo>
                  <a:lnTo>
                    <a:pt x="508" y="13081"/>
                  </a:lnTo>
                  <a:lnTo>
                    <a:pt x="2286" y="13081"/>
                  </a:lnTo>
                  <a:lnTo>
                    <a:pt x="2794" y="10414"/>
                  </a:lnTo>
                  <a:lnTo>
                    <a:pt x="2794" y="4064"/>
                  </a:lnTo>
                  <a:close/>
                </a:path>
                <a:path w="55879" h="13334">
                  <a:moveTo>
                    <a:pt x="55753" y="3048"/>
                  </a:moveTo>
                  <a:lnTo>
                    <a:pt x="54483" y="0"/>
                  </a:lnTo>
                  <a:lnTo>
                    <a:pt x="50165" y="0"/>
                  </a:lnTo>
                  <a:lnTo>
                    <a:pt x="48768" y="3048"/>
                  </a:lnTo>
                  <a:lnTo>
                    <a:pt x="48768" y="10287"/>
                  </a:lnTo>
                  <a:lnTo>
                    <a:pt x="50165" y="13335"/>
                  </a:lnTo>
                  <a:lnTo>
                    <a:pt x="54483" y="13335"/>
                  </a:lnTo>
                  <a:lnTo>
                    <a:pt x="55753" y="10287"/>
                  </a:lnTo>
                  <a:lnTo>
                    <a:pt x="55753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6399275" y="1466087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5" h="13334">
                  <a:moveTo>
                    <a:pt x="0" y="6858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556" y="13335"/>
                  </a:lnTo>
                  <a:lnTo>
                    <a:pt x="5714" y="13335"/>
                  </a:lnTo>
                  <a:lnTo>
                    <a:pt x="6985" y="10287"/>
                  </a:lnTo>
                  <a:lnTo>
                    <a:pt x="6985" y="3048"/>
                  </a:lnTo>
                  <a:lnTo>
                    <a:pt x="5714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403847" y="1466038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9035" y="0"/>
                  </a:moveTo>
                  <a:lnTo>
                    <a:pt x="0" y="0"/>
                  </a:lnTo>
                  <a:lnTo>
                    <a:pt x="0" y="13130"/>
                  </a:lnTo>
                  <a:lnTo>
                    <a:pt x="9035" y="13130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6403847" y="1466038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0" y="13130"/>
                  </a:moveTo>
                  <a:lnTo>
                    <a:pt x="9035" y="13130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3130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408419" y="1466087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5968" y="0"/>
                  </a:moveTo>
                  <a:lnTo>
                    <a:pt x="1777" y="0"/>
                  </a:lnTo>
                  <a:lnTo>
                    <a:pt x="0" y="2921"/>
                  </a:lnTo>
                  <a:lnTo>
                    <a:pt x="0" y="10160"/>
                  </a:lnTo>
                  <a:lnTo>
                    <a:pt x="1777" y="13081"/>
                  </a:lnTo>
                  <a:lnTo>
                    <a:pt x="5968" y="13081"/>
                  </a:lnTo>
                  <a:lnTo>
                    <a:pt x="7365" y="10160"/>
                  </a:lnTo>
                  <a:lnTo>
                    <a:pt x="7365" y="2921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408419" y="1466087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476"/>
                  </a:moveTo>
                  <a:lnTo>
                    <a:pt x="0" y="10160"/>
                  </a:lnTo>
                  <a:lnTo>
                    <a:pt x="1777" y="13081"/>
                  </a:lnTo>
                  <a:lnTo>
                    <a:pt x="3937" y="13081"/>
                  </a:lnTo>
                  <a:lnTo>
                    <a:pt x="5968" y="13081"/>
                  </a:lnTo>
                  <a:lnTo>
                    <a:pt x="7365" y="10160"/>
                  </a:lnTo>
                  <a:lnTo>
                    <a:pt x="7365" y="2921"/>
                  </a:lnTo>
                  <a:lnTo>
                    <a:pt x="5968" y="0"/>
                  </a:lnTo>
                  <a:lnTo>
                    <a:pt x="1777" y="0"/>
                  </a:lnTo>
                  <a:lnTo>
                    <a:pt x="0" y="2921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402324" y="1463039"/>
              <a:ext cx="53340" cy="15240"/>
            </a:xfrm>
            <a:custGeom>
              <a:avLst/>
              <a:gdLst/>
              <a:ahLst/>
              <a:cxnLst/>
              <a:rect l="l" t="t" r="r" b="b"/>
              <a:pathLst>
                <a:path w="53339" h="15240">
                  <a:moveTo>
                    <a:pt x="2540" y="6858"/>
                  </a:moveTo>
                  <a:lnTo>
                    <a:pt x="1905" y="4572"/>
                  </a:lnTo>
                  <a:lnTo>
                    <a:pt x="635" y="4572"/>
                  </a:lnTo>
                  <a:lnTo>
                    <a:pt x="0" y="6858"/>
                  </a:lnTo>
                  <a:lnTo>
                    <a:pt x="0" y="12446"/>
                  </a:lnTo>
                  <a:lnTo>
                    <a:pt x="635" y="14732"/>
                  </a:lnTo>
                  <a:lnTo>
                    <a:pt x="1905" y="14732"/>
                  </a:lnTo>
                  <a:lnTo>
                    <a:pt x="2540" y="12446"/>
                  </a:lnTo>
                  <a:lnTo>
                    <a:pt x="2540" y="6858"/>
                  </a:lnTo>
                  <a:close/>
                </a:path>
                <a:path w="53339" h="15240">
                  <a:moveTo>
                    <a:pt x="53086" y="3175"/>
                  </a:moveTo>
                  <a:lnTo>
                    <a:pt x="51689" y="0"/>
                  </a:lnTo>
                  <a:lnTo>
                    <a:pt x="47498" y="0"/>
                  </a:lnTo>
                  <a:lnTo>
                    <a:pt x="45720" y="3175"/>
                  </a:lnTo>
                  <a:lnTo>
                    <a:pt x="45720" y="10287"/>
                  </a:lnTo>
                  <a:lnTo>
                    <a:pt x="47498" y="13335"/>
                  </a:lnTo>
                  <a:lnTo>
                    <a:pt x="51689" y="13335"/>
                  </a:lnTo>
                  <a:lnTo>
                    <a:pt x="53086" y="10287"/>
                  </a:lnTo>
                  <a:lnTo>
                    <a:pt x="53086" y="317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448043" y="146303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858"/>
                  </a:moveTo>
                  <a:lnTo>
                    <a:pt x="0" y="10287"/>
                  </a:lnTo>
                  <a:lnTo>
                    <a:pt x="1777" y="13335"/>
                  </a:lnTo>
                  <a:lnTo>
                    <a:pt x="3936" y="13335"/>
                  </a:lnTo>
                  <a:lnTo>
                    <a:pt x="5968" y="13335"/>
                  </a:lnTo>
                  <a:lnTo>
                    <a:pt x="7365" y="10287"/>
                  </a:lnTo>
                  <a:lnTo>
                    <a:pt x="7365" y="3175"/>
                  </a:lnTo>
                  <a:lnTo>
                    <a:pt x="5968" y="0"/>
                  </a:lnTo>
                  <a:lnTo>
                    <a:pt x="1777" y="0"/>
                  </a:lnTo>
                  <a:lnTo>
                    <a:pt x="0" y="3175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6452615" y="1463053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8966" y="0"/>
                  </a:moveTo>
                  <a:lnTo>
                    <a:pt x="0" y="0"/>
                  </a:lnTo>
                  <a:lnTo>
                    <a:pt x="0" y="13194"/>
                  </a:lnTo>
                  <a:lnTo>
                    <a:pt x="8966" y="13194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6452615" y="1463053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0" y="13194"/>
                  </a:moveTo>
                  <a:lnTo>
                    <a:pt x="8966" y="13194"/>
                  </a:lnTo>
                  <a:lnTo>
                    <a:pt x="8966" y="0"/>
                  </a:lnTo>
                  <a:lnTo>
                    <a:pt x="0" y="0"/>
                  </a:lnTo>
                  <a:lnTo>
                    <a:pt x="0" y="13194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6458711" y="146303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5968" y="0"/>
                  </a:moveTo>
                  <a:lnTo>
                    <a:pt x="1777" y="0"/>
                  </a:lnTo>
                  <a:lnTo>
                    <a:pt x="0" y="3048"/>
                  </a:lnTo>
                  <a:lnTo>
                    <a:pt x="0" y="10160"/>
                  </a:lnTo>
                  <a:lnTo>
                    <a:pt x="1777" y="13208"/>
                  </a:lnTo>
                  <a:lnTo>
                    <a:pt x="5968" y="13208"/>
                  </a:lnTo>
                  <a:lnTo>
                    <a:pt x="7365" y="10160"/>
                  </a:lnTo>
                  <a:lnTo>
                    <a:pt x="7365" y="3048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6458711" y="146303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604"/>
                  </a:moveTo>
                  <a:lnTo>
                    <a:pt x="0" y="10160"/>
                  </a:lnTo>
                  <a:lnTo>
                    <a:pt x="1777" y="13208"/>
                  </a:lnTo>
                  <a:lnTo>
                    <a:pt x="3937" y="13208"/>
                  </a:lnTo>
                  <a:lnTo>
                    <a:pt x="5968" y="13208"/>
                  </a:lnTo>
                  <a:lnTo>
                    <a:pt x="7365" y="10160"/>
                  </a:lnTo>
                  <a:lnTo>
                    <a:pt x="7365" y="3048"/>
                  </a:lnTo>
                  <a:lnTo>
                    <a:pt x="5968" y="0"/>
                  </a:lnTo>
                  <a:lnTo>
                    <a:pt x="1777" y="0"/>
                  </a:lnTo>
                  <a:lnTo>
                    <a:pt x="0" y="3048"/>
                  </a:lnTo>
                  <a:lnTo>
                    <a:pt x="0" y="6604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6451092" y="1458467"/>
              <a:ext cx="54610" cy="16510"/>
            </a:xfrm>
            <a:custGeom>
              <a:avLst/>
              <a:gdLst/>
              <a:ahLst/>
              <a:cxnLst/>
              <a:rect l="l" t="t" r="r" b="b"/>
              <a:pathLst>
                <a:path w="54609" h="16509">
                  <a:moveTo>
                    <a:pt x="2794" y="8382"/>
                  </a:moveTo>
                  <a:lnTo>
                    <a:pt x="2286" y="6096"/>
                  </a:lnTo>
                  <a:lnTo>
                    <a:pt x="508" y="6096"/>
                  </a:lnTo>
                  <a:lnTo>
                    <a:pt x="0" y="8382"/>
                  </a:lnTo>
                  <a:lnTo>
                    <a:pt x="0" y="13970"/>
                  </a:lnTo>
                  <a:lnTo>
                    <a:pt x="508" y="16256"/>
                  </a:lnTo>
                  <a:lnTo>
                    <a:pt x="2286" y="16256"/>
                  </a:lnTo>
                  <a:lnTo>
                    <a:pt x="2794" y="13970"/>
                  </a:lnTo>
                  <a:lnTo>
                    <a:pt x="2794" y="8382"/>
                  </a:lnTo>
                  <a:close/>
                </a:path>
                <a:path w="54609" h="16509">
                  <a:moveTo>
                    <a:pt x="54229" y="3429"/>
                  </a:moveTo>
                  <a:lnTo>
                    <a:pt x="52832" y="0"/>
                  </a:lnTo>
                  <a:lnTo>
                    <a:pt x="48641" y="0"/>
                  </a:lnTo>
                  <a:lnTo>
                    <a:pt x="47244" y="3429"/>
                  </a:lnTo>
                  <a:lnTo>
                    <a:pt x="47244" y="11430"/>
                  </a:lnTo>
                  <a:lnTo>
                    <a:pt x="48641" y="14859"/>
                  </a:lnTo>
                  <a:lnTo>
                    <a:pt x="52832" y="14859"/>
                  </a:lnTo>
                  <a:lnTo>
                    <a:pt x="54229" y="11430"/>
                  </a:lnTo>
                  <a:lnTo>
                    <a:pt x="54229" y="342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6498335" y="1458467"/>
              <a:ext cx="6985" cy="15240"/>
            </a:xfrm>
            <a:custGeom>
              <a:avLst/>
              <a:gdLst/>
              <a:ahLst/>
              <a:cxnLst/>
              <a:rect l="l" t="t" r="r" b="b"/>
              <a:pathLst>
                <a:path w="6984" h="15240">
                  <a:moveTo>
                    <a:pt x="0" y="7620"/>
                  </a:moveTo>
                  <a:lnTo>
                    <a:pt x="0" y="11430"/>
                  </a:lnTo>
                  <a:lnTo>
                    <a:pt x="1397" y="14859"/>
                  </a:lnTo>
                  <a:lnTo>
                    <a:pt x="3428" y="14859"/>
                  </a:lnTo>
                  <a:lnTo>
                    <a:pt x="5587" y="14859"/>
                  </a:lnTo>
                  <a:lnTo>
                    <a:pt x="6985" y="11430"/>
                  </a:lnTo>
                  <a:lnTo>
                    <a:pt x="6985" y="3429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429"/>
                  </a:lnTo>
                  <a:lnTo>
                    <a:pt x="0" y="762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6502907" y="1458484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7529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7529" y="14588"/>
                  </a:lnTo>
                  <a:lnTo>
                    <a:pt x="752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6502907" y="1458484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14588"/>
                  </a:moveTo>
                  <a:lnTo>
                    <a:pt x="7529" y="14588"/>
                  </a:lnTo>
                  <a:lnTo>
                    <a:pt x="7529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6507479" y="1458467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461" y="0"/>
                  </a:moveTo>
                  <a:lnTo>
                    <a:pt x="1524" y="0"/>
                  </a:lnTo>
                  <a:lnTo>
                    <a:pt x="0" y="3302"/>
                  </a:lnTo>
                  <a:lnTo>
                    <a:pt x="0" y="11303"/>
                  </a:lnTo>
                  <a:lnTo>
                    <a:pt x="1524" y="14605"/>
                  </a:lnTo>
                  <a:lnTo>
                    <a:pt x="5461" y="14605"/>
                  </a:lnTo>
                  <a:lnTo>
                    <a:pt x="7112" y="11303"/>
                  </a:lnTo>
                  <a:lnTo>
                    <a:pt x="7112" y="3302"/>
                  </a:lnTo>
                  <a:lnTo>
                    <a:pt x="546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6507479" y="1458467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6"/>
                  </a:moveTo>
                  <a:lnTo>
                    <a:pt x="0" y="11303"/>
                  </a:lnTo>
                  <a:lnTo>
                    <a:pt x="1524" y="14605"/>
                  </a:lnTo>
                  <a:lnTo>
                    <a:pt x="3555" y="14605"/>
                  </a:lnTo>
                  <a:lnTo>
                    <a:pt x="5461" y="14605"/>
                  </a:lnTo>
                  <a:lnTo>
                    <a:pt x="7112" y="11303"/>
                  </a:lnTo>
                  <a:lnTo>
                    <a:pt x="7112" y="3302"/>
                  </a:lnTo>
                  <a:lnTo>
                    <a:pt x="5461" y="0"/>
                  </a:lnTo>
                  <a:lnTo>
                    <a:pt x="1524" y="0"/>
                  </a:lnTo>
                  <a:lnTo>
                    <a:pt x="0" y="3302"/>
                  </a:lnTo>
                  <a:lnTo>
                    <a:pt x="0" y="736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6499860" y="1456943"/>
              <a:ext cx="52705" cy="15240"/>
            </a:xfrm>
            <a:custGeom>
              <a:avLst/>
              <a:gdLst/>
              <a:ahLst/>
              <a:cxnLst/>
              <a:rect l="l" t="t" r="r" b="b"/>
              <a:pathLst>
                <a:path w="52704" h="15240">
                  <a:moveTo>
                    <a:pt x="4445" y="6858"/>
                  </a:moveTo>
                  <a:lnTo>
                    <a:pt x="3556" y="4572"/>
                  </a:lnTo>
                  <a:lnTo>
                    <a:pt x="1016" y="4572"/>
                  </a:lnTo>
                  <a:lnTo>
                    <a:pt x="0" y="6858"/>
                  </a:lnTo>
                  <a:lnTo>
                    <a:pt x="0" y="12446"/>
                  </a:lnTo>
                  <a:lnTo>
                    <a:pt x="1016" y="14732"/>
                  </a:lnTo>
                  <a:lnTo>
                    <a:pt x="3556" y="14732"/>
                  </a:lnTo>
                  <a:lnTo>
                    <a:pt x="4445" y="12446"/>
                  </a:lnTo>
                  <a:lnTo>
                    <a:pt x="4445" y="6858"/>
                  </a:lnTo>
                  <a:close/>
                </a:path>
                <a:path w="52704" h="15240">
                  <a:moveTo>
                    <a:pt x="52705" y="3175"/>
                  </a:moveTo>
                  <a:lnTo>
                    <a:pt x="51435" y="0"/>
                  </a:lnTo>
                  <a:lnTo>
                    <a:pt x="47117" y="0"/>
                  </a:lnTo>
                  <a:lnTo>
                    <a:pt x="45720" y="3175"/>
                  </a:lnTo>
                  <a:lnTo>
                    <a:pt x="45720" y="10287"/>
                  </a:lnTo>
                  <a:lnTo>
                    <a:pt x="47117" y="13335"/>
                  </a:lnTo>
                  <a:lnTo>
                    <a:pt x="51435" y="13335"/>
                  </a:lnTo>
                  <a:lnTo>
                    <a:pt x="52705" y="10287"/>
                  </a:lnTo>
                  <a:lnTo>
                    <a:pt x="52705" y="317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6545579" y="1456943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4">
                  <a:moveTo>
                    <a:pt x="0" y="6857"/>
                  </a:moveTo>
                  <a:lnTo>
                    <a:pt x="0" y="10286"/>
                  </a:lnTo>
                  <a:lnTo>
                    <a:pt x="1397" y="13334"/>
                  </a:lnTo>
                  <a:lnTo>
                    <a:pt x="3555" y="13334"/>
                  </a:lnTo>
                  <a:lnTo>
                    <a:pt x="5715" y="13334"/>
                  </a:lnTo>
                  <a:lnTo>
                    <a:pt x="6985" y="10286"/>
                  </a:lnTo>
                  <a:lnTo>
                    <a:pt x="6985" y="3175"/>
                  </a:lnTo>
                  <a:lnTo>
                    <a:pt x="5715" y="0"/>
                  </a:lnTo>
                  <a:lnTo>
                    <a:pt x="1397" y="0"/>
                  </a:lnTo>
                  <a:lnTo>
                    <a:pt x="0" y="3175"/>
                  </a:lnTo>
                  <a:lnTo>
                    <a:pt x="0" y="6857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6548627" y="1456889"/>
              <a:ext cx="10795" cy="15240"/>
            </a:xfrm>
            <a:custGeom>
              <a:avLst/>
              <a:gdLst/>
              <a:ahLst/>
              <a:cxnLst/>
              <a:rect l="l" t="t" r="r" b="b"/>
              <a:pathLst>
                <a:path w="10795" h="15240">
                  <a:moveTo>
                    <a:pt x="10218" y="0"/>
                  </a:moveTo>
                  <a:lnTo>
                    <a:pt x="0" y="0"/>
                  </a:lnTo>
                  <a:lnTo>
                    <a:pt x="0" y="14659"/>
                  </a:lnTo>
                  <a:lnTo>
                    <a:pt x="10218" y="14659"/>
                  </a:lnTo>
                  <a:lnTo>
                    <a:pt x="1021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6548627" y="1456889"/>
              <a:ext cx="10795" cy="15240"/>
            </a:xfrm>
            <a:custGeom>
              <a:avLst/>
              <a:gdLst/>
              <a:ahLst/>
              <a:cxnLst/>
              <a:rect l="l" t="t" r="r" b="b"/>
              <a:pathLst>
                <a:path w="10795" h="15240">
                  <a:moveTo>
                    <a:pt x="0" y="14659"/>
                  </a:moveTo>
                  <a:lnTo>
                    <a:pt x="10218" y="14659"/>
                  </a:lnTo>
                  <a:lnTo>
                    <a:pt x="10218" y="0"/>
                  </a:lnTo>
                  <a:lnTo>
                    <a:pt x="0" y="0"/>
                  </a:lnTo>
                  <a:lnTo>
                    <a:pt x="0" y="14659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6554723" y="1456943"/>
              <a:ext cx="7620" cy="15240"/>
            </a:xfrm>
            <a:custGeom>
              <a:avLst/>
              <a:gdLst/>
              <a:ahLst/>
              <a:cxnLst/>
              <a:rect l="l" t="t" r="r" b="b"/>
              <a:pathLst>
                <a:path w="7620" h="15240">
                  <a:moveTo>
                    <a:pt x="5715" y="0"/>
                  </a:moveTo>
                  <a:lnTo>
                    <a:pt x="139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7" y="14731"/>
                  </a:lnTo>
                  <a:lnTo>
                    <a:pt x="5715" y="14731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6554723" y="1456943"/>
              <a:ext cx="7620" cy="15240"/>
            </a:xfrm>
            <a:custGeom>
              <a:avLst/>
              <a:gdLst/>
              <a:ahLst/>
              <a:cxnLst/>
              <a:rect l="l" t="t" r="r" b="b"/>
              <a:pathLst>
                <a:path w="7620" h="15240">
                  <a:moveTo>
                    <a:pt x="0" y="7365"/>
                  </a:moveTo>
                  <a:lnTo>
                    <a:pt x="0" y="11302"/>
                  </a:lnTo>
                  <a:lnTo>
                    <a:pt x="1397" y="14731"/>
                  </a:lnTo>
                  <a:lnTo>
                    <a:pt x="3555" y="14731"/>
                  </a:lnTo>
                  <a:lnTo>
                    <a:pt x="5715" y="14731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715" y="0"/>
                  </a:lnTo>
                  <a:lnTo>
                    <a:pt x="1397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6547104" y="1455419"/>
              <a:ext cx="53340" cy="14604"/>
            </a:xfrm>
            <a:custGeom>
              <a:avLst/>
              <a:gdLst/>
              <a:ahLst/>
              <a:cxnLst/>
              <a:rect l="l" t="t" r="r" b="b"/>
              <a:pathLst>
                <a:path w="53340" h="14605">
                  <a:moveTo>
                    <a:pt x="3810" y="5588"/>
                  </a:moveTo>
                  <a:lnTo>
                    <a:pt x="2921" y="3048"/>
                  </a:lnTo>
                  <a:lnTo>
                    <a:pt x="889" y="3048"/>
                  </a:lnTo>
                  <a:lnTo>
                    <a:pt x="0" y="5588"/>
                  </a:lnTo>
                  <a:lnTo>
                    <a:pt x="0" y="11938"/>
                  </a:lnTo>
                  <a:lnTo>
                    <a:pt x="889" y="14605"/>
                  </a:lnTo>
                  <a:lnTo>
                    <a:pt x="2921" y="14605"/>
                  </a:lnTo>
                  <a:lnTo>
                    <a:pt x="3810" y="11938"/>
                  </a:lnTo>
                  <a:lnTo>
                    <a:pt x="3810" y="5588"/>
                  </a:lnTo>
                  <a:close/>
                </a:path>
                <a:path w="53340" h="14605">
                  <a:moveTo>
                    <a:pt x="53086" y="2921"/>
                  </a:moveTo>
                  <a:lnTo>
                    <a:pt x="51295" y="0"/>
                  </a:lnTo>
                  <a:lnTo>
                    <a:pt x="47117" y="0"/>
                  </a:lnTo>
                  <a:lnTo>
                    <a:pt x="45720" y="2921"/>
                  </a:lnTo>
                  <a:lnTo>
                    <a:pt x="45720" y="10160"/>
                  </a:lnTo>
                  <a:lnTo>
                    <a:pt x="47117" y="13081"/>
                  </a:lnTo>
                  <a:lnTo>
                    <a:pt x="51295" y="13081"/>
                  </a:lnTo>
                  <a:lnTo>
                    <a:pt x="53086" y="10160"/>
                  </a:lnTo>
                  <a:lnTo>
                    <a:pt x="53086" y="2921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6592823" y="145541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476"/>
                  </a:moveTo>
                  <a:lnTo>
                    <a:pt x="0" y="10159"/>
                  </a:lnTo>
                  <a:lnTo>
                    <a:pt x="1397" y="13080"/>
                  </a:lnTo>
                  <a:lnTo>
                    <a:pt x="3428" y="13080"/>
                  </a:lnTo>
                  <a:lnTo>
                    <a:pt x="5587" y="13080"/>
                  </a:lnTo>
                  <a:lnTo>
                    <a:pt x="7366" y="10159"/>
                  </a:lnTo>
                  <a:lnTo>
                    <a:pt x="7366" y="2920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2920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6597395" y="1455370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9035" y="0"/>
                  </a:moveTo>
                  <a:lnTo>
                    <a:pt x="0" y="0"/>
                  </a:lnTo>
                  <a:lnTo>
                    <a:pt x="0" y="13130"/>
                  </a:lnTo>
                  <a:lnTo>
                    <a:pt x="9035" y="13130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6597395" y="1455370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0" y="13130"/>
                  </a:moveTo>
                  <a:lnTo>
                    <a:pt x="9035" y="13130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3130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6603491" y="145541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5587" y="0"/>
                  </a:moveTo>
                  <a:lnTo>
                    <a:pt x="1397" y="0"/>
                  </a:lnTo>
                  <a:lnTo>
                    <a:pt x="0" y="2920"/>
                  </a:lnTo>
                  <a:lnTo>
                    <a:pt x="0" y="10159"/>
                  </a:lnTo>
                  <a:lnTo>
                    <a:pt x="1397" y="13080"/>
                  </a:lnTo>
                  <a:lnTo>
                    <a:pt x="5587" y="13080"/>
                  </a:lnTo>
                  <a:lnTo>
                    <a:pt x="7365" y="10159"/>
                  </a:lnTo>
                  <a:lnTo>
                    <a:pt x="7365" y="2920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6603491" y="145541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476"/>
                  </a:moveTo>
                  <a:lnTo>
                    <a:pt x="0" y="10159"/>
                  </a:lnTo>
                  <a:lnTo>
                    <a:pt x="1397" y="13080"/>
                  </a:lnTo>
                  <a:lnTo>
                    <a:pt x="3428" y="13080"/>
                  </a:lnTo>
                  <a:lnTo>
                    <a:pt x="5587" y="13080"/>
                  </a:lnTo>
                  <a:lnTo>
                    <a:pt x="7238" y="10413"/>
                  </a:lnTo>
                  <a:lnTo>
                    <a:pt x="7365" y="10159"/>
                  </a:lnTo>
                  <a:lnTo>
                    <a:pt x="7365" y="2920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2920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6595872" y="1453895"/>
              <a:ext cx="48895" cy="13970"/>
            </a:xfrm>
            <a:custGeom>
              <a:avLst/>
              <a:gdLst/>
              <a:ahLst/>
              <a:cxnLst/>
              <a:rect l="l" t="t" r="r" b="b"/>
              <a:pathLst>
                <a:path w="48895" h="13969">
                  <a:moveTo>
                    <a:pt x="2794" y="5334"/>
                  </a:moveTo>
                  <a:lnTo>
                    <a:pt x="2273" y="3048"/>
                  </a:lnTo>
                  <a:lnTo>
                    <a:pt x="508" y="3048"/>
                  </a:lnTo>
                  <a:lnTo>
                    <a:pt x="0" y="5334"/>
                  </a:lnTo>
                  <a:lnTo>
                    <a:pt x="0" y="11303"/>
                  </a:lnTo>
                  <a:lnTo>
                    <a:pt x="508" y="13462"/>
                  </a:lnTo>
                  <a:lnTo>
                    <a:pt x="2273" y="13462"/>
                  </a:lnTo>
                  <a:lnTo>
                    <a:pt x="2794" y="11303"/>
                  </a:lnTo>
                  <a:lnTo>
                    <a:pt x="2794" y="5334"/>
                  </a:lnTo>
                  <a:close/>
                </a:path>
                <a:path w="48895" h="13969">
                  <a:moveTo>
                    <a:pt x="48501" y="3175"/>
                  </a:moveTo>
                  <a:lnTo>
                    <a:pt x="46723" y="0"/>
                  </a:lnTo>
                  <a:lnTo>
                    <a:pt x="42545" y="0"/>
                  </a:lnTo>
                  <a:lnTo>
                    <a:pt x="41148" y="3175"/>
                  </a:lnTo>
                  <a:lnTo>
                    <a:pt x="41148" y="10287"/>
                  </a:lnTo>
                  <a:lnTo>
                    <a:pt x="42545" y="13335"/>
                  </a:lnTo>
                  <a:lnTo>
                    <a:pt x="46723" y="13335"/>
                  </a:lnTo>
                  <a:lnTo>
                    <a:pt x="48501" y="10287"/>
                  </a:lnTo>
                  <a:lnTo>
                    <a:pt x="48501" y="317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6637019" y="1453895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857"/>
                  </a:moveTo>
                  <a:lnTo>
                    <a:pt x="0" y="10287"/>
                  </a:lnTo>
                  <a:lnTo>
                    <a:pt x="1397" y="13334"/>
                  </a:lnTo>
                  <a:lnTo>
                    <a:pt x="3428" y="13334"/>
                  </a:lnTo>
                  <a:lnTo>
                    <a:pt x="5587" y="13334"/>
                  </a:lnTo>
                  <a:lnTo>
                    <a:pt x="7365" y="10287"/>
                  </a:lnTo>
                  <a:lnTo>
                    <a:pt x="7365" y="3175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175"/>
                  </a:lnTo>
                  <a:lnTo>
                    <a:pt x="0" y="6857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6640067" y="1453841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9035" y="0"/>
                  </a:moveTo>
                  <a:lnTo>
                    <a:pt x="0" y="0"/>
                  </a:lnTo>
                  <a:lnTo>
                    <a:pt x="0" y="14659"/>
                  </a:lnTo>
                  <a:lnTo>
                    <a:pt x="9035" y="14659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6640067" y="1453841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4659"/>
                  </a:moveTo>
                  <a:lnTo>
                    <a:pt x="9035" y="14659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4659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6646163" y="1453895"/>
              <a:ext cx="7620" cy="15240"/>
            </a:xfrm>
            <a:custGeom>
              <a:avLst/>
              <a:gdLst/>
              <a:ahLst/>
              <a:cxnLst/>
              <a:rect l="l" t="t" r="r" b="b"/>
              <a:pathLst>
                <a:path w="7620" h="15240">
                  <a:moveTo>
                    <a:pt x="5587" y="0"/>
                  </a:moveTo>
                  <a:lnTo>
                    <a:pt x="1396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6" y="14731"/>
                  </a:lnTo>
                  <a:lnTo>
                    <a:pt x="5587" y="14731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6646163" y="1453895"/>
              <a:ext cx="7620" cy="15240"/>
            </a:xfrm>
            <a:custGeom>
              <a:avLst/>
              <a:gdLst/>
              <a:ahLst/>
              <a:cxnLst/>
              <a:rect l="l" t="t" r="r" b="b"/>
              <a:pathLst>
                <a:path w="7620" h="15240">
                  <a:moveTo>
                    <a:pt x="0" y="7365"/>
                  </a:moveTo>
                  <a:lnTo>
                    <a:pt x="0" y="11302"/>
                  </a:lnTo>
                  <a:lnTo>
                    <a:pt x="1396" y="14731"/>
                  </a:lnTo>
                  <a:lnTo>
                    <a:pt x="3428" y="14731"/>
                  </a:lnTo>
                  <a:lnTo>
                    <a:pt x="5587" y="14731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lnTo>
                    <a:pt x="1396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6638544" y="1450847"/>
              <a:ext cx="48895" cy="16510"/>
            </a:xfrm>
            <a:custGeom>
              <a:avLst/>
              <a:gdLst/>
              <a:ahLst/>
              <a:cxnLst/>
              <a:rect l="l" t="t" r="r" b="b"/>
              <a:pathLst>
                <a:path w="48895" h="16509">
                  <a:moveTo>
                    <a:pt x="4178" y="7239"/>
                  </a:moveTo>
                  <a:lnTo>
                    <a:pt x="3302" y="4572"/>
                  </a:lnTo>
                  <a:lnTo>
                    <a:pt x="762" y="4572"/>
                  </a:lnTo>
                  <a:lnTo>
                    <a:pt x="0" y="7239"/>
                  </a:lnTo>
                  <a:lnTo>
                    <a:pt x="0" y="13843"/>
                  </a:lnTo>
                  <a:lnTo>
                    <a:pt x="762" y="16510"/>
                  </a:lnTo>
                  <a:lnTo>
                    <a:pt x="3302" y="16510"/>
                  </a:lnTo>
                  <a:lnTo>
                    <a:pt x="4178" y="13843"/>
                  </a:lnTo>
                  <a:lnTo>
                    <a:pt x="4178" y="7239"/>
                  </a:lnTo>
                  <a:close/>
                </a:path>
                <a:path w="48895" h="16509">
                  <a:moveTo>
                    <a:pt x="48514" y="3048"/>
                  </a:moveTo>
                  <a:lnTo>
                    <a:pt x="46736" y="0"/>
                  </a:lnTo>
                  <a:lnTo>
                    <a:pt x="42545" y="0"/>
                  </a:lnTo>
                  <a:lnTo>
                    <a:pt x="41148" y="3048"/>
                  </a:lnTo>
                  <a:lnTo>
                    <a:pt x="41148" y="10287"/>
                  </a:lnTo>
                  <a:lnTo>
                    <a:pt x="42545" y="13335"/>
                  </a:lnTo>
                  <a:lnTo>
                    <a:pt x="46736" y="13335"/>
                  </a:lnTo>
                  <a:lnTo>
                    <a:pt x="48514" y="10287"/>
                  </a:lnTo>
                  <a:lnTo>
                    <a:pt x="48514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6679691" y="1450847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857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8" y="13335"/>
                  </a:lnTo>
                  <a:lnTo>
                    <a:pt x="5587" y="13335"/>
                  </a:lnTo>
                  <a:lnTo>
                    <a:pt x="7365" y="10287"/>
                  </a:lnTo>
                  <a:lnTo>
                    <a:pt x="7365" y="304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857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6684263" y="1450864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7529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7529" y="14588"/>
                  </a:lnTo>
                  <a:lnTo>
                    <a:pt x="752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6684263" y="1450864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14588"/>
                  </a:moveTo>
                  <a:lnTo>
                    <a:pt x="7529" y="14588"/>
                  </a:lnTo>
                  <a:lnTo>
                    <a:pt x="7529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6688835" y="1450847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8" y="0"/>
                  </a:moveTo>
                  <a:lnTo>
                    <a:pt x="139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7" y="14604"/>
                  </a:lnTo>
                  <a:lnTo>
                    <a:pt x="5588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6688835" y="1450847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5"/>
                  </a:moveTo>
                  <a:lnTo>
                    <a:pt x="0" y="11302"/>
                  </a:lnTo>
                  <a:lnTo>
                    <a:pt x="1397" y="14604"/>
                  </a:lnTo>
                  <a:lnTo>
                    <a:pt x="3429" y="14604"/>
                  </a:lnTo>
                  <a:lnTo>
                    <a:pt x="5588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6682740" y="1447799"/>
              <a:ext cx="78740" cy="16510"/>
            </a:xfrm>
            <a:custGeom>
              <a:avLst/>
              <a:gdLst/>
              <a:ahLst/>
              <a:cxnLst/>
              <a:rect l="l" t="t" r="r" b="b"/>
              <a:pathLst>
                <a:path w="78740" h="16509">
                  <a:moveTo>
                    <a:pt x="2794" y="7239"/>
                  </a:moveTo>
                  <a:lnTo>
                    <a:pt x="2286" y="4572"/>
                  </a:lnTo>
                  <a:lnTo>
                    <a:pt x="508" y="4572"/>
                  </a:lnTo>
                  <a:lnTo>
                    <a:pt x="0" y="7239"/>
                  </a:lnTo>
                  <a:lnTo>
                    <a:pt x="0" y="13462"/>
                  </a:lnTo>
                  <a:lnTo>
                    <a:pt x="508" y="16129"/>
                  </a:lnTo>
                  <a:lnTo>
                    <a:pt x="2286" y="16129"/>
                  </a:lnTo>
                  <a:lnTo>
                    <a:pt x="2794" y="13462"/>
                  </a:lnTo>
                  <a:lnTo>
                    <a:pt x="2794" y="7239"/>
                  </a:lnTo>
                  <a:close/>
                </a:path>
                <a:path w="78740" h="16509">
                  <a:moveTo>
                    <a:pt x="78613" y="3048"/>
                  </a:moveTo>
                  <a:lnTo>
                    <a:pt x="77216" y="0"/>
                  </a:lnTo>
                  <a:lnTo>
                    <a:pt x="73025" y="0"/>
                  </a:lnTo>
                  <a:lnTo>
                    <a:pt x="71628" y="3048"/>
                  </a:lnTo>
                  <a:lnTo>
                    <a:pt x="71628" y="10287"/>
                  </a:lnTo>
                  <a:lnTo>
                    <a:pt x="73025" y="13335"/>
                  </a:lnTo>
                  <a:lnTo>
                    <a:pt x="77216" y="13335"/>
                  </a:lnTo>
                  <a:lnTo>
                    <a:pt x="78613" y="10287"/>
                  </a:lnTo>
                  <a:lnTo>
                    <a:pt x="78613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6754367" y="1447799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4">
                  <a:moveTo>
                    <a:pt x="0" y="6858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555" y="13335"/>
                  </a:lnTo>
                  <a:lnTo>
                    <a:pt x="5587" y="13335"/>
                  </a:lnTo>
                  <a:lnTo>
                    <a:pt x="6984" y="10287"/>
                  </a:lnTo>
                  <a:lnTo>
                    <a:pt x="6984" y="304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6758939" y="1447816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9035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9035" y="14588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6758939" y="1447816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14588"/>
                  </a:moveTo>
                  <a:lnTo>
                    <a:pt x="9035" y="14588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6763511" y="1447799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90" h="14605">
                  <a:moveTo>
                    <a:pt x="6604" y="0"/>
                  </a:moveTo>
                  <a:lnTo>
                    <a:pt x="2032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2032" y="14604"/>
                  </a:lnTo>
                  <a:lnTo>
                    <a:pt x="6604" y="14604"/>
                  </a:lnTo>
                  <a:lnTo>
                    <a:pt x="8509" y="11302"/>
                  </a:lnTo>
                  <a:lnTo>
                    <a:pt x="8509" y="3301"/>
                  </a:lnTo>
                  <a:lnTo>
                    <a:pt x="660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6763511" y="1447799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90" h="14605">
                  <a:moveTo>
                    <a:pt x="0" y="7365"/>
                  </a:moveTo>
                  <a:lnTo>
                    <a:pt x="0" y="11302"/>
                  </a:lnTo>
                  <a:lnTo>
                    <a:pt x="2032" y="14604"/>
                  </a:lnTo>
                  <a:lnTo>
                    <a:pt x="4318" y="14604"/>
                  </a:lnTo>
                  <a:lnTo>
                    <a:pt x="6604" y="14604"/>
                  </a:lnTo>
                  <a:lnTo>
                    <a:pt x="8509" y="11302"/>
                  </a:lnTo>
                  <a:lnTo>
                    <a:pt x="8509" y="3301"/>
                  </a:lnTo>
                  <a:lnTo>
                    <a:pt x="6604" y="0"/>
                  </a:lnTo>
                  <a:lnTo>
                    <a:pt x="2032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6757416" y="1444751"/>
              <a:ext cx="55880" cy="16510"/>
            </a:xfrm>
            <a:custGeom>
              <a:avLst/>
              <a:gdLst/>
              <a:ahLst/>
              <a:cxnLst/>
              <a:rect l="l" t="t" r="r" b="b"/>
              <a:pathLst>
                <a:path w="55879" h="16509">
                  <a:moveTo>
                    <a:pt x="2794" y="7239"/>
                  </a:moveTo>
                  <a:lnTo>
                    <a:pt x="2286" y="4572"/>
                  </a:lnTo>
                  <a:lnTo>
                    <a:pt x="508" y="4572"/>
                  </a:lnTo>
                  <a:lnTo>
                    <a:pt x="0" y="7239"/>
                  </a:lnTo>
                  <a:lnTo>
                    <a:pt x="0" y="13462"/>
                  </a:lnTo>
                  <a:lnTo>
                    <a:pt x="508" y="16129"/>
                  </a:lnTo>
                  <a:lnTo>
                    <a:pt x="2286" y="16129"/>
                  </a:lnTo>
                  <a:lnTo>
                    <a:pt x="2794" y="13462"/>
                  </a:lnTo>
                  <a:lnTo>
                    <a:pt x="2794" y="7239"/>
                  </a:lnTo>
                  <a:close/>
                </a:path>
                <a:path w="55879" h="16509">
                  <a:moveTo>
                    <a:pt x="55753" y="3048"/>
                  </a:moveTo>
                  <a:lnTo>
                    <a:pt x="54356" y="0"/>
                  </a:lnTo>
                  <a:lnTo>
                    <a:pt x="50165" y="0"/>
                  </a:lnTo>
                  <a:lnTo>
                    <a:pt x="48768" y="3048"/>
                  </a:lnTo>
                  <a:lnTo>
                    <a:pt x="48768" y="10287"/>
                  </a:lnTo>
                  <a:lnTo>
                    <a:pt x="50165" y="13335"/>
                  </a:lnTo>
                  <a:lnTo>
                    <a:pt x="54356" y="13335"/>
                  </a:lnTo>
                  <a:lnTo>
                    <a:pt x="55753" y="10287"/>
                  </a:lnTo>
                  <a:lnTo>
                    <a:pt x="55753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6806183" y="1444751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4">
                  <a:moveTo>
                    <a:pt x="0" y="6858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9" y="13335"/>
                  </a:lnTo>
                  <a:lnTo>
                    <a:pt x="5588" y="13335"/>
                  </a:lnTo>
                  <a:lnTo>
                    <a:pt x="6985" y="10287"/>
                  </a:lnTo>
                  <a:lnTo>
                    <a:pt x="6985" y="3048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6809231" y="1444768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9035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9035" y="14588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6809231" y="1444768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14588"/>
                  </a:moveTo>
                  <a:lnTo>
                    <a:pt x="9035" y="14588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6815327" y="144475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8" y="0"/>
                  </a:moveTo>
                  <a:lnTo>
                    <a:pt x="139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7" y="14605"/>
                  </a:lnTo>
                  <a:lnTo>
                    <a:pt x="5588" y="14605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6815327" y="144475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238"/>
                  </a:moveTo>
                  <a:lnTo>
                    <a:pt x="0" y="11302"/>
                  </a:lnTo>
                  <a:lnTo>
                    <a:pt x="1397" y="14605"/>
                  </a:lnTo>
                  <a:lnTo>
                    <a:pt x="3428" y="14605"/>
                  </a:lnTo>
                  <a:lnTo>
                    <a:pt x="5588" y="14605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301"/>
                  </a:lnTo>
                  <a:lnTo>
                    <a:pt x="0" y="723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6807708" y="1444751"/>
              <a:ext cx="52705" cy="13335"/>
            </a:xfrm>
            <a:custGeom>
              <a:avLst/>
              <a:gdLst/>
              <a:ahLst/>
              <a:cxnLst/>
              <a:rect l="l" t="t" r="r" b="b"/>
              <a:pathLst>
                <a:path w="52704" h="13334">
                  <a:moveTo>
                    <a:pt x="4191" y="4191"/>
                  </a:moveTo>
                  <a:lnTo>
                    <a:pt x="3302" y="1524"/>
                  </a:lnTo>
                  <a:lnTo>
                    <a:pt x="889" y="1524"/>
                  </a:lnTo>
                  <a:lnTo>
                    <a:pt x="0" y="4191"/>
                  </a:lnTo>
                  <a:lnTo>
                    <a:pt x="0" y="10541"/>
                  </a:lnTo>
                  <a:lnTo>
                    <a:pt x="889" y="13208"/>
                  </a:lnTo>
                  <a:lnTo>
                    <a:pt x="3302" y="13208"/>
                  </a:lnTo>
                  <a:lnTo>
                    <a:pt x="4191" y="10541"/>
                  </a:lnTo>
                  <a:lnTo>
                    <a:pt x="4191" y="4191"/>
                  </a:lnTo>
                  <a:close/>
                </a:path>
                <a:path w="52704" h="13334">
                  <a:moveTo>
                    <a:pt x="52705" y="3048"/>
                  </a:moveTo>
                  <a:lnTo>
                    <a:pt x="51308" y="0"/>
                  </a:lnTo>
                  <a:lnTo>
                    <a:pt x="47117" y="0"/>
                  </a:lnTo>
                  <a:lnTo>
                    <a:pt x="45720" y="3048"/>
                  </a:lnTo>
                  <a:lnTo>
                    <a:pt x="45720" y="10287"/>
                  </a:lnTo>
                  <a:lnTo>
                    <a:pt x="47117" y="13335"/>
                  </a:lnTo>
                  <a:lnTo>
                    <a:pt x="51308" y="13335"/>
                  </a:lnTo>
                  <a:lnTo>
                    <a:pt x="52705" y="10287"/>
                  </a:lnTo>
                  <a:lnTo>
                    <a:pt x="52705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6853427" y="1444751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4">
                  <a:moveTo>
                    <a:pt x="0" y="6858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8" y="13335"/>
                  </a:lnTo>
                  <a:lnTo>
                    <a:pt x="5588" y="13335"/>
                  </a:lnTo>
                  <a:lnTo>
                    <a:pt x="6985" y="10287"/>
                  </a:lnTo>
                  <a:lnTo>
                    <a:pt x="6985" y="3048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6857999" y="1444768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8966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8966" y="14588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6857999" y="1444768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14588"/>
                  </a:moveTo>
                  <a:lnTo>
                    <a:pt x="8966" y="14588"/>
                  </a:lnTo>
                  <a:lnTo>
                    <a:pt x="8966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6864095" y="144475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7" y="0"/>
                  </a:moveTo>
                  <a:lnTo>
                    <a:pt x="139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7" y="14605"/>
                  </a:lnTo>
                  <a:lnTo>
                    <a:pt x="5587" y="14605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6864095" y="144475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238"/>
                  </a:moveTo>
                  <a:lnTo>
                    <a:pt x="0" y="11302"/>
                  </a:lnTo>
                  <a:lnTo>
                    <a:pt x="1397" y="14605"/>
                  </a:lnTo>
                  <a:lnTo>
                    <a:pt x="3428" y="14605"/>
                  </a:lnTo>
                  <a:lnTo>
                    <a:pt x="5587" y="14605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301"/>
                  </a:lnTo>
                  <a:lnTo>
                    <a:pt x="0" y="723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6856476" y="1443227"/>
              <a:ext cx="55880" cy="15240"/>
            </a:xfrm>
            <a:custGeom>
              <a:avLst/>
              <a:gdLst/>
              <a:ahLst/>
              <a:cxnLst/>
              <a:rect l="l" t="t" r="r" b="b"/>
              <a:pathLst>
                <a:path w="55879" h="15240">
                  <a:moveTo>
                    <a:pt x="4191" y="5715"/>
                  </a:moveTo>
                  <a:lnTo>
                    <a:pt x="3302" y="3048"/>
                  </a:lnTo>
                  <a:lnTo>
                    <a:pt x="889" y="3048"/>
                  </a:lnTo>
                  <a:lnTo>
                    <a:pt x="0" y="5715"/>
                  </a:lnTo>
                  <a:lnTo>
                    <a:pt x="0" y="12065"/>
                  </a:lnTo>
                  <a:lnTo>
                    <a:pt x="889" y="14732"/>
                  </a:lnTo>
                  <a:lnTo>
                    <a:pt x="3302" y="14732"/>
                  </a:lnTo>
                  <a:lnTo>
                    <a:pt x="4191" y="12065"/>
                  </a:lnTo>
                  <a:lnTo>
                    <a:pt x="4191" y="5715"/>
                  </a:lnTo>
                  <a:close/>
                </a:path>
                <a:path w="55879" h="15240">
                  <a:moveTo>
                    <a:pt x="55753" y="3048"/>
                  </a:moveTo>
                  <a:lnTo>
                    <a:pt x="54356" y="0"/>
                  </a:lnTo>
                  <a:lnTo>
                    <a:pt x="50165" y="0"/>
                  </a:lnTo>
                  <a:lnTo>
                    <a:pt x="48768" y="3048"/>
                  </a:lnTo>
                  <a:lnTo>
                    <a:pt x="48768" y="10287"/>
                  </a:lnTo>
                  <a:lnTo>
                    <a:pt x="50165" y="13335"/>
                  </a:lnTo>
                  <a:lnTo>
                    <a:pt x="54356" y="13335"/>
                  </a:lnTo>
                  <a:lnTo>
                    <a:pt x="55753" y="10287"/>
                  </a:lnTo>
                  <a:lnTo>
                    <a:pt x="55753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6905243" y="1443227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4">
                  <a:moveTo>
                    <a:pt x="0" y="6858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8" y="13335"/>
                  </a:lnTo>
                  <a:lnTo>
                    <a:pt x="5587" y="13335"/>
                  </a:lnTo>
                  <a:lnTo>
                    <a:pt x="6984" y="10287"/>
                  </a:lnTo>
                  <a:lnTo>
                    <a:pt x="6984" y="304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85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6908291" y="1443178"/>
              <a:ext cx="8890" cy="13335"/>
            </a:xfrm>
            <a:custGeom>
              <a:avLst/>
              <a:gdLst/>
              <a:ahLst/>
              <a:cxnLst/>
              <a:rect l="l" t="t" r="r" b="b"/>
              <a:pathLst>
                <a:path w="8890" h="13334">
                  <a:moveTo>
                    <a:pt x="8694" y="0"/>
                  </a:moveTo>
                  <a:lnTo>
                    <a:pt x="0" y="0"/>
                  </a:lnTo>
                  <a:lnTo>
                    <a:pt x="0" y="13130"/>
                  </a:lnTo>
                  <a:lnTo>
                    <a:pt x="8694" y="13130"/>
                  </a:lnTo>
                  <a:lnTo>
                    <a:pt x="8694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6908291" y="1443178"/>
              <a:ext cx="8890" cy="13335"/>
            </a:xfrm>
            <a:custGeom>
              <a:avLst/>
              <a:gdLst/>
              <a:ahLst/>
              <a:cxnLst/>
              <a:rect l="l" t="t" r="r" b="b"/>
              <a:pathLst>
                <a:path w="8890" h="13334">
                  <a:moveTo>
                    <a:pt x="0" y="13130"/>
                  </a:moveTo>
                  <a:lnTo>
                    <a:pt x="8694" y="13130"/>
                  </a:lnTo>
                  <a:lnTo>
                    <a:pt x="8694" y="0"/>
                  </a:lnTo>
                  <a:lnTo>
                    <a:pt x="0" y="0"/>
                  </a:lnTo>
                  <a:lnTo>
                    <a:pt x="0" y="13130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6914387" y="1443227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5587" y="0"/>
                  </a:moveTo>
                  <a:lnTo>
                    <a:pt x="1396" y="0"/>
                  </a:lnTo>
                  <a:lnTo>
                    <a:pt x="0" y="2921"/>
                  </a:lnTo>
                  <a:lnTo>
                    <a:pt x="0" y="10160"/>
                  </a:lnTo>
                  <a:lnTo>
                    <a:pt x="1396" y="13081"/>
                  </a:lnTo>
                  <a:lnTo>
                    <a:pt x="5587" y="13081"/>
                  </a:lnTo>
                  <a:lnTo>
                    <a:pt x="7365" y="10160"/>
                  </a:lnTo>
                  <a:lnTo>
                    <a:pt x="7365" y="2921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6914387" y="1443227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4">
                  <a:moveTo>
                    <a:pt x="0" y="6604"/>
                  </a:moveTo>
                  <a:lnTo>
                    <a:pt x="0" y="10160"/>
                  </a:lnTo>
                  <a:lnTo>
                    <a:pt x="1396" y="13081"/>
                  </a:lnTo>
                  <a:lnTo>
                    <a:pt x="3428" y="13081"/>
                  </a:lnTo>
                  <a:lnTo>
                    <a:pt x="5587" y="13081"/>
                  </a:lnTo>
                  <a:lnTo>
                    <a:pt x="7365" y="10160"/>
                  </a:lnTo>
                  <a:lnTo>
                    <a:pt x="7365" y="2921"/>
                  </a:lnTo>
                  <a:lnTo>
                    <a:pt x="5587" y="0"/>
                  </a:lnTo>
                  <a:lnTo>
                    <a:pt x="1396" y="0"/>
                  </a:lnTo>
                  <a:lnTo>
                    <a:pt x="0" y="2921"/>
                  </a:lnTo>
                  <a:lnTo>
                    <a:pt x="0" y="6604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6906767" y="1444751"/>
              <a:ext cx="3175" cy="10160"/>
            </a:xfrm>
            <a:custGeom>
              <a:avLst/>
              <a:gdLst/>
              <a:ahLst/>
              <a:cxnLst/>
              <a:rect l="l" t="t" r="r" b="b"/>
              <a:pathLst>
                <a:path w="3175" h="10159">
                  <a:moveTo>
                    <a:pt x="2412" y="0"/>
                  </a:moveTo>
                  <a:lnTo>
                    <a:pt x="634" y="0"/>
                  </a:lnTo>
                  <a:lnTo>
                    <a:pt x="0" y="2286"/>
                  </a:lnTo>
                  <a:lnTo>
                    <a:pt x="0" y="7874"/>
                  </a:lnTo>
                  <a:lnTo>
                    <a:pt x="634" y="10160"/>
                  </a:lnTo>
                  <a:lnTo>
                    <a:pt x="2412" y="10160"/>
                  </a:lnTo>
                  <a:lnTo>
                    <a:pt x="3048" y="7874"/>
                  </a:lnTo>
                  <a:lnTo>
                    <a:pt x="3048" y="2286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6722363" y="1437131"/>
              <a:ext cx="25400" cy="34925"/>
            </a:xfrm>
            <a:custGeom>
              <a:avLst/>
              <a:gdLst/>
              <a:ahLst/>
              <a:cxnLst/>
              <a:rect l="l" t="t" r="r" b="b"/>
              <a:pathLst>
                <a:path w="25400" h="34925">
                  <a:moveTo>
                    <a:pt x="25400" y="0"/>
                  </a:moveTo>
                  <a:lnTo>
                    <a:pt x="0" y="0"/>
                  </a:lnTo>
                  <a:lnTo>
                    <a:pt x="0" y="34797"/>
                  </a:lnTo>
                  <a:lnTo>
                    <a:pt x="25400" y="32765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6722363" y="1437131"/>
              <a:ext cx="25400" cy="34925"/>
            </a:xfrm>
            <a:custGeom>
              <a:avLst/>
              <a:gdLst/>
              <a:ahLst/>
              <a:cxnLst/>
              <a:rect l="l" t="t" r="r" b="b"/>
              <a:pathLst>
                <a:path w="25400" h="34925">
                  <a:moveTo>
                    <a:pt x="0" y="34797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2765"/>
                  </a:lnTo>
                  <a:lnTo>
                    <a:pt x="0" y="34797"/>
                  </a:lnTo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6292595" y="2122931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69">
                  <a:moveTo>
                    <a:pt x="5968" y="0"/>
                  </a:moveTo>
                  <a:lnTo>
                    <a:pt x="1650" y="0"/>
                  </a:lnTo>
                  <a:lnTo>
                    <a:pt x="0" y="3175"/>
                  </a:lnTo>
                  <a:lnTo>
                    <a:pt x="0" y="10287"/>
                  </a:lnTo>
                  <a:lnTo>
                    <a:pt x="1650" y="13462"/>
                  </a:lnTo>
                  <a:lnTo>
                    <a:pt x="5968" y="13462"/>
                  </a:lnTo>
                  <a:lnTo>
                    <a:pt x="7365" y="10287"/>
                  </a:lnTo>
                  <a:lnTo>
                    <a:pt x="7365" y="3175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6292595" y="2122931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69">
                  <a:moveTo>
                    <a:pt x="5968" y="0"/>
                  </a:moveTo>
                  <a:lnTo>
                    <a:pt x="1650" y="0"/>
                  </a:lnTo>
                  <a:lnTo>
                    <a:pt x="0" y="3175"/>
                  </a:lnTo>
                  <a:lnTo>
                    <a:pt x="0" y="10287"/>
                  </a:lnTo>
                  <a:lnTo>
                    <a:pt x="1650" y="13462"/>
                  </a:lnTo>
                  <a:lnTo>
                    <a:pt x="3809" y="13462"/>
                  </a:lnTo>
                  <a:lnTo>
                    <a:pt x="5968" y="13462"/>
                  </a:lnTo>
                  <a:lnTo>
                    <a:pt x="7365" y="10287"/>
                  </a:lnTo>
                  <a:lnTo>
                    <a:pt x="7365" y="3175"/>
                  </a:lnTo>
                  <a:lnTo>
                    <a:pt x="5968" y="0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6297167" y="2122945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9035" y="0"/>
                  </a:moveTo>
                  <a:lnTo>
                    <a:pt x="0" y="0"/>
                  </a:lnTo>
                  <a:lnTo>
                    <a:pt x="0" y="13194"/>
                  </a:lnTo>
                  <a:lnTo>
                    <a:pt x="9035" y="13194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6297167" y="2122945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13194"/>
                  </a:moveTo>
                  <a:lnTo>
                    <a:pt x="9035" y="13194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3194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6301739" y="2122931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5969" y="0"/>
                  </a:moveTo>
                  <a:lnTo>
                    <a:pt x="1650" y="0"/>
                  </a:lnTo>
                  <a:lnTo>
                    <a:pt x="0" y="3047"/>
                  </a:lnTo>
                  <a:lnTo>
                    <a:pt x="0" y="10159"/>
                  </a:lnTo>
                  <a:lnTo>
                    <a:pt x="1650" y="13207"/>
                  </a:lnTo>
                  <a:lnTo>
                    <a:pt x="5969" y="13207"/>
                  </a:lnTo>
                  <a:lnTo>
                    <a:pt x="7365" y="10159"/>
                  </a:lnTo>
                  <a:lnTo>
                    <a:pt x="7365" y="3047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6301739" y="2122931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603"/>
                  </a:moveTo>
                  <a:lnTo>
                    <a:pt x="0" y="10159"/>
                  </a:lnTo>
                  <a:lnTo>
                    <a:pt x="1650" y="13207"/>
                  </a:lnTo>
                  <a:lnTo>
                    <a:pt x="3810" y="13207"/>
                  </a:lnTo>
                  <a:lnTo>
                    <a:pt x="5969" y="13207"/>
                  </a:lnTo>
                  <a:lnTo>
                    <a:pt x="7365" y="10159"/>
                  </a:lnTo>
                  <a:lnTo>
                    <a:pt x="7365" y="3047"/>
                  </a:lnTo>
                  <a:lnTo>
                    <a:pt x="5969" y="0"/>
                  </a:lnTo>
                  <a:lnTo>
                    <a:pt x="1650" y="0"/>
                  </a:lnTo>
                  <a:lnTo>
                    <a:pt x="0" y="3047"/>
                  </a:lnTo>
                  <a:lnTo>
                    <a:pt x="0" y="6603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6295644" y="2115311"/>
              <a:ext cx="50165" cy="19685"/>
            </a:xfrm>
            <a:custGeom>
              <a:avLst/>
              <a:gdLst/>
              <a:ahLst/>
              <a:cxnLst/>
              <a:rect l="l" t="t" r="r" b="b"/>
              <a:pathLst>
                <a:path w="50164" h="19685">
                  <a:moveTo>
                    <a:pt x="2794" y="11430"/>
                  </a:moveTo>
                  <a:lnTo>
                    <a:pt x="2286" y="9144"/>
                  </a:lnTo>
                  <a:lnTo>
                    <a:pt x="508" y="9144"/>
                  </a:lnTo>
                  <a:lnTo>
                    <a:pt x="0" y="11430"/>
                  </a:lnTo>
                  <a:lnTo>
                    <a:pt x="0" y="17018"/>
                  </a:lnTo>
                  <a:lnTo>
                    <a:pt x="508" y="19304"/>
                  </a:lnTo>
                  <a:lnTo>
                    <a:pt x="2286" y="19304"/>
                  </a:lnTo>
                  <a:lnTo>
                    <a:pt x="2794" y="17018"/>
                  </a:lnTo>
                  <a:lnTo>
                    <a:pt x="2794" y="11430"/>
                  </a:lnTo>
                  <a:close/>
                </a:path>
                <a:path w="50164" h="19685">
                  <a:moveTo>
                    <a:pt x="49657" y="3048"/>
                  </a:moveTo>
                  <a:lnTo>
                    <a:pt x="48260" y="0"/>
                  </a:lnTo>
                  <a:lnTo>
                    <a:pt x="44069" y="0"/>
                  </a:lnTo>
                  <a:lnTo>
                    <a:pt x="42672" y="3048"/>
                  </a:lnTo>
                  <a:lnTo>
                    <a:pt x="42672" y="10287"/>
                  </a:lnTo>
                  <a:lnTo>
                    <a:pt x="44069" y="13335"/>
                  </a:lnTo>
                  <a:lnTo>
                    <a:pt x="48260" y="13335"/>
                  </a:lnTo>
                  <a:lnTo>
                    <a:pt x="49657" y="10287"/>
                  </a:lnTo>
                  <a:lnTo>
                    <a:pt x="49657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6338315" y="2115311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5" h="13335">
                  <a:moveTo>
                    <a:pt x="0" y="6476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9" y="13335"/>
                  </a:lnTo>
                  <a:lnTo>
                    <a:pt x="5587" y="13335"/>
                  </a:lnTo>
                  <a:lnTo>
                    <a:pt x="6985" y="10287"/>
                  </a:lnTo>
                  <a:lnTo>
                    <a:pt x="6985" y="304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6342887" y="2115262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8966" y="0"/>
                  </a:moveTo>
                  <a:lnTo>
                    <a:pt x="0" y="0"/>
                  </a:lnTo>
                  <a:lnTo>
                    <a:pt x="0" y="13130"/>
                  </a:lnTo>
                  <a:lnTo>
                    <a:pt x="8966" y="13130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6342887" y="2115262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13130"/>
                  </a:moveTo>
                  <a:lnTo>
                    <a:pt x="8966" y="13130"/>
                  </a:lnTo>
                  <a:lnTo>
                    <a:pt x="8966" y="0"/>
                  </a:lnTo>
                  <a:lnTo>
                    <a:pt x="0" y="0"/>
                  </a:lnTo>
                  <a:lnTo>
                    <a:pt x="0" y="13130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6348983" y="2115311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5461" y="0"/>
                  </a:moveTo>
                  <a:lnTo>
                    <a:pt x="1650" y="0"/>
                  </a:lnTo>
                  <a:lnTo>
                    <a:pt x="0" y="2921"/>
                  </a:lnTo>
                  <a:lnTo>
                    <a:pt x="0" y="10160"/>
                  </a:lnTo>
                  <a:lnTo>
                    <a:pt x="1650" y="13080"/>
                  </a:lnTo>
                  <a:lnTo>
                    <a:pt x="5461" y="13080"/>
                  </a:lnTo>
                  <a:lnTo>
                    <a:pt x="7112" y="10160"/>
                  </a:lnTo>
                  <a:lnTo>
                    <a:pt x="7112" y="2921"/>
                  </a:lnTo>
                  <a:lnTo>
                    <a:pt x="546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6348983" y="2115311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476"/>
                  </a:moveTo>
                  <a:lnTo>
                    <a:pt x="0" y="10160"/>
                  </a:lnTo>
                  <a:lnTo>
                    <a:pt x="1650" y="13080"/>
                  </a:lnTo>
                  <a:lnTo>
                    <a:pt x="3555" y="13080"/>
                  </a:lnTo>
                  <a:lnTo>
                    <a:pt x="5461" y="13080"/>
                  </a:lnTo>
                  <a:lnTo>
                    <a:pt x="7112" y="10160"/>
                  </a:lnTo>
                  <a:lnTo>
                    <a:pt x="7112" y="2921"/>
                  </a:lnTo>
                  <a:lnTo>
                    <a:pt x="5461" y="0"/>
                  </a:lnTo>
                  <a:lnTo>
                    <a:pt x="1650" y="0"/>
                  </a:lnTo>
                  <a:lnTo>
                    <a:pt x="0" y="2921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6341364" y="2107691"/>
              <a:ext cx="59690" cy="19685"/>
            </a:xfrm>
            <a:custGeom>
              <a:avLst/>
              <a:gdLst/>
              <a:ahLst/>
              <a:cxnLst/>
              <a:rect l="l" t="t" r="r" b="b"/>
              <a:pathLst>
                <a:path w="59689" h="19685">
                  <a:moveTo>
                    <a:pt x="3048" y="11430"/>
                  </a:moveTo>
                  <a:lnTo>
                    <a:pt x="2413" y="9144"/>
                  </a:lnTo>
                  <a:lnTo>
                    <a:pt x="635" y="9144"/>
                  </a:lnTo>
                  <a:lnTo>
                    <a:pt x="0" y="11430"/>
                  </a:lnTo>
                  <a:lnTo>
                    <a:pt x="0" y="17399"/>
                  </a:lnTo>
                  <a:lnTo>
                    <a:pt x="635" y="19685"/>
                  </a:lnTo>
                  <a:lnTo>
                    <a:pt x="2413" y="19685"/>
                  </a:lnTo>
                  <a:lnTo>
                    <a:pt x="3048" y="17399"/>
                  </a:lnTo>
                  <a:lnTo>
                    <a:pt x="3048" y="11430"/>
                  </a:lnTo>
                  <a:close/>
                </a:path>
                <a:path w="59689" h="19685">
                  <a:moveTo>
                    <a:pt x="59182" y="3048"/>
                  </a:moveTo>
                  <a:lnTo>
                    <a:pt x="57785" y="0"/>
                  </a:lnTo>
                  <a:lnTo>
                    <a:pt x="53467" y="0"/>
                  </a:lnTo>
                  <a:lnTo>
                    <a:pt x="51816" y="3048"/>
                  </a:lnTo>
                  <a:lnTo>
                    <a:pt x="51816" y="10287"/>
                  </a:lnTo>
                  <a:lnTo>
                    <a:pt x="53467" y="13335"/>
                  </a:lnTo>
                  <a:lnTo>
                    <a:pt x="57785" y="13335"/>
                  </a:lnTo>
                  <a:lnTo>
                    <a:pt x="59182" y="10287"/>
                  </a:lnTo>
                  <a:lnTo>
                    <a:pt x="59182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6393179" y="2107691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604"/>
                  </a:moveTo>
                  <a:lnTo>
                    <a:pt x="0" y="10287"/>
                  </a:lnTo>
                  <a:lnTo>
                    <a:pt x="1650" y="13335"/>
                  </a:lnTo>
                  <a:lnTo>
                    <a:pt x="3810" y="13335"/>
                  </a:lnTo>
                  <a:lnTo>
                    <a:pt x="5969" y="13335"/>
                  </a:lnTo>
                  <a:lnTo>
                    <a:pt x="7366" y="10287"/>
                  </a:lnTo>
                  <a:lnTo>
                    <a:pt x="7366" y="3048"/>
                  </a:lnTo>
                  <a:lnTo>
                    <a:pt x="5969" y="0"/>
                  </a:lnTo>
                  <a:lnTo>
                    <a:pt x="1650" y="0"/>
                  </a:lnTo>
                  <a:lnTo>
                    <a:pt x="0" y="3048"/>
                  </a:lnTo>
                  <a:lnTo>
                    <a:pt x="0" y="6604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6397751" y="2107708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9035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9035" y="14588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6397751" y="2107708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14588"/>
                  </a:moveTo>
                  <a:lnTo>
                    <a:pt x="9035" y="14588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6402323" y="210769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968" y="0"/>
                  </a:moveTo>
                  <a:lnTo>
                    <a:pt x="1777" y="0"/>
                  </a:lnTo>
                  <a:lnTo>
                    <a:pt x="0" y="3302"/>
                  </a:lnTo>
                  <a:lnTo>
                    <a:pt x="0" y="11303"/>
                  </a:lnTo>
                  <a:lnTo>
                    <a:pt x="1777" y="14605"/>
                  </a:lnTo>
                  <a:lnTo>
                    <a:pt x="5968" y="14605"/>
                  </a:lnTo>
                  <a:lnTo>
                    <a:pt x="7365" y="11303"/>
                  </a:lnTo>
                  <a:lnTo>
                    <a:pt x="7365" y="3302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6402323" y="210769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6"/>
                  </a:moveTo>
                  <a:lnTo>
                    <a:pt x="0" y="11303"/>
                  </a:lnTo>
                  <a:lnTo>
                    <a:pt x="1777" y="14605"/>
                  </a:lnTo>
                  <a:lnTo>
                    <a:pt x="3810" y="14605"/>
                  </a:lnTo>
                  <a:lnTo>
                    <a:pt x="5968" y="14605"/>
                  </a:lnTo>
                  <a:lnTo>
                    <a:pt x="7365" y="11303"/>
                  </a:lnTo>
                  <a:lnTo>
                    <a:pt x="7365" y="3302"/>
                  </a:lnTo>
                  <a:lnTo>
                    <a:pt x="5968" y="0"/>
                  </a:lnTo>
                  <a:lnTo>
                    <a:pt x="1777" y="0"/>
                  </a:lnTo>
                  <a:lnTo>
                    <a:pt x="0" y="3302"/>
                  </a:lnTo>
                  <a:lnTo>
                    <a:pt x="0" y="736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6396228" y="2100071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70" h="20955">
                  <a:moveTo>
                    <a:pt x="2794" y="11811"/>
                  </a:moveTo>
                  <a:lnTo>
                    <a:pt x="2286" y="9144"/>
                  </a:lnTo>
                  <a:lnTo>
                    <a:pt x="508" y="9144"/>
                  </a:lnTo>
                  <a:lnTo>
                    <a:pt x="0" y="11811"/>
                  </a:lnTo>
                  <a:lnTo>
                    <a:pt x="0" y="18034"/>
                  </a:lnTo>
                  <a:lnTo>
                    <a:pt x="508" y="20701"/>
                  </a:lnTo>
                  <a:lnTo>
                    <a:pt x="2286" y="20701"/>
                  </a:lnTo>
                  <a:lnTo>
                    <a:pt x="2794" y="18034"/>
                  </a:lnTo>
                  <a:lnTo>
                    <a:pt x="2794" y="11811"/>
                  </a:lnTo>
                  <a:close/>
                </a:path>
                <a:path w="52070" h="20955">
                  <a:moveTo>
                    <a:pt x="51816" y="3175"/>
                  </a:moveTo>
                  <a:lnTo>
                    <a:pt x="50292" y="0"/>
                  </a:lnTo>
                  <a:lnTo>
                    <a:pt x="45720" y="0"/>
                  </a:lnTo>
                  <a:lnTo>
                    <a:pt x="44196" y="3175"/>
                  </a:lnTo>
                  <a:lnTo>
                    <a:pt x="44196" y="10287"/>
                  </a:lnTo>
                  <a:lnTo>
                    <a:pt x="45720" y="13335"/>
                  </a:lnTo>
                  <a:lnTo>
                    <a:pt x="50292" y="13335"/>
                  </a:lnTo>
                  <a:lnTo>
                    <a:pt x="51816" y="10287"/>
                  </a:lnTo>
                  <a:lnTo>
                    <a:pt x="51816" y="317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6440423" y="2100071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603"/>
                  </a:moveTo>
                  <a:lnTo>
                    <a:pt x="0" y="10287"/>
                  </a:lnTo>
                  <a:lnTo>
                    <a:pt x="1524" y="13335"/>
                  </a:lnTo>
                  <a:lnTo>
                    <a:pt x="3810" y="13335"/>
                  </a:lnTo>
                  <a:lnTo>
                    <a:pt x="6096" y="13335"/>
                  </a:lnTo>
                  <a:lnTo>
                    <a:pt x="7620" y="10287"/>
                  </a:lnTo>
                  <a:lnTo>
                    <a:pt x="7620" y="3175"/>
                  </a:lnTo>
                  <a:lnTo>
                    <a:pt x="6096" y="0"/>
                  </a:lnTo>
                  <a:lnTo>
                    <a:pt x="1524" y="0"/>
                  </a:lnTo>
                  <a:lnTo>
                    <a:pt x="0" y="3175"/>
                  </a:lnTo>
                  <a:lnTo>
                    <a:pt x="0" y="6603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6444995" y="2100017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39">
                  <a:moveTo>
                    <a:pt x="9035" y="0"/>
                  </a:moveTo>
                  <a:lnTo>
                    <a:pt x="0" y="0"/>
                  </a:lnTo>
                  <a:lnTo>
                    <a:pt x="0" y="14659"/>
                  </a:lnTo>
                  <a:lnTo>
                    <a:pt x="9035" y="14659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6444995" y="2100017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39">
                  <a:moveTo>
                    <a:pt x="0" y="14659"/>
                  </a:moveTo>
                  <a:lnTo>
                    <a:pt x="9035" y="14659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4659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6449567" y="2100071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89" h="14605">
                  <a:moveTo>
                    <a:pt x="6604" y="0"/>
                  </a:moveTo>
                  <a:lnTo>
                    <a:pt x="1905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905" y="14604"/>
                  </a:lnTo>
                  <a:lnTo>
                    <a:pt x="6604" y="14604"/>
                  </a:lnTo>
                  <a:lnTo>
                    <a:pt x="8636" y="11302"/>
                  </a:lnTo>
                  <a:lnTo>
                    <a:pt x="8636" y="3301"/>
                  </a:lnTo>
                  <a:lnTo>
                    <a:pt x="660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6449567" y="2100071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89" h="14605">
                  <a:moveTo>
                    <a:pt x="0" y="7365"/>
                  </a:moveTo>
                  <a:lnTo>
                    <a:pt x="0" y="11302"/>
                  </a:lnTo>
                  <a:lnTo>
                    <a:pt x="1905" y="14604"/>
                  </a:lnTo>
                  <a:lnTo>
                    <a:pt x="4318" y="14604"/>
                  </a:lnTo>
                  <a:lnTo>
                    <a:pt x="6604" y="14604"/>
                  </a:lnTo>
                  <a:lnTo>
                    <a:pt x="8636" y="11302"/>
                  </a:lnTo>
                  <a:lnTo>
                    <a:pt x="8636" y="3301"/>
                  </a:lnTo>
                  <a:lnTo>
                    <a:pt x="6604" y="0"/>
                  </a:lnTo>
                  <a:lnTo>
                    <a:pt x="1905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6443472" y="2093975"/>
              <a:ext cx="52705" cy="19685"/>
            </a:xfrm>
            <a:custGeom>
              <a:avLst/>
              <a:gdLst/>
              <a:ahLst/>
              <a:cxnLst/>
              <a:rect l="l" t="t" r="r" b="b"/>
              <a:pathLst>
                <a:path w="52704" h="19685">
                  <a:moveTo>
                    <a:pt x="3048" y="10287"/>
                  </a:moveTo>
                  <a:lnTo>
                    <a:pt x="2413" y="7620"/>
                  </a:lnTo>
                  <a:lnTo>
                    <a:pt x="635" y="7620"/>
                  </a:lnTo>
                  <a:lnTo>
                    <a:pt x="0" y="10287"/>
                  </a:lnTo>
                  <a:lnTo>
                    <a:pt x="0" y="16510"/>
                  </a:lnTo>
                  <a:lnTo>
                    <a:pt x="635" y="19177"/>
                  </a:lnTo>
                  <a:lnTo>
                    <a:pt x="2413" y="19177"/>
                  </a:lnTo>
                  <a:lnTo>
                    <a:pt x="3048" y="16510"/>
                  </a:lnTo>
                  <a:lnTo>
                    <a:pt x="3048" y="10287"/>
                  </a:lnTo>
                  <a:close/>
                </a:path>
                <a:path w="52704" h="19685">
                  <a:moveTo>
                    <a:pt x="52705" y="3429"/>
                  </a:moveTo>
                  <a:lnTo>
                    <a:pt x="51308" y="0"/>
                  </a:lnTo>
                  <a:lnTo>
                    <a:pt x="47117" y="0"/>
                  </a:lnTo>
                  <a:lnTo>
                    <a:pt x="45720" y="3429"/>
                  </a:lnTo>
                  <a:lnTo>
                    <a:pt x="45720" y="11430"/>
                  </a:lnTo>
                  <a:lnTo>
                    <a:pt x="47117" y="14859"/>
                  </a:lnTo>
                  <a:lnTo>
                    <a:pt x="51308" y="14859"/>
                  </a:lnTo>
                  <a:lnTo>
                    <a:pt x="52705" y="11430"/>
                  </a:lnTo>
                  <a:lnTo>
                    <a:pt x="52705" y="342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6489191" y="2093975"/>
              <a:ext cx="6985" cy="15240"/>
            </a:xfrm>
            <a:custGeom>
              <a:avLst/>
              <a:gdLst/>
              <a:ahLst/>
              <a:cxnLst/>
              <a:rect l="l" t="t" r="r" b="b"/>
              <a:pathLst>
                <a:path w="6985" h="15239">
                  <a:moveTo>
                    <a:pt x="0" y="7238"/>
                  </a:moveTo>
                  <a:lnTo>
                    <a:pt x="0" y="11429"/>
                  </a:lnTo>
                  <a:lnTo>
                    <a:pt x="1397" y="14859"/>
                  </a:lnTo>
                  <a:lnTo>
                    <a:pt x="3556" y="14859"/>
                  </a:lnTo>
                  <a:lnTo>
                    <a:pt x="5587" y="14859"/>
                  </a:lnTo>
                  <a:lnTo>
                    <a:pt x="6985" y="11429"/>
                  </a:lnTo>
                  <a:lnTo>
                    <a:pt x="6985" y="342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428"/>
                  </a:lnTo>
                  <a:lnTo>
                    <a:pt x="0" y="723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6493763" y="2093992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9036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9036" y="14588"/>
                  </a:lnTo>
                  <a:lnTo>
                    <a:pt x="903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6493763" y="2093992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14588"/>
                  </a:moveTo>
                  <a:lnTo>
                    <a:pt x="9036" y="14588"/>
                  </a:lnTo>
                  <a:lnTo>
                    <a:pt x="9036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6499859" y="2093975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968" y="0"/>
                  </a:moveTo>
                  <a:lnTo>
                    <a:pt x="177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777" y="14604"/>
                  </a:lnTo>
                  <a:lnTo>
                    <a:pt x="5968" y="14604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96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6499859" y="2093975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5"/>
                  </a:moveTo>
                  <a:lnTo>
                    <a:pt x="0" y="11302"/>
                  </a:lnTo>
                  <a:lnTo>
                    <a:pt x="1777" y="14604"/>
                  </a:lnTo>
                  <a:lnTo>
                    <a:pt x="3937" y="14604"/>
                  </a:lnTo>
                  <a:lnTo>
                    <a:pt x="5968" y="14604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968" y="0"/>
                  </a:lnTo>
                  <a:lnTo>
                    <a:pt x="1777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6492240" y="2087879"/>
              <a:ext cx="54610" cy="19685"/>
            </a:xfrm>
            <a:custGeom>
              <a:avLst/>
              <a:gdLst/>
              <a:ahLst/>
              <a:cxnLst/>
              <a:rect l="l" t="t" r="r" b="b"/>
              <a:pathLst>
                <a:path w="54609" h="19685">
                  <a:moveTo>
                    <a:pt x="2794" y="10287"/>
                  </a:moveTo>
                  <a:lnTo>
                    <a:pt x="2286" y="7620"/>
                  </a:lnTo>
                  <a:lnTo>
                    <a:pt x="508" y="7620"/>
                  </a:lnTo>
                  <a:lnTo>
                    <a:pt x="0" y="10287"/>
                  </a:lnTo>
                  <a:lnTo>
                    <a:pt x="0" y="16891"/>
                  </a:lnTo>
                  <a:lnTo>
                    <a:pt x="508" y="19558"/>
                  </a:lnTo>
                  <a:lnTo>
                    <a:pt x="2286" y="19558"/>
                  </a:lnTo>
                  <a:lnTo>
                    <a:pt x="2794" y="16891"/>
                  </a:lnTo>
                  <a:lnTo>
                    <a:pt x="2794" y="10287"/>
                  </a:lnTo>
                  <a:close/>
                </a:path>
                <a:path w="54609" h="19685">
                  <a:moveTo>
                    <a:pt x="54229" y="3175"/>
                  </a:moveTo>
                  <a:lnTo>
                    <a:pt x="52832" y="0"/>
                  </a:lnTo>
                  <a:lnTo>
                    <a:pt x="48641" y="0"/>
                  </a:lnTo>
                  <a:lnTo>
                    <a:pt x="47231" y="3175"/>
                  </a:lnTo>
                  <a:lnTo>
                    <a:pt x="47231" y="10287"/>
                  </a:lnTo>
                  <a:lnTo>
                    <a:pt x="48641" y="13335"/>
                  </a:lnTo>
                  <a:lnTo>
                    <a:pt x="52832" y="13335"/>
                  </a:lnTo>
                  <a:lnTo>
                    <a:pt x="54229" y="10287"/>
                  </a:lnTo>
                  <a:lnTo>
                    <a:pt x="54229" y="317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6539483" y="2087879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5">
                  <a:moveTo>
                    <a:pt x="0" y="6604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9" y="13335"/>
                  </a:lnTo>
                  <a:lnTo>
                    <a:pt x="5588" y="13335"/>
                  </a:lnTo>
                  <a:lnTo>
                    <a:pt x="6985" y="10287"/>
                  </a:lnTo>
                  <a:lnTo>
                    <a:pt x="6985" y="3175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175"/>
                  </a:lnTo>
                  <a:lnTo>
                    <a:pt x="0" y="6604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6542531" y="2087893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8966" y="0"/>
                  </a:moveTo>
                  <a:lnTo>
                    <a:pt x="0" y="0"/>
                  </a:lnTo>
                  <a:lnTo>
                    <a:pt x="0" y="13194"/>
                  </a:lnTo>
                  <a:lnTo>
                    <a:pt x="8966" y="13194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6542531" y="2087893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13194"/>
                  </a:moveTo>
                  <a:lnTo>
                    <a:pt x="8966" y="13194"/>
                  </a:lnTo>
                  <a:lnTo>
                    <a:pt x="8966" y="0"/>
                  </a:lnTo>
                  <a:lnTo>
                    <a:pt x="0" y="0"/>
                  </a:lnTo>
                  <a:lnTo>
                    <a:pt x="0" y="13194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6548627" y="208787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5461" y="0"/>
                  </a:moveTo>
                  <a:lnTo>
                    <a:pt x="1524" y="0"/>
                  </a:lnTo>
                  <a:lnTo>
                    <a:pt x="0" y="3048"/>
                  </a:lnTo>
                  <a:lnTo>
                    <a:pt x="0" y="10160"/>
                  </a:lnTo>
                  <a:lnTo>
                    <a:pt x="1524" y="13208"/>
                  </a:lnTo>
                  <a:lnTo>
                    <a:pt x="5461" y="13208"/>
                  </a:lnTo>
                  <a:lnTo>
                    <a:pt x="7112" y="10160"/>
                  </a:lnTo>
                  <a:lnTo>
                    <a:pt x="7112" y="3048"/>
                  </a:lnTo>
                  <a:lnTo>
                    <a:pt x="546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6548627" y="208787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604"/>
                  </a:moveTo>
                  <a:lnTo>
                    <a:pt x="0" y="10160"/>
                  </a:lnTo>
                  <a:lnTo>
                    <a:pt x="1524" y="13208"/>
                  </a:lnTo>
                  <a:lnTo>
                    <a:pt x="3555" y="13208"/>
                  </a:lnTo>
                  <a:lnTo>
                    <a:pt x="5461" y="13208"/>
                  </a:lnTo>
                  <a:lnTo>
                    <a:pt x="7112" y="10160"/>
                  </a:lnTo>
                  <a:lnTo>
                    <a:pt x="7112" y="3048"/>
                  </a:lnTo>
                  <a:lnTo>
                    <a:pt x="5461" y="0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6604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6540995" y="2080259"/>
              <a:ext cx="53340" cy="19685"/>
            </a:xfrm>
            <a:custGeom>
              <a:avLst/>
              <a:gdLst/>
              <a:ahLst/>
              <a:cxnLst/>
              <a:rect l="l" t="t" r="r" b="b"/>
              <a:pathLst>
                <a:path w="53340" h="19685">
                  <a:moveTo>
                    <a:pt x="4203" y="11430"/>
                  </a:moveTo>
                  <a:lnTo>
                    <a:pt x="3302" y="9144"/>
                  </a:lnTo>
                  <a:lnTo>
                    <a:pt x="774" y="9144"/>
                  </a:lnTo>
                  <a:lnTo>
                    <a:pt x="0" y="11430"/>
                  </a:lnTo>
                  <a:lnTo>
                    <a:pt x="0" y="17018"/>
                  </a:lnTo>
                  <a:lnTo>
                    <a:pt x="774" y="19304"/>
                  </a:lnTo>
                  <a:lnTo>
                    <a:pt x="3302" y="19304"/>
                  </a:lnTo>
                  <a:lnTo>
                    <a:pt x="4203" y="17018"/>
                  </a:lnTo>
                  <a:lnTo>
                    <a:pt x="4203" y="11430"/>
                  </a:lnTo>
                  <a:close/>
                </a:path>
                <a:path w="53340" h="19685">
                  <a:moveTo>
                    <a:pt x="52717" y="3048"/>
                  </a:moveTo>
                  <a:lnTo>
                    <a:pt x="51320" y="0"/>
                  </a:lnTo>
                  <a:lnTo>
                    <a:pt x="47129" y="0"/>
                  </a:lnTo>
                  <a:lnTo>
                    <a:pt x="45732" y="3048"/>
                  </a:lnTo>
                  <a:lnTo>
                    <a:pt x="45732" y="10287"/>
                  </a:lnTo>
                  <a:lnTo>
                    <a:pt x="47129" y="13335"/>
                  </a:lnTo>
                  <a:lnTo>
                    <a:pt x="51320" y="13335"/>
                  </a:lnTo>
                  <a:lnTo>
                    <a:pt x="52717" y="10287"/>
                  </a:lnTo>
                  <a:lnTo>
                    <a:pt x="52717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6586727" y="2080259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5">
                  <a:moveTo>
                    <a:pt x="0" y="6476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8" y="13335"/>
                  </a:lnTo>
                  <a:lnTo>
                    <a:pt x="5588" y="13335"/>
                  </a:lnTo>
                  <a:lnTo>
                    <a:pt x="6985" y="10287"/>
                  </a:lnTo>
                  <a:lnTo>
                    <a:pt x="6985" y="3048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6591299" y="2080210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8966" y="0"/>
                  </a:moveTo>
                  <a:lnTo>
                    <a:pt x="0" y="0"/>
                  </a:lnTo>
                  <a:lnTo>
                    <a:pt x="0" y="13130"/>
                  </a:lnTo>
                  <a:lnTo>
                    <a:pt x="8966" y="13130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6591299" y="2080210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13130"/>
                  </a:moveTo>
                  <a:lnTo>
                    <a:pt x="8966" y="13130"/>
                  </a:lnTo>
                  <a:lnTo>
                    <a:pt x="8966" y="0"/>
                  </a:lnTo>
                  <a:lnTo>
                    <a:pt x="0" y="0"/>
                  </a:lnTo>
                  <a:lnTo>
                    <a:pt x="0" y="13130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6597395" y="208025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5587" y="0"/>
                  </a:moveTo>
                  <a:lnTo>
                    <a:pt x="1397" y="0"/>
                  </a:lnTo>
                  <a:lnTo>
                    <a:pt x="0" y="2920"/>
                  </a:lnTo>
                  <a:lnTo>
                    <a:pt x="0" y="10160"/>
                  </a:lnTo>
                  <a:lnTo>
                    <a:pt x="1397" y="13080"/>
                  </a:lnTo>
                  <a:lnTo>
                    <a:pt x="5587" y="13080"/>
                  </a:lnTo>
                  <a:lnTo>
                    <a:pt x="7365" y="10160"/>
                  </a:lnTo>
                  <a:lnTo>
                    <a:pt x="7365" y="2920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6597395" y="2080259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476"/>
                  </a:moveTo>
                  <a:lnTo>
                    <a:pt x="0" y="10160"/>
                  </a:lnTo>
                  <a:lnTo>
                    <a:pt x="1397" y="13080"/>
                  </a:lnTo>
                  <a:lnTo>
                    <a:pt x="3428" y="13080"/>
                  </a:lnTo>
                  <a:lnTo>
                    <a:pt x="5587" y="13080"/>
                  </a:lnTo>
                  <a:lnTo>
                    <a:pt x="7365" y="10160"/>
                  </a:lnTo>
                  <a:lnTo>
                    <a:pt x="7365" y="2920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2920"/>
                  </a:lnTo>
                  <a:lnTo>
                    <a:pt x="0" y="6476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6589776" y="2072639"/>
              <a:ext cx="50165" cy="19685"/>
            </a:xfrm>
            <a:custGeom>
              <a:avLst/>
              <a:gdLst/>
              <a:ahLst/>
              <a:cxnLst/>
              <a:rect l="l" t="t" r="r" b="b"/>
              <a:pathLst>
                <a:path w="50165" h="19685">
                  <a:moveTo>
                    <a:pt x="3048" y="11430"/>
                  </a:moveTo>
                  <a:lnTo>
                    <a:pt x="2413" y="9144"/>
                  </a:lnTo>
                  <a:lnTo>
                    <a:pt x="622" y="9144"/>
                  </a:lnTo>
                  <a:lnTo>
                    <a:pt x="0" y="11430"/>
                  </a:lnTo>
                  <a:lnTo>
                    <a:pt x="0" y="17399"/>
                  </a:lnTo>
                  <a:lnTo>
                    <a:pt x="622" y="19558"/>
                  </a:lnTo>
                  <a:lnTo>
                    <a:pt x="2413" y="19558"/>
                  </a:lnTo>
                  <a:lnTo>
                    <a:pt x="3048" y="17399"/>
                  </a:lnTo>
                  <a:lnTo>
                    <a:pt x="3048" y="11430"/>
                  </a:lnTo>
                  <a:close/>
                </a:path>
                <a:path w="50165" h="19685">
                  <a:moveTo>
                    <a:pt x="49644" y="3048"/>
                  </a:moveTo>
                  <a:lnTo>
                    <a:pt x="48247" y="0"/>
                  </a:lnTo>
                  <a:lnTo>
                    <a:pt x="44069" y="0"/>
                  </a:lnTo>
                  <a:lnTo>
                    <a:pt x="42672" y="3048"/>
                  </a:lnTo>
                  <a:lnTo>
                    <a:pt x="42672" y="10287"/>
                  </a:lnTo>
                  <a:lnTo>
                    <a:pt x="44069" y="13335"/>
                  </a:lnTo>
                  <a:lnTo>
                    <a:pt x="48247" y="13335"/>
                  </a:lnTo>
                  <a:lnTo>
                    <a:pt x="49644" y="10287"/>
                  </a:lnTo>
                  <a:lnTo>
                    <a:pt x="49644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6632447" y="2072639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5">
                  <a:moveTo>
                    <a:pt x="0" y="6604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428" y="13335"/>
                  </a:lnTo>
                  <a:lnTo>
                    <a:pt x="5587" y="13335"/>
                  </a:lnTo>
                  <a:lnTo>
                    <a:pt x="6984" y="10287"/>
                  </a:lnTo>
                  <a:lnTo>
                    <a:pt x="6984" y="304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604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6637019" y="2072656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90" h="14605">
                  <a:moveTo>
                    <a:pt x="8694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8694" y="14588"/>
                  </a:lnTo>
                  <a:lnTo>
                    <a:pt x="8694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6637019" y="2072656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90" h="14605">
                  <a:moveTo>
                    <a:pt x="0" y="14588"/>
                  </a:moveTo>
                  <a:lnTo>
                    <a:pt x="8694" y="14588"/>
                  </a:lnTo>
                  <a:lnTo>
                    <a:pt x="8694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6641591" y="2072639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7" y="0"/>
                  </a:moveTo>
                  <a:lnTo>
                    <a:pt x="139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7" y="14605"/>
                  </a:lnTo>
                  <a:lnTo>
                    <a:pt x="5587" y="14605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6641591" y="2072639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5"/>
                  </a:moveTo>
                  <a:lnTo>
                    <a:pt x="0" y="11302"/>
                  </a:lnTo>
                  <a:lnTo>
                    <a:pt x="1397" y="14605"/>
                  </a:lnTo>
                  <a:lnTo>
                    <a:pt x="3428" y="14605"/>
                  </a:lnTo>
                  <a:lnTo>
                    <a:pt x="5587" y="14605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6633972" y="2065019"/>
              <a:ext cx="51435" cy="20955"/>
            </a:xfrm>
            <a:custGeom>
              <a:avLst/>
              <a:gdLst/>
              <a:ahLst/>
              <a:cxnLst/>
              <a:rect l="l" t="t" r="r" b="b"/>
              <a:pathLst>
                <a:path w="51434" h="20955">
                  <a:moveTo>
                    <a:pt x="4191" y="11811"/>
                  </a:moveTo>
                  <a:lnTo>
                    <a:pt x="3302" y="9144"/>
                  </a:lnTo>
                  <a:lnTo>
                    <a:pt x="876" y="9144"/>
                  </a:lnTo>
                  <a:lnTo>
                    <a:pt x="0" y="11811"/>
                  </a:lnTo>
                  <a:lnTo>
                    <a:pt x="0" y="18034"/>
                  </a:lnTo>
                  <a:lnTo>
                    <a:pt x="876" y="20701"/>
                  </a:lnTo>
                  <a:lnTo>
                    <a:pt x="3302" y="20701"/>
                  </a:lnTo>
                  <a:lnTo>
                    <a:pt x="4191" y="18034"/>
                  </a:lnTo>
                  <a:lnTo>
                    <a:pt x="4191" y="11811"/>
                  </a:lnTo>
                  <a:close/>
                </a:path>
                <a:path w="51434" h="20955">
                  <a:moveTo>
                    <a:pt x="51181" y="3429"/>
                  </a:moveTo>
                  <a:lnTo>
                    <a:pt x="49784" y="0"/>
                  </a:lnTo>
                  <a:lnTo>
                    <a:pt x="45593" y="0"/>
                  </a:lnTo>
                  <a:lnTo>
                    <a:pt x="44196" y="3429"/>
                  </a:lnTo>
                  <a:lnTo>
                    <a:pt x="44196" y="11430"/>
                  </a:lnTo>
                  <a:lnTo>
                    <a:pt x="45593" y="14859"/>
                  </a:lnTo>
                  <a:lnTo>
                    <a:pt x="49784" y="14859"/>
                  </a:lnTo>
                  <a:lnTo>
                    <a:pt x="51181" y="11430"/>
                  </a:lnTo>
                  <a:lnTo>
                    <a:pt x="51181" y="342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6678167" y="2065019"/>
              <a:ext cx="6985" cy="15240"/>
            </a:xfrm>
            <a:custGeom>
              <a:avLst/>
              <a:gdLst/>
              <a:ahLst/>
              <a:cxnLst/>
              <a:rect l="l" t="t" r="r" b="b"/>
              <a:pathLst>
                <a:path w="6984" h="15239">
                  <a:moveTo>
                    <a:pt x="0" y="7238"/>
                  </a:moveTo>
                  <a:lnTo>
                    <a:pt x="0" y="11429"/>
                  </a:lnTo>
                  <a:lnTo>
                    <a:pt x="1397" y="14858"/>
                  </a:lnTo>
                  <a:lnTo>
                    <a:pt x="3428" y="14858"/>
                  </a:lnTo>
                  <a:lnTo>
                    <a:pt x="5587" y="14858"/>
                  </a:lnTo>
                  <a:lnTo>
                    <a:pt x="6984" y="11429"/>
                  </a:lnTo>
                  <a:lnTo>
                    <a:pt x="6984" y="342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428"/>
                  </a:lnTo>
                  <a:lnTo>
                    <a:pt x="0" y="723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6681215" y="2064965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39">
                  <a:moveTo>
                    <a:pt x="8966" y="0"/>
                  </a:moveTo>
                  <a:lnTo>
                    <a:pt x="0" y="0"/>
                  </a:lnTo>
                  <a:lnTo>
                    <a:pt x="0" y="14659"/>
                  </a:lnTo>
                  <a:lnTo>
                    <a:pt x="8966" y="14659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6681215" y="2064965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39">
                  <a:moveTo>
                    <a:pt x="0" y="14659"/>
                  </a:moveTo>
                  <a:lnTo>
                    <a:pt x="8966" y="14659"/>
                  </a:lnTo>
                  <a:lnTo>
                    <a:pt x="8966" y="0"/>
                  </a:lnTo>
                  <a:lnTo>
                    <a:pt x="0" y="0"/>
                  </a:lnTo>
                  <a:lnTo>
                    <a:pt x="0" y="14659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6687311" y="2065019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8" y="0"/>
                  </a:moveTo>
                  <a:lnTo>
                    <a:pt x="139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7" y="14604"/>
                  </a:lnTo>
                  <a:lnTo>
                    <a:pt x="5588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6687311" y="2065019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5"/>
                  </a:moveTo>
                  <a:lnTo>
                    <a:pt x="0" y="11302"/>
                  </a:lnTo>
                  <a:lnTo>
                    <a:pt x="1397" y="14604"/>
                  </a:lnTo>
                  <a:lnTo>
                    <a:pt x="3429" y="14604"/>
                  </a:lnTo>
                  <a:lnTo>
                    <a:pt x="5588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6679692" y="2055875"/>
              <a:ext cx="80645" cy="22860"/>
            </a:xfrm>
            <a:custGeom>
              <a:avLst/>
              <a:gdLst/>
              <a:ahLst/>
              <a:cxnLst/>
              <a:rect l="l" t="t" r="r" b="b"/>
              <a:pathLst>
                <a:path w="80645" h="22860">
                  <a:moveTo>
                    <a:pt x="4191" y="14478"/>
                  </a:moveTo>
                  <a:lnTo>
                    <a:pt x="3302" y="12192"/>
                  </a:lnTo>
                  <a:lnTo>
                    <a:pt x="889" y="12192"/>
                  </a:lnTo>
                  <a:lnTo>
                    <a:pt x="0" y="14478"/>
                  </a:lnTo>
                  <a:lnTo>
                    <a:pt x="0" y="20066"/>
                  </a:lnTo>
                  <a:lnTo>
                    <a:pt x="889" y="22352"/>
                  </a:lnTo>
                  <a:lnTo>
                    <a:pt x="3302" y="22352"/>
                  </a:lnTo>
                  <a:lnTo>
                    <a:pt x="4191" y="20066"/>
                  </a:lnTo>
                  <a:lnTo>
                    <a:pt x="4191" y="14478"/>
                  </a:lnTo>
                  <a:close/>
                </a:path>
                <a:path w="80645" h="22860">
                  <a:moveTo>
                    <a:pt x="80518" y="3429"/>
                  </a:moveTo>
                  <a:lnTo>
                    <a:pt x="78867" y="0"/>
                  </a:lnTo>
                  <a:lnTo>
                    <a:pt x="74549" y="0"/>
                  </a:lnTo>
                  <a:lnTo>
                    <a:pt x="73152" y="3429"/>
                  </a:lnTo>
                  <a:lnTo>
                    <a:pt x="73152" y="11430"/>
                  </a:lnTo>
                  <a:lnTo>
                    <a:pt x="74549" y="14859"/>
                  </a:lnTo>
                  <a:lnTo>
                    <a:pt x="78867" y="14859"/>
                  </a:lnTo>
                  <a:lnTo>
                    <a:pt x="80518" y="11430"/>
                  </a:lnTo>
                  <a:lnTo>
                    <a:pt x="80518" y="342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6752843" y="2055875"/>
              <a:ext cx="7620" cy="15240"/>
            </a:xfrm>
            <a:custGeom>
              <a:avLst/>
              <a:gdLst/>
              <a:ahLst/>
              <a:cxnLst/>
              <a:rect l="l" t="t" r="r" b="b"/>
              <a:pathLst>
                <a:path w="7620" h="15239">
                  <a:moveTo>
                    <a:pt x="0" y="7238"/>
                  </a:moveTo>
                  <a:lnTo>
                    <a:pt x="0" y="11429"/>
                  </a:lnTo>
                  <a:lnTo>
                    <a:pt x="1397" y="14859"/>
                  </a:lnTo>
                  <a:lnTo>
                    <a:pt x="3555" y="14859"/>
                  </a:lnTo>
                  <a:lnTo>
                    <a:pt x="5714" y="14859"/>
                  </a:lnTo>
                  <a:lnTo>
                    <a:pt x="7365" y="11429"/>
                  </a:lnTo>
                  <a:lnTo>
                    <a:pt x="7365" y="3428"/>
                  </a:lnTo>
                  <a:lnTo>
                    <a:pt x="5714" y="0"/>
                  </a:lnTo>
                  <a:lnTo>
                    <a:pt x="1397" y="0"/>
                  </a:lnTo>
                  <a:lnTo>
                    <a:pt x="0" y="3428"/>
                  </a:lnTo>
                  <a:lnTo>
                    <a:pt x="0" y="723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6757415" y="2055892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7529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7529" y="14588"/>
                  </a:lnTo>
                  <a:lnTo>
                    <a:pt x="752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6757415" y="2055892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14588"/>
                  </a:moveTo>
                  <a:lnTo>
                    <a:pt x="7529" y="14588"/>
                  </a:lnTo>
                  <a:lnTo>
                    <a:pt x="7529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6761987" y="2055875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7" y="0"/>
                  </a:moveTo>
                  <a:lnTo>
                    <a:pt x="1396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6" y="14604"/>
                  </a:lnTo>
                  <a:lnTo>
                    <a:pt x="5587" y="14604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6761987" y="2055875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5"/>
                  </a:moveTo>
                  <a:lnTo>
                    <a:pt x="0" y="11302"/>
                  </a:lnTo>
                  <a:lnTo>
                    <a:pt x="1396" y="14604"/>
                  </a:lnTo>
                  <a:lnTo>
                    <a:pt x="3555" y="14604"/>
                  </a:lnTo>
                  <a:lnTo>
                    <a:pt x="5587" y="14604"/>
                  </a:lnTo>
                  <a:lnTo>
                    <a:pt x="7365" y="11302"/>
                  </a:lnTo>
                  <a:lnTo>
                    <a:pt x="7365" y="3301"/>
                  </a:lnTo>
                  <a:lnTo>
                    <a:pt x="5587" y="0"/>
                  </a:lnTo>
                  <a:lnTo>
                    <a:pt x="1396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6754368" y="2048255"/>
              <a:ext cx="46990" cy="20955"/>
            </a:xfrm>
            <a:custGeom>
              <a:avLst/>
              <a:gdLst/>
              <a:ahLst/>
              <a:cxnLst/>
              <a:rect l="l" t="t" r="r" b="b"/>
              <a:pathLst>
                <a:path w="46990" h="20955">
                  <a:moveTo>
                    <a:pt x="4191" y="12954"/>
                  </a:moveTo>
                  <a:lnTo>
                    <a:pt x="3302" y="10668"/>
                  </a:lnTo>
                  <a:lnTo>
                    <a:pt x="889" y="10668"/>
                  </a:lnTo>
                  <a:lnTo>
                    <a:pt x="0" y="12954"/>
                  </a:lnTo>
                  <a:lnTo>
                    <a:pt x="0" y="18542"/>
                  </a:lnTo>
                  <a:lnTo>
                    <a:pt x="889" y="20828"/>
                  </a:lnTo>
                  <a:lnTo>
                    <a:pt x="3302" y="20828"/>
                  </a:lnTo>
                  <a:lnTo>
                    <a:pt x="4191" y="18542"/>
                  </a:lnTo>
                  <a:lnTo>
                    <a:pt x="4191" y="12954"/>
                  </a:lnTo>
                  <a:close/>
                </a:path>
                <a:path w="46990" h="20955">
                  <a:moveTo>
                    <a:pt x="46990" y="3048"/>
                  </a:moveTo>
                  <a:lnTo>
                    <a:pt x="45212" y="0"/>
                  </a:lnTo>
                  <a:lnTo>
                    <a:pt x="41021" y="0"/>
                  </a:lnTo>
                  <a:lnTo>
                    <a:pt x="39624" y="3048"/>
                  </a:lnTo>
                  <a:lnTo>
                    <a:pt x="39624" y="10287"/>
                  </a:lnTo>
                  <a:lnTo>
                    <a:pt x="41021" y="13335"/>
                  </a:lnTo>
                  <a:lnTo>
                    <a:pt x="45212" y="13335"/>
                  </a:lnTo>
                  <a:lnTo>
                    <a:pt x="46990" y="10287"/>
                  </a:lnTo>
                  <a:lnTo>
                    <a:pt x="46990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6793991" y="2048255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477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555" y="13335"/>
                  </a:lnTo>
                  <a:lnTo>
                    <a:pt x="5587" y="13335"/>
                  </a:lnTo>
                  <a:lnTo>
                    <a:pt x="7365" y="10287"/>
                  </a:lnTo>
                  <a:lnTo>
                    <a:pt x="7365" y="304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477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6797039" y="2048272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9035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9035" y="14588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6797039" y="2048272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5">
                  <a:moveTo>
                    <a:pt x="0" y="14588"/>
                  </a:moveTo>
                  <a:lnTo>
                    <a:pt x="9035" y="14588"/>
                  </a:lnTo>
                  <a:lnTo>
                    <a:pt x="9035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6803135" y="2048255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8" y="0"/>
                  </a:moveTo>
                  <a:lnTo>
                    <a:pt x="1397" y="0"/>
                  </a:lnTo>
                  <a:lnTo>
                    <a:pt x="0" y="3302"/>
                  </a:lnTo>
                  <a:lnTo>
                    <a:pt x="0" y="11303"/>
                  </a:lnTo>
                  <a:lnTo>
                    <a:pt x="1397" y="14605"/>
                  </a:lnTo>
                  <a:lnTo>
                    <a:pt x="5588" y="14605"/>
                  </a:lnTo>
                  <a:lnTo>
                    <a:pt x="7366" y="11303"/>
                  </a:lnTo>
                  <a:lnTo>
                    <a:pt x="7366" y="3302"/>
                  </a:lnTo>
                  <a:lnTo>
                    <a:pt x="558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6803135" y="2048255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239"/>
                  </a:moveTo>
                  <a:lnTo>
                    <a:pt x="0" y="11303"/>
                  </a:lnTo>
                  <a:lnTo>
                    <a:pt x="1397" y="14605"/>
                  </a:lnTo>
                  <a:lnTo>
                    <a:pt x="3429" y="14605"/>
                  </a:lnTo>
                  <a:lnTo>
                    <a:pt x="5588" y="14605"/>
                  </a:lnTo>
                  <a:lnTo>
                    <a:pt x="7366" y="11303"/>
                  </a:lnTo>
                  <a:lnTo>
                    <a:pt x="7366" y="3302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0" y="3302"/>
                  </a:lnTo>
                  <a:lnTo>
                    <a:pt x="0" y="7239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6795516" y="2039111"/>
              <a:ext cx="65405" cy="22225"/>
            </a:xfrm>
            <a:custGeom>
              <a:avLst/>
              <a:gdLst/>
              <a:ahLst/>
              <a:cxnLst/>
              <a:rect l="l" t="t" r="r" b="b"/>
              <a:pathLst>
                <a:path w="65404" h="22225">
                  <a:moveTo>
                    <a:pt x="4191" y="13335"/>
                  </a:moveTo>
                  <a:lnTo>
                    <a:pt x="3429" y="10668"/>
                  </a:lnTo>
                  <a:lnTo>
                    <a:pt x="889" y="10668"/>
                  </a:lnTo>
                  <a:lnTo>
                    <a:pt x="0" y="13335"/>
                  </a:lnTo>
                  <a:lnTo>
                    <a:pt x="0" y="19685"/>
                  </a:lnTo>
                  <a:lnTo>
                    <a:pt x="889" y="22225"/>
                  </a:lnTo>
                  <a:lnTo>
                    <a:pt x="3429" y="22225"/>
                  </a:lnTo>
                  <a:lnTo>
                    <a:pt x="4191" y="19685"/>
                  </a:lnTo>
                  <a:lnTo>
                    <a:pt x="4191" y="13335"/>
                  </a:lnTo>
                  <a:close/>
                </a:path>
                <a:path w="65404" h="22225">
                  <a:moveTo>
                    <a:pt x="65278" y="3175"/>
                  </a:moveTo>
                  <a:lnTo>
                    <a:pt x="63500" y="0"/>
                  </a:lnTo>
                  <a:lnTo>
                    <a:pt x="59309" y="0"/>
                  </a:lnTo>
                  <a:lnTo>
                    <a:pt x="57912" y="3175"/>
                  </a:lnTo>
                  <a:lnTo>
                    <a:pt x="57912" y="10287"/>
                  </a:lnTo>
                  <a:lnTo>
                    <a:pt x="59309" y="13335"/>
                  </a:lnTo>
                  <a:lnTo>
                    <a:pt x="63500" y="13335"/>
                  </a:lnTo>
                  <a:lnTo>
                    <a:pt x="65278" y="10287"/>
                  </a:lnTo>
                  <a:lnTo>
                    <a:pt x="65278" y="317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6853427" y="2039111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20" h="13335">
                  <a:moveTo>
                    <a:pt x="0" y="6603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555" y="13335"/>
                  </a:lnTo>
                  <a:lnTo>
                    <a:pt x="5588" y="13335"/>
                  </a:lnTo>
                  <a:lnTo>
                    <a:pt x="7366" y="10287"/>
                  </a:lnTo>
                  <a:lnTo>
                    <a:pt x="7366" y="3175"/>
                  </a:lnTo>
                  <a:lnTo>
                    <a:pt x="5588" y="0"/>
                  </a:lnTo>
                  <a:lnTo>
                    <a:pt x="1397" y="0"/>
                  </a:lnTo>
                  <a:lnTo>
                    <a:pt x="253" y="2666"/>
                  </a:lnTo>
                  <a:lnTo>
                    <a:pt x="0" y="3175"/>
                  </a:lnTo>
                  <a:lnTo>
                    <a:pt x="0" y="6603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6857999" y="2039057"/>
              <a:ext cx="7620" cy="15240"/>
            </a:xfrm>
            <a:custGeom>
              <a:avLst/>
              <a:gdLst/>
              <a:ahLst/>
              <a:cxnLst/>
              <a:rect l="l" t="t" r="r" b="b"/>
              <a:pathLst>
                <a:path w="7620" h="15239">
                  <a:moveTo>
                    <a:pt x="7529" y="0"/>
                  </a:moveTo>
                  <a:lnTo>
                    <a:pt x="0" y="0"/>
                  </a:lnTo>
                  <a:lnTo>
                    <a:pt x="0" y="14659"/>
                  </a:lnTo>
                  <a:lnTo>
                    <a:pt x="7529" y="14659"/>
                  </a:lnTo>
                  <a:lnTo>
                    <a:pt x="752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6857999" y="2039057"/>
              <a:ext cx="7620" cy="15240"/>
            </a:xfrm>
            <a:custGeom>
              <a:avLst/>
              <a:gdLst/>
              <a:ahLst/>
              <a:cxnLst/>
              <a:rect l="l" t="t" r="r" b="b"/>
              <a:pathLst>
                <a:path w="7620" h="15239">
                  <a:moveTo>
                    <a:pt x="0" y="14659"/>
                  </a:moveTo>
                  <a:lnTo>
                    <a:pt x="7529" y="14659"/>
                  </a:lnTo>
                  <a:lnTo>
                    <a:pt x="7529" y="0"/>
                  </a:lnTo>
                  <a:lnTo>
                    <a:pt x="0" y="0"/>
                  </a:lnTo>
                  <a:lnTo>
                    <a:pt x="0" y="14659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6862571" y="203911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7" y="0"/>
                  </a:moveTo>
                  <a:lnTo>
                    <a:pt x="1397" y="0"/>
                  </a:lnTo>
                  <a:lnTo>
                    <a:pt x="0" y="3301"/>
                  </a:lnTo>
                  <a:lnTo>
                    <a:pt x="0" y="11302"/>
                  </a:lnTo>
                  <a:lnTo>
                    <a:pt x="1397" y="14604"/>
                  </a:lnTo>
                  <a:lnTo>
                    <a:pt x="5587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6862571" y="203911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365"/>
                  </a:moveTo>
                  <a:lnTo>
                    <a:pt x="0" y="11302"/>
                  </a:lnTo>
                  <a:lnTo>
                    <a:pt x="1397" y="14604"/>
                  </a:lnTo>
                  <a:lnTo>
                    <a:pt x="3555" y="14604"/>
                  </a:lnTo>
                  <a:lnTo>
                    <a:pt x="5587" y="14604"/>
                  </a:lnTo>
                  <a:lnTo>
                    <a:pt x="7366" y="11302"/>
                  </a:lnTo>
                  <a:lnTo>
                    <a:pt x="7366" y="3301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301"/>
                  </a:lnTo>
                  <a:lnTo>
                    <a:pt x="0" y="7365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6854952" y="2031491"/>
              <a:ext cx="57785" cy="20955"/>
            </a:xfrm>
            <a:custGeom>
              <a:avLst/>
              <a:gdLst/>
              <a:ahLst/>
              <a:cxnLst/>
              <a:rect l="l" t="t" r="r" b="b"/>
              <a:pathLst>
                <a:path w="57784" h="20955">
                  <a:moveTo>
                    <a:pt x="4191" y="11811"/>
                  </a:moveTo>
                  <a:lnTo>
                    <a:pt x="3429" y="9144"/>
                  </a:lnTo>
                  <a:lnTo>
                    <a:pt x="889" y="9144"/>
                  </a:lnTo>
                  <a:lnTo>
                    <a:pt x="0" y="11811"/>
                  </a:lnTo>
                  <a:lnTo>
                    <a:pt x="0" y="18034"/>
                  </a:lnTo>
                  <a:lnTo>
                    <a:pt x="889" y="20701"/>
                  </a:lnTo>
                  <a:lnTo>
                    <a:pt x="3429" y="20701"/>
                  </a:lnTo>
                  <a:lnTo>
                    <a:pt x="4191" y="18034"/>
                  </a:lnTo>
                  <a:lnTo>
                    <a:pt x="4191" y="11811"/>
                  </a:lnTo>
                  <a:close/>
                </a:path>
                <a:path w="57784" h="20955">
                  <a:moveTo>
                    <a:pt x="57277" y="3048"/>
                  </a:moveTo>
                  <a:lnTo>
                    <a:pt x="55880" y="0"/>
                  </a:lnTo>
                  <a:lnTo>
                    <a:pt x="51689" y="0"/>
                  </a:lnTo>
                  <a:lnTo>
                    <a:pt x="50292" y="3048"/>
                  </a:lnTo>
                  <a:lnTo>
                    <a:pt x="50292" y="10287"/>
                  </a:lnTo>
                  <a:lnTo>
                    <a:pt x="51689" y="13335"/>
                  </a:lnTo>
                  <a:lnTo>
                    <a:pt x="55880" y="13335"/>
                  </a:lnTo>
                  <a:lnTo>
                    <a:pt x="57277" y="10287"/>
                  </a:lnTo>
                  <a:lnTo>
                    <a:pt x="57277" y="30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6905243" y="2031491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4" h="13335">
                  <a:moveTo>
                    <a:pt x="0" y="6477"/>
                  </a:moveTo>
                  <a:lnTo>
                    <a:pt x="0" y="10287"/>
                  </a:lnTo>
                  <a:lnTo>
                    <a:pt x="1397" y="13335"/>
                  </a:lnTo>
                  <a:lnTo>
                    <a:pt x="3555" y="13335"/>
                  </a:lnTo>
                  <a:lnTo>
                    <a:pt x="5587" y="13335"/>
                  </a:lnTo>
                  <a:lnTo>
                    <a:pt x="6984" y="10287"/>
                  </a:lnTo>
                  <a:lnTo>
                    <a:pt x="6984" y="3048"/>
                  </a:lnTo>
                  <a:lnTo>
                    <a:pt x="5587" y="0"/>
                  </a:lnTo>
                  <a:lnTo>
                    <a:pt x="1397" y="0"/>
                  </a:lnTo>
                  <a:lnTo>
                    <a:pt x="0" y="3048"/>
                  </a:lnTo>
                  <a:lnTo>
                    <a:pt x="0" y="6477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6909815" y="2031508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90" h="14605">
                  <a:moveTo>
                    <a:pt x="8759" y="0"/>
                  </a:moveTo>
                  <a:lnTo>
                    <a:pt x="0" y="0"/>
                  </a:lnTo>
                  <a:lnTo>
                    <a:pt x="0" y="14588"/>
                  </a:lnTo>
                  <a:lnTo>
                    <a:pt x="8759" y="14588"/>
                  </a:lnTo>
                  <a:lnTo>
                    <a:pt x="875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6909815" y="2031508"/>
              <a:ext cx="8890" cy="14604"/>
            </a:xfrm>
            <a:custGeom>
              <a:avLst/>
              <a:gdLst/>
              <a:ahLst/>
              <a:cxnLst/>
              <a:rect l="l" t="t" r="r" b="b"/>
              <a:pathLst>
                <a:path w="8890" h="14605">
                  <a:moveTo>
                    <a:pt x="0" y="14588"/>
                  </a:moveTo>
                  <a:lnTo>
                    <a:pt x="8759" y="14588"/>
                  </a:lnTo>
                  <a:lnTo>
                    <a:pt x="8759" y="0"/>
                  </a:lnTo>
                  <a:lnTo>
                    <a:pt x="0" y="0"/>
                  </a:lnTo>
                  <a:lnTo>
                    <a:pt x="0" y="14588"/>
                  </a:lnTo>
                  <a:close/>
                </a:path>
              </a:pathLst>
            </a:custGeom>
            <a:ln w="558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6914387" y="203149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5587" y="0"/>
                  </a:moveTo>
                  <a:lnTo>
                    <a:pt x="1396" y="0"/>
                  </a:lnTo>
                  <a:lnTo>
                    <a:pt x="0" y="3302"/>
                  </a:lnTo>
                  <a:lnTo>
                    <a:pt x="0" y="11303"/>
                  </a:lnTo>
                  <a:lnTo>
                    <a:pt x="1396" y="14605"/>
                  </a:lnTo>
                  <a:lnTo>
                    <a:pt x="5587" y="14605"/>
                  </a:lnTo>
                  <a:lnTo>
                    <a:pt x="7365" y="11303"/>
                  </a:lnTo>
                  <a:lnTo>
                    <a:pt x="7365" y="3302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6914387" y="2031491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0" y="7238"/>
                  </a:moveTo>
                  <a:lnTo>
                    <a:pt x="0" y="11303"/>
                  </a:lnTo>
                  <a:lnTo>
                    <a:pt x="1396" y="14605"/>
                  </a:lnTo>
                  <a:lnTo>
                    <a:pt x="3555" y="14605"/>
                  </a:lnTo>
                  <a:lnTo>
                    <a:pt x="5587" y="14605"/>
                  </a:lnTo>
                  <a:lnTo>
                    <a:pt x="7365" y="11303"/>
                  </a:lnTo>
                  <a:lnTo>
                    <a:pt x="7365" y="3302"/>
                  </a:lnTo>
                  <a:lnTo>
                    <a:pt x="5587" y="0"/>
                  </a:lnTo>
                  <a:lnTo>
                    <a:pt x="1396" y="0"/>
                  </a:lnTo>
                  <a:lnTo>
                    <a:pt x="0" y="3302"/>
                  </a:lnTo>
                  <a:lnTo>
                    <a:pt x="0" y="7238"/>
                  </a:lnTo>
                </a:path>
              </a:pathLst>
            </a:custGeom>
            <a:ln w="558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6908291" y="2033015"/>
              <a:ext cx="3175" cy="12065"/>
            </a:xfrm>
            <a:custGeom>
              <a:avLst/>
              <a:gdLst/>
              <a:ahLst/>
              <a:cxnLst/>
              <a:rect l="l" t="t" r="r" b="b"/>
              <a:pathLst>
                <a:path w="3175" h="12064">
                  <a:moveTo>
                    <a:pt x="2285" y="0"/>
                  </a:moveTo>
                  <a:lnTo>
                    <a:pt x="634" y="0"/>
                  </a:lnTo>
                  <a:lnTo>
                    <a:pt x="0" y="2667"/>
                  </a:lnTo>
                  <a:lnTo>
                    <a:pt x="0" y="8889"/>
                  </a:lnTo>
                  <a:lnTo>
                    <a:pt x="634" y="11557"/>
                  </a:lnTo>
                  <a:lnTo>
                    <a:pt x="2285" y="11557"/>
                  </a:lnTo>
                  <a:lnTo>
                    <a:pt x="2793" y="8889"/>
                  </a:lnTo>
                  <a:lnTo>
                    <a:pt x="2793" y="2667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6" name="object 436"/>
          <p:cNvSpPr txBox="1"/>
          <p:nvPr/>
        </p:nvSpPr>
        <p:spPr>
          <a:xfrm>
            <a:off x="2541270" y="1854454"/>
            <a:ext cx="1390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mobile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terminal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37" name="object 437"/>
          <p:cNvSpPr txBox="1"/>
          <p:nvPr/>
        </p:nvSpPr>
        <p:spPr>
          <a:xfrm>
            <a:off x="8983726" y="1625854"/>
            <a:ext cx="1223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fixed</a:t>
            </a:r>
            <a:r>
              <a:rPr sz="1600" spc="-1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terminal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38" name="object 438"/>
          <p:cNvSpPr txBox="1"/>
          <p:nvPr/>
        </p:nvSpPr>
        <p:spPr>
          <a:xfrm>
            <a:off x="6709409" y="2310511"/>
            <a:ext cx="2333625" cy="1275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server</a:t>
            </a:r>
            <a:endParaRPr sz="1600">
              <a:latin typeface="Arial MT"/>
              <a:cs typeface="Arial MT"/>
            </a:endParaRPr>
          </a:p>
          <a:p>
            <a:pPr marL="12700" marR="5080" indent="365760">
              <a:lnSpc>
                <a:spcPct val="196900"/>
              </a:lnSpc>
              <a:spcBef>
                <a:spcPts val="360"/>
              </a:spcBef>
            </a:pPr>
            <a:r>
              <a:rPr sz="1600" spc="-10" dirty="0">
                <a:latin typeface="Arial MT"/>
                <a:cs typeface="Arial MT"/>
              </a:rPr>
              <a:t>infrastructure network </a:t>
            </a:r>
            <a:r>
              <a:rPr sz="1600" dirty="0">
                <a:latin typeface="Arial MT"/>
                <a:cs typeface="Arial MT"/>
              </a:rPr>
              <a:t>access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point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2278379" y="3963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49885">
              <a:lnSpc>
                <a:spcPct val="100000"/>
              </a:lnSpc>
              <a:spcBef>
                <a:spcPts val="475"/>
              </a:spcBef>
            </a:pPr>
            <a:r>
              <a:rPr sz="1600" spc="-10" dirty="0">
                <a:latin typeface="Arial MT"/>
                <a:cs typeface="Arial MT"/>
              </a:rPr>
              <a:t>application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2278379" y="4344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Arial MT"/>
                <a:cs typeface="Arial MT"/>
              </a:rPr>
              <a:t>TCP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2278379" y="5868923"/>
            <a:ext cx="1676400" cy="312420"/>
          </a:xfrm>
          <a:prstGeom prst="rect">
            <a:avLst/>
          </a:prstGeom>
          <a:solidFill>
            <a:srgbClr val="DADAF6"/>
          </a:solidFill>
          <a:ln w="9525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480"/>
              </a:spcBef>
            </a:pPr>
            <a:r>
              <a:rPr sz="1600" spc="-45" dirty="0">
                <a:latin typeface="Arial MT"/>
                <a:cs typeface="Arial MT"/>
              </a:rPr>
              <a:t>802.11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PHY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2" name="object 442"/>
          <p:cNvSpPr txBox="1"/>
          <p:nvPr/>
        </p:nvSpPr>
        <p:spPr>
          <a:xfrm>
            <a:off x="2278379" y="5487923"/>
            <a:ext cx="1676400" cy="311150"/>
          </a:xfrm>
          <a:prstGeom prst="rect">
            <a:avLst/>
          </a:prstGeom>
          <a:solidFill>
            <a:srgbClr val="DADAF6"/>
          </a:solidFill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475"/>
              </a:spcBef>
            </a:pPr>
            <a:r>
              <a:rPr sz="1600" spc="-45" dirty="0">
                <a:latin typeface="Arial MT"/>
                <a:cs typeface="Arial MT"/>
              </a:rPr>
              <a:t>802.11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MAC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2278379" y="4725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Arial MT"/>
                <a:cs typeface="Arial MT"/>
              </a:rPr>
              <a:t>IP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4" name="object 444"/>
          <p:cNvSpPr txBox="1"/>
          <p:nvPr/>
        </p:nvSpPr>
        <p:spPr>
          <a:xfrm>
            <a:off x="6088379" y="5487923"/>
            <a:ext cx="1295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475"/>
              </a:spcBef>
            </a:pPr>
            <a:r>
              <a:rPr sz="1600" dirty="0">
                <a:latin typeface="Arial MT"/>
                <a:cs typeface="Arial MT"/>
              </a:rPr>
              <a:t>802.3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MAC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5" name="object 445"/>
          <p:cNvSpPr txBox="1"/>
          <p:nvPr/>
        </p:nvSpPr>
        <p:spPr>
          <a:xfrm>
            <a:off x="6088379" y="5868923"/>
            <a:ext cx="1295400" cy="3124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latin typeface="Arial MT"/>
                <a:cs typeface="Arial MT"/>
              </a:rPr>
              <a:t>802.3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PHY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6" name="object 446"/>
          <p:cNvSpPr txBox="1"/>
          <p:nvPr/>
        </p:nvSpPr>
        <p:spPr>
          <a:xfrm>
            <a:off x="8069580" y="3963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475"/>
              </a:spcBef>
            </a:pPr>
            <a:r>
              <a:rPr sz="1600" spc="-10" dirty="0">
                <a:latin typeface="Arial MT"/>
                <a:cs typeface="Arial MT"/>
              </a:rPr>
              <a:t>application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7" name="object 447"/>
          <p:cNvSpPr txBox="1"/>
          <p:nvPr/>
        </p:nvSpPr>
        <p:spPr>
          <a:xfrm>
            <a:off x="8069580" y="4344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Arial MT"/>
                <a:cs typeface="Arial MT"/>
              </a:rPr>
              <a:t>TCP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8" name="object 448"/>
          <p:cNvSpPr txBox="1"/>
          <p:nvPr/>
        </p:nvSpPr>
        <p:spPr>
          <a:xfrm>
            <a:off x="8069580" y="5868923"/>
            <a:ext cx="1676400" cy="3124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latin typeface="Arial MT"/>
                <a:cs typeface="Arial MT"/>
              </a:rPr>
              <a:t>802.3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PHY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9" name="object 449"/>
          <p:cNvSpPr txBox="1"/>
          <p:nvPr/>
        </p:nvSpPr>
        <p:spPr>
          <a:xfrm>
            <a:off x="8069580" y="5487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475"/>
              </a:spcBef>
            </a:pPr>
            <a:r>
              <a:rPr sz="1600" dirty="0">
                <a:latin typeface="Arial MT"/>
                <a:cs typeface="Arial MT"/>
              </a:rPr>
              <a:t>802.3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MAC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0" name="object 450"/>
          <p:cNvSpPr txBox="1"/>
          <p:nvPr/>
        </p:nvSpPr>
        <p:spPr>
          <a:xfrm>
            <a:off x="8069580" y="4725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Arial MT"/>
                <a:cs typeface="Arial MT"/>
              </a:rPr>
              <a:t>IP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4792979" y="5487923"/>
            <a:ext cx="1295400" cy="311150"/>
          </a:xfrm>
          <a:prstGeom prst="rect">
            <a:avLst/>
          </a:prstGeom>
          <a:solidFill>
            <a:srgbClr val="DADAF6"/>
          </a:solidFill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75"/>
              </a:spcBef>
            </a:pPr>
            <a:r>
              <a:rPr sz="1600" spc="-45" dirty="0">
                <a:latin typeface="Arial MT"/>
                <a:cs typeface="Arial MT"/>
              </a:rPr>
              <a:t>802.11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MAC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4792979" y="5868923"/>
            <a:ext cx="1295400" cy="312420"/>
          </a:xfrm>
          <a:prstGeom prst="rect">
            <a:avLst/>
          </a:prstGeom>
          <a:solidFill>
            <a:srgbClr val="DADAF6"/>
          </a:solidFill>
          <a:ln w="9525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480"/>
              </a:spcBef>
            </a:pPr>
            <a:r>
              <a:rPr sz="1600" spc="-45" dirty="0">
                <a:latin typeface="Arial MT"/>
                <a:cs typeface="Arial MT"/>
              </a:rPr>
              <a:t>802.11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PHY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4792979" y="5106923"/>
            <a:ext cx="25908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Arial MT"/>
                <a:cs typeface="Arial MT"/>
              </a:rPr>
              <a:t>LLC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4" name="object 454"/>
          <p:cNvSpPr/>
          <p:nvPr/>
        </p:nvSpPr>
        <p:spPr>
          <a:xfrm>
            <a:off x="3116579" y="6249923"/>
            <a:ext cx="2438400" cy="228600"/>
          </a:xfrm>
          <a:custGeom>
            <a:avLst/>
            <a:gdLst/>
            <a:ahLst/>
            <a:cxnLst/>
            <a:rect l="l" t="t" r="r" b="b"/>
            <a:pathLst>
              <a:path w="2438400" h="228600">
                <a:moveTo>
                  <a:pt x="0" y="0"/>
                </a:moveTo>
                <a:lnTo>
                  <a:pt x="126" y="228599"/>
                </a:lnTo>
              </a:path>
              <a:path w="2438400" h="228600">
                <a:moveTo>
                  <a:pt x="0" y="228599"/>
                </a:moveTo>
                <a:lnTo>
                  <a:pt x="2437765" y="228599"/>
                </a:lnTo>
              </a:path>
              <a:path w="2438400" h="228600">
                <a:moveTo>
                  <a:pt x="2437765" y="228599"/>
                </a:moveTo>
                <a:lnTo>
                  <a:pt x="243789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6545580" y="6249923"/>
            <a:ext cx="2438400" cy="228600"/>
          </a:xfrm>
          <a:custGeom>
            <a:avLst/>
            <a:gdLst/>
            <a:ahLst/>
            <a:cxnLst/>
            <a:rect l="l" t="t" r="r" b="b"/>
            <a:pathLst>
              <a:path w="2438400" h="228600">
                <a:moveTo>
                  <a:pt x="0" y="0"/>
                </a:moveTo>
                <a:lnTo>
                  <a:pt x="126" y="228599"/>
                </a:lnTo>
              </a:path>
              <a:path w="2438400" h="228600">
                <a:moveTo>
                  <a:pt x="0" y="228599"/>
                </a:moveTo>
                <a:lnTo>
                  <a:pt x="2437765" y="228599"/>
                </a:lnTo>
              </a:path>
              <a:path w="2438400" h="228600">
                <a:moveTo>
                  <a:pt x="2437765" y="228599"/>
                </a:moveTo>
                <a:lnTo>
                  <a:pt x="243789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 txBox="1"/>
          <p:nvPr/>
        </p:nvSpPr>
        <p:spPr>
          <a:xfrm>
            <a:off x="2278379" y="5106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Arial MT"/>
                <a:cs typeface="Arial MT"/>
              </a:rPr>
              <a:t>LLC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8069580" y="5106923"/>
            <a:ext cx="1676400" cy="3111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Arial MT"/>
                <a:cs typeface="Arial MT"/>
              </a:rPr>
              <a:t>LLC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001" y="2976498"/>
            <a:ext cx="35655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0" dirty="0">
                <a:latin typeface="Calibri Light"/>
                <a:cs typeface="Calibri Light"/>
              </a:rPr>
              <a:t>Wi-</a:t>
            </a:r>
            <a:r>
              <a:rPr sz="4800" dirty="0">
                <a:latin typeface="Calibri Light"/>
                <a:cs typeface="Calibri Light"/>
              </a:rPr>
              <a:t>Fi:</a:t>
            </a:r>
            <a:r>
              <a:rPr sz="4800" spc="-5" dirty="0">
                <a:latin typeface="Calibri Light"/>
                <a:cs typeface="Calibri Light"/>
              </a:rPr>
              <a:t> </a:t>
            </a:r>
            <a:r>
              <a:rPr sz="4800" spc="-10" dirty="0">
                <a:latin typeface="Calibri Light"/>
                <a:cs typeface="Calibri Light"/>
              </a:rPr>
              <a:t>Security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296" y="5946647"/>
            <a:ext cx="152400" cy="524510"/>
          </a:xfrm>
          <a:custGeom>
            <a:avLst/>
            <a:gdLst/>
            <a:ahLst/>
            <a:cxnLst/>
            <a:rect l="l" t="t" r="r" b="b"/>
            <a:pathLst>
              <a:path w="152400" h="524510">
                <a:moveTo>
                  <a:pt x="152400" y="0"/>
                </a:moveTo>
                <a:lnTo>
                  <a:pt x="0" y="0"/>
                </a:lnTo>
                <a:lnTo>
                  <a:pt x="0" y="524255"/>
                </a:lnTo>
                <a:lnTo>
                  <a:pt x="152400" y="524255"/>
                </a:lnTo>
                <a:lnTo>
                  <a:pt x="1524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29184" y="573023"/>
            <a:ext cx="11863070" cy="5956300"/>
            <a:chOff x="329184" y="573023"/>
            <a:chExt cx="11863070" cy="5956300"/>
          </a:xfrm>
        </p:grpSpPr>
        <p:sp>
          <p:nvSpPr>
            <p:cNvPr id="5" name="object 5"/>
            <p:cNvSpPr/>
            <p:nvPr/>
          </p:nvSpPr>
          <p:spPr>
            <a:xfrm>
              <a:off x="329184" y="5948171"/>
              <a:ext cx="11863070" cy="524510"/>
            </a:xfrm>
            <a:custGeom>
              <a:avLst/>
              <a:gdLst/>
              <a:ahLst/>
              <a:cxnLst/>
              <a:rect l="l" t="t" r="r" b="b"/>
              <a:pathLst>
                <a:path w="11863070" h="524510">
                  <a:moveTo>
                    <a:pt x="11862816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11862816" y="524255"/>
                  </a:lnTo>
                  <a:lnTo>
                    <a:pt x="1186281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2624" y="573023"/>
              <a:ext cx="6778752" cy="59557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34355" y="588263"/>
              <a:ext cx="6504940" cy="5681980"/>
            </a:xfrm>
            <a:custGeom>
              <a:avLst/>
              <a:gdLst/>
              <a:ahLst/>
              <a:cxnLst/>
              <a:rect l="l" t="t" r="r" b="b"/>
              <a:pathLst>
                <a:path w="6504940" h="5681980">
                  <a:moveTo>
                    <a:pt x="6504432" y="0"/>
                  </a:moveTo>
                  <a:lnTo>
                    <a:pt x="0" y="0"/>
                  </a:lnTo>
                  <a:lnTo>
                    <a:pt x="0" y="5681472"/>
                  </a:lnTo>
                  <a:lnTo>
                    <a:pt x="6504432" y="5681472"/>
                  </a:lnTo>
                  <a:lnTo>
                    <a:pt x="65044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31536" y="2165604"/>
              <a:ext cx="5918200" cy="1461770"/>
            </a:xfrm>
            <a:custGeom>
              <a:avLst/>
              <a:gdLst/>
              <a:ahLst/>
              <a:cxnLst/>
              <a:rect l="l" t="t" r="r" b="b"/>
              <a:pathLst>
                <a:path w="5918200" h="1461770">
                  <a:moveTo>
                    <a:pt x="5917692" y="0"/>
                  </a:moveTo>
                  <a:lnTo>
                    <a:pt x="0" y="0"/>
                  </a:lnTo>
                  <a:lnTo>
                    <a:pt x="0" y="1461516"/>
                  </a:lnTo>
                  <a:lnTo>
                    <a:pt x="5917692" y="1461516"/>
                  </a:lnTo>
                  <a:lnTo>
                    <a:pt x="591769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31536" y="2165604"/>
              <a:ext cx="5918200" cy="1461770"/>
            </a:xfrm>
            <a:custGeom>
              <a:avLst/>
              <a:gdLst/>
              <a:ahLst/>
              <a:cxnLst/>
              <a:rect l="l" t="t" r="r" b="b"/>
              <a:pathLst>
                <a:path w="5918200" h="1461770">
                  <a:moveTo>
                    <a:pt x="0" y="1461516"/>
                  </a:moveTo>
                  <a:lnTo>
                    <a:pt x="5917692" y="1461516"/>
                  </a:lnTo>
                  <a:lnTo>
                    <a:pt x="5917692" y="0"/>
                  </a:lnTo>
                  <a:lnTo>
                    <a:pt x="0" y="0"/>
                  </a:lnTo>
                  <a:lnTo>
                    <a:pt x="0" y="1461516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27192" y="1929384"/>
              <a:ext cx="4142740" cy="472440"/>
            </a:xfrm>
            <a:custGeom>
              <a:avLst/>
              <a:gdLst/>
              <a:ahLst/>
              <a:cxnLst/>
              <a:rect l="l" t="t" r="r" b="b"/>
              <a:pathLst>
                <a:path w="4142740" h="472439">
                  <a:moveTo>
                    <a:pt x="4063491" y="0"/>
                  </a:moveTo>
                  <a:lnTo>
                    <a:pt x="78740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39"/>
                  </a:lnTo>
                  <a:lnTo>
                    <a:pt x="0" y="393700"/>
                  </a:lnTo>
                  <a:lnTo>
                    <a:pt x="6195" y="424326"/>
                  </a:lnTo>
                  <a:lnTo>
                    <a:pt x="23082" y="449357"/>
                  </a:lnTo>
                  <a:lnTo>
                    <a:pt x="48113" y="466244"/>
                  </a:lnTo>
                  <a:lnTo>
                    <a:pt x="78740" y="472439"/>
                  </a:lnTo>
                  <a:lnTo>
                    <a:pt x="4063491" y="472439"/>
                  </a:lnTo>
                  <a:lnTo>
                    <a:pt x="4094118" y="466244"/>
                  </a:lnTo>
                  <a:lnTo>
                    <a:pt x="4119149" y="449357"/>
                  </a:lnTo>
                  <a:lnTo>
                    <a:pt x="4136036" y="424326"/>
                  </a:lnTo>
                  <a:lnTo>
                    <a:pt x="4142232" y="393700"/>
                  </a:lnTo>
                  <a:lnTo>
                    <a:pt x="4142232" y="78739"/>
                  </a:lnTo>
                  <a:lnTo>
                    <a:pt x="4136036" y="48113"/>
                  </a:lnTo>
                  <a:lnTo>
                    <a:pt x="4119149" y="23082"/>
                  </a:lnTo>
                  <a:lnTo>
                    <a:pt x="4094118" y="6195"/>
                  </a:lnTo>
                  <a:lnTo>
                    <a:pt x="406349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27192" y="1929384"/>
              <a:ext cx="4142740" cy="472440"/>
            </a:xfrm>
            <a:custGeom>
              <a:avLst/>
              <a:gdLst/>
              <a:ahLst/>
              <a:cxnLst/>
              <a:rect l="l" t="t" r="r" b="b"/>
              <a:pathLst>
                <a:path w="4142740" h="472439">
                  <a:moveTo>
                    <a:pt x="0" y="78739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40" y="0"/>
                  </a:lnTo>
                  <a:lnTo>
                    <a:pt x="4063491" y="0"/>
                  </a:lnTo>
                  <a:lnTo>
                    <a:pt x="4094118" y="6195"/>
                  </a:lnTo>
                  <a:lnTo>
                    <a:pt x="4119149" y="23082"/>
                  </a:lnTo>
                  <a:lnTo>
                    <a:pt x="4136036" y="48113"/>
                  </a:lnTo>
                  <a:lnTo>
                    <a:pt x="4142232" y="78739"/>
                  </a:lnTo>
                  <a:lnTo>
                    <a:pt x="4142232" y="393700"/>
                  </a:lnTo>
                  <a:lnTo>
                    <a:pt x="4136036" y="424326"/>
                  </a:lnTo>
                  <a:lnTo>
                    <a:pt x="4119149" y="449357"/>
                  </a:lnTo>
                  <a:lnTo>
                    <a:pt x="4094118" y="466244"/>
                  </a:lnTo>
                  <a:lnTo>
                    <a:pt x="4063491" y="472439"/>
                  </a:lnTo>
                  <a:lnTo>
                    <a:pt x="78740" y="472439"/>
                  </a:lnTo>
                  <a:lnTo>
                    <a:pt x="48113" y="466244"/>
                  </a:lnTo>
                  <a:lnTo>
                    <a:pt x="23082" y="449357"/>
                  </a:lnTo>
                  <a:lnTo>
                    <a:pt x="6195" y="424326"/>
                  </a:lnTo>
                  <a:lnTo>
                    <a:pt x="0" y="393700"/>
                  </a:lnTo>
                  <a:lnTo>
                    <a:pt x="0" y="787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31536" y="3950208"/>
              <a:ext cx="5918200" cy="402590"/>
            </a:xfrm>
            <a:custGeom>
              <a:avLst/>
              <a:gdLst/>
              <a:ahLst/>
              <a:cxnLst/>
              <a:rect l="l" t="t" r="r" b="b"/>
              <a:pathLst>
                <a:path w="5918200" h="402589">
                  <a:moveTo>
                    <a:pt x="5917692" y="0"/>
                  </a:moveTo>
                  <a:lnTo>
                    <a:pt x="0" y="0"/>
                  </a:lnTo>
                  <a:lnTo>
                    <a:pt x="0" y="402336"/>
                  </a:lnTo>
                  <a:lnTo>
                    <a:pt x="5917692" y="402336"/>
                  </a:lnTo>
                  <a:lnTo>
                    <a:pt x="591769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31536" y="3950208"/>
              <a:ext cx="5918200" cy="402590"/>
            </a:xfrm>
            <a:custGeom>
              <a:avLst/>
              <a:gdLst/>
              <a:ahLst/>
              <a:cxnLst/>
              <a:rect l="l" t="t" r="r" b="b"/>
              <a:pathLst>
                <a:path w="5918200" h="402589">
                  <a:moveTo>
                    <a:pt x="0" y="402336"/>
                  </a:moveTo>
                  <a:lnTo>
                    <a:pt x="5917692" y="402336"/>
                  </a:lnTo>
                  <a:lnTo>
                    <a:pt x="5917692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700">
              <a:solidFill>
                <a:srgbClr val="4DC5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27192" y="3713988"/>
              <a:ext cx="4142740" cy="471170"/>
            </a:xfrm>
            <a:custGeom>
              <a:avLst/>
              <a:gdLst/>
              <a:ahLst/>
              <a:cxnLst/>
              <a:rect l="l" t="t" r="r" b="b"/>
              <a:pathLst>
                <a:path w="4142740" h="471170">
                  <a:moveTo>
                    <a:pt x="4063746" y="0"/>
                  </a:moveTo>
                  <a:lnTo>
                    <a:pt x="78486" y="0"/>
                  </a:lnTo>
                  <a:lnTo>
                    <a:pt x="47952" y="6173"/>
                  </a:lnTo>
                  <a:lnTo>
                    <a:pt x="23002" y="23002"/>
                  </a:lnTo>
                  <a:lnTo>
                    <a:pt x="6173" y="47952"/>
                  </a:lnTo>
                  <a:lnTo>
                    <a:pt x="0" y="78486"/>
                  </a:lnTo>
                  <a:lnTo>
                    <a:pt x="0" y="392430"/>
                  </a:lnTo>
                  <a:lnTo>
                    <a:pt x="6173" y="422963"/>
                  </a:lnTo>
                  <a:lnTo>
                    <a:pt x="23002" y="447913"/>
                  </a:lnTo>
                  <a:lnTo>
                    <a:pt x="47952" y="464742"/>
                  </a:lnTo>
                  <a:lnTo>
                    <a:pt x="78486" y="470916"/>
                  </a:lnTo>
                  <a:lnTo>
                    <a:pt x="4063746" y="470916"/>
                  </a:lnTo>
                  <a:lnTo>
                    <a:pt x="4094279" y="464742"/>
                  </a:lnTo>
                  <a:lnTo>
                    <a:pt x="4119229" y="447913"/>
                  </a:lnTo>
                  <a:lnTo>
                    <a:pt x="4136058" y="422963"/>
                  </a:lnTo>
                  <a:lnTo>
                    <a:pt x="4142232" y="392430"/>
                  </a:lnTo>
                  <a:lnTo>
                    <a:pt x="4142232" y="78486"/>
                  </a:lnTo>
                  <a:lnTo>
                    <a:pt x="4136058" y="47952"/>
                  </a:lnTo>
                  <a:lnTo>
                    <a:pt x="4119229" y="23002"/>
                  </a:lnTo>
                  <a:lnTo>
                    <a:pt x="4094279" y="6173"/>
                  </a:lnTo>
                  <a:lnTo>
                    <a:pt x="4063746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27192" y="3713988"/>
              <a:ext cx="4142740" cy="471170"/>
            </a:xfrm>
            <a:custGeom>
              <a:avLst/>
              <a:gdLst/>
              <a:ahLst/>
              <a:cxnLst/>
              <a:rect l="l" t="t" r="r" b="b"/>
              <a:pathLst>
                <a:path w="4142740" h="471170">
                  <a:moveTo>
                    <a:pt x="0" y="78486"/>
                  </a:moveTo>
                  <a:lnTo>
                    <a:pt x="6173" y="47952"/>
                  </a:lnTo>
                  <a:lnTo>
                    <a:pt x="23002" y="23002"/>
                  </a:lnTo>
                  <a:lnTo>
                    <a:pt x="47952" y="6173"/>
                  </a:lnTo>
                  <a:lnTo>
                    <a:pt x="78486" y="0"/>
                  </a:lnTo>
                  <a:lnTo>
                    <a:pt x="4063746" y="0"/>
                  </a:lnTo>
                  <a:lnTo>
                    <a:pt x="4094279" y="6173"/>
                  </a:lnTo>
                  <a:lnTo>
                    <a:pt x="4119229" y="23002"/>
                  </a:lnTo>
                  <a:lnTo>
                    <a:pt x="4136058" y="47952"/>
                  </a:lnTo>
                  <a:lnTo>
                    <a:pt x="4142232" y="78486"/>
                  </a:lnTo>
                  <a:lnTo>
                    <a:pt x="4142232" y="392430"/>
                  </a:lnTo>
                  <a:lnTo>
                    <a:pt x="4136058" y="422963"/>
                  </a:lnTo>
                  <a:lnTo>
                    <a:pt x="4119229" y="447913"/>
                  </a:lnTo>
                  <a:lnTo>
                    <a:pt x="4094279" y="464742"/>
                  </a:lnTo>
                  <a:lnTo>
                    <a:pt x="4063746" y="470916"/>
                  </a:lnTo>
                  <a:lnTo>
                    <a:pt x="78486" y="470916"/>
                  </a:lnTo>
                  <a:lnTo>
                    <a:pt x="47952" y="464742"/>
                  </a:lnTo>
                  <a:lnTo>
                    <a:pt x="23002" y="447913"/>
                  </a:lnTo>
                  <a:lnTo>
                    <a:pt x="6173" y="422963"/>
                  </a:lnTo>
                  <a:lnTo>
                    <a:pt x="0" y="392430"/>
                  </a:lnTo>
                  <a:lnTo>
                    <a:pt x="0" y="7848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31536" y="4675632"/>
              <a:ext cx="5918200" cy="402590"/>
            </a:xfrm>
            <a:custGeom>
              <a:avLst/>
              <a:gdLst/>
              <a:ahLst/>
              <a:cxnLst/>
              <a:rect l="l" t="t" r="r" b="b"/>
              <a:pathLst>
                <a:path w="5918200" h="402589">
                  <a:moveTo>
                    <a:pt x="5917692" y="0"/>
                  </a:moveTo>
                  <a:lnTo>
                    <a:pt x="0" y="0"/>
                  </a:lnTo>
                  <a:lnTo>
                    <a:pt x="0" y="402336"/>
                  </a:lnTo>
                  <a:lnTo>
                    <a:pt x="5917692" y="402336"/>
                  </a:lnTo>
                  <a:lnTo>
                    <a:pt x="591769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31536" y="4675632"/>
              <a:ext cx="5918200" cy="402590"/>
            </a:xfrm>
            <a:custGeom>
              <a:avLst/>
              <a:gdLst/>
              <a:ahLst/>
              <a:cxnLst/>
              <a:rect l="l" t="t" r="r" b="b"/>
              <a:pathLst>
                <a:path w="5918200" h="402589">
                  <a:moveTo>
                    <a:pt x="0" y="402336"/>
                  </a:moveTo>
                  <a:lnTo>
                    <a:pt x="5917692" y="402336"/>
                  </a:lnTo>
                  <a:lnTo>
                    <a:pt x="5917692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27192" y="4439412"/>
              <a:ext cx="4142740" cy="472440"/>
            </a:xfrm>
            <a:custGeom>
              <a:avLst/>
              <a:gdLst/>
              <a:ahLst/>
              <a:cxnLst/>
              <a:rect l="l" t="t" r="r" b="b"/>
              <a:pathLst>
                <a:path w="4142740" h="472439">
                  <a:moveTo>
                    <a:pt x="4063491" y="0"/>
                  </a:moveTo>
                  <a:lnTo>
                    <a:pt x="78740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39"/>
                  </a:lnTo>
                  <a:lnTo>
                    <a:pt x="0" y="393700"/>
                  </a:lnTo>
                  <a:lnTo>
                    <a:pt x="6195" y="424326"/>
                  </a:lnTo>
                  <a:lnTo>
                    <a:pt x="23082" y="449357"/>
                  </a:lnTo>
                  <a:lnTo>
                    <a:pt x="48113" y="466244"/>
                  </a:lnTo>
                  <a:lnTo>
                    <a:pt x="78740" y="472439"/>
                  </a:lnTo>
                  <a:lnTo>
                    <a:pt x="4063491" y="472439"/>
                  </a:lnTo>
                  <a:lnTo>
                    <a:pt x="4094118" y="466244"/>
                  </a:lnTo>
                  <a:lnTo>
                    <a:pt x="4119149" y="449357"/>
                  </a:lnTo>
                  <a:lnTo>
                    <a:pt x="4136036" y="424326"/>
                  </a:lnTo>
                  <a:lnTo>
                    <a:pt x="4142232" y="393700"/>
                  </a:lnTo>
                  <a:lnTo>
                    <a:pt x="4142232" y="78739"/>
                  </a:lnTo>
                  <a:lnTo>
                    <a:pt x="4136036" y="48113"/>
                  </a:lnTo>
                  <a:lnTo>
                    <a:pt x="4119149" y="23082"/>
                  </a:lnTo>
                  <a:lnTo>
                    <a:pt x="4094118" y="6195"/>
                  </a:lnTo>
                  <a:lnTo>
                    <a:pt x="4063491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27192" y="4439412"/>
              <a:ext cx="4142740" cy="472440"/>
            </a:xfrm>
            <a:custGeom>
              <a:avLst/>
              <a:gdLst/>
              <a:ahLst/>
              <a:cxnLst/>
              <a:rect l="l" t="t" r="r" b="b"/>
              <a:pathLst>
                <a:path w="4142740" h="472439">
                  <a:moveTo>
                    <a:pt x="0" y="78739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40" y="0"/>
                  </a:lnTo>
                  <a:lnTo>
                    <a:pt x="4063491" y="0"/>
                  </a:lnTo>
                  <a:lnTo>
                    <a:pt x="4094118" y="6195"/>
                  </a:lnTo>
                  <a:lnTo>
                    <a:pt x="4119149" y="23082"/>
                  </a:lnTo>
                  <a:lnTo>
                    <a:pt x="4136036" y="48113"/>
                  </a:lnTo>
                  <a:lnTo>
                    <a:pt x="4142232" y="78739"/>
                  </a:lnTo>
                  <a:lnTo>
                    <a:pt x="4142232" y="393700"/>
                  </a:lnTo>
                  <a:lnTo>
                    <a:pt x="4136036" y="424326"/>
                  </a:lnTo>
                  <a:lnTo>
                    <a:pt x="4119149" y="449357"/>
                  </a:lnTo>
                  <a:lnTo>
                    <a:pt x="4094118" y="466244"/>
                  </a:lnTo>
                  <a:lnTo>
                    <a:pt x="4063491" y="472439"/>
                  </a:lnTo>
                  <a:lnTo>
                    <a:pt x="78740" y="472439"/>
                  </a:lnTo>
                  <a:lnTo>
                    <a:pt x="48113" y="466244"/>
                  </a:lnTo>
                  <a:lnTo>
                    <a:pt x="23082" y="449357"/>
                  </a:lnTo>
                  <a:lnTo>
                    <a:pt x="6195" y="424326"/>
                  </a:lnTo>
                  <a:lnTo>
                    <a:pt x="0" y="393700"/>
                  </a:lnTo>
                  <a:lnTo>
                    <a:pt x="0" y="787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34355" y="588263"/>
            <a:ext cx="6504940" cy="568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600">
              <a:latin typeface="Times New Roman"/>
              <a:cs typeface="Times New Roman"/>
            </a:endParaRPr>
          </a:p>
          <a:p>
            <a:pPr marL="77343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Wireless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endParaRPr sz="1600">
              <a:latin typeface="Calibri"/>
              <a:cs typeface="Calibri"/>
            </a:endParaRPr>
          </a:p>
          <a:p>
            <a:pPr marL="928369" indent="-171450">
              <a:lnSpc>
                <a:spcPct val="100000"/>
              </a:lnSpc>
              <a:spcBef>
                <a:spcPts val="1580"/>
              </a:spcBef>
              <a:buChar char="•"/>
              <a:tabLst>
                <a:tab pos="928369" algn="l"/>
              </a:tabLst>
            </a:pPr>
            <a:r>
              <a:rPr sz="1600" spc="-10" dirty="0">
                <a:latin typeface="Calibri"/>
                <a:cs typeface="Calibri"/>
              </a:rPr>
              <a:t>Unsecured</a:t>
            </a:r>
            <a:endParaRPr sz="1600">
              <a:latin typeface="Calibri"/>
              <a:cs typeface="Calibri"/>
            </a:endParaRPr>
          </a:p>
          <a:p>
            <a:pPr marL="928369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928369" algn="l"/>
              </a:tabLst>
            </a:pPr>
            <a:r>
              <a:rPr sz="1600" spc="-25" dirty="0">
                <a:latin typeface="Calibri"/>
                <a:cs typeface="Calibri"/>
              </a:rPr>
              <a:t>WEP</a:t>
            </a:r>
            <a:endParaRPr sz="1600">
              <a:latin typeface="Calibri"/>
              <a:cs typeface="Calibri"/>
            </a:endParaRPr>
          </a:p>
          <a:p>
            <a:pPr marL="928369" indent="-171450">
              <a:lnSpc>
                <a:spcPct val="100000"/>
              </a:lnSpc>
              <a:spcBef>
                <a:spcPts val="120"/>
              </a:spcBef>
              <a:buChar char="•"/>
              <a:tabLst>
                <a:tab pos="928369" algn="l"/>
              </a:tabLst>
            </a:pPr>
            <a:r>
              <a:rPr sz="1600" spc="-25" dirty="0">
                <a:latin typeface="Calibri"/>
                <a:cs typeface="Calibri"/>
              </a:rPr>
              <a:t>WPA</a:t>
            </a:r>
            <a:endParaRPr sz="1600">
              <a:latin typeface="Calibri"/>
              <a:cs typeface="Calibri"/>
            </a:endParaRPr>
          </a:p>
          <a:p>
            <a:pPr marL="928369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928369" algn="l"/>
              </a:tabLst>
            </a:pPr>
            <a:r>
              <a:rPr sz="1600" spc="-20" dirty="0">
                <a:latin typeface="Calibri"/>
                <a:cs typeface="Calibri"/>
              </a:rPr>
              <a:t>WPA2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600">
              <a:latin typeface="Calibri"/>
              <a:cs typeface="Calibri"/>
            </a:endParaRPr>
          </a:p>
          <a:p>
            <a:pPr marL="77343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wireless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encryption?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600">
              <a:latin typeface="Calibri"/>
              <a:cs typeface="Calibri"/>
            </a:endParaRPr>
          </a:p>
          <a:p>
            <a:pPr marL="77343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Additional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Measures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319" y="2983483"/>
            <a:ext cx="24174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Times New Roman"/>
                <a:cs typeface="Times New Roman"/>
              </a:rPr>
              <a:t>Unsecured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38853" y="1518031"/>
            <a:ext cx="5928360" cy="1522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5"/>
              </a:spcBef>
              <a:buChar char="•"/>
              <a:tabLst>
                <a:tab pos="32004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wireless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network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sort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encryption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algorithm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applied.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Font typeface="Times New Roman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buChar char="•"/>
              <a:tabLst>
                <a:tab pos="320040" algn="l"/>
              </a:tabLst>
            </a:pPr>
            <a:r>
              <a:rPr sz="1700" dirty="0">
                <a:latin typeface="Times New Roman"/>
                <a:cs typeface="Times New Roman"/>
              </a:rPr>
              <a:t>Any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readily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authenticate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access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internet.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Font typeface="Times New Roman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373380" indent="-360680">
              <a:lnSpc>
                <a:spcPct val="100000"/>
              </a:lnSpc>
              <a:buChar char="•"/>
              <a:tabLst>
                <a:tab pos="373380" algn="l"/>
              </a:tabLst>
            </a:pPr>
            <a:r>
              <a:rPr sz="1700" dirty="0">
                <a:latin typeface="Times New Roman"/>
                <a:cs typeface="Times New Roman"/>
              </a:rPr>
              <a:t>Packets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unencrypted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visible.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8853" y="3374516"/>
            <a:ext cx="116649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373380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Attacks: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0333" y="3728084"/>
            <a:ext cx="12890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50" dirty="0">
                <a:latin typeface="Courier New"/>
                <a:cs typeface="Courier New"/>
              </a:rPr>
              <a:t>o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8429" y="3721734"/>
            <a:ext cx="1480185" cy="2413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45"/>
              </a:lnSpc>
              <a:tabLst>
                <a:tab pos="551815" algn="l"/>
              </a:tabLst>
            </a:pPr>
            <a:r>
              <a:rPr sz="1700" spc="-25" dirty="0">
                <a:latin typeface="Times New Roman"/>
                <a:cs typeface="Times New Roman"/>
              </a:rPr>
              <a:t>ARP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Spoofing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6550" y="3683889"/>
            <a:ext cx="46805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710" algn="l"/>
                <a:tab pos="1195070" algn="l"/>
                <a:tab pos="2135505" algn="l"/>
                <a:tab pos="2764790" algn="l"/>
                <a:tab pos="3548379" algn="l"/>
                <a:tab pos="4069715" algn="l"/>
              </a:tabLst>
            </a:pPr>
            <a:r>
              <a:rPr sz="1700" spc="-50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Associate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attacker's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MAC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address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0" dirty="0">
                <a:latin typeface="Times New Roman"/>
                <a:cs typeface="Times New Roman"/>
              </a:rPr>
              <a:t>with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default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6365" y="3917060"/>
            <a:ext cx="6160770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1839"/>
              </a:lnSpc>
              <a:spcBef>
                <a:spcPts val="330"/>
              </a:spcBef>
            </a:pPr>
            <a:r>
              <a:rPr sz="1700" dirty="0">
                <a:latin typeface="Times New Roman"/>
                <a:cs typeface="Times New Roman"/>
              </a:rPr>
              <a:t>gateway's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IP.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All</a:t>
            </a:r>
            <a:r>
              <a:rPr sz="1700" spc="3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traffic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meant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gateway</a:t>
            </a:r>
            <a:r>
              <a:rPr sz="1700" spc="3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goes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through</a:t>
            </a:r>
            <a:r>
              <a:rPr sz="1700" spc="3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attacker's </a:t>
            </a:r>
            <a:r>
              <a:rPr sz="1700" dirty="0">
                <a:latin typeface="Times New Roman"/>
                <a:cs typeface="Times New Roman"/>
              </a:rPr>
              <a:t>machine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first.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Traffic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passed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through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(passive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sniff)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modified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passed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(MIM).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0333" y="4737353"/>
            <a:ext cx="12890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50" dirty="0">
                <a:latin typeface="Courier New"/>
                <a:cs typeface="Courier New"/>
              </a:rPr>
              <a:t>o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18429" y="4730622"/>
            <a:ext cx="1160145" cy="2413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50"/>
              </a:lnSpc>
            </a:pPr>
            <a:r>
              <a:rPr sz="1700" dirty="0">
                <a:latin typeface="Times New Roman"/>
                <a:cs typeface="Times New Roman"/>
              </a:rPr>
              <a:t>Firesheep</a:t>
            </a:r>
            <a:r>
              <a:rPr sz="1700" spc="50" dirty="0">
                <a:latin typeface="Times New Roman"/>
                <a:cs typeface="Times New Roman"/>
              </a:rPr>
              <a:t>  </a:t>
            </a:r>
            <a:r>
              <a:rPr sz="1700" spc="-50" dirty="0">
                <a:latin typeface="Times New Roman"/>
                <a:cs typeface="Times New Roman"/>
              </a:rPr>
              <a:t>-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6509" y="4693158"/>
            <a:ext cx="50018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Firefox</a:t>
            </a:r>
            <a:r>
              <a:rPr sz="1700" spc="5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extension</a:t>
            </a:r>
            <a:r>
              <a:rPr sz="1700" spc="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decodes</a:t>
            </a:r>
            <a:r>
              <a:rPr sz="1700" spc="4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cookies</a:t>
            </a:r>
            <a:r>
              <a:rPr sz="1700" spc="5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unsecured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6365" y="4926329"/>
            <a:ext cx="57423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Times New Roman"/>
                <a:cs typeface="Times New Roman"/>
              </a:rPr>
              <a:t>network.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Allows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log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 as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sites like Facebook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Twitter.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748" rIns="0" bIns="0" rtlCol="0">
            <a:spAutoFit/>
          </a:bodyPr>
          <a:lstStyle/>
          <a:p>
            <a:pPr marL="1653539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WEP:</a:t>
            </a:r>
            <a:r>
              <a:rPr b="0" spc="-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Wired</a:t>
            </a:r>
            <a:r>
              <a:rPr b="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Equivalent</a:t>
            </a:r>
            <a:r>
              <a:rPr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Privacy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634" y="1820260"/>
            <a:ext cx="10826115" cy="42576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41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Deprecated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IEEE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802.11</a:t>
            </a:r>
            <a:r>
              <a:rPr sz="2400" spc="-10" dirty="0">
                <a:latin typeface="Times New Roman"/>
                <a:cs typeface="Times New Roman"/>
              </a:rPr>
              <a:t> networking.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31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Introduced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802.11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1997.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31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64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WEP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key.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24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IV.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310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128/256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protocols.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310"/>
              </a:spcBef>
              <a:buFont typeface="Times New Roman"/>
              <a:buChar char="•"/>
              <a:tabLst>
                <a:tab pos="320040" algn="l"/>
              </a:tabLst>
            </a:pPr>
            <a:r>
              <a:rPr sz="2400" b="1" dirty="0">
                <a:latin typeface="Times New Roman"/>
                <a:cs typeface="Times New Roman"/>
              </a:rPr>
              <a:t>IV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(Initialization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Vector)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prepended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pre-shared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key.</a:t>
            </a:r>
            <a:endParaRPr sz="2400">
              <a:latin typeface="Times New Roman"/>
              <a:cs typeface="Times New Roman"/>
            </a:endParaRPr>
          </a:p>
          <a:p>
            <a:pPr marL="320040" marR="805180" indent="-307975">
              <a:lnSpc>
                <a:spcPts val="2590"/>
              </a:lnSpc>
              <a:spcBef>
                <a:spcPts val="64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IVs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64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IVs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10" dirty="0">
                <a:latin typeface="Times New Roman"/>
                <a:cs typeface="Times New Roman"/>
              </a:rPr>
              <a:t> key,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significantly </a:t>
            </a:r>
            <a:r>
              <a:rPr sz="2400" dirty="0">
                <a:latin typeface="Times New Roman"/>
                <a:cs typeface="Times New Roman"/>
              </a:rPr>
              <a:t>shortened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cracking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WEP.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275"/>
              </a:spcBef>
              <a:buFont typeface="Times New Roman"/>
              <a:buChar char="•"/>
              <a:tabLst>
                <a:tab pos="32004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Attacks:</a:t>
            </a:r>
            <a:endParaRPr sz="2400">
              <a:latin typeface="Times New Roman"/>
              <a:cs typeface="Times New Roman"/>
            </a:endParaRPr>
          </a:p>
          <a:p>
            <a:pPr marL="680085" marR="5080" lvl="1" indent="-256540" algn="just">
              <a:lnSpc>
                <a:spcPct val="90000"/>
              </a:lnSpc>
              <a:spcBef>
                <a:spcPts val="600"/>
              </a:spcBef>
              <a:buSzPct val="79166"/>
              <a:buFont typeface="Courier New"/>
              <a:buChar char="o"/>
              <a:tabLst>
                <a:tab pos="68008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Aircrack-</a:t>
            </a:r>
            <a:r>
              <a:rPr sz="2400" b="1" dirty="0">
                <a:latin typeface="Times New Roman"/>
                <a:cs typeface="Times New Roman"/>
              </a:rPr>
              <a:t>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Sniffs packets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obtain</a:t>
            </a:r>
            <a:r>
              <a:rPr sz="2400" spc="-25" dirty="0">
                <a:latin typeface="Times New Roman"/>
                <a:cs typeface="Times New Roman"/>
              </a:rPr>
              <a:t> IVs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breaks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WEP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IVs.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than </a:t>
            </a:r>
            <a:r>
              <a:rPr sz="2400" dirty="0">
                <a:latin typeface="Times New Roman"/>
                <a:cs typeface="Times New Roman"/>
              </a:rPr>
              <a:t>10 </a:t>
            </a:r>
            <a:r>
              <a:rPr sz="2400" spc="-10" dirty="0">
                <a:latin typeface="Times New Roman"/>
                <a:cs typeface="Times New Roman"/>
              </a:rPr>
              <a:t>minutes.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748" rIns="0" bIns="0" rtlCol="0">
            <a:spAutoFit/>
          </a:bodyPr>
          <a:lstStyle/>
          <a:p>
            <a:pPr marL="1653539">
              <a:lnSpc>
                <a:spcPct val="100000"/>
              </a:lnSpc>
              <a:spcBef>
                <a:spcPts val="105"/>
              </a:spcBef>
            </a:pPr>
            <a:r>
              <a:rPr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WPA:</a:t>
            </a:r>
            <a:r>
              <a:rPr b="0" spc="-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Wi-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Fi</a:t>
            </a:r>
            <a:r>
              <a:rPr b="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Protected</a:t>
            </a:r>
            <a:r>
              <a:rPr b="0" spc="-2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Access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634" y="1860245"/>
            <a:ext cx="1098613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ts val="2740"/>
              </a:lnSpc>
              <a:spcBef>
                <a:spcPts val="100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Flaws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WEP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since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January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2001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flaws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weak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encryption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(keys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  <a:p>
            <a:pPr marL="320040">
              <a:lnSpc>
                <a:spcPts val="2740"/>
              </a:lnSpc>
            </a:pPr>
            <a:r>
              <a:rPr sz="2400" dirty="0">
                <a:latin typeface="Times New Roman"/>
                <a:cs typeface="Times New Roman"/>
              </a:rPr>
              <a:t>longer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40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bits),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encryption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keys, lack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method.</a:t>
            </a:r>
            <a:endParaRPr sz="2400">
              <a:latin typeface="Times New Roman"/>
              <a:cs typeface="Times New Roman"/>
            </a:endParaRPr>
          </a:p>
          <a:p>
            <a:pPr marL="320040" marR="5080" indent="-307975">
              <a:lnSpc>
                <a:spcPts val="2590"/>
              </a:lnSpc>
              <a:spcBef>
                <a:spcPts val="640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April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2003,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Wi-</a:t>
            </a:r>
            <a:r>
              <a:rPr sz="2400" dirty="0">
                <a:latin typeface="Times New Roman"/>
                <a:cs typeface="Times New Roman"/>
              </a:rPr>
              <a:t>Fi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Alliance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introduced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interoperable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known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WiFi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Protected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(WPA).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ts val="2735"/>
              </a:lnSpc>
              <a:spcBef>
                <a:spcPts val="275"/>
              </a:spcBef>
              <a:buChar char="•"/>
              <a:tabLst>
                <a:tab pos="320040" algn="l"/>
              </a:tabLst>
            </a:pPr>
            <a:r>
              <a:rPr sz="2400" spc="-95" dirty="0">
                <a:latin typeface="Times New Roman"/>
                <a:cs typeface="Times New Roman"/>
              </a:rPr>
              <a:t>WPA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replacement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hardware</a:t>
            </a:r>
            <a:endParaRPr sz="2400">
              <a:latin typeface="Times New Roman"/>
              <a:cs typeface="Times New Roman"/>
            </a:endParaRPr>
          </a:p>
          <a:p>
            <a:pPr marL="320040">
              <a:lnSpc>
                <a:spcPts val="2735"/>
              </a:lnSpc>
            </a:pPr>
            <a:r>
              <a:rPr sz="2400" spc="-10" dirty="0">
                <a:latin typeface="Times New Roman"/>
                <a:cs typeface="Times New Roman"/>
              </a:rPr>
              <a:t>replacements.</a:t>
            </a:r>
            <a:endParaRPr sz="2400">
              <a:latin typeface="Times New Roman"/>
              <a:cs typeface="Times New Roman"/>
            </a:endParaRPr>
          </a:p>
          <a:p>
            <a:pPr marL="320040" marR="8255" indent="-307975">
              <a:lnSpc>
                <a:spcPts val="2590"/>
              </a:lnSpc>
              <a:spcBef>
                <a:spcPts val="640"/>
              </a:spcBef>
              <a:buChar char="•"/>
              <a:tabLst>
                <a:tab pos="320040" algn="l"/>
                <a:tab pos="1128395" algn="l"/>
                <a:tab pos="2356485" algn="l"/>
                <a:tab pos="3531870" algn="l"/>
                <a:tab pos="4214495" algn="l"/>
                <a:tab pos="5693410" algn="l"/>
                <a:tab pos="6613525" algn="l"/>
                <a:tab pos="7028180" algn="l"/>
                <a:tab pos="7947659" algn="l"/>
                <a:tab pos="8564880" algn="l"/>
                <a:tab pos="9247505" algn="l"/>
              </a:tabLst>
            </a:pPr>
            <a:r>
              <a:rPr sz="2400" spc="-25" dirty="0">
                <a:latin typeface="Times New Roman"/>
                <a:cs typeface="Times New Roman"/>
              </a:rPr>
              <a:t>WPA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provides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stronger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encryption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(weak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WEP)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user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authentication </a:t>
            </a:r>
            <a:r>
              <a:rPr sz="2400" dirty="0">
                <a:latin typeface="Times New Roman"/>
                <a:cs typeface="Times New Roman"/>
              </a:rPr>
              <a:t>(largely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WEP).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280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encryption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31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backward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compatible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older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hardware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firmware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upgrades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310"/>
              </a:spcBef>
              <a:buChar char="•"/>
              <a:tabLst>
                <a:tab pos="320040" algn="l"/>
              </a:tabLst>
            </a:pPr>
            <a:r>
              <a:rPr sz="2400" spc="-10" dirty="0">
                <a:latin typeface="Times New Roman"/>
                <a:cs typeface="Times New Roman"/>
              </a:rPr>
              <a:t>4-</a:t>
            </a:r>
            <a:r>
              <a:rPr sz="2400" spc="-25" dirty="0">
                <a:latin typeface="Times New Roman"/>
                <a:cs typeface="Times New Roman"/>
              </a:rPr>
              <a:t>Way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Handshake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Handshake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748" rIns="0" bIns="0" rtlCol="0">
            <a:spAutoFit/>
          </a:bodyPr>
          <a:lstStyle/>
          <a:p>
            <a:pPr marL="1653539">
              <a:lnSpc>
                <a:spcPct val="100000"/>
              </a:lnSpc>
              <a:spcBef>
                <a:spcPts val="105"/>
              </a:spcBef>
            </a:pPr>
            <a:r>
              <a:rPr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WPA:</a:t>
            </a:r>
            <a:r>
              <a:rPr b="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Wi-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Fi</a:t>
            </a:r>
            <a:r>
              <a:rPr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Protected</a:t>
            </a:r>
            <a:r>
              <a:rPr b="0" spc="-2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Access</a:t>
            </a:r>
            <a:r>
              <a:rPr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II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634" y="1588769"/>
            <a:ext cx="10986135" cy="50463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409"/>
              </a:spcBef>
              <a:buChar char="•"/>
              <a:tabLst>
                <a:tab pos="320040" algn="l"/>
              </a:tabLst>
            </a:pPr>
            <a:r>
              <a:rPr sz="2400" spc="-100" dirty="0">
                <a:latin typeface="Times New Roman"/>
                <a:cs typeface="Times New Roman"/>
              </a:rPr>
              <a:t>WPA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Temporal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Integrity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(TKIP)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802.1x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mechanisms.</a:t>
            </a:r>
            <a:endParaRPr sz="2400">
              <a:latin typeface="Times New Roman"/>
              <a:cs typeface="Times New Roman"/>
            </a:endParaRPr>
          </a:p>
          <a:p>
            <a:pPr marL="320040" marR="5080" indent="-307975">
              <a:lnSpc>
                <a:spcPts val="2590"/>
              </a:lnSpc>
              <a:spcBef>
                <a:spcPts val="640"/>
              </a:spcBef>
              <a:buChar char="•"/>
              <a:tabLst>
                <a:tab pos="320040" algn="l"/>
                <a:tab pos="948690" algn="l"/>
                <a:tab pos="2623185" algn="l"/>
                <a:tab pos="3028950" algn="l"/>
                <a:tab pos="3809365" algn="l"/>
                <a:tab pos="4420235" algn="l"/>
                <a:tab pos="6078855" algn="l"/>
                <a:tab pos="7284084" algn="l"/>
                <a:tab pos="8484235" algn="l"/>
                <a:tab pos="9078595" algn="l"/>
                <a:tab pos="10534015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combination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these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two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mechanisms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provides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dynamic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key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encryption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mutual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authentication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280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TKIP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strengths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WEP:</a:t>
            </a:r>
            <a:endParaRPr sz="2400">
              <a:latin typeface="Times New Roman"/>
              <a:cs typeface="Times New Roman"/>
            </a:endParaRPr>
          </a:p>
          <a:p>
            <a:pPr marL="777875" marR="6350" lvl="1" indent="-307975" algn="just">
              <a:lnSpc>
                <a:spcPts val="2160"/>
              </a:lnSpc>
              <a:spcBef>
                <a:spcPts val="645"/>
              </a:spcBef>
              <a:buChar char="•"/>
              <a:tabLst>
                <a:tab pos="777875" algn="l"/>
              </a:tabLst>
            </a:pPr>
            <a:r>
              <a:rPr sz="2000" spc="-20" dirty="0">
                <a:latin typeface="Times New Roman"/>
                <a:cs typeface="Times New Roman"/>
              </a:rPr>
              <a:t>Per-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construction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distribution: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WPA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unique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encryption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periodically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client.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avoids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staying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weeks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months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WEP.</a:t>
            </a:r>
            <a:endParaRPr sz="2000">
              <a:latin typeface="Times New Roman"/>
              <a:cs typeface="Times New Roman"/>
            </a:endParaRPr>
          </a:p>
          <a:p>
            <a:pPr marL="777240" lvl="1" indent="-307340" algn="just">
              <a:lnSpc>
                <a:spcPct val="100000"/>
              </a:lnSpc>
              <a:spcBef>
                <a:spcPts val="330"/>
              </a:spcBef>
              <a:buChar char="•"/>
              <a:tabLst>
                <a:tab pos="777240" algn="l"/>
              </a:tabLst>
            </a:pPr>
            <a:r>
              <a:rPr sz="2000" dirty="0">
                <a:latin typeface="Times New Roman"/>
                <a:cs typeface="Times New Roman"/>
              </a:rPr>
              <a:t>Message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code: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guard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against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forgery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attacks.</a:t>
            </a:r>
            <a:endParaRPr sz="2000">
              <a:latin typeface="Times New Roman"/>
              <a:cs typeface="Times New Roman"/>
            </a:endParaRPr>
          </a:p>
          <a:p>
            <a:pPr marL="777240" lvl="1" indent="-307340" algn="just">
              <a:lnSpc>
                <a:spcPct val="100000"/>
              </a:lnSpc>
              <a:spcBef>
                <a:spcPts val="360"/>
              </a:spcBef>
              <a:buChar char="•"/>
              <a:tabLst>
                <a:tab pos="777240" algn="l"/>
              </a:tabLst>
            </a:pPr>
            <a:r>
              <a:rPr sz="2000" dirty="0">
                <a:latin typeface="Times New Roman"/>
                <a:cs typeface="Times New Roman"/>
              </a:rPr>
              <a:t>48-bit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initialization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vectors,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one-way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instead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XOR</a:t>
            </a:r>
            <a:endParaRPr sz="2000">
              <a:latin typeface="Times New Roman"/>
              <a:cs typeface="Times New Roman"/>
            </a:endParaRPr>
          </a:p>
          <a:p>
            <a:pPr marL="320040" indent="-307340" algn="just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32004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"Beck-</a:t>
            </a:r>
            <a:r>
              <a:rPr sz="2400" b="1" spc="-70" dirty="0">
                <a:latin typeface="Times New Roman"/>
                <a:cs typeface="Times New Roman"/>
              </a:rPr>
              <a:t>Tews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Attack"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TKIP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Exploit:</a:t>
            </a:r>
            <a:endParaRPr sz="2400">
              <a:latin typeface="Times New Roman"/>
              <a:cs typeface="Times New Roman"/>
            </a:endParaRPr>
          </a:p>
          <a:p>
            <a:pPr marL="678815" indent="-255270" algn="just">
              <a:lnSpc>
                <a:spcPts val="2735"/>
              </a:lnSpc>
              <a:spcBef>
                <a:spcPts val="310"/>
              </a:spcBef>
              <a:buSzPct val="79166"/>
              <a:buFont typeface="Courier New"/>
              <a:buChar char="o"/>
              <a:tabLst>
                <a:tab pos="678815" algn="l"/>
              </a:tabLst>
            </a:pPr>
            <a:r>
              <a:rPr sz="2400" dirty="0">
                <a:latin typeface="Times New Roman"/>
                <a:cs typeface="Times New Roman"/>
              </a:rPr>
              <a:t>PhD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Germany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discovered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injecting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small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680085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WPA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TKIP</a:t>
            </a:r>
            <a:endParaRPr sz="2400">
              <a:latin typeface="Times New Roman"/>
              <a:cs typeface="Times New Roman"/>
            </a:endParaRPr>
          </a:p>
          <a:p>
            <a:pPr marL="678815" marR="7620" indent="-255270">
              <a:lnSpc>
                <a:spcPts val="2590"/>
              </a:lnSpc>
              <a:spcBef>
                <a:spcPts val="640"/>
              </a:spcBef>
              <a:buSzPct val="79166"/>
              <a:buFont typeface="Courier New"/>
              <a:buChar char="o"/>
              <a:tabLst>
                <a:tab pos="680085" algn="l"/>
              </a:tabLst>
            </a:pP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reveal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full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though,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spoof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ARP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DNS 	</a:t>
            </a:r>
            <a:r>
              <a:rPr sz="2400" spc="-10" dirty="0">
                <a:latin typeface="Times New Roman"/>
                <a:cs typeface="Times New Roman"/>
              </a:rPr>
              <a:t>packets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748" rIns="0" bIns="0" rtlCol="0">
            <a:spAutoFit/>
          </a:bodyPr>
          <a:lstStyle/>
          <a:p>
            <a:pPr marL="1653539">
              <a:lnSpc>
                <a:spcPct val="100000"/>
              </a:lnSpc>
              <a:spcBef>
                <a:spcPts val="105"/>
              </a:spcBef>
            </a:pPr>
            <a:r>
              <a:rPr b="0" spc="-70" dirty="0">
                <a:solidFill>
                  <a:srgbClr val="000000"/>
                </a:solidFill>
                <a:latin typeface="Times New Roman"/>
                <a:cs typeface="Times New Roman"/>
              </a:rPr>
              <a:t>WPA2:</a:t>
            </a:r>
            <a:r>
              <a:rPr b="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Wi-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Fi</a:t>
            </a:r>
            <a:r>
              <a:rPr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Protected</a:t>
            </a:r>
            <a:r>
              <a:rPr b="0" spc="-2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Access</a:t>
            </a:r>
            <a:r>
              <a:rPr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634" y="1823669"/>
            <a:ext cx="10986770" cy="453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 algn="just">
              <a:lnSpc>
                <a:spcPts val="2595"/>
              </a:lnSpc>
              <a:spcBef>
                <a:spcPts val="100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July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2004,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IEEE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approved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full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IEEE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802.11i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specificationby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WiFi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Alliance</a:t>
            </a:r>
            <a:endParaRPr sz="2400">
              <a:latin typeface="Times New Roman"/>
              <a:cs typeface="Times New Roman"/>
            </a:endParaRPr>
          </a:p>
          <a:p>
            <a:pPr marL="320040" algn="just">
              <a:lnSpc>
                <a:spcPts val="2595"/>
              </a:lnSpc>
            </a:pP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WPA2.</a:t>
            </a:r>
            <a:endParaRPr sz="2400">
              <a:latin typeface="Times New Roman"/>
              <a:cs typeface="Times New Roman"/>
            </a:endParaRPr>
          </a:p>
          <a:p>
            <a:pPr marL="320040" indent="-307340" algn="just">
              <a:lnSpc>
                <a:spcPct val="100000"/>
              </a:lnSpc>
              <a:spcBef>
                <a:spcPts val="2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Released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0" dirty="0">
                <a:latin typeface="Times New Roman"/>
                <a:cs typeface="Times New Roman"/>
              </a:rPr>
              <a:t> Wi-</a:t>
            </a:r>
            <a:r>
              <a:rPr sz="2400" dirty="0">
                <a:latin typeface="Times New Roman"/>
                <a:cs typeface="Times New Roman"/>
              </a:rPr>
              <a:t>Fi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Alliance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upgrade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WPA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Backward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compatible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WPA</a:t>
            </a:r>
            <a:endParaRPr sz="2400">
              <a:latin typeface="Times New Roman"/>
              <a:cs typeface="Times New Roman"/>
            </a:endParaRPr>
          </a:p>
          <a:p>
            <a:pPr marL="320040" indent="-307340" algn="just">
              <a:lnSpc>
                <a:spcPct val="100000"/>
              </a:lnSpc>
              <a:spcBef>
                <a:spcPts val="2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Required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TKIP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instead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RC4</a:t>
            </a:r>
            <a:endParaRPr sz="2400">
              <a:latin typeface="Times New Roman"/>
              <a:cs typeface="Times New Roman"/>
            </a:endParaRPr>
          </a:p>
          <a:p>
            <a:pPr marL="320040" marR="5080" indent="-307975" algn="just">
              <a:lnSpc>
                <a:spcPts val="2300"/>
              </a:lnSpc>
              <a:spcBef>
                <a:spcPts val="58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Strong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encryption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authentication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infrastructure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ad-</a:t>
            </a:r>
            <a:r>
              <a:rPr sz="2400" dirty="0">
                <a:latin typeface="Times New Roman"/>
                <a:cs typeface="Times New Roman"/>
              </a:rPr>
              <a:t>hoc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(WPA1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infrastructure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networks)</a:t>
            </a:r>
            <a:endParaRPr sz="2400">
              <a:latin typeface="Times New Roman"/>
              <a:cs typeface="Times New Roman"/>
            </a:endParaRPr>
          </a:p>
          <a:p>
            <a:pPr marL="320040" marR="5080" indent="-307975" algn="just">
              <a:lnSpc>
                <a:spcPts val="2300"/>
              </a:lnSpc>
              <a:spcBef>
                <a:spcPts val="610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WPA2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certification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mandatory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equipment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certified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Wi- </a:t>
            </a:r>
            <a:r>
              <a:rPr sz="2400" dirty="0">
                <a:latin typeface="Times New Roman"/>
                <a:cs typeface="Times New Roman"/>
              </a:rPr>
              <a:t>Fi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Alliance,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ensuring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reasonably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modern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hardware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WPA1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WPA2.</a:t>
            </a:r>
            <a:endParaRPr sz="24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  <a:tabLst>
                <a:tab pos="320040" algn="l"/>
              </a:tabLst>
            </a:pPr>
            <a:r>
              <a:rPr sz="2400" b="1" dirty="0">
                <a:latin typeface="Times New Roman"/>
                <a:cs typeface="Times New Roman"/>
              </a:rPr>
              <a:t>"Hole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196"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Attack:</a:t>
            </a:r>
            <a:endParaRPr sz="2400">
              <a:latin typeface="Times New Roman"/>
              <a:cs typeface="Times New Roman"/>
            </a:endParaRPr>
          </a:p>
          <a:p>
            <a:pPr marL="777875" marR="5080" lvl="1" indent="-307975">
              <a:lnSpc>
                <a:spcPct val="80000"/>
              </a:lnSpc>
              <a:spcBef>
                <a:spcPts val="620"/>
              </a:spcBef>
              <a:buChar char="•"/>
              <a:tabLst>
                <a:tab pos="777875" algn="l"/>
              </a:tabLst>
            </a:pP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already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authenticated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spoof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router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Temporal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 </a:t>
            </a:r>
            <a:r>
              <a:rPr sz="2000" dirty="0">
                <a:latin typeface="Times New Roman"/>
                <a:cs typeface="Times New Roman"/>
              </a:rPr>
              <a:t>(known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clients)</a:t>
            </a:r>
            <a:endParaRPr sz="2000">
              <a:latin typeface="Times New Roman"/>
              <a:cs typeface="Times New Roman"/>
            </a:endParaRPr>
          </a:p>
          <a:p>
            <a:pPr marL="777875" marR="8255" lvl="1" indent="-307975">
              <a:lnSpc>
                <a:spcPts val="1920"/>
              </a:lnSpc>
              <a:spcBef>
                <a:spcPts val="585"/>
              </a:spcBef>
              <a:buChar char="•"/>
              <a:tabLst>
                <a:tab pos="777875" algn="l"/>
              </a:tabLst>
            </a:pP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responds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Pairwise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Transient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Key,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unique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them,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allowing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attacker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decrypt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clients'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748" rIns="0" bIns="0" rtlCol="0">
            <a:spAutoFit/>
          </a:bodyPr>
          <a:lstStyle/>
          <a:p>
            <a:pPr marL="1653539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Why</a:t>
            </a:r>
            <a:r>
              <a:rPr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does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security</a:t>
            </a:r>
            <a:r>
              <a:rPr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matter?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634" y="1820260"/>
            <a:ext cx="9705340" cy="36760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415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Times New Roman"/>
                <a:cs typeface="Times New Roman"/>
              </a:rPr>
              <a:t>Unencrypted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exploitable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encryption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schemes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hackers</a:t>
            </a:r>
            <a:r>
              <a:rPr sz="2400" spc="-25" dirty="0">
                <a:latin typeface="Times New Roman"/>
                <a:cs typeface="Times New Roman"/>
              </a:rPr>
              <a:t> to:</a:t>
            </a:r>
            <a:endParaRPr sz="2400">
              <a:latin typeface="Times New Roman"/>
              <a:cs typeface="Times New Roman"/>
            </a:endParaRPr>
          </a:p>
          <a:p>
            <a:pPr marL="777875" lvl="1" indent="-307975">
              <a:lnSpc>
                <a:spcPct val="100000"/>
              </a:lnSpc>
              <a:spcBef>
                <a:spcPts val="315"/>
              </a:spcBef>
              <a:buChar char="•"/>
              <a:tabLst>
                <a:tab pos="777875" algn="l"/>
              </a:tabLst>
            </a:pPr>
            <a:r>
              <a:rPr sz="2400" dirty="0">
                <a:latin typeface="Times New Roman"/>
                <a:cs typeface="Times New Roman"/>
              </a:rPr>
              <a:t>Steal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credentials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45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777875" lvl="1" indent="-307975">
              <a:lnSpc>
                <a:spcPct val="100000"/>
              </a:lnSpc>
              <a:buChar char="•"/>
              <a:tabLst>
                <a:tab pos="777875" algn="l"/>
              </a:tabLst>
            </a:pPr>
            <a:r>
              <a:rPr sz="2400" dirty="0">
                <a:latin typeface="Times New Roman"/>
                <a:cs typeface="Times New Roman"/>
              </a:rPr>
              <a:t>Hijack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browser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sessions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stealing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session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cookies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45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777875" lvl="1" indent="-307975">
              <a:lnSpc>
                <a:spcPct val="100000"/>
              </a:lnSpc>
              <a:buChar char="•"/>
              <a:tabLst>
                <a:tab pos="777875" algn="l"/>
              </a:tabLst>
            </a:pPr>
            <a:r>
              <a:rPr sz="2400" dirty="0">
                <a:latin typeface="Times New Roman"/>
                <a:cs typeface="Times New Roman"/>
              </a:rPr>
              <a:t>Spoof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45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777875" lvl="1" indent="-307975">
              <a:lnSpc>
                <a:spcPct val="100000"/>
              </a:lnSpc>
              <a:buChar char="•"/>
              <a:tabLst>
                <a:tab pos="777875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malicious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Spam,</a:t>
            </a:r>
            <a:r>
              <a:rPr sz="2400" spc="-10" dirty="0">
                <a:latin typeface="Times New Roman"/>
                <a:cs typeface="Times New Roman"/>
              </a:rPr>
              <a:t> DDOS)</a:t>
            </a:r>
            <a:endParaRPr sz="2400">
              <a:latin typeface="Times New Roman"/>
              <a:cs typeface="Times New Roman"/>
            </a:endParaRPr>
          </a:p>
          <a:p>
            <a:pPr marL="1235075" lvl="2" indent="-307975">
              <a:lnSpc>
                <a:spcPct val="100000"/>
              </a:lnSpc>
              <a:spcBef>
                <a:spcPts val="315"/>
              </a:spcBef>
              <a:buChar char="•"/>
              <a:tabLst>
                <a:tab pos="1235075" algn="l"/>
              </a:tabLst>
            </a:pPr>
            <a:r>
              <a:rPr sz="2400" dirty="0">
                <a:latin typeface="Times New Roman"/>
                <a:cs typeface="Times New Roman"/>
              </a:rPr>
              <a:t>Authorities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crimes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it's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748" rIns="0" bIns="0" rtlCol="0">
            <a:spAutoFit/>
          </a:bodyPr>
          <a:lstStyle/>
          <a:p>
            <a:pPr marL="1653539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Other</a:t>
            </a:r>
            <a:r>
              <a:rPr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Security </a:t>
            </a:r>
            <a:r>
              <a:rPr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Measures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80465" indent="-307340">
              <a:lnSpc>
                <a:spcPts val="2825"/>
              </a:lnSpc>
              <a:spcBef>
                <a:spcPts val="135"/>
              </a:spcBef>
              <a:buChar char="•"/>
              <a:tabLst>
                <a:tab pos="1181100" algn="l"/>
              </a:tabLst>
            </a:pPr>
            <a:r>
              <a:rPr sz="2400" u="none" dirty="0">
                <a:solidFill>
                  <a:srgbClr val="000000"/>
                </a:solidFill>
              </a:rPr>
              <a:t>Enable</a:t>
            </a:r>
            <a:r>
              <a:rPr sz="2400" u="none" spc="4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MAC</a:t>
            </a:r>
            <a:r>
              <a:rPr sz="2400" u="none" spc="-6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Address</a:t>
            </a:r>
            <a:r>
              <a:rPr sz="2400" u="none" spc="45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filtering</a:t>
            </a:r>
            <a:endParaRPr sz="2400"/>
          </a:p>
          <a:p>
            <a:pPr marL="1540510" marR="5080" lvl="1" indent="-256540">
              <a:lnSpc>
                <a:spcPts val="2770"/>
              </a:lnSpc>
              <a:spcBef>
                <a:spcPts val="135"/>
              </a:spcBef>
              <a:buSzPct val="81250"/>
              <a:buFont typeface="Courier New"/>
              <a:buChar char="o"/>
              <a:tabLst>
                <a:tab pos="1541145" algn="l"/>
              </a:tabLst>
            </a:pPr>
            <a:r>
              <a:rPr sz="2400" dirty="0">
                <a:latin typeface="Times New Roman"/>
                <a:cs typeface="Times New Roman"/>
              </a:rPr>
              <a:t>Prevents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unauthorized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gaining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correct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key</a:t>
            </a:r>
            <a:endParaRPr sz="2400">
              <a:latin typeface="Times New Roman"/>
              <a:cs typeface="Times New Roman"/>
            </a:endParaRPr>
          </a:p>
          <a:p>
            <a:pPr marL="1180465" indent="-307340">
              <a:lnSpc>
                <a:spcPct val="100000"/>
              </a:lnSpc>
              <a:spcBef>
                <a:spcPts val="2590"/>
              </a:spcBef>
              <a:buChar char="•"/>
              <a:tabLst>
                <a:tab pos="1181100" algn="l"/>
              </a:tabLst>
            </a:pPr>
            <a:r>
              <a:rPr sz="2400" u="none" dirty="0">
                <a:solidFill>
                  <a:srgbClr val="000000"/>
                </a:solidFill>
              </a:rPr>
              <a:t>Enable</a:t>
            </a:r>
            <a:r>
              <a:rPr sz="2400" u="none" spc="3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router</a:t>
            </a:r>
            <a:r>
              <a:rPr sz="2400" u="none" spc="55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firewall</a:t>
            </a:r>
            <a:endParaRPr sz="2400"/>
          </a:p>
          <a:p>
            <a:pPr marL="1180465" indent="-307340">
              <a:lnSpc>
                <a:spcPct val="100000"/>
              </a:lnSpc>
              <a:spcBef>
                <a:spcPts val="2655"/>
              </a:spcBef>
              <a:buChar char="•"/>
              <a:tabLst>
                <a:tab pos="1181100" algn="l"/>
              </a:tabLst>
            </a:pPr>
            <a:r>
              <a:rPr sz="2400" u="none" dirty="0">
                <a:solidFill>
                  <a:srgbClr val="000000"/>
                </a:solidFill>
              </a:rPr>
              <a:t>Change</a:t>
            </a:r>
            <a:r>
              <a:rPr sz="2400" u="none" spc="2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default</a:t>
            </a:r>
            <a:r>
              <a:rPr sz="2400" u="none" spc="6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Network</a:t>
            </a:r>
            <a:r>
              <a:rPr sz="2400" u="none" spc="3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SSID</a:t>
            </a:r>
            <a:r>
              <a:rPr sz="2400" u="none" spc="4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to</a:t>
            </a:r>
            <a:r>
              <a:rPr sz="2400" u="none" spc="6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something</a:t>
            </a:r>
            <a:r>
              <a:rPr sz="2400" u="none" spc="40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obscure</a:t>
            </a:r>
            <a:endParaRPr sz="2400"/>
          </a:p>
          <a:p>
            <a:pPr marL="1180465" indent="-307340">
              <a:lnSpc>
                <a:spcPct val="100000"/>
              </a:lnSpc>
              <a:spcBef>
                <a:spcPts val="2665"/>
              </a:spcBef>
              <a:buChar char="•"/>
              <a:tabLst>
                <a:tab pos="1181100" algn="l"/>
              </a:tabLst>
            </a:pPr>
            <a:r>
              <a:rPr sz="2400" u="none" dirty="0">
                <a:solidFill>
                  <a:srgbClr val="000000"/>
                </a:solidFill>
              </a:rPr>
              <a:t>Change</a:t>
            </a:r>
            <a:r>
              <a:rPr sz="2400" u="none" spc="2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default</a:t>
            </a:r>
            <a:r>
              <a:rPr sz="2400" u="none" spc="6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router</a:t>
            </a:r>
            <a:r>
              <a:rPr sz="2400" u="none" spc="45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password</a:t>
            </a:r>
            <a:endParaRPr sz="2400"/>
          </a:p>
          <a:p>
            <a:pPr marL="1180465" indent="-307340">
              <a:lnSpc>
                <a:spcPct val="100000"/>
              </a:lnSpc>
              <a:spcBef>
                <a:spcPts val="2665"/>
              </a:spcBef>
              <a:buChar char="•"/>
              <a:tabLst>
                <a:tab pos="1181100" algn="l"/>
              </a:tabLst>
            </a:pPr>
            <a:r>
              <a:rPr sz="2400" u="none" dirty="0">
                <a:solidFill>
                  <a:srgbClr val="000000"/>
                </a:solidFill>
              </a:rPr>
              <a:t>Change</a:t>
            </a:r>
            <a:r>
              <a:rPr sz="2400" u="none" spc="55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encryption</a:t>
            </a:r>
            <a:r>
              <a:rPr sz="2400" u="none" spc="6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password</a:t>
            </a:r>
            <a:r>
              <a:rPr sz="2400" u="none" spc="65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frequently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310" marR="5080" indent="-228600">
              <a:lnSpc>
                <a:spcPct val="150000"/>
              </a:lnSpc>
              <a:spcBef>
                <a:spcPts val="100"/>
              </a:spcBef>
              <a:buClr>
                <a:srgbClr val="000000"/>
              </a:buClr>
              <a:buFont typeface="Wingdings"/>
              <a:buChar char=""/>
              <a:tabLst>
                <a:tab pos="575310" algn="l"/>
              </a:tabLst>
            </a:pPr>
            <a:r>
              <a:rPr spc="-10" dirty="0">
                <a:hlinkClick r:id="rId2"/>
              </a:rPr>
              <a:t>https://www.netspotapp.com/blog/wifi-security/wifi-encryption-</a:t>
            </a:r>
            <a:r>
              <a:rPr spc="-20" dirty="0">
                <a:hlinkClick r:id="rId2"/>
              </a:rPr>
              <a:t>and-</a:t>
            </a:r>
            <a:r>
              <a:rPr u="none" spc="-20" dirty="0">
                <a:hlinkClick r:id="rId2"/>
              </a:rPr>
              <a:t> </a:t>
            </a:r>
            <a:r>
              <a:rPr spc="-10" dirty="0">
                <a:hlinkClick r:id="rId2"/>
              </a:rPr>
              <a:t>security.html#:~:text=WiFi%20routers%20support%20a%20variety,needs%20to%20protect%20your%20netw</a:t>
            </a:r>
            <a:r>
              <a:rPr u="none" spc="-10" dirty="0">
                <a:hlinkClick r:id="rId2"/>
              </a:rPr>
              <a:t> </a:t>
            </a:r>
            <a:r>
              <a:rPr spc="-20" dirty="0">
                <a:hlinkClick r:id="rId2"/>
              </a:rPr>
              <a:t>ork</a:t>
            </a:r>
            <a:r>
              <a:rPr u="none" spc="-20" dirty="0">
                <a:solidFill>
                  <a:srgbClr val="000000"/>
                </a:solidFill>
                <a:hlinkClick r:id="rId2"/>
              </a:rPr>
              <a:t>.</a:t>
            </a:r>
          </a:p>
          <a:p>
            <a:pPr marL="574675" indent="-227965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Font typeface="Wingdings"/>
              <a:buChar char=""/>
              <a:tabLst>
                <a:tab pos="574675" algn="l"/>
              </a:tabLst>
            </a:pPr>
            <a:r>
              <a:rPr spc="-10" dirty="0">
                <a:hlinkClick r:id="rId3"/>
              </a:rPr>
              <a:t>https://www.cisco.com/c/en/us/products/wireless/what-is-wi-fi-security.html</a:t>
            </a:r>
          </a:p>
          <a:p>
            <a:pPr marL="574675" indent="-227965">
              <a:lnSpc>
                <a:spcPct val="100000"/>
              </a:lnSpc>
              <a:spcBef>
                <a:spcPts val="1695"/>
              </a:spcBef>
              <a:buClr>
                <a:srgbClr val="000000"/>
              </a:buClr>
              <a:buFont typeface="Wingdings"/>
              <a:buChar char=""/>
              <a:tabLst>
                <a:tab pos="574675" algn="l"/>
              </a:tabLst>
            </a:pPr>
            <a:r>
              <a:rPr spc="-20" dirty="0">
                <a:hlinkClick r:id="rId4"/>
              </a:rPr>
              <a:t>https://www.wi-fi.org/discover-</a:t>
            </a:r>
            <a:r>
              <a:rPr spc="-10" dirty="0">
                <a:hlinkClick r:id="rId4"/>
              </a:rPr>
              <a:t>wi-fi/security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187" rIns="0" bIns="0" rtlCol="0">
            <a:spAutoFit/>
          </a:bodyPr>
          <a:lstStyle/>
          <a:p>
            <a:pPr marL="486156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1370</Words>
  <Application>Microsoft Office PowerPoint</Application>
  <PresentationFormat>Widescreen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Courier New</vt:lpstr>
      <vt:lpstr>Times New Roman</vt:lpstr>
      <vt:lpstr>Wingdings</vt:lpstr>
      <vt:lpstr>Office Theme</vt:lpstr>
      <vt:lpstr>Wi-Fi</vt:lpstr>
      <vt:lpstr>WiFi</vt:lpstr>
      <vt:lpstr>PowerPoint Presentation</vt:lpstr>
      <vt:lpstr>Introduction: WLAN</vt:lpstr>
      <vt:lpstr>WLAN Topology : Ad hoc</vt:lpstr>
      <vt:lpstr>Ad hoc network architecture</vt:lpstr>
      <vt:lpstr>WLAN Topology : Infrastructure</vt:lpstr>
      <vt:lpstr>Infrastructure WLAN components</vt:lpstr>
      <vt:lpstr>WLAN in the TCP/IP stack</vt:lpstr>
      <vt:lpstr>PowerPoint Presentation</vt:lpstr>
      <vt:lpstr>PowerPoint Presentation</vt:lpstr>
      <vt:lpstr>WEP: Wired Equivalent Privacy</vt:lpstr>
      <vt:lpstr>WPA: Wi-Fi Protected Access</vt:lpstr>
      <vt:lpstr>WPA: Wi-Fi Protected Access II</vt:lpstr>
      <vt:lpstr>WPA2: Wi-Fi Protected Access 2</vt:lpstr>
      <vt:lpstr>Why does security matter?</vt:lpstr>
      <vt:lpstr>Other Security Measures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Abuzar Sayeed</cp:lastModifiedBy>
  <cp:revision>1</cp:revision>
  <dcterms:created xsi:type="dcterms:W3CDTF">2026-01-20T06:18:15Z</dcterms:created>
  <dcterms:modified xsi:type="dcterms:W3CDTF">2026-01-22T09:54:03Z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2026-01-20T00:00:00Z</vt:filetime>
  </property>
  <property fmtid="{D5CDD505-2E9C-101B-9397-08002B2CF9AE}" pid="5" name="Producer">
    <vt:lpwstr>Microsoft® PowerPoint® for Microsoft 365</vt:lpwstr>
  </property>
</Properties>
</file>